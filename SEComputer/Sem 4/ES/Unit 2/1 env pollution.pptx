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305" r:id="rId6"/>
    <p:sldId id="306" r:id="rId7"/>
    <p:sldId id="259" r:id="rId8"/>
    <p:sldId id="262" r:id="rId9"/>
    <p:sldId id="307" r:id="rId10"/>
    <p:sldId id="308" r:id="rId11"/>
    <p:sldId id="263" r:id="rId12"/>
    <p:sldId id="309" r:id="rId13"/>
    <p:sldId id="310" r:id="rId14"/>
    <p:sldId id="311" r:id="rId15"/>
    <p:sldId id="312" r:id="rId16"/>
    <p:sldId id="313" r:id="rId17"/>
    <p:sldId id="314" r:id="rId18"/>
    <p:sldId id="315" r:id="rId19"/>
    <p:sldId id="318" r:id="rId20"/>
    <p:sldId id="317" r:id="rId21"/>
    <p:sldId id="319" r:id="rId22"/>
    <p:sldId id="320" r:id="rId23"/>
    <p:sldId id="321" r:id="rId24"/>
    <p:sldId id="324" r:id="rId25"/>
    <p:sldId id="322" r:id="rId26"/>
    <p:sldId id="323" r:id="rId27"/>
    <p:sldId id="325" r:id="rId28"/>
    <p:sldId id="326" r:id="rId29"/>
    <p:sldId id="327" r:id="rId30"/>
    <p:sldId id="328" r:id="rId31"/>
    <p:sldId id="329" r:id="rId32"/>
    <p:sldId id="330" r:id="rId33"/>
    <p:sldId id="331" r:id="rId34"/>
    <p:sldId id="332" r:id="rId35"/>
    <p:sldId id="333" r:id="rId36"/>
    <p:sldId id="334" r:id="rId37"/>
  </p:sldIdLst>
  <p:sldSz cx="9144000" cy="6858000" type="screen4x3"/>
  <p:notesSz cx="6858000" cy="9144000"/>
  <p:defaultTextStyle>
    <a:defPPr>
      <a:defRPr lang="en-GB"/>
    </a:defPPr>
    <a:lvl1pPr marL="0" lvl="0" indent="0" algn="l" defTabSz="457200" rtl="0" eaLnBrk="0" fontAlgn="base" latinLnBrk="0" hangingPunct="0">
      <a:lnSpc>
        <a:spcPct val="100000"/>
      </a:lnSpc>
      <a:spcBef>
        <a:spcPct val="0"/>
      </a:spcBef>
      <a:spcAft>
        <a:spcPct val="0"/>
      </a:spcAft>
      <a:buNone/>
      <a:defRPr b="0" i="0" u="none" kern="1200" baseline="0">
        <a:solidFill>
          <a:schemeClr val="bg1"/>
        </a:solidFill>
        <a:latin typeface="Arial" panose="020B0604020202020204" pitchFamily="34" charset="0"/>
        <a:ea typeface="+mn-ea"/>
        <a:cs typeface="+mn-cs"/>
      </a:defRPr>
    </a:lvl1pPr>
    <a:lvl2pPr marL="742950" lvl="1" indent="-285750" algn="l" defTabSz="457200" rtl="0" eaLnBrk="0" fontAlgn="base" latinLnBrk="0" hangingPunct="0">
      <a:lnSpc>
        <a:spcPct val="100000"/>
      </a:lnSpc>
      <a:spcBef>
        <a:spcPct val="0"/>
      </a:spcBef>
      <a:spcAft>
        <a:spcPct val="0"/>
      </a:spcAft>
      <a:buNone/>
      <a:defRPr b="0" i="0" u="none" kern="1200" baseline="0">
        <a:solidFill>
          <a:schemeClr val="bg1"/>
        </a:solidFill>
        <a:latin typeface="Arial" panose="020B0604020202020204" pitchFamily="34" charset="0"/>
        <a:ea typeface="+mn-ea"/>
        <a:cs typeface="+mn-cs"/>
      </a:defRPr>
    </a:lvl2pPr>
    <a:lvl3pPr marL="1143000" lvl="2" indent="-228600" algn="l" defTabSz="457200" rtl="0" eaLnBrk="0" fontAlgn="base" latinLnBrk="0" hangingPunct="0">
      <a:lnSpc>
        <a:spcPct val="100000"/>
      </a:lnSpc>
      <a:spcBef>
        <a:spcPct val="0"/>
      </a:spcBef>
      <a:spcAft>
        <a:spcPct val="0"/>
      </a:spcAft>
      <a:buNone/>
      <a:defRPr b="0" i="0" u="none" kern="1200" baseline="0">
        <a:solidFill>
          <a:schemeClr val="bg1"/>
        </a:solidFill>
        <a:latin typeface="Arial" panose="020B0604020202020204" pitchFamily="34" charset="0"/>
        <a:ea typeface="+mn-ea"/>
        <a:cs typeface="+mn-cs"/>
      </a:defRPr>
    </a:lvl3pPr>
    <a:lvl4pPr marL="1600200" lvl="3" indent="-228600" algn="l" defTabSz="457200" rtl="0" eaLnBrk="0" fontAlgn="base" latinLnBrk="0" hangingPunct="0">
      <a:lnSpc>
        <a:spcPct val="100000"/>
      </a:lnSpc>
      <a:spcBef>
        <a:spcPct val="0"/>
      </a:spcBef>
      <a:spcAft>
        <a:spcPct val="0"/>
      </a:spcAft>
      <a:buNone/>
      <a:defRPr b="0" i="0" u="none" kern="1200" baseline="0">
        <a:solidFill>
          <a:schemeClr val="bg1"/>
        </a:solidFill>
        <a:latin typeface="Arial" panose="020B0604020202020204" pitchFamily="34" charset="0"/>
        <a:ea typeface="+mn-ea"/>
        <a:cs typeface="+mn-cs"/>
      </a:defRPr>
    </a:lvl4pPr>
    <a:lvl5pPr marL="2057400" lvl="4" indent="-228600" algn="l" defTabSz="457200" rtl="0" eaLnBrk="0" fontAlgn="base" latinLnBrk="0" hangingPunct="0">
      <a:lnSpc>
        <a:spcPct val="100000"/>
      </a:lnSpc>
      <a:spcBef>
        <a:spcPct val="0"/>
      </a:spcBef>
      <a:spcAft>
        <a:spcPct val="0"/>
      </a:spcAft>
      <a:buNone/>
      <a:defRPr b="0" i="0" u="none" kern="1200" baseline="0">
        <a:solidFill>
          <a:schemeClr val="bg1"/>
        </a:solidFill>
        <a:latin typeface="Arial" panose="020B0604020202020204" pitchFamily="34" charset="0"/>
        <a:ea typeface="+mn-ea"/>
        <a:cs typeface="+mn-cs"/>
      </a:defRPr>
    </a:lvl5pPr>
    <a:lvl6pPr marL="2286000" lvl="5" indent="-228600" algn="l" defTabSz="457200" rtl="0" eaLnBrk="0" fontAlgn="base" latinLnBrk="0" hangingPunct="0">
      <a:lnSpc>
        <a:spcPct val="100000"/>
      </a:lnSpc>
      <a:spcBef>
        <a:spcPct val="0"/>
      </a:spcBef>
      <a:spcAft>
        <a:spcPct val="0"/>
      </a:spcAft>
      <a:buNone/>
      <a:defRPr b="0" i="0" u="none" kern="1200" baseline="0">
        <a:solidFill>
          <a:schemeClr val="bg1"/>
        </a:solidFill>
        <a:latin typeface="Arial" panose="020B0604020202020204" pitchFamily="34" charset="0"/>
        <a:ea typeface="+mn-ea"/>
        <a:cs typeface="+mn-cs"/>
      </a:defRPr>
    </a:lvl6pPr>
    <a:lvl7pPr marL="2743200" lvl="6" indent="-228600" algn="l" defTabSz="457200" rtl="0" eaLnBrk="0" fontAlgn="base" latinLnBrk="0" hangingPunct="0">
      <a:lnSpc>
        <a:spcPct val="100000"/>
      </a:lnSpc>
      <a:spcBef>
        <a:spcPct val="0"/>
      </a:spcBef>
      <a:spcAft>
        <a:spcPct val="0"/>
      </a:spcAft>
      <a:buNone/>
      <a:defRPr b="0" i="0" u="none" kern="1200" baseline="0">
        <a:solidFill>
          <a:schemeClr val="bg1"/>
        </a:solidFill>
        <a:latin typeface="Arial" panose="020B0604020202020204" pitchFamily="34" charset="0"/>
        <a:ea typeface="+mn-ea"/>
        <a:cs typeface="+mn-cs"/>
      </a:defRPr>
    </a:lvl7pPr>
    <a:lvl8pPr marL="3200400" lvl="7" indent="-228600" algn="l" defTabSz="457200" rtl="0" eaLnBrk="0" fontAlgn="base" latinLnBrk="0" hangingPunct="0">
      <a:lnSpc>
        <a:spcPct val="100000"/>
      </a:lnSpc>
      <a:spcBef>
        <a:spcPct val="0"/>
      </a:spcBef>
      <a:spcAft>
        <a:spcPct val="0"/>
      </a:spcAft>
      <a:buNone/>
      <a:defRPr b="0" i="0" u="none" kern="1200" baseline="0">
        <a:solidFill>
          <a:schemeClr val="bg1"/>
        </a:solidFill>
        <a:latin typeface="Arial" panose="020B0604020202020204" pitchFamily="34" charset="0"/>
        <a:ea typeface="+mn-ea"/>
        <a:cs typeface="+mn-cs"/>
      </a:defRPr>
    </a:lvl8pPr>
    <a:lvl9pPr marL="3657600" lvl="8" indent="-228600" algn="l" defTabSz="457200" rtl="0" eaLnBrk="0" fontAlgn="base" latinLnBrk="0" hangingPunct="0">
      <a:lnSpc>
        <a:spcPct val="100000"/>
      </a:lnSpc>
      <a:spcBef>
        <a:spcPct val="0"/>
      </a:spcBef>
      <a:spcAft>
        <a:spcPct val="0"/>
      </a:spcAft>
      <a:buNone/>
      <a:defRPr b="0" i="0" u="none" kern="1200" baseline="0">
        <a:solidFill>
          <a:schemeClr val="bg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FF00FF"/>
    <a:srgbClr val="B011FF"/>
    <a:srgbClr val="B829FF"/>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220"/>
    <p:restoredTop sz="94660"/>
  </p:normalViewPr>
  <p:slideViewPr>
    <p:cSldViewPr showGuides="1">
      <p:cViewPr varScale="1">
        <p:scale>
          <a:sx n="68" d="100"/>
          <a:sy n="68" d="100"/>
        </p:scale>
        <p:origin x="-1458" y="-96"/>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0" Type="http://schemas.openxmlformats.org/officeDocument/2006/relationships/tableStyles" Target="tableStyles.xml"/><Relationship Id="rId4" Type="http://schemas.openxmlformats.org/officeDocument/2006/relationships/notesMaster" Target="notesMasters/notesMaster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4274" name="Rectangle 1"/>
          <p:cNvSpPr>
            <a:spLocks noGrp="1"/>
          </p:cNvSpPr>
          <p:nvPr>
            <p:ph type="sldImg"/>
          </p:nvPr>
        </p:nvSpPr>
        <p:spPr>
          <a:xfrm>
            <a:off x="0" y="695325"/>
            <a:ext cx="0" cy="0"/>
          </a:xfrm>
          <a:prstGeom prst="rect">
            <a:avLst/>
          </a:prstGeom>
          <a:noFill/>
          <a:ln w="9525">
            <a:noFill/>
          </a:ln>
        </p:spPr>
      </p:sp>
      <p:sp>
        <p:nvSpPr>
          <p:cNvPr id="2" name="Rectangle 2"/>
          <p:cNvSpPr>
            <a:spLocks noGrp="1" noChangeArrowheads="1"/>
          </p:cNvSpPr>
          <p:nvPr>
            <p:ph type="body"/>
          </p:nvPr>
        </p:nvSpPr>
        <p:spPr bwMode="auto">
          <a:xfrm>
            <a:off x="685800" y="4343400"/>
            <a:ext cx="5484813" cy="4113213"/>
          </a:xfrm>
          <a:prstGeom prst="rect">
            <a:avLst/>
          </a:prstGeom>
          <a:noFill/>
          <a:ln w="9525">
            <a:noFill/>
            <a:round/>
          </a:ln>
          <a:effectLst/>
        </p:spPr>
        <p:txBody>
          <a:bodyPr vert="horz" wrap="square" lIns="0" tIns="0" rIns="0" bIns="0" numCol="1" anchor="t" anchorCtr="0" compatLnSpc="1"/>
          <a:lstStyle/>
          <a:p>
            <a:pPr marL="0" marR="0" lvl="0" indent="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8" charset="0"/>
              <a:buNone/>
              <a:defRPr/>
            </a:pPr>
            <a:endParaRPr kumimoji="0" 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6322" name="Rectangle 1"/>
          <p:cNvSpPr>
            <a:spLocks noTextEdit="1"/>
          </p:cNvSpPr>
          <p:nvPr>
            <p:ph type="sldImg"/>
          </p:nvPr>
        </p:nvSpPr>
        <p:spPr>
          <a:xfrm>
            <a:off x="0" y="695325"/>
            <a:ext cx="1588" cy="1588"/>
          </a:xfrm>
          <a:solidFill>
            <a:srgbClr val="FFFFFF">
              <a:alpha val="100000"/>
            </a:srgbClr>
          </a:solidFill>
          <a:ln>
            <a:solidFill>
              <a:srgbClr val="000000">
                <a:alpha val="100000"/>
              </a:srgbClr>
            </a:solidFill>
            <a:miter lim="800000"/>
          </a:ln>
        </p:spPr>
      </p:sp>
      <p:sp>
        <p:nvSpPr>
          <p:cNvPr id="56323" name="Rectangle 2"/>
          <p:cNvSpPr/>
          <p:nvPr>
            <p:ph type="body" idx="1"/>
          </p:nvPr>
        </p:nvSpPr>
        <p:spPr>
          <a:xfrm>
            <a:off x="685800" y="4343400"/>
            <a:ext cx="5486400" cy="4114800"/>
          </a:xfrm>
          <a:ln/>
        </p:spPr>
        <p:txBody>
          <a:bodyPr wrap="none" lIns="0" tIns="0" rIns="0" bIns="0" anchor="ctr" anchorCtr="0"/>
          <a:p>
            <a:pPr lvl="0"/>
            <a:endParaRPr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7346" name="Rectangle 1"/>
          <p:cNvSpPr>
            <a:spLocks noTextEdit="1"/>
          </p:cNvSpPr>
          <p:nvPr>
            <p:ph type="sldImg"/>
          </p:nvPr>
        </p:nvSpPr>
        <p:spPr>
          <a:xfrm>
            <a:off x="0" y="695325"/>
            <a:ext cx="1588" cy="1588"/>
          </a:xfrm>
          <a:solidFill>
            <a:srgbClr val="FFFFFF">
              <a:alpha val="100000"/>
            </a:srgbClr>
          </a:solidFill>
          <a:ln>
            <a:solidFill>
              <a:srgbClr val="000000">
                <a:alpha val="100000"/>
              </a:srgbClr>
            </a:solidFill>
            <a:miter lim="800000"/>
          </a:ln>
        </p:spPr>
      </p:sp>
      <p:sp>
        <p:nvSpPr>
          <p:cNvPr id="57347" name="Rectangle 2"/>
          <p:cNvSpPr/>
          <p:nvPr>
            <p:ph type="body" idx="1"/>
          </p:nvPr>
        </p:nvSpPr>
        <p:spPr>
          <a:xfrm>
            <a:off x="685800" y="4343400"/>
            <a:ext cx="5486400" cy="4114800"/>
          </a:xfrm>
          <a:ln/>
        </p:spPr>
        <p:txBody>
          <a:bodyPr wrap="none" lIns="0" tIns="0" rIns="0" bIns="0" anchor="ctr" anchorCtr="0"/>
          <a:p>
            <a:pPr lvl="0"/>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8370" name="Rectangle 1"/>
          <p:cNvSpPr>
            <a:spLocks noTextEdit="1"/>
          </p:cNvSpPr>
          <p:nvPr>
            <p:ph type="sldImg"/>
          </p:nvPr>
        </p:nvSpPr>
        <p:spPr>
          <a:xfrm>
            <a:off x="0" y="695325"/>
            <a:ext cx="1588" cy="1588"/>
          </a:xfrm>
          <a:solidFill>
            <a:srgbClr val="FFFFFF">
              <a:alpha val="100000"/>
            </a:srgbClr>
          </a:solidFill>
          <a:ln>
            <a:solidFill>
              <a:srgbClr val="000000">
                <a:alpha val="100000"/>
              </a:srgbClr>
            </a:solidFill>
            <a:miter lim="800000"/>
          </a:ln>
        </p:spPr>
      </p:sp>
      <p:sp>
        <p:nvSpPr>
          <p:cNvPr id="58371" name="Rectangle 2"/>
          <p:cNvSpPr/>
          <p:nvPr>
            <p:ph type="body" idx="1"/>
          </p:nvPr>
        </p:nvSpPr>
        <p:spPr>
          <a:xfrm>
            <a:off x="685800" y="4343400"/>
            <a:ext cx="5486400" cy="4114800"/>
          </a:xfrm>
          <a:ln/>
        </p:spPr>
        <p:txBody>
          <a:bodyPr wrap="none" lIns="0" tIns="0" rIns="0" bIns="0" anchor="ctr" anchorCtr="0"/>
          <a:p>
            <a:pPr lvl="0"/>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9394" name="Rectangle 1"/>
          <p:cNvSpPr>
            <a:spLocks noTextEdit="1"/>
          </p:cNvSpPr>
          <p:nvPr>
            <p:ph type="sldImg"/>
          </p:nvPr>
        </p:nvSpPr>
        <p:spPr>
          <a:xfrm>
            <a:off x="0" y="695325"/>
            <a:ext cx="1588" cy="1588"/>
          </a:xfrm>
          <a:solidFill>
            <a:srgbClr val="FFFFFF">
              <a:alpha val="100000"/>
            </a:srgbClr>
          </a:solidFill>
          <a:ln>
            <a:solidFill>
              <a:srgbClr val="000000">
                <a:alpha val="100000"/>
              </a:srgbClr>
            </a:solidFill>
            <a:miter lim="800000"/>
          </a:ln>
        </p:spPr>
      </p:sp>
      <p:sp>
        <p:nvSpPr>
          <p:cNvPr id="59395" name="Rectangle 2"/>
          <p:cNvSpPr/>
          <p:nvPr>
            <p:ph type="body" idx="1"/>
          </p:nvPr>
        </p:nvSpPr>
        <p:spPr>
          <a:xfrm>
            <a:off x="685800" y="4343400"/>
            <a:ext cx="5486400" cy="4114800"/>
          </a:xfrm>
          <a:ln/>
        </p:spPr>
        <p:txBody>
          <a:bodyPr wrap="none" lIns="0" tIns="0" rIns="0" bIns="0" anchor="ctr" anchorCtr="0"/>
          <a:p>
            <a:pPr lvl="0"/>
            <a:endParaRPr lang="en-US"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0418" name="Rectangle 1"/>
          <p:cNvSpPr>
            <a:spLocks noTextEdit="1"/>
          </p:cNvSpPr>
          <p:nvPr>
            <p:ph type="sldImg"/>
          </p:nvPr>
        </p:nvSpPr>
        <p:spPr>
          <a:xfrm>
            <a:off x="0" y="695325"/>
            <a:ext cx="1588" cy="1588"/>
          </a:xfrm>
          <a:solidFill>
            <a:srgbClr val="FFFFFF">
              <a:alpha val="100000"/>
            </a:srgbClr>
          </a:solidFill>
          <a:ln>
            <a:solidFill>
              <a:srgbClr val="000000">
                <a:alpha val="100000"/>
              </a:srgbClr>
            </a:solidFill>
            <a:miter lim="800000"/>
          </a:ln>
        </p:spPr>
      </p:sp>
      <p:sp>
        <p:nvSpPr>
          <p:cNvPr id="60419" name="Rectangle 2"/>
          <p:cNvSpPr/>
          <p:nvPr>
            <p:ph type="body" idx="1"/>
          </p:nvPr>
        </p:nvSpPr>
        <p:spPr>
          <a:xfrm>
            <a:off x="685800" y="4343400"/>
            <a:ext cx="5486400" cy="4114800"/>
          </a:xfrm>
          <a:ln/>
        </p:spPr>
        <p:txBody>
          <a:bodyPr wrap="none" lIns="0" tIns="0" rIns="0" bIns="0" anchor="ctr" anchorCtr="0"/>
          <a:p>
            <a:pPr lvl="0"/>
            <a:endParaRPr lang="en-US"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3" name="Oval 12"/>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dk1"/>
              </a:solidFill>
              <a:effectLst/>
              <a:uLnTx/>
              <a:uFillTx/>
              <a:latin typeface="+mn-lt"/>
              <a:ea typeface="+mn-ea"/>
              <a:cs typeface="+mn-cs"/>
            </a:endParaRPr>
          </a:p>
        </p:txBody>
      </p:sp>
      <p:sp>
        <p:nvSpPr>
          <p:cNvPr id="2" name="Oval 13"/>
          <p:cNvSpPr/>
          <p:nvPr/>
        </p:nvSpPr>
        <p:spPr>
          <a:xfrm>
            <a:off x="1157288" y="1344613"/>
            <a:ext cx="63500" cy="6508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dk1"/>
              </a:solidFill>
              <a:effectLst/>
              <a:uLnTx/>
              <a:uFillTx/>
              <a:latin typeface="+mn-lt"/>
              <a:ea typeface="+mn-ea"/>
              <a:cs typeface="+mn-cs"/>
            </a:endParaRPr>
          </a:p>
        </p:txBody>
      </p:sp>
      <p:sp>
        <p:nvSpPr>
          <p:cNvPr id="14" name="Title 13"/>
          <p:cNvSpPr>
            <a:spLocks noGrp="1"/>
          </p:cNvSpPr>
          <p:nvPr>
            <p:ph type="ctrTitle"/>
          </p:nvPr>
        </p:nvSpPr>
        <p:spPr>
          <a:xfrm>
            <a:off x="1432560" y="359898"/>
            <a:ext cx="7406640" cy="1472184"/>
          </a:xfrm>
        </p:spPr>
        <p:txBody>
          <a:bodyPr anchor="b"/>
          <a:lstStyle>
            <a:lvl1pPr algn="l">
              <a:defRPr/>
            </a:lvl1pPr>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305"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16" name="Date Placeholder 6"/>
          <p:cNvSpPr>
            <a:spLocks noGrp="1"/>
          </p:cNvSpPr>
          <p:nvPr>
            <p:ph type="dt" sz="half" idx="2"/>
          </p:nvPr>
        </p:nvSpPr>
        <p:spPr>
          <a:xfrm>
            <a:off x="3581400" y="6305550"/>
            <a:ext cx="2133600" cy="476250"/>
          </a:xfrm>
          <a:prstGeom prst="rect">
            <a:avLst/>
          </a:prstGeom>
        </p:spPr>
        <p:txBody>
          <a:bodyPr anchor="b"/>
          <a:lstStyle/>
          <a:p>
            <a:pPr marL="0" marR="0" lvl="0" indent="0" algn="r" defTabSz="4572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2">
                  <a:shade val="50000"/>
                  <a:satMod val="200000"/>
                </a:schemeClr>
              </a:solidFill>
              <a:effectLst/>
              <a:uLnTx/>
              <a:uFillTx/>
              <a:latin typeface="Arial" panose="020B0604020202020204" pitchFamily="34" charset="0"/>
              <a:ea typeface="+mn-ea"/>
              <a:cs typeface="Arial" panose="020B0604020202020204" pitchFamily="34" charset="0"/>
            </a:endParaRPr>
          </a:p>
        </p:txBody>
      </p:sp>
      <p:sp>
        <p:nvSpPr>
          <p:cNvPr id="17" name="Footer Placeholder 19"/>
          <p:cNvSpPr>
            <a:spLocks noGrp="1"/>
          </p:cNvSpPr>
          <p:nvPr>
            <p:ph type="ftr" sz="quarter" idx="3"/>
          </p:nvPr>
        </p:nvSpPr>
        <p:spPr>
          <a:xfrm>
            <a:off x="5715000" y="6305550"/>
            <a:ext cx="2895600" cy="476250"/>
          </a:xfrm>
          <a:prstGeom prst="rect">
            <a:avLst/>
          </a:prstGeom>
        </p:spPr>
        <p:txBody>
          <a:bodyPr anchor="b"/>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2">
                  <a:shade val="50000"/>
                  <a:satMod val="200000"/>
                </a:schemeClr>
              </a:solidFill>
              <a:effectLst/>
              <a:uLnTx/>
              <a:uFillTx/>
              <a:latin typeface="Arial" panose="020B0604020202020204" pitchFamily="34" charset="0"/>
              <a:ea typeface="+mn-ea"/>
              <a:cs typeface="Arial" panose="020B0604020202020204" pitchFamily="34" charset="0"/>
            </a:endParaRPr>
          </a:p>
        </p:txBody>
      </p:sp>
      <p:sp>
        <p:nvSpPr>
          <p:cNvPr id="18" name="Slide Number Placeholder 9"/>
          <p:cNvSpPr>
            <a:spLocks noGrp="1"/>
          </p:cNvSpPr>
          <p:nvPr>
            <p:ph type="sldNum" sz="quarter" idx="4"/>
          </p:nvPr>
        </p:nvSpPr>
        <p:spPr>
          <a:xfrm>
            <a:off x="8613775" y="6305550"/>
            <a:ext cx="457200" cy="476250"/>
          </a:xfrm>
          <a:prstGeom prst="rect">
            <a:avLst/>
          </a:prstGeom>
        </p:spPr>
        <p:txBody>
          <a:bodyPr anchor="b"/>
          <a:p>
            <a:pPr algn="ctr" eaLnBrk="1" hangingPunct="1">
              <a:buNone/>
            </a:pPr>
            <a:fld id="{9A0DB2DC-4C9A-4742-B13C-FB6460FD3503}" type="slidenum">
              <a:rPr lang="en-US" altLang="en-US" dirty="0"/>
            </a:fld>
            <a:endParaRPr lang="en-US"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p>
            <a:pPr marL="0" marR="0" lvl="0" indent="0" algn="r" defTabSz="4572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2">
                  <a:shade val="50000"/>
                  <a:satMod val="200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l" defTabSz="4572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2">
                  <a:shade val="50000"/>
                  <a:satMod val="200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13" name="Rectangle 12"/>
          <p:cNvSpPr/>
          <p:nvPr/>
        </p:nvSpPr>
        <p:spPr>
          <a:xfrm>
            <a:off x="2282825" y="0"/>
            <a:ext cx="6858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4" name="Rectangle 13"/>
          <p:cNvSpPr/>
          <p:nvPr/>
        </p:nvSpPr>
        <p:spPr bwMode="invGray">
          <a:xfrm>
            <a:off x="2286000" y="0"/>
            <a:ext cx="76200"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6" name="Oval 15"/>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dk1"/>
              </a:solidFill>
              <a:effectLst/>
              <a:uLnTx/>
              <a:uFillTx/>
              <a:latin typeface="+mn-lt"/>
              <a:ea typeface="+mn-ea"/>
              <a:cs typeface="+mn-cs"/>
            </a:endParaRPr>
          </a:p>
        </p:txBody>
      </p:sp>
      <p:sp>
        <p:nvSpPr>
          <p:cNvPr id="17" name="Oval 16"/>
          <p:cNvSpPr/>
          <p:nvPr/>
        </p:nvSpPr>
        <p:spPr>
          <a:xfrm>
            <a:off x="2408238" y="2746375"/>
            <a:ext cx="63500" cy="63500"/>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dk1"/>
              </a:solidFill>
              <a:effectLst/>
              <a:uLnTx/>
              <a:uFillTx/>
              <a:latin typeface="+mn-lt"/>
              <a:ea typeface="+mn-ea"/>
              <a:cs typeface="+mn-cs"/>
            </a:endParaRPr>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415"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endParaRPr kumimoji="0" lang="en-US" smtClean="0"/>
          </a:p>
        </p:txBody>
      </p:sp>
      <p:sp>
        <p:nvSpPr>
          <p:cNvPr id="18" name="Date Placeholder 3"/>
          <p:cNvSpPr>
            <a:spLocks noGrp="1"/>
          </p:cNvSpPr>
          <p:nvPr>
            <p:ph type="dt" sz="half" idx="2"/>
          </p:nvPr>
        </p:nvSpPr>
        <p:spPr>
          <a:xfrm>
            <a:off x="3581400" y="6305550"/>
            <a:ext cx="2133600" cy="476250"/>
          </a:xfrm>
          <a:prstGeom prst="rect">
            <a:avLst/>
          </a:prstGeom>
        </p:spPr>
        <p:txBody>
          <a:bodyPr anchor="b"/>
          <a:lstStyle/>
          <a:p>
            <a:pPr marL="0" marR="0" lvl="0" indent="0" algn="r" defTabSz="4572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2">
                  <a:shade val="50000"/>
                  <a:satMod val="200000"/>
                </a:schemeClr>
              </a:solidFill>
              <a:effectLst/>
              <a:uLnTx/>
              <a:uFillTx/>
              <a:latin typeface="Arial" panose="020B0604020202020204" pitchFamily="34" charset="0"/>
              <a:ea typeface="+mn-ea"/>
              <a:cs typeface="Arial" panose="020B0604020202020204" pitchFamily="34" charset="0"/>
            </a:endParaRPr>
          </a:p>
        </p:txBody>
      </p:sp>
      <p:sp>
        <p:nvSpPr>
          <p:cNvPr id="19" name="Footer Placeholder 4"/>
          <p:cNvSpPr>
            <a:spLocks noGrp="1"/>
          </p:cNvSpPr>
          <p:nvPr>
            <p:ph type="ftr" sz="quarter" idx="3"/>
          </p:nvPr>
        </p:nvSpPr>
        <p:spPr>
          <a:xfrm>
            <a:off x="5715000" y="6305550"/>
            <a:ext cx="2895600" cy="476250"/>
          </a:xfrm>
          <a:prstGeom prst="rect">
            <a:avLst/>
          </a:prstGeom>
        </p:spPr>
        <p:txBody>
          <a:bodyPr anchor="b"/>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2">
                  <a:shade val="50000"/>
                  <a:satMod val="200000"/>
                </a:schemeClr>
              </a:solidFill>
              <a:effectLst/>
              <a:uLnTx/>
              <a:uFillTx/>
              <a:latin typeface="Arial" panose="020B0604020202020204" pitchFamily="34" charset="0"/>
              <a:ea typeface="+mn-ea"/>
              <a:cs typeface="Arial" panose="020B0604020202020204" pitchFamily="34" charset="0"/>
            </a:endParaRPr>
          </a:p>
        </p:txBody>
      </p:sp>
      <p:sp>
        <p:nvSpPr>
          <p:cNvPr id="20" name="Slide Number Placeholder 5"/>
          <p:cNvSpPr>
            <a:spLocks noGrp="1"/>
          </p:cNvSpPr>
          <p:nvPr>
            <p:ph type="sldNum" sz="quarter" idx="4"/>
          </p:nvPr>
        </p:nvSpPr>
        <p:spPr>
          <a:xfrm>
            <a:off x="8613775" y="6305550"/>
            <a:ext cx="457200" cy="476250"/>
          </a:xfrm>
          <a:prstGeom prst="rect">
            <a:avLst/>
          </a:prstGeom>
        </p:spPr>
        <p:txBody>
          <a:bodyPr anchor="b"/>
          <a:p>
            <a:pPr algn="ctr" eaLnBrk="1" hangingPunct="1">
              <a:buNone/>
            </a:pPr>
            <a:fld id="{9A0DB2DC-4C9A-4742-B13C-FB6460FD3503}" type="slidenum">
              <a:rPr lang="en-US" altLang="en-US" dirty="0"/>
            </a:fld>
            <a:endParaRPr lang="en-US"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p>
            <a:pPr marL="0" marR="0" lvl="0" indent="0" algn="r" defTabSz="4572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2">
                  <a:shade val="50000"/>
                  <a:satMod val="200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l" defTabSz="4572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2">
                  <a:shade val="50000"/>
                  <a:satMod val="200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135"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065"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3" name="Date Placeholder 6"/>
          <p:cNvSpPr>
            <a:spLocks noGrp="1"/>
          </p:cNvSpPr>
          <p:nvPr>
            <p:ph type="dt" sz="half" idx="12"/>
          </p:nvPr>
        </p:nvSpPr>
        <p:spPr>
          <a:xfrm>
            <a:off x="3581400" y="6305550"/>
            <a:ext cx="2133600" cy="476250"/>
          </a:xfrm>
          <a:prstGeom prst="rect">
            <a:avLst/>
          </a:prstGeom>
        </p:spPr>
        <p:txBody>
          <a:bodyPr anchor="b"/>
          <a:lstStyle/>
          <a:p>
            <a:pPr marL="0" marR="0" lvl="0" indent="0" algn="r" defTabSz="4572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2">
                  <a:shade val="50000"/>
                  <a:satMod val="200000"/>
                </a:schemeClr>
              </a:solidFill>
              <a:effectLst/>
              <a:uLnTx/>
              <a:uFillTx/>
              <a:latin typeface="Arial" panose="020B0604020202020204" pitchFamily="34" charset="0"/>
              <a:ea typeface="+mn-ea"/>
              <a:cs typeface="Arial" panose="020B0604020202020204" pitchFamily="34" charset="0"/>
            </a:endParaRPr>
          </a:p>
        </p:txBody>
      </p:sp>
      <p:sp>
        <p:nvSpPr>
          <p:cNvPr id="14" name="Footer Placeholder 7"/>
          <p:cNvSpPr>
            <a:spLocks noGrp="1"/>
          </p:cNvSpPr>
          <p:nvPr>
            <p:ph type="ftr" sz="quarter" idx="13"/>
          </p:nvPr>
        </p:nvSpPr>
        <p:spPr>
          <a:xfrm>
            <a:off x="5715000" y="6305550"/>
            <a:ext cx="2895600" cy="476250"/>
          </a:xfrm>
          <a:prstGeom prst="rect">
            <a:avLst/>
          </a:prstGeom>
        </p:spPr>
        <p:txBody>
          <a:bodyPr anchor="b"/>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2">
                  <a:shade val="50000"/>
                  <a:satMod val="200000"/>
                </a:schemeClr>
              </a:solidFill>
              <a:effectLst/>
              <a:uLnTx/>
              <a:uFillTx/>
              <a:latin typeface="Arial" panose="020B0604020202020204" pitchFamily="34" charset="0"/>
              <a:ea typeface="+mn-ea"/>
              <a:cs typeface="Arial" panose="020B0604020202020204" pitchFamily="34" charset="0"/>
            </a:endParaRPr>
          </a:p>
        </p:txBody>
      </p:sp>
      <p:sp>
        <p:nvSpPr>
          <p:cNvPr id="16" name="Slide Number Placeholder 8"/>
          <p:cNvSpPr>
            <a:spLocks noGrp="1"/>
          </p:cNvSpPr>
          <p:nvPr>
            <p:ph type="sldNum" sz="quarter" idx="14"/>
          </p:nvPr>
        </p:nvSpPr>
        <p:spPr>
          <a:xfrm>
            <a:off x="8613775" y="6305550"/>
            <a:ext cx="457200" cy="476250"/>
          </a:xfrm>
          <a:prstGeom prst="rect">
            <a:avLst/>
          </a:prstGeom>
        </p:spPr>
        <p:txBody>
          <a:bodyPr anchor="b"/>
          <a:p>
            <a:pPr algn="ctr" eaLnBrk="1" hangingPunct="1">
              <a:buNone/>
            </a:pPr>
            <a:fld id="{9A0DB2DC-4C9A-4742-B13C-FB6460FD3503}" type="slidenum">
              <a:rPr lang="en-US" altLang="en-US" dirty="0"/>
            </a:fld>
            <a:endParaRPr lang="en-US"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p>
            <a:pPr marL="0" marR="0" lvl="0" indent="0" algn="r" defTabSz="4572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2">
                  <a:shade val="50000"/>
                  <a:satMod val="200000"/>
                </a:schemeClr>
              </a:solidFill>
              <a:effectLst/>
              <a:uLnTx/>
              <a:uFillTx/>
              <a:latin typeface="Arial" panose="020B0604020202020204" pitchFamily="34" charset="0"/>
              <a:ea typeface="+mn-ea"/>
              <a:cs typeface="Arial" panose="020B0604020202020204" pitchFamily="34" charset="0"/>
            </a:endParaRPr>
          </a:p>
        </p:txBody>
      </p:sp>
      <p:sp>
        <p:nvSpPr>
          <p:cNvPr id="4" name="Footer Placeholder 3"/>
          <p:cNvSpPr>
            <a:spLocks noGrp="1"/>
          </p:cNvSpPr>
          <p:nvPr>
            <p:ph type="ftr" sz="quarter" idx="11"/>
          </p:nvPr>
        </p:nvSpPr>
        <p:spPr/>
        <p:txBody>
          <a:bodyPr/>
          <a:p>
            <a:pPr marL="0" marR="0" lvl="0" indent="0" algn="l" defTabSz="4572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2">
                  <a:shade val="50000"/>
                  <a:satMod val="200000"/>
                </a:schemeClr>
              </a:solidFill>
              <a:effectLst/>
              <a:uLnTx/>
              <a:uFillTx/>
              <a:latin typeface="Arial" panose="020B0604020202020204" pitchFamily="34" charset="0"/>
              <a:ea typeface="+mn-ea"/>
              <a:cs typeface="Arial" panose="020B0604020202020204" pitchFamily="34" charset="0"/>
            </a:endParaRPr>
          </a:p>
        </p:txBody>
      </p:sp>
      <p:sp>
        <p:nvSpPr>
          <p:cNvPr id="5" name="Slide Number Placeholder 4"/>
          <p:cNvSpPr>
            <a:spLocks noGrp="1"/>
          </p:cNvSpPr>
          <p:nvPr>
            <p:ph type="sldNum" sz="quarter" idx="12"/>
          </p:nvPr>
        </p:nvSpPr>
        <p:spPr/>
        <p:txBody>
          <a:bodyPr/>
          <a:p>
            <a:pPr lvl="0"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13" name="Rectangle 12"/>
          <p:cNvSpPr/>
          <p:nvPr/>
        </p:nvSpPr>
        <p:spPr>
          <a:xfrm>
            <a:off x="1014413" y="0"/>
            <a:ext cx="8129588"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4" name="Rectangle 13"/>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6" name="Date Placeholder 1"/>
          <p:cNvSpPr>
            <a:spLocks noGrp="1"/>
          </p:cNvSpPr>
          <p:nvPr>
            <p:ph type="dt" sz="half" idx="2"/>
          </p:nvPr>
        </p:nvSpPr>
        <p:spPr>
          <a:xfrm>
            <a:off x="3581400" y="6305550"/>
            <a:ext cx="2133600" cy="476250"/>
          </a:xfrm>
          <a:prstGeom prst="rect">
            <a:avLst/>
          </a:prstGeom>
        </p:spPr>
        <p:txBody>
          <a:bodyPr anchor="b"/>
          <a:lstStyle/>
          <a:p>
            <a:pPr marL="0" marR="0" lvl="0" indent="0" algn="r" defTabSz="4572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2">
                  <a:shade val="50000"/>
                  <a:satMod val="200000"/>
                </a:schemeClr>
              </a:solidFill>
              <a:effectLst/>
              <a:uLnTx/>
              <a:uFillTx/>
              <a:latin typeface="Arial" panose="020B0604020202020204" pitchFamily="34" charset="0"/>
              <a:ea typeface="+mn-ea"/>
              <a:cs typeface="Arial" panose="020B0604020202020204" pitchFamily="34" charset="0"/>
            </a:endParaRPr>
          </a:p>
        </p:txBody>
      </p:sp>
      <p:sp>
        <p:nvSpPr>
          <p:cNvPr id="17" name="Footer Placeholder 2"/>
          <p:cNvSpPr>
            <a:spLocks noGrp="1"/>
          </p:cNvSpPr>
          <p:nvPr>
            <p:ph type="ftr" sz="quarter" idx="3"/>
          </p:nvPr>
        </p:nvSpPr>
        <p:spPr>
          <a:xfrm>
            <a:off x="5715000" y="6305550"/>
            <a:ext cx="2895600" cy="476250"/>
          </a:xfrm>
          <a:prstGeom prst="rect">
            <a:avLst/>
          </a:prstGeom>
        </p:spPr>
        <p:txBody>
          <a:bodyPr anchor="b"/>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2">
                  <a:shade val="50000"/>
                  <a:satMod val="200000"/>
                </a:schemeClr>
              </a:solidFill>
              <a:effectLst/>
              <a:uLnTx/>
              <a:uFillTx/>
              <a:latin typeface="Arial" panose="020B0604020202020204" pitchFamily="34" charset="0"/>
              <a:ea typeface="+mn-ea"/>
              <a:cs typeface="Arial" panose="020B0604020202020204" pitchFamily="34" charset="0"/>
            </a:endParaRPr>
          </a:p>
        </p:txBody>
      </p:sp>
      <p:sp>
        <p:nvSpPr>
          <p:cNvPr id="18" name="Slide Number Placeholder 3"/>
          <p:cNvSpPr>
            <a:spLocks noGrp="1"/>
          </p:cNvSpPr>
          <p:nvPr>
            <p:ph type="sldNum" sz="quarter" idx="4"/>
          </p:nvPr>
        </p:nvSpPr>
        <p:spPr>
          <a:xfrm>
            <a:off x="8613775" y="6305550"/>
            <a:ext cx="457200" cy="476250"/>
          </a:xfrm>
          <a:prstGeom prst="rect">
            <a:avLst/>
          </a:prstGeom>
        </p:spPr>
        <p:txBody>
          <a:bodyPr anchor="b"/>
          <a:p>
            <a:pPr algn="ctr" eaLnBrk="1" hangingPunct="1">
              <a:buNone/>
            </a:pPr>
            <a:fld id="{9A0DB2DC-4C9A-4742-B13C-FB6460FD3503}" type="slidenum">
              <a:rPr lang="en-US" altLang="en-US" dirty="0"/>
            </a:fld>
            <a:endParaRPr lang="en-US"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endParaRPr kumimoji="0" lang="en-US" smtClean="0"/>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3" name="Date Placeholder 4"/>
          <p:cNvSpPr>
            <a:spLocks noGrp="1"/>
          </p:cNvSpPr>
          <p:nvPr>
            <p:ph type="dt" sz="half" idx="12"/>
          </p:nvPr>
        </p:nvSpPr>
        <p:spPr>
          <a:xfrm>
            <a:off x="3581400" y="6305550"/>
            <a:ext cx="2133600" cy="476250"/>
          </a:xfrm>
          <a:prstGeom prst="rect">
            <a:avLst/>
          </a:prstGeom>
        </p:spPr>
        <p:txBody>
          <a:bodyPr anchor="b"/>
          <a:lstStyle/>
          <a:p>
            <a:pPr marL="0" marR="0" lvl="0" indent="0" algn="r" defTabSz="4572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2">
                  <a:shade val="50000"/>
                  <a:satMod val="200000"/>
                </a:schemeClr>
              </a:solidFill>
              <a:effectLst/>
              <a:uLnTx/>
              <a:uFillTx/>
              <a:latin typeface="Arial" panose="020B0604020202020204" pitchFamily="34" charset="0"/>
              <a:ea typeface="+mn-ea"/>
              <a:cs typeface="Arial" panose="020B0604020202020204" pitchFamily="34" charset="0"/>
            </a:endParaRPr>
          </a:p>
        </p:txBody>
      </p:sp>
      <p:sp>
        <p:nvSpPr>
          <p:cNvPr id="14" name="Footer Placeholder 5"/>
          <p:cNvSpPr>
            <a:spLocks noGrp="1"/>
          </p:cNvSpPr>
          <p:nvPr>
            <p:ph type="ftr" sz="quarter" idx="3"/>
          </p:nvPr>
        </p:nvSpPr>
        <p:spPr>
          <a:xfrm>
            <a:off x="5715000" y="6305550"/>
            <a:ext cx="2895600" cy="476250"/>
          </a:xfrm>
          <a:prstGeom prst="rect">
            <a:avLst/>
          </a:prstGeom>
        </p:spPr>
        <p:txBody>
          <a:bodyPr anchor="b"/>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2">
                  <a:shade val="50000"/>
                  <a:satMod val="200000"/>
                </a:schemeClr>
              </a:solidFill>
              <a:effectLst/>
              <a:uLnTx/>
              <a:uFillTx/>
              <a:latin typeface="Arial" panose="020B0604020202020204" pitchFamily="34" charset="0"/>
              <a:ea typeface="+mn-ea"/>
              <a:cs typeface="Arial" panose="020B0604020202020204" pitchFamily="34" charset="0"/>
            </a:endParaRPr>
          </a:p>
        </p:txBody>
      </p:sp>
      <p:sp>
        <p:nvSpPr>
          <p:cNvPr id="16" name="Slide Number Placeholder 6"/>
          <p:cNvSpPr>
            <a:spLocks noGrp="1"/>
          </p:cNvSpPr>
          <p:nvPr>
            <p:ph type="sldNum" sz="quarter" idx="4"/>
          </p:nvPr>
        </p:nvSpPr>
        <p:spPr>
          <a:xfrm>
            <a:off x="8613775" y="6305550"/>
            <a:ext cx="457200" cy="476250"/>
          </a:xfrm>
          <a:prstGeom prst="rect">
            <a:avLst/>
          </a:prstGeom>
        </p:spPr>
        <p:txBody>
          <a:bodyPr anchor="b"/>
          <a:p>
            <a:pPr algn="ctr" eaLnBrk="1" hangingPunct="1">
              <a:buNone/>
            </a:pPr>
            <a:fld id="{9A0DB2DC-4C9A-4742-B13C-FB6460FD3503}" type="slidenum">
              <a:rPr lang="en-US" altLang="en-US" dirty="0"/>
            </a:fld>
            <a:endParaRPr lang="en-US"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13" name="Rectangle 12"/>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marR="0" lvl="0" indent="-283210" algn="l" defTabSz="457200" rtl="0" eaLnBrk="1" fontAlgn="base" latinLnBrk="0" hangingPunct="1">
              <a:lnSpc>
                <a:spcPts val="3000"/>
              </a:lnSpc>
              <a:spcBef>
                <a:spcPts val="600"/>
              </a:spcBef>
              <a:spcAft>
                <a:spcPct val="0"/>
              </a:spcAft>
              <a:buClr>
                <a:schemeClr val="accent1"/>
              </a:buClr>
              <a:buSzPct val="80000"/>
              <a:buFont typeface="Wingdings 2"/>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14" name="Flowchart: Process 13"/>
          <p:cNvSpPr/>
          <p:nvPr/>
        </p:nvSpPr>
        <p:spPr>
          <a:xfrm rot="19468671">
            <a:off x="396875" y="954088"/>
            <a:ext cx="685800" cy="204788"/>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6" name="Flowchart: Process 15"/>
          <p:cNvSpPr/>
          <p:nvPr/>
        </p:nvSpPr>
        <p:spPr>
          <a:xfrm rot="2103354" flipH="1">
            <a:off x="5003800" y="936625"/>
            <a:ext cx="649288" cy="204788"/>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normAutofit/>
          </a:bodyPr>
          <a:lstStyle>
            <a:lvl1pPr indent="0">
              <a:buNone/>
              <a:defRPr sz="3200"/>
            </a:lvl1pPr>
          </a:lstStyle>
          <a:p>
            <a:pPr marL="0" marR="0" lvl="0" indent="0" algn="l" defTabSz="914400" rtl="0" eaLnBrk="1" fontAlgn="auto" latinLnBrk="0" hangingPunct="1">
              <a:lnSpc>
                <a:spcPct val="100000"/>
              </a:lnSpc>
              <a:spcBef>
                <a:spcPts val="600"/>
              </a:spcBef>
              <a:spcAft>
                <a:spcPts val="0"/>
              </a:spcAft>
              <a:buClr>
                <a:schemeClr val="accent1"/>
              </a:buClr>
              <a:buSzPct val="80000"/>
              <a:buFont typeface="Wingdings 2"/>
              <a:buNone/>
              <a:defRPr/>
            </a:pPr>
            <a:r>
              <a:rPr kumimoji="0" lang="en-US" sz="3200" b="0" i="0" u="none" strike="noStrike" kern="1200" cap="none" spc="0" normalizeH="0" baseline="0" noProof="0" smtClean="0">
                <a:ln>
                  <a:noFill/>
                </a:ln>
                <a:solidFill>
                  <a:schemeClr val="tx1"/>
                </a:solidFill>
                <a:effectLst/>
                <a:uLnTx/>
                <a:uFillTx/>
                <a:latin typeface="+mn-lt"/>
                <a:ea typeface="+mn-ea"/>
                <a:cs typeface="+mn-cs"/>
              </a:rPr>
              <a:t>Click icon to add picture</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endParaRPr kumimoji="0" lang="en-US" smtClean="0"/>
          </a:p>
        </p:txBody>
      </p:sp>
      <p:sp>
        <p:nvSpPr>
          <p:cNvPr id="17" name="Date Placeholder 4"/>
          <p:cNvSpPr>
            <a:spLocks noGrp="1"/>
          </p:cNvSpPr>
          <p:nvPr>
            <p:ph type="dt" sz="half" idx="12"/>
          </p:nvPr>
        </p:nvSpPr>
        <p:spPr>
          <a:xfrm>
            <a:off x="3581400" y="6305550"/>
            <a:ext cx="2133600" cy="476250"/>
          </a:xfrm>
          <a:prstGeom prst="rect">
            <a:avLst/>
          </a:prstGeom>
        </p:spPr>
        <p:txBody>
          <a:bodyPr anchor="b"/>
          <a:lstStyle/>
          <a:p>
            <a:pPr marL="0" marR="0" lvl="0" indent="0" algn="r" defTabSz="4572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2">
                  <a:shade val="50000"/>
                  <a:satMod val="200000"/>
                </a:schemeClr>
              </a:solidFill>
              <a:effectLst/>
              <a:uLnTx/>
              <a:uFillTx/>
              <a:latin typeface="Arial" panose="020B0604020202020204" pitchFamily="34" charset="0"/>
              <a:ea typeface="+mn-ea"/>
              <a:cs typeface="Arial" panose="020B0604020202020204" pitchFamily="34" charset="0"/>
            </a:endParaRPr>
          </a:p>
        </p:txBody>
      </p:sp>
      <p:sp>
        <p:nvSpPr>
          <p:cNvPr id="18" name="Footer Placeholder 5"/>
          <p:cNvSpPr>
            <a:spLocks noGrp="1"/>
          </p:cNvSpPr>
          <p:nvPr>
            <p:ph type="ftr" sz="quarter" idx="3"/>
          </p:nvPr>
        </p:nvSpPr>
        <p:spPr>
          <a:xfrm>
            <a:off x="5715000" y="6305550"/>
            <a:ext cx="2895600" cy="476250"/>
          </a:xfrm>
          <a:prstGeom prst="rect">
            <a:avLst/>
          </a:prstGeom>
        </p:spPr>
        <p:txBody>
          <a:bodyPr anchor="b"/>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2">
                  <a:shade val="50000"/>
                  <a:satMod val="200000"/>
                </a:schemeClr>
              </a:solidFill>
              <a:effectLst/>
              <a:uLnTx/>
              <a:uFillTx/>
              <a:latin typeface="Arial" panose="020B0604020202020204" pitchFamily="34" charset="0"/>
              <a:ea typeface="+mn-ea"/>
              <a:cs typeface="Arial" panose="020B0604020202020204" pitchFamily="34" charset="0"/>
            </a:endParaRPr>
          </a:p>
        </p:txBody>
      </p:sp>
      <p:sp>
        <p:nvSpPr>
          <p:cNvPr id="19" name="Slide Number Placeholder 6"/>
          <p:cNvSpPr>
            <a:spLocks noGrp="1"/>
          </p:cNvSpPr>
          <p:nvPr>
            <p:ph type="sldNum" sz="quarter" idx="4"/>
          </p:nvPr>
        </p:nvSpPr>
        <p:spPr>
          <a:xfrm>
            <a:off x="8613775" y="6305550"/>
            <a:ext cx="457200" cy="476250"/>
          </a:xfrm>
          <a:prstGeom prst="rect">
            <a:avLst/>
          </a:prstGeom>
        </p:spPr>
        <p:txBody>
          <a:bodyPr anchor="b"/>
          <a:p>
            <a:pPr algn="ctr" eaLnBrk="1" hangingPunct="1">
              <a:buNone/>
            </a:pPr>
            <a:fld id="{9A0DB2DC-4C9A-4742-B13C-FB6460FD3503}" type="slidenum">
              <a:rPr lang="en-US" altLang="en-US" dirty="0"/>
            </a:fld>
            <a:endParaRPr lang="en-US"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p>
            <a:pPr marL="0" marR="0" lvl="0" indent="0" algn="r" defTabSz="4572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2">
                  <a:shade val="50000"/>
                  <a:satMod val="200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l" defTabSz="4572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2">
                  <a:shade val="50000"/>
                  <a:satMod val="200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p>
            <a:pPr marL="0" marR="0" lvl="0" indent="0" algn="r" defTabSz="4572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2">
                  <a:shade val="50000"/>
                  <a:satMod val="200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l" defTabSz="4572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2">
                  <a:shade val="50000"/>
                  <a:satMod val="200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8013" cy="1141412"/>
          </a:xfrm>
        </p:spPr>
        <p:txBody>
          <a:bodyPr/>
          <a:lstStyle/>
          <a:p>
            <a:r>
              <a:rPr lang="en-US"/>
              <a:t>Click to edit Master title style</a:t>
            </a:r>
            <a:endParaRPr lang="en-US"/>
          </a:p>
        </p:txBody>
      </p:sp>
      <p:sp>
        <p:nvSpPr>
          <p:cNvPr id="3" name="ClipArt Placeholder 2"/>
          <p:cNvSpPr>
            <a:spLocks noGrp="1"/>
          </p:cNvSpPr>
          <p:nvPr>
            <p:ph type="clipArt" sz="half" idx="1"/>
          </p:nvPr>
        </p:nvSpPr>
        <p:spPr>
          <a:xfrm>
            <a:off x="457200" y="1600200"/>
            <a:ext cx="4037013" cy="4524375"/>
          </a:xfrm>
        </p:spPr>
        <p:txBody>
          <a:bodyPr>
            <a:normAutofit/>
          </a:bodyPr>
          <a:lstStyle/>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Wingdings 2"/>
              <a:buChar char=""/>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4646613" y="1600200"/>
            <a:ext cx="4038600" cy="452437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3" name="Rectangle 3"/>
          <p:cNvSpPr>
            <a:spLocks noGrp="1" noChangeArrowheads="1"/>
          </p:cNvSpPr>
          <p:nvPr>
            <p:ph type="dt" idx="12"/>
          </p:nvPr>
        </p:nvSpPr>
        <p:spPr>
          <a:xfrm>
            <a:off x="3581400" y="6305550"/>
            <a:ext cx="2133600" cy="476250"/>
          </a:xfrm>
          <a:prstGeom prst="rect">
            <a:avLst/>
          </a:prstGeom>
        </p:spPr>
        <p:txBody>
          <a:bodyPr anchor="b"/>
          <a:lstStyle>
            <a:lvl1pPr>
              <a:defRPr/>
            </a:lvl1pPr>
          </a:lstStyle>
          <a:p>
            <a:pPr marL="0" marR="0" lvl="0" indent="0" algn="r" defTabSz="4572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2">
                  <a:shade val="50000"/>
                  <a:satMod val="200000"/>
                </a:schemeClr>
              </a:solidFill>
              <a:effectLst/>
              <a:uLnTx/>
              <a:uFillTx/>
              <a:latin typeface="Arial" panose="020B0604020202020204" pitchFamily="34" charset="0"/>
              <a:ea typeface="+mn-ea"/>
              <a:cs typeface="Arial" panose="020B0604020202020204" pitchFamily="34" charset="0"/>
            </a:endParaRPr>
          </a:p>
        </p:txBody>
      </p:sp>
      <p:sp>
        <p:nvSpPr>
          <p:cNvPr id="14" name="Rectangle 4"/>
          <p:cNvSpPr>
            <a:spLocks noGrp="1" noChangeArrowheads="1"/>
          </p:cNvSpPr>
          <p:nvPr>
            <p:ph type="ftr" idx="3"/>
          </p:nvPr>
        </p:nvSpPr>
        <p:spPr>
          <a:xfrm>
            <a:off x="5715000" y="6305550"/>
            <a:ext cx="2895600" cy="476250"/>
          </a:xfrm>
          <a:prstGeom prst="rect">
            <a:avLst/>
          </a:prstGeom>
        </p:spPr>
        <p:txBody>
          <a:bodyPr anchor="b"/>
          <a:lstStyle>
            <a:lvl1pPr>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2">
                  <a:shade val="50000"/>
                  <a:satMod val="200000"/>
                </a:schemeClr>
              </a:solidFill>
              <a:effectLst/>
              <a:uLnTx/>
              <a:uFillTx/>
              <a:latin typeface="Arial" panose="020B0604020202020204" pitchFamily="34" charset="0"/>
              <a:ea typeface="+mn-ea"/>
              <a:cs typeface="Arial" panose="020B0604020202020204" pitchFamily="34" charset="0"/>
            </a:endParaRPr>
          </a:p>
        </p:txBody>
      </p:sp>
      <p:sp>
        <p:nvSpPr>
          <p:cNvPr id="16" name="Rectangle 5"/>
          <p:cNvSpPr>
            <a:spLocks noGrp="1" noChangeArrowheads="1"/>
          </p:cNvSpPr>
          <p:nvPr>
            <p:ph type="sldNum" idx="4"/>
          </p:nvPr>
        </p:nvSpPr>
        <p:spPr>
          <a:xfrm>
            <a:off x="8613775" y="6305550"/>
            <a:ext cx="457200" cy="476250"/>
          </a:xfrm>
          <a:prstGeom prst="rect">
            <a:avLst/>
          </a:prstGeom>
        </p:spPr>
        <p:txBody>
          <a:bodyPr anchor="b"/>
          <a:p>
            <a:pPr algn="ctr" eaLnBrk="1" hangingPunct="1">
              <a:buNone/>
            </a:pPr>
            <a:fld id="{9A0DB2DC-4C9A-4742-B13C-FB6460FD3503}" type="slidenum">
              <a:rPr lang="en-US" altLang="en-US" dirty="0"/>
            </a:fld>
            <a:endParaRPr lang="en-US"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white">
      <p:bgRef idx="1003">
        <a:schemeClr val="bg2"/>
      </p:bgRef>
    </p:bg>
    <p:spTree>
      <p:nvGrpSpPr>
        <p:cNvPr id="1" name=""/>
        <p:cNvGrpSpPr/>
        <p:nvPr/>
      </p:nvGrpSpPr>
      <p:grpSpPr/>
      <p:sp>
        <p:nvSpPr>
          <p:cNvPr id="7" name="Pie 6"/>
          <p:cNvSpPr/>
          <p:nvPr/>
        </p:nvSpPr>
        <p:spPr>
          <a:xfrm>
            <a:off x="-815975" y="-815975"/>
            <a:ext cx="1638300" cy="1638300"/>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Oval 7"/>
          <p:cNvSpPr/>
          <p:nvPr/>
        </p:nvSpPr>
        <p:spPr>
          <a:xfrm>
            <a:off x="168275" y="20638"/>
            <a:ext cx="1703388" cy="1703388"/>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Rectangle 11"/>
          <p:cNvSpPr/>
          <p:nvPr/>
        </p:nvSpPr>
        <p:spPr>
          <a:xfrm>
            <a:off x="1012825" y="0"/>
            <a:ext cx="8131175"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 name="Title Placeholder 4"/>
          <p:cNvSpPr>
            <a:spLocks noGrp="1"/>
          </p:cNvSpPr>
          <p:nvPr>
            <p:ph type="title"/>
          </p:nvPr>
        </p:nvSpPr>
        <p:spPr>
          <a:xfrm>
            <a:off x="1435100" y="274638"/>
            <a:ext cx="7499350" cy="1143000"/>
          </a:xfrm>
          <a:prstGeom prst="rect">
            <a:avLst/>
          </a:prstGeom>
        </p:spPr>
        <p:txBody>
          <a:bodyPr anchor="ctr">
            <a:normAutofit/>
          </a:bodyPr>
          <a:lstStyle/>
          <a:p>
            <a:r>
              <a:rPr kumimoji="0" lang="en-US" smtClean="0"/>
              <a:t>Click to edit Master title style</a:t>
            </a:r>
            <a:endParaRPr kumimoji="0" lang="en-US"/>
          </a:p>
        </p:txBody>
      </p:sp>
      <p:sp>
        <p:nvSpPr>
          <p:cNvPr id="1033" name="Text Placeholder 8"/>
          <p:cNvSpPr>
            <a:spLocks noGrp="1"/>
          </p:cNvSpPr>
          <p:nvPr>
            <p:ph type="body" idx="1"/>
          </p:nvPr>
        </p:nvSpPr>
        <p:spPr>
          <a:xfrm>
            <a:off x="1435100" y="1447800"/>
            <a:ext cx="7499350" cy="4800600"/>
          </a:xfrm>
          <a:prstGeom prst="rect">
            <a:avLst/>
          </a:prstGeom>
          <a:noFill/>
          <a:ln w="9525">
            <a:noFill/>
          </a:ln>
        </p:spPr>
        <p:txBody>
          <a:bodyPr/>
          <a:p>
            <a:pPr lvl="0"/>
            <a:r>
              <a:rPr lang="en-US" altLang="x-none" dirty="0"/>
              <a:t>Click to edit Master text styles</a:t>
            </a:r>
            <a:endParaRPr lang="en-US" altLang="x-none" dirty="0"/>
          </a:p>
          <a:p>
            <a:pPr lvl="1"/>
            <a:r>
              <a:rPr lang="en-US" altLang="x-none" dirty="0"/>
              <a:t>Second level</a:t>
            </a:r>
            <a:endParaRPr lang="en-US" altLang="x-none" dirty="0"/>
          </a:p>
          <a:p>
            <a:pPr lvl="2"/>
            <a:r>
              <a:rPr lang="en-US" altLang="x-none" dirty="0"/>
              <a:t>Third level</a:t>
            </a:r>
            <a:endParaRPr lang="en-US" altLang="x-none" dirty="0"/>
          </a:p>
          <a:p>
            <a:pPr lvl="3"/>
            <a:r>
              <a:rPr lang="en-US" altLang="x-none" dirty="0"/>
              <a:t>Fourth level</a:t>
            </a:r>
            <a:endParaRPr lang="en-US" altLang="x-none" dirty="0"/>
          </a:p>
          <a:p>
            <a:pPr lvl="4"/>
            <a:r>
              <a:rPr lang="en-US" altLang="x-none" dirty="0"/>
              <a:t>Fifth level</a:t>
            </a:r>
            <a:endParaRPr lang="en-US" altLang="x-none" dirty="0"/>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lstStyle>
          <a:p>
            <a:pPr marL="0" marR="0" lvl="0" indent="0" algn="r" defTabSz="4572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2">
                  <a:shade val="50000"/>
                  <a:satMod val="200000"/>
                </a:schemeClr>
              </a:solidFill>
              <a:effectLst/>
              <a:uLnTx/>
              <a:uFillTx/>
              <a:latin typeface="Arial" panose="020B0604020202020204" pitchFamily="34" charset="0"/>
              <a:ea typeface="+mn-ea"/>
              <a:cs typeface="Arial" panose="020B0604020202020204" pitchFamily="34" charset="0"/>
            </a:endParaRPr>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2">
                  <a:shade val="50000"/>
                  <a:satMod val="200000"/>
                </a:schemeClr>
              </a:solidFill>
              <a:effectLst/>
              <a:uLnTx/>
              <a:uFillTx/>
              <a:latin typeface="Arial" panose="020B0604020202020204" pitchFamily="34" charset="0"/>
              <a:ea typeface="+mn-ea"/>
              <a:cs typeface="Arial" panose="020B0604020202020204" pitchFamily="34" charset="0"/>
            </a:endParaRPr>
          </a:p>
        </p:txBody>
      </p:sp>
      <p:sp>
        <p:nvSpPr>
          <p:cNvPr id="22" name="Slide Number Placeholder 21"/>
          <p:cNvSpPr>
            <a:spLocks noGrp="1"/>
          </p:cNvSpPr>
          <p:nvPr>
            <p:ph type="sldNum" sz="quarter" idx="4"/>
          </p:nvPr>
        </p:nvSpPr>
        <p:spPr>
          <a:xfrm>
            <a:off x="8613775" y="6305550"/>
            <a:ext cx="457200" cy="476250"/>
          </a:xfrm>
          <a:prstGeom prst="rect">
            <a:avLst/>
          </a:prstGeom>
        </p:spPr>
        <p:txBody>
          <a:bodyPr anchor="b"/>
          <a:lstStyle>
            <a:lvl1pPr algn="ctr">
              <a:defRPr sz="1200">
                <a:solidFill>
                  <a:srgbClr val="B5A788"/>
                </a:solidFill>
              </a:defRPr>
            </a:lvl1pPr>
          </a:lstStyle>
          <a:p>
            <a:pPr lvl="0"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
        <p:nvSpPr>
          <p:cNvPr id="15" name="Rectangle 14"/>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p:titleStyle>
    <p:bodyStyle>
      <a:lvl1pPr marL="365760" indent="-283210"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490" algn="l" rtl="0" eaLnBrk="1" latinLnBrk="0" hangingPunct="1">
        <a:lnSpc>
          <a:spcPct val="100000"/>
        </a:lnSpc>
        <a:spcBef>
          <a:spcPts val="550"/>
        </a:spcBef>
        <a:buClr>
          <a:schemeClr val="accent1"/>
        </a:buClr>
        <a:buFont typeface="Verdana" panose="020B0604030504040204"/>
        <a:buChar char="◦"/>
        <a:defRPr kumimoji="0" sz="2800" kern="1200">
          <a:solidFill>
            <a:schemeClr val="tx1"/>
          </a:solidFill>
          <a:latin typeface="+mn-lt"/>
          <a:ea typeface="+mn-ea"/>
          <a:cs typeface="+mn-cs"/>
        </a:defRPr>
      </a:lvl2pPr>
      <a:lvl3pPr marL="887095"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990"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575"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8945"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425"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7.xml"/><Relationship Id="rId4" Type="http://schemas.openxmlformats.org/officeDocument/2006/relationships/image" Target="../media/image5.pn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1"/>
          <p:cNvSpPr>
            <a:spLocks noGrp="1" noChangeArrowheads="1"/>
          </p:cNvSpPr>
          <p:nvPr>
            <p:ph type="title"/>
          </p:nvPr>
        </p:nvSpPr>
        <p:spPr>
          <a:xfrm>
            <a:off x="685800" y="2286000"/>
            <a:ext cx="7315200" cy="1557338"/>
          </a:xfrm>
        </p:spPr>
        <p:txBody>
          <a:bodyPr anchor="ctr">
            <a:normAutofit/>
          </a:bodyPr>
          <a:lstStyle/>
          <a:p>
            <a:pPr marL="0" marR="0" lvl="0" indent="0" algn="just" defTabSz="914400" rtl="0" eaLnBrk="1" fontAlgn="auto" latinLnBrk="0" hangingPunct="1">
              <a:lnSpc>
                <a:spcPct val="100000"/>
              </a:lnSpc>
              <a:spcBef>
                <a:spcPct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altLang="en-US" sz="2200" b="1" i="0" u="none" strike="noStrike" kern="1200" cap="none" spc="0" normalizeH="0" baseline="0" noProof="0" smtClean="0">
                <a:ln>
                  <a:noFill/>
                </a:ln>
                <a:solidFill>
                  <a:srgbClr val="FF00FF"/>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t>		Pollution</a:t>
            </a:r>
            <a:r>
              <a:rPr kumimoji="0" lang="en-US" altLang="en-US" sz="2200" b="0" i="0" u="none" strike="noStrike" kern="1200" cap="none" spc="0" normalizeH="0" baseline="0" noProof="0" smtClean="0">
                <a:ln>
                  <a:noFill/>
                </a:ln>
                <a:solidFill>
                  <a:srgbClr val="FF00FF"/>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t> is the introduction of contaminants into a natural environment that causes instability, disorder, harm or discomfort to the ecosystem</a:t>
            </a:r>
            <a:endParaRPr kumimoji="0" lang="en-US" altLang="en-US" sz="2200" b="0" i="0" u="none" strike="noStrike" kern="1200" cap="none" spc="0" normalizeH="0" baseline="0" noProof="0" smtClean="0">
              <a:ln>
                <a:noFill/>
              </a:ln>
              <a:solidFill>
                <a:srgbClr val="FF00FF"/>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endParaRPr>
          </a:p>
        </p:txBody>
      </p:sp>
      <p:sp>
        <p:nvSpPr>
          <p:cNvPr id="10243" name="Rectangle 2"/>
          <p:cNvSpPr/>
          <p:nvPr/>
        </p:nvSpPr>
        <p:spPr>
          <a:xfrm>
            <a:off x="3276600" y="1600200"/>
            <a:ext cx="1582738" cy="523875"/>
          </a:xfrm>
          <a:prstGeom prst="rect">
            <a:avLst/>
          </a:prstGeom>
          <a:noFill/>
          <a:ln w="9525">
            <a:noFill/>
          </a:ln>
        </p:spPr>
        <p:txBody>
          <a:bodyPr wrap="none">
            <a:spAutoFit/>
          </a:bodyPr>
          <a:p>
            <a:pPr eaLnBrk="1" hangingPunct="1">
              <a:buClr>
                <a:srgbClr val="000000"/>
              </a:buClr>
              <a:buSzPct val="100000"/>
              <a:buFont typeface="Times New Roman" panose="02020603050405020304" pitchFamily="18" charset="0"/>
            </a:pPr>
            <a:r>
              <a:rPr lang="en-US" altLang="en-US" sz="2800" b="1" dirty="0">
                <a:solidFill>
                  <a:srgbClr val="FF0000"/>
                </a:solidFill>
                <a:latin typeface="Times New Roman" panose="02020603050405020304" pitchFamily="18" charset="0"/>
                <a:cs typeface="Times New Roman" panose="02020603050405020304" pitchFamily="18" charset="0"/>
              </a:rPr>
              <a:t>Pollution</a:t>
            </a:r>
            <a:endParaRPr lang="en-US" altLang="en-US" sz="2800" dirty="0">
              <a:solidFill>
                <a:srgbClr val="FF0000"/>
              </a:solidFill>
              <a:latin typeface="Arial" panose="020B0604020202020204" pitchFamily="34" charset="0"/>
            </a:endParaRPr>
          </a:p>
        </p:txBody>
      </p:sp>
    </p:spTree>
  </p:cSld>
  <p:clrMapOvr>
    <a:masterClrMapping/>
  </p:clrMapOvr>
  <p:transition spd="med">
    <p:wheel spokes="1"/>
  </p:transition>
  <p:timing>
    <p:tnLst>
      <p:par>
        <p:cTn id="1" dur="indefinite"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1"/>
          <p:cNvSpPr>
            <a:spLocks noGrp="1" noChangeArrowheads="1"/>
          </p:cNvSpPr>
          <p:nvPr>
            <p:ph type="title"/>
          </p:nvPr>
        </p:nvSpPr>
        <p:spPr>
          <a:xfrm>
            <a:off x="1143000" y="990600"/>
            <a:ext cx="6019800" cy="838200"/>
          </a:xfrm>
        </p:spPr>
        <p:txBody>
          <a:bodyPr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altLang="en-US" sz="2400" b="1" i="0"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t>Types of pollution</a:t>
            </a:r>
            <a:endParaRPr kumimoji="0" lang="en-US" altLang="en-US" sz="2400" b="1" i="0"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endParaRPr>
          </a:p>
        </p:txBody>
      </p:sp>
      <p:sp>
        <p:nvSpPr>
          <p:cNvPr id="11267" name="Rectangle 2"/>
          <p:cNvSpPr>
            <a:spLocks noGrp="1"/>
          </p:cNvSpPr>
          <p:nvPr>
            <p:ph idx="1"/>
          </p:nvPr>
        </p:nvSpPr>
        <p:spPr>
          <a:xfrm>
            <a:off x="2438400" y="2133600"/>
            <a:ext cx="4419600" cy="3276600"/>
          </a:xfrm>
          <a:ln/>
        </p:spPr>
        <p:txBody>
          <a:bodyPr vert="horz" wrap="square" anchor="t" anchorCtr="0"/>
          <a:p>
            <a:pPr marL="514350" indent="-514350" defTabSz="914400">
              <a:buFont typeface="Arial" panose="020B0604020202020204" pitchFamily="34" charset="0"/>
              <a:buAutoNum type="arabicPeriod"/>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200" dirty="0">
                <a:solidFill>
                  <a:srgbClr val="FF00FF"/>
                </a:solidFill>
                <a:latin typeface="Times New Roman" panose="02020603050405020304" pitchFamily="18" charset="0"/>
                <a:cs typeface="Times New Roman" panose="02020603050405020304" pitchFamily="18" charset="0"/>
              </a:rPr>
              <a:t>Air Pollution</a:t>
            </a:r>
            <a:endParaRPr lang="en-US" altLang="en-US" sz="2200" dirty="0">
              <a:solidFill>
                <a:srgbClr val="FF00FF"/>
              </a:solidFill>
              <a:latin typeface="Times New Roman" panose="02020603050405020304" pitchFamily="18" charset="0"/>
              <a:cs typeface="Times New Roman" panose="02020603050405020304" pitchFamily="18" charset="0"/>
            </a:endParaRPr>
          </a:p>
          <a:p>
            <a:pPr marL="514350" indent="-514350" defTabSz="914400">
              <a:buFont typeface="Arial" panose="020B0604020202020204" pitchFamily="34" charset="0"/>
              <a:buAutoNum type="arabicPeriod"/>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200" dirty="0">
                <a:solidFill>
                  <a:srgbClr val="FF00FF"/>
                </a:solidFill>
                <a:latin typeface="Times New Roman" panose="02020603050405020304" pitchFamily="18" charset="0"/>
                <a:cs typeface="Times New Roman" panose="02020603050405020304" pitchFamily="18" charset="0"/>
              </a:rPr>
              <a:t>Water Pollution</a:t>
            </a:r>
            <a:endParaRPr lang="en-US" altLang="en-US" sz="2200" dirty="0">
              <a:solidFill>
                <a:srgbClr val="FF00FF"/>
              </a:solidFill>
              <a:latin typeface="Times New Roman" panose="02020603050405020304" pitchFamily="18" charset="0"/>
              <a:cs typeface="Times New Roman" panose="02020603050405020304" pitchFamily="18" charset="0"/>
            </a:endParaRPr>
          </a:p>
          <a:p>
            <a:pPr marL="514350" indent="-514350" defTabSz="914400">
              <a:buFont typeface="Arial" panose="020B0604020202020204" pitchFamily="34" charset="0"/>
              <a:buAutoNum type="arabicPeriod"/>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200" dirty="0">
                <a:solidFill>
                  <a:srgbClr val="FF00FF"/>
                </a:solidFill>
                <a:latin typeface="Times New Roman" panose="02020603050405020304" pitchFamily="18" charset="0"/>
                <a:cs typeface="Times New Roman" panose="02020603050405020304" pitchFamily="18" charset="0"/>
              </a:rPr>
              <a:t>Noise Pollution</a:t>
            </a:r>
            <a:endParaRPr lang="en-US" altLang="en-US" sz="2200" dirty="0">
              <a:solidFill>
                <a:srgbClr val="FF00FF"/>
              </a:solidFill>
              <a:latin typeface="Times New Roman" panose="02020603050405020304" pitchFamily="18" charset="0"/>
              <a:cs typeface="Times New Roman" panose="02020603050405020304" pitchFamily="18" charset="0"/>
            </a:endParaRPr>
          </a:p>
          <a:p>
            <a:pPr marL="514350" indent="-514350" defTabSz="914400">
              <a:buFont typeface="Arial" panose="020B0604020202020204" pitchFamily="34" charset="0"/>
              <a:buAutoNum type="arabicPeriod"/>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200" dirty="0">
                <a:solidFill>
                  <a:srgbClr val="FF00FF"/>
                </a:solidFill>
                <a:latin typeface="Times New Roman" panose="02020603050405020304" pitchFamily="18" charset="0"/>
                <a:cs typeface="Times New Roman" panose="02020603050405020304" pitchFamily="18" charset="0"/>
              </a:rPr>
              <a:t>Thermal Pollution</a:t>
            </a:r>
            <a:endParaRPr lang="en-US" altLang="en-US" sz="2200" dirty="0">
              <a:solidFill>
                <a:srgbClr val="FF00FF"/>
              </a:solidFill>
              <a:latin typeface="Times New Roman" panose="02020603050405020304" pitchFamily="18" charset="0"/>
              <a:cs typeface="Times New Roman" panose="02020603050405020304" pitchFamily="18" charset="0"/>
            </a:endParaRPr>
          </a:p>
          <a:p>
            <a:pPr marL="514350" indent="-514350" defTabSz="914400">
              <a:buFont typeface="Arial" panose="020B0604020202020204" pitchFamily="34" charset="0"/>
              <a:buAutoNum type="arabicPeriod"/>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200" dirty="0">
                <a:solidFill>
                  <a:srgbClr val="FF00FF"/>
                </a:solidFill>
                <a:latin typeface="Times New Roman" panose="02020603050405020304" pitchFamily="18" charset="0"/>
                <a:cs typeface="Times New Roman" panose="02020603050405020304" pitchFamily="18" charset="0"/>
              </a:rPr>
              <a:t>Soil Pollution </a:t>
            </a:r>
            <a:endParaRPr lang="en-US" altLang="en-US" sz="2200" dirty="0">
              <a:solidFill>
                <a:srgbClr val="FF00FF"/>
              </a:solidFill>
              <a:latin typeface="Times New Roman" panose="02020603050405020304" pitchFamily="18" charset="0"/>
              <a:cs typeface="Times New Roman" panose="02020603050405020304" pitchFamily="18" charset="0"/>
            </a:endParaRPr>
          </a:p>
          <a:p>
            <a:pPr marL="514350" indent="-514350" defTabSz="914400">
              <a:buFont typeface="Arial" panose="020B0604020202020204" pitchFamily="34" charset="0"/>
              <a:buAutoNum type="arabicPeriod"/>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200" dirty="0">
                <a:solidFill>
                  <a:srgbClr val="FF00FF"/>
                </a:solidFill>
                <a:latin typeface="Times New Roman" panose="02020603050405020304" pitchFamily="18" charset="0"/>
                <a:cs typeface="Times New Roman" panose="02020603050405020304" pitchFamily="18" charset="0"/>
              </a:rPr>
              <a:t>Radioactive Pollution</a:t>
            </a:r>
            <a:endParaRPr lang="en-US" altLang="en-US" sz="2200" dirty="0">
              <a:solidFill>
                <a:srgbClr val="FF00FF"/>
              </a:solidFill>
              <a:latin typeface="Times New Roman" panose="02020603050405020304" pitchFamily="18" charset="0"/>
              <a:cs typeface="Times New Roman" panose="02020603050405020304" pitchFamily="18" charset="0"/>
            </a:endParaRPr>
          </a:p>
          <a:p>
            <a:pPr marL="514350" indent="-514350" defTabSz="914400">
              <a:buFont typeface="Arial" panose="020B0604020202020204" pitchFamily="34" charset="0"/>
              <a:buAutoNum type="arabicPeriod"/>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en-US" sz="2200" dirty="0">
                <a:solidFill>
                  <a:srgbClr val="FF00FF"/>
                </a:solidFill>
                <a:latin typeface="Times New Roman" panose="02020603050405020304" pitchFamily="18" charset="0"/>
                <a:cs typeface="Times New Roman" panose="02020603050405020304" pitchFamily="18" charset="0"/>
              </a:rPr>
              <a:t>Light Pollution</a:t>
            </a:r>
            <a:endParaRPr lang="en-US" altLang="en-US" sz="2200" dirty="0">
              <a:solidFill>
                <a:srgbClr val="FF00FF"/>
              </a:solidFill>
              <a:latin typeface="Times New Roman" panose="02020603050405020304" pitchFamily="18" charset="0"/>
              <a:ea typeface="Times New Roman" panose="02020603050405020304" pitchFamily="18" charset="0"/>
            </a:endParaRPr>
          </a:p>
        </p:txBody>
      </p:sp>
    </p:spTree>
  </p:cSld>
  <p:clrMapOvr>
    <a:masterClrMapping/>
  </p:clrMapOvr>
  <p:transition spd="med">
    <p:wheel spokes="2"/>
  </p:transition>
  <p:timing>
    <p:tnLst>
      <p:par>
        <p:cTn id="1" dur="indefinite"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1"/>
          <p:cNvSpPr>
            <a:spLocks noGrp="1"/>
          </p:cNvSpPr>
          <p:nvPr>
            <p:ph idx="1"/>
          </p:nvPr>
        </p:nvSpPr>
        <p:spPr>
          <a:xfrm>
            <a:off x="0" y="1704975"/>
            <a:ext cx="9144000" cy="3476625"/>
          </a:xfrm>
          <a:ln/>
        </p:spPr>
        <p:txBody>
          <a:bodyPr vert="horz" wrap="square" lIns="91440" tIns="45720" rIns="91440" bIns="45720" anchor="ctr" anchorCtr="0">
            <a:spAutoFit/>
          </a:bodyPr>
          <a:p>
            <a:pPr marL="457200" indent="-457200" algn="just">
              <a:spcBef>
                <a:spcPct val="0"/>
              </a:spcBef>
              <a:buFont typeface="Arial" panose="020B0604020202020204" pitchFamily="34" charset="0"/>
              <a:buAutoNum type="arabicPeriod"/>
            </a:pPr>
            <a:r>
              <a:rPr lang="en-US" altLang="en-US" sz="2200" i="1" dirty="0">
                <a:solidFill>
                  <a:srgbClr val="FF0000"/>
                </a:solidFill>
                <a:latin typeface="Times New Roman" panose="02020603050405020304" pitchFamily="18" charset="0"/>
                <a:cs typeface="Times New Roman" panose="02020603050405020304" pitchFamily="18" charset="0"/>
              </a:rPr>
              <a:t>Air Pollution </a:t>
            </a:r>
            <a:r>
              <a:rPr lang="en-US" altLang="en-US" sz="2200" dirty="0">
                <a:solidFill>
                  <a:srgbClr val="FF00FF"/>
                </a:solidFill>
                <a:latin typeface="Times New Roman" panose="02020603050405020304" pitchFamily="18" charset="0"/>
                <a:cs typeface="Times New Roman" panose="02020603050405020304" pitchFamily="18" charset="0"/>
              </a:rPr>
              <a:t>- The release of chemicals and particulates into the atmosphere. Common gaseous air pollutants include CO, SO</a:t>
            </a:r>
            <a:r>
              <a:rPr lang="en-US" altLang="en-US" sz="2200" baseline="-25000" dirty="0">
                <a:solidFill>
                  <a:srgbClr val="FF00FF"/>
                </a:solidFill>
                <a:latin typeface="Times New Roman" panose="02020603050405020304" pitchFamily="18" charset="0"/>
                <a:cs typeface="Times New Roman" panose="02020603050405020304" pitchFamily="18" charset="0"/>
              </a:rPr>
              <a:t>2</a:t>
            </a:r>
            <a:r>
              <a:rPr lang="en-US" altLang="en-US" sz="2200" dirty="0">
                <a:solidFill>
                  <a:srgbClr val="FF00FF"/>
                </a:solidFill>
                <a:latin typeface="Times New Roman" panose="02020603050405020304" pitchFamily="18" charset="0"/>
                <a:cs typeface="Times New Roman" panose="02020603050405020304" pitchFamily="18" charset="0"/>
              </a:rPr>
              <a:t>, chlorofluorocarbons (CFCs) and nitrogen oxides produced by industries and motor vehicles.</a:t>
            </a:r>
            <a:endParaRPr lang="en-US" altLang="en-US" sz="2200" dirty="0">
              <a:solidFill>
                <a:srgbClr val="FF00FF"/>
              </a:solidFill>
              <a:latin typeface="Times New Roman" panose="02020603050405020304" pitchFamily="18" charset="0"/>
              <a:cs typeface="Times New Roman" panose="02020603050405020304" pitchFamily="18" charset="0"/>
            </a:endParaRPr>
          </a:p>
          <a:p>
            <a:pPr marL="457200" indent="-457200" algn="just">
              <a:spcBef>
                <a:spcPct val="0"/>
              </a:spcBef>
              <a:buClrTx/>
              <a:buSzTx/>
              <a:buFont typeface="Arial" panose="020B0604020202020204" pitchFamily="34" charset="0"/>
              <a:buAutoNum type="arabicPeriod"/>
            </a:pPr>
            <a:r>
              <a:rPr lang="en-US" altLang="en-US" sz="2200" i="1" dirty="0">
                <a:solidFill>
                  <a:srgbClr val="FF0000"/>
                </a:solidFill>
                <a:latin typeface="Times New Roman" panose="02020603050405020304" pitchFamily="18" charset="0"/>
                <a:cs typeface="Times New Roman" panose="02020603050405020304" pitchFamily="18" charset="0"/>
              </a:rPr>
              <a:t>Water Pollution</a:t>
            </a:r>
            <a:r>
              <a:rPr lang="en-US" altLang="en-US" sz="2200" dirty="0">
                <a:solidFill>
                  <a:srgbClr val="FF0000"/>
                </a:solidFill>
                <a:latin typeface="Times New Roman" panose="02020603050405020304" pitchFamily="18" charset="0"/>
                <a:cs typeface="Times New Roman" panose="02020603050405020304" pitchFamily="18" charset="0"/>
              </a:rPr>
              <a:t> </a:t>
            </a:r>
            <a:r>
              <a:rPr lang="en-US" altLang="en-US" sz="2200" dirty="0">
                <a:solidFill>
                  <a:srgbClr val="FF00FF"/>
                </a:solidFill>
                <a:latin typeface="Times New Roman" panose="02020603050405020304" pitchFamily="18" charset="0"/>
                <a:cs typeface="Times New Roman" panose="02020603050405020304" pitchFamily="18" charset="0"/>
              </a:rPr>
              <a:t>– By the release of waste products and contaminants into surface runoff into river drainage systems, leaching into ground water, waste water discharges etc.</a:t>
            </a:r>
            <a:endParaRPr lang="en-US" altLang="en-US" sz="2200" dirty="0">
              <a:solidFill>
                <a:srgbClr val="FF00FF"/>
              </a:solidFill>
              <a:latin typeface="Times New Roman" panose="02020603050405020304" pitchFamily="18" charset="0"/>
              <a:cs typeface="Times New Roman" panose="02020603050405020304" pitchFamily="18" charset="0"/>
            </a:endParaRPr>
          </a:p>
          <a:p>
            <a:pPr marL="457200" indent="-457200" algn="just">
              <a:spcBef>
                <a:spcPct val="0"/>
              </a:spcBef>
              <a:buClrTx/>
              <a:buSzTx/>
              <a:buFont typeface="Arial" panose="020B0604020202020204" pitchFamily="34" charset="0"/>
              <a:buAutoNum type="arabicPeriod"/>
            </a:pPr>
            <a:r>
              <a:rPr lang="en-US" altLang="en-US" sz="2200" i="1" dirty="0">
                <a:solidFill>
                  <a:srgbClr val="FF0000"/>
                </a:solidFill>
                <a:latin typeface="Times New Roman" panose="02020603050405020304" pitchFamily="18" charset="0"/>
                <a:cs typeface="Times New Roman" panose="02020603050405020304" pitchFamily="18" charset="0"/>
              </a:rPr>
              <a:t>Noise Pollution </a:t>
            </a:r>
            <a:r>
              <a:rPr lang="en-US" altLang="en-US" sz="2200" dirty="0">
                <a:solidFill>
                  <a:srgbClr val="FF00FF"/>
                </a:solidFill>
                <a:latin typeface="Times New Roman" panose="02020603050405020304" pitchFamily="18" charset="0"/>
                <a:cs typeface="Times New Roman" panose="02020603050405020304" pitchFamily="18" charset="0"/>
              </a:rPr>
              <a:t>- which encompasses roadway noise, aircraft noise, industrial noise etc.</a:t>
            </a:r>
            <a:endParaRPr lang="en-US" altLang="en-US" sz="2200" dirty="0">
              <a:solidFill>
                <a:srgbClr val="FF00FF"/>
              </a:solidFill>
              <a:latin typeface="Times New Roman" panose="02020603050405020304" pitchFamily="18" charset="0"/>
              <a:cs typeface="Times New Roman" panose="02020603050405020304" pitchFamily="18" charset="0"/>
            </a:endParaRPr>
          </a:p>
          <a:p>
            <a:pPr marL="457200" indent="-457200" algn="just">
              <a:spcBef>
                <a:spcPct val="0"/>
              </a:spcBef>
              <a:buClrTx/>
              <a:buSzTx/>
              <a:buFont typeface="Arial" panose="020B0604020202020204" pitchFamily="34" charset="0"/>
              <a:buAutoNum type="arabicPeriod"/>
            </a:pPr>
            <a:endParaRPr lang="en-US" altLang="en-US" sz="2200" dirty="0">
              <a:solidFill>
                <a:srgbClr val="FF00FF"/>
              </a:solidFill>
              <a:latin typeface="Times New Roman" panose="02020603050405020304" pitchFamily="18" charset="0"/>
              <a:ea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itle 1"/>
          <p:cNvSpPr>
            <a:spLocks noGrp="1" noChangeArrowheads="1"/>
          </p:cNvSpPr>
          <p:nvPr>
            <p:ph type="title"/>
          </p:nvPr>
        </p:nvSpPr>
        <p:spPr>
          <a:xfrm>
            <a:off x="1143000" y="1524000"/>
            <a:ext cx="7542213" cy="533400"/>
          </a:xfrm>
        </p:spPr>
        <p:txBody>
          <a:bodyPr anchor="ctr">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en-US" sz="2400" b="1" i="0" u="sng" strike="noStrike" kern="1200" cap="none" spc="0" normalizeH="0" baseline="0" noProof="0" dirty="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t>Air Pollution</a:t>
            </a:r>
            <a:br>
              <a:rPr kumimoji="0" lang="en-US" altLang="en-US" sz="2400" b="0" i="0" u="none" strike="noStrike" kern="1200" cap="none" spc="0" normalizeH="0" baseline="0" noProof="0" dirty="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br>
            <a:endParaRPr kumimoji="0" lang="en-US" altLang="en-US" sz="2400" b="0" i="0" u="none" strike="noStrike" kern="1200" cap="none" spc="0" normalizeH="0" baseline="0" noProof="0" dirty="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endParaRPr>
          </a:p>
        </p:txBody>
      </p:sp>
      <p:sp>
        <p:nvSpPr>
          <p:cNvPr id="13315" name="Rectangle 1"/>
          <p:cNvSpPr>
            <a:spLocks noGrp="1"/>
          </p:cNvSpPr>
          <p:nvPr>
            <p:ph idx="1"/>
          </p:nvPr>
        </p:nvSpPr>
        <p:spPr>
          <a:xfrm>
            <a:off x="1219200" y="2286000"/>
            <a:ext cx="7696200" cy="2124075"/>
          </a:xfrm>
          <a:ln/>
        </p:spPr>
        <p:txBody>
          <a:bodyPr vert="horz" wrap="square" lIns="91440" tIns="45720" rIns="91440" bIns="45720" anchor="ctr" anchorCtr="0">
            <a:spAutoFit/>
          </a:bodyPr>
          <a:p>
            <a:pPr marL="0" indent="0" algn="just">
              <a:spcBef>
                <a:spcPct val="0"/>
              </a:spcBef>
              <a:buFont typeface="Times New Roman" panose="02020603050405020304" pitchFamily="18" charset="0"/>
              <a:buNone/>
            </a:pPr>
            <a:r>
              <a:rPr lang="en-US" altLang="en-US" sz="2200" dirty="0">
                <a:solidFill>
                  <a:srgbClr val="B011FF"/>
                </a:solidFill>
                <a:latin typeface="Times New Roman" panose="02020603050405020304" pitchFamily="18" charset="0"/>
                <a:cs typeface="Times New Roman" panose="02020603050405020304" pitchFamily="18" charset="0"/>
              </a:rPr>
              <a:t>	Contamination of the atmosphere caused by the discharge of a wide range of toxic airborne substances is termed air pollution. Human beings can live for weeks without food, for several days without water, but for only minutes without oxygen. Thus air is a resource and air quality is something that needs to be preserved.</a:t>
            </a:r>
            <a:endParaRPr lang="en-US" altLang="en-US" sz="2200" dirty="0">
              <a:solidFill>
                <a:srgbClr val="B011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1"/>
          <p:cNvSpPr>
            <a:spLocks noGrp="1" noChangeArrowheads="1"/>
          </p:cNvSpPr>
          <p:nvPr>
            <p:ph type="title"/>
          </p:nvPr>
        </p:nvSpPr>
        <p:spPr>
          <a:xfrm>
            <a:off x="457200" y="274638"/>
            <a:ext cx="8229600" cy="1143000"/>
          </a:xfrm>
        </p:spPr>
        <p:txBody>
          <a:bodyPr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US" altLang="en-US" sz="2400" b="1" i="0"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t>Air Pollutants</a:t>
            </a:r>
            <a:endParaRPr kumimoji="0" lang="en-US" altLang="en-US" sz="2400" b="1" i="0"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endParaRPr>
          </a:p>
        </p:txBody>
      </p:sp>
      <p:sp>
        <p:nvSpPr>
          <p:cNvPr id="11267" name="Rectangle 2"/>
          <p:cNvSpPr>
            <a:spLocks noGrp="1" noChangeArrowheads="1"/>
          </p:cNvSpPr>
          <p:nvPr>
            <p:ph idx="1"/>
          </p:nvPr>
        </p:nvSpPr>
        <p:spPr>
          <a:xfrm>
            <a:off x="1219200" y="1600200"/>
            <a:ext cx="7772400" cy="4525963"/>
          </a:xfrm>
        </p:spPr>
        <p:txBody>
          <a:bodyPr>
            <a:normAutofit lnSpcReduction="10000"/>
          </a:bodyPr>
          <a:lstStyle/>
          <a:p>
            <a:pPr marL="341630" marR="0" lvl="0" indent="-341630" algn="l" defTabSz="914400" rtl="0" eaLnBrk="1" fontAlgn="auto" latinLnBrk="0" hangingPunct="1">
              <a:lnSpc>
                <a:spcPct val="100000"/>
              </a:lnSpc>
              <a:spcBef>
                <a:spcPts val="600"/>
              </a:spcBef>
              <a:spcAft>
                <a:spcPts val="0"/>
              </a:spcAft>
              <a:buClr>
                <a:schemeClr val="accent1"/>
              </a:buClr>
              <a:buSzPct val="80000"/>
              <a:buFont typeface="Wingdings 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US" altLang="en-US" sz="2200" b="0" i="1"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Primary Pollutants</a:t>
            </a:r>
            <a:endParaRPr kumimoji="0" lang="en-US" altLang="en-US" sz="2200" b="0" i="1"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341630" marR="0" lvl="0" indent="-341630" algn="l" defTabSz="914400" rtl="0" eaLnBrk="1" fontAlgn="auto" latinLnBrk="0" hangingPunct="1">
              <a:lnSpc>
                <a:spcPct val="100000"/>
              </a:lnSpc>
              <a:spcBef>
                <a:spcPts val="600"/>
              </a:spcBef>
              <a:spcAft>
                <a:spcPts val="0"/>
              </a:spcAft>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US" altLang="en-US" sz="2200" b="0" i="0" u="none" strike="noStrike" kern="1200" cap="none" spc="0" normalizeH="0" baseline="0" noProof="0" dirty="0" smtClean="0">
                <a:ln>
                  <a:noFill/>
                </a:ln>
                <a:solidFill>
                  <a:srgbClr val="7030A0"/>
                </a:solidFill>
                <a:effectLst/>
                <a:uLnTx/>
                <a:uFillTx/>
                <a:latin typeface="Times New Roman" panose="02020603050405020304" pitchFamily="18" charset="0"/>
                <a:ea typeface="+mn-ea"/>
                <a:cs typeface="Times New Roman" panose="02020603050405020304" pitchFamily="18" charset="0"/>
              </a:rPr>
              <a:t>		</a:t>
            </a:r>
            <a:r>
              <a:rPr kumimoji="0" lang="en-US" altLang="en-US" sz="2200" b="0" i="0" u="none" strike="noStrike" kern="1200" cap="none" spc="0" normalizeH="0" baseline="0" noProof="0" dirty="0" smtClean="0">
                <a:ln>
                  <a:noFill/>
                </a:ln>
                <a:solidFill>
                  <a:srgbClr val="CC66FF"/>
                </a:solidFill>
                <a:effectLst/>
                <a:uLnTx/>
                <a:uFillTx/>
                <a:latin typeface="Times New Roman" panose="02020603050405020304" pitchFamily="18" charset="0"/>
                <a:ea typeface="+mn-ea"/>
                <a:cs typeface="Times New Roman" panose="02020603050405020304" pitchFamily="18" charset="0"/>
              </a:rPr>
              <a:t>Harmful chemical substance that directly enters into the environment as a result of natural events and human activities </a:t>
            </a:r>
            <a:r>
              <a:rPr kumimoji="0" lang="en-US" altLang="en-US" sz="2200" b="0" i="0" u="none" strike="noStrike" kern="1200" cap="none" spc="0" normalizeH="0" baseline="0" noProof="0" dirty="0" err="1" smtClean="0">
                <a:ln>
                  <a:noFill/>
                </a:ln>
                <a:solidFill>
                  <a:srgbClr val="CC66FF"/>
                </a:solidFill>
                <a:effectLst/>
                <a:uLnTx/>
                <a:uFillTx/>
                <a:latin typeface="Times New Roman" panose="02020603050405020304" pitchFamily="18" charset="0"/>
                <a:ea typeface="+mn-ea"/>
                <a:cs typeface="Times New Roman" panose="02020603050405020304" pitchFamily="18" charset="0"/>
              </a:rPr>
              <a:t>eg</a:t>
            </a:r>
            <a:r>
              <a:rPr kumimoji="0" lang="en-US" altLang="en-US" sz="2200" b="0" i="0" u="none" strike="noStrike" kern="1200" cap="none" spc="0" normalizeH="0" baseline="0" noProof="0" dirty="0" smtClean="0">
                <a:ln>
                  <a:noFill/>
                </a:ln>
                <a:solidFill>
                  <a:srgbClr val="CC66FF"/>
                </a:solidFill>
                <a:effectLst/>
                <a:uLnTx/>
                <a:uFillTx/>
                <a:latin typeface="Times New Roman" panose="02020603050405020304" pitchFamily="18" charset="0"/>
                <a:ea typeface="+mn-ea"/>
                <a:cs typeface="Times New Roman" panose="02020603050405020304" pitchFamily="18" charset="0"/>
              </a:rPr>
              <a:t>: CO,CO</a:t>
            </a:r>
            <a:r>
              <a:rPr kumimoji="0" lang="en-US" altLang="en-US" sz="2200" b="0" i="0" u="none" strike="noStrike" kern="1200" cap="none" spc="0" normalizeH="0" baseline="-25000" noProof="0" dirty="0" smtClean="0">
                <a:ln>
                  <a:noFill/>
                </a:ln>
                <a:solidFill>
                  <a:srgbClr val="CC66FF"/>
                </a:solidFill>
                <a:effectLst/>
                <a:uLnTx/>
                <a:uFillTx/>
                <a:latin typeface="Times New Roman" panose="02020603050405020304" pitchFamily="18" charset="0"/>
                <a:ea typeface="+mn-ea"/>
                <a:cs typeface="Times New Roman" panose="02020603050405020304" pitchFamily="18" charset="0"/>
              </a:rPr>
              <a:t>2</a:t>
            </a:r>
            <a:r>
              <a:rPr kumimoji="0" lang="en-US" altLang="en-US" sz="2200" b="0" i="0" u="none" strike="noStrike" kern="1200" cap="none" spc="0" normalizeH="0" baseline="0" noProof="0" dirty="0" smtClean="0">
                <a:ln>
                  <a:noFill/>
                </a:ln>
                <a:solidFill>
                  <a:srgbClr val="CC66FF"/>
                </a:solidFill>
                <a:effectLst/>
                <a:uLnTx/>
                <a:uFillTx/>
                <a:latin typeface="Times New Roman" panose="02020603050405020304" pitchFamily="18" charset="0"/>
                <a:ea typeface="+mn-ea"/>
                <a:cs typeface="Times New Roman" panose="02020603050405020304" pitchFamily="18" charset="0"/>
              </a:rPr>
              <a:t>,NO,SO</a:t>
            </a:r>
            <a:r>
              <a:rPr kumimoji="0" lang="en-US" altLang="en-US" sz="2200" b="0" i="0" u="none" strike="noStrike" kern="1200" cap="none" spc="0" normalizeH="0" baseline="-25000" noProof="0" dirty="0" smtClean="0">
                <a:ln>
                  <a:noFill/>
                </a:ln>
                <a:solidFill>
                  <a:srgbClr val="CC66FF"/>
                </a:solidFill>
                <a:effectLst/>
                <a:uLnTx/>
                <a:uFillTx/>
                <a:latin typeface="Times New Roman" panose="02020603050405020304" pitchFamily="18" charset="0"/>
                <a:ea typeface="+mn-ea"/>
                <a:cs typeface="Times New Roman" panose="02020603050405020304" pitchFamily="18" charset="0"/>
              </a:rPr>
              <a:t>2</a:t>
            </a:r>
            <a:r>
              <a:rPr kumimoji="0" lang="en-US" altLang="en-US" sz="2200" b="0" i="0" u="none" strike="noStrike" kern="1200" cap="none" spc="0" normalizeH="0" baseline="0" noProof="0" dirty="0" smtClean="0">
                <a:ln>
                  <a:noFill/>
                </a:ln>
                <a:solidFill>
                  <a:srgbClr val="CC66FF"/>
                </a:solidFill>
                <a:effectLst/>
                <a:uLnTx/>
                <a:uFillTx/>
                <a:latin typeface="Times New Roman" panose="02020603050405020304" pitchFamily="18" charset="0"/>
                <a:ea typeface="+mn-ea"/>
                <a:cs typeface="Times New Roman" panose="02020603050405020304" pitchFamily="18" charset="0"/>
              </a:rPr>
              <a:t> etc</a:t>
            </a:r>
            <a:endParaRPr kumimoji="0" lang="en-US" altLang="en-US" sz="2200" b="0" i="0" u="none" strike="noStrike" kern="1200" cap="none" spc="0" normalizeH="0" baseline="0" noProof="0" dirty="0" smtClean="0">
              <a:ln>
                <a:noFill/>
              </a:ln>
              <a:solidFill>
                <a:srgbClr val="CC66FF"/>
              </a:solidFill>
              <a:effectLst/>
              <a:uLnTx/>
              <a:uFillTx/>
              <a:latin typeface="Times New Roman" panose="02020603050405020304" pitchFamily="18" charset="0"/>
              <a:ea typeface="+mn-ea"/>
              <a:cs typeface="Times New Roman" panose="02020603050405020304" pitchFamily="18" charset="0"/>
            </a:endParaRPr>
          </a:p>
          <a:p>
            <a:pPr marL="341630" marR="0" lvl="0" indent="-341630" algn="l" defTabSz="914400" rtl="0" eaLnBrk="1" fontAlgn="auto" latinLnBrk="0" hangingPunct="1">
              <a:lnSpc>
                <a:spcPct val="100000"/>
              </a:lnSpc>
              <a:spcBef>
                <a:spcPts val="600"/>
              </a:spcBef>
              <a:spcAft>
                <a:spcPts val="0"/>
              </a:spcAft>
              <a:buClrTx/>
              <a:buSzPct val="80000"/>
              <a:buFont typeface="Wingdings 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US" altLang="en-US" sz="2200" b="0" i="1"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Secondary Pollutants</a:t>
            </a:r>
            <a:endParaRPr kumimoji="0" lang="en-US" altLang="en-US" sz="2200" b="0" i="1"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341630" marR="0" lvl="0" indent="-341630" algn="l" defTabSz="914400" rtl="0" eaLnBrk="1" fontAlgn="auto" latinLnBrk="0" hangingPunct="1">
              <a:lnSpc>
                <a:spcPct val="100000"/>
              </a:lnSpc>
              <a:spcBef>
                <a:spcPts val="600"/>
              </a:spcBef>
              <a:spcAft>
                <a:spcPts val="0"/>
              </a:spcAft>
              <a:buClrTx/>
              <a:buSzPct val="80000"/>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US" altLang="en-US" sz="2200" b="0" i="0" u="none" strike="noStrike" kern="1200" cap="none" spc="0" normalizeH="0" baseline="0" noProof="0" dirty="0" smtClean="0">
                <a:ln>
                  <a:noFill/>
                </a:ln>
                <a:solidFill>
                  <a:srgbClr val="7030A0"/>
                </a:solidFill>
                <a:effectLst/>
                <a:uLnTx/>
                <a:uFillTx/>
                <a:latin typeface="Times New Roman" panose="02020603050405020304" pitchFamily="18" charset="0"/>
                <a:ea typeface="+mn-ea"/>
                <a:cs typeface="Times New Roman" panose="02020603050405020304" pitchFamily="18" charset="0"/>
              </a:rPr>
              <a:t>		</a:t>
            </a:r>
            <a:r>
              <a:rPr kumimoji="0" lang="en-US" altLang="en-US" sz="2200" b="0" i="0" u="none" strike="noStrike" kern="1200" cap="none" spc="0" normalizeH="0" baseline="0" noProof="0" dirty="0" smtClean="0">
                <a:ln>
                  <a:noFill/>
                </a:ln>
                <a:solidFill>
                  <a:srgbClr val="CC66FF"/>
                </a:solidFill>
                <a:effectLst/>
                <a:uLnTx/>
                <a:uFillTx/>
                <a:latin typeface="Times New Roman" panose="02020603050405020304" pitchFamily="18" charset="0"/>
                <a:ea typeface="+mn-ea"/>
                <a:cs typeface="Times New Roman" panose="02020603050405020304" pitchFamily="18" charset="0"/>
              </a:rPr>
              <a:t>These are substances that are produced in the air by the interaction of two or more primary pollutants . </a:t>
            </a:r>
            <a:r>
              <a:rPr kumimoji="0" lang="pt-BR" altLang="en-US" sz="2200" b="0" i="0" u="none" strike="noStrike" kern="1200" cap="none" spc="0" normalizeH="0" baseline="0" noProof="0" dirty="0" smtClean="0">
                <a:ln>
                  <a:noFill/>
                </a:ln>
                <a:solidFill>
                  <a:srgbClr val="CC66FF"/>
                </a:solidFill>
                <a:effectLst/>
                <a:uLnTx/>
                <a:uFillTx/>
                <a:latin typeface="Times New Roman" panose="02020603050405020304" pitchFamily="18" charset="0"/>
                <a:ea typeface="+mn-ea"/>
                <a:cs typeface="Times New Roman" panose="02020603050405020304" pitchFamily="18" charset="0"/>
              </a:rPr>
              <a:t>eg: hydrocarbons HN0</a:t>
            </a:r>
            <a:r>
              <a:rPr kumimoji="0" lang="pt-BR" altLang="en-US" sz="2200" b="0" i="0" u="none" strike="noStrike" kern="1200" cap="none" spc="0" normalizeH="0" baseline="-25000" noProof="0" dirty="0" smtClean="0">
                <a:ln>
                  <a:noFill/>
                </a:ln>
                <a:solidFill>
                  <a:srgbClr val="CC66FF"/>
                </a:solidFill>
                <a:effectLst/>
                <a:uLnTx/>
                <a:uFillTx/>
                <a:latin typeface="Times New Roman" panose="02020603050405020304" pitchFamily="18" charset="0"/>
                <a:ea typeface="+mn-ea"/>
                <a:cs typeface="Times New Roman" panose="02020603050405020304" pitchFamily="18" charset="0"/>
              </a:rPr>
              <a:t>3</a:t>
            </a:r>
            <a:r>
              <a:rPr kumimoji="0" lang="pt-BR" altLang="en-US" sz="2200" b="0" i="0" u="none" strike="noStrike" kern="1200" cap="none" spc="0" normalizeH="0" baseline="0" noProof="0" dirty="0" smtClean="0">
                <a:ln>
                  <a:noFill/>
                </a:ln>
                <a:solidFill>
                  <a:srgbClr val="CC66FF"/>
                </a:solidFill>
                <a:effectLst/>
                <a:uLnTx/>
                <a:uFillTx/>
                <a:latin typeface="Times New Roman" panose="02020603050405020304" pitchFamily="18" charset="0"/>
                <a:ea typeface="+mn-ea"/>
                <a:cs typeface="Times New Roman" panose="02020603050405020304" pitchFamily="18" charset="0"/>
              </a:rPr>
              <a:t>, H</a:t>
            </a:r>
            <a:r>
              <a:rPr kumimoji="0" lang="pt-BR" altLang="en-US" sz="2200" b="0" i="0" u="none" strike="noStrike" kern="1200" cap="none" spc="0" normalizeH="0" baseline="-25000" noProof="0" dirty="0" smtClean="0">
                <a:ln>
                  <a:noFill/>
                </a:ln>
                <a:solidFill>
                  <a:srgbClr val="CC66FF"/>
                </a:solidFill>
                <a:effectLst/>
                <a:uLnTx/>
                <a:uFillTx/>
                <a:latin typeface="Times New Roman" panose="02020603050405020304" pitchFamily="18" charset="0"/>
                <a:ea typeface="+mn-ea"/>
                <a:cs typeface="Times New Roman" panose="02020603050405020304" pitchFamily="18" charset="0"/>
              </a:rPr>
              <a:t>2</a:t>
            </a:r>
            <a:r>
              <a:rPr kumimoji="0" lang="pt-BR" altLang="en-US" sz="2200" b="0" i="0" u="none" strike="noStrike" kern="1200" cap="none" spc="0" normalizeH="0" baseline="0" noProof="0" dirty="0" smtClean="0">
                <a:ln>
                  <a:noFill/>
                </a:ln>
                <a:solidFill>
                  <a:srgbClr val="CC66FF"/>
                </a:solidFill>
                <a:effectLst/>
                <a:uLnTx/>
                <a:uFillTx/>
                <a:latin typeface="Times New Roman" panose="02020603050405020304" pitchFamily="18" charset="0"/>
                <a:ea typeface="+mn-ea"/>
                <a:cs typeface="Times New Roman" panose="02020603050405020304" pitchFamily="18" charset="0"/>
              </a:rPr>
              <a:t>SO</a:t>
            </a:r>
            <a:r>
              <a:rPr kumimoji="0" lang="pt-BR" altLang="en-US" sz="2200" b="0" i="0" u="none" strike="noStrike" kern="1200" cap="none" spc="0" normalizeH="0" baseline="-25000" noProof="0" dirty="0" smtClean="0">
                <a:ln>
                  <a:noFill/>
                </a:ln>
                <a:solidFill>
                  <a:srgbClr val="CC66FF"/>
                </a:solidFill>
                <a:effectLst/>
                <a:uLnTx/>
                <a:uFillTx/>
                <a:latin typeface="Times New Roman" panose="02020603050405020304" pitchFamily="18" charset="0"/>
                <a:ea typeface="+mn-ea"/>
                <a:cs typeface="Times New Roman" panose="02020603050405020304" pitchFamily="18" charset="0"/>
              </a:rPr>
              <a:t>4</a:t>
            </a:r>
            <a:r>
              <a:rPr kumimoji="0" lang="pt-BR" altLang="en-US" sz="2200" b="0" i="0" u="none" strike="noStrike" kern="1200" cap="none" spc="0" normalizeH="0" baseline="0" noProof="0" dirty="0" smtClean="0">
                <a:ln>
                  <a:noFill/>
                </a:ln>
                <a:solidFill>
                  <a:srgbClr val="CC66FF"/>
                </a:solidFill>
                <a:effectLst/>
                <a:uLnTx/>
                <a:uFillTx/>
                <a:latin typeface="Times New Roman" panose="02020603050405020304" pitchFamily="18" charset="0"/>
                <a:ea typeface="+mn-ea"/>
                <a:cs typeface="Times New Roman" panose="02020603050405020304" pitchFamily="18" charset="0"/>
              </a:rPr>
              <a:t> etc</a:t>
            </a:r>
            <a:endParaRPr kumimoji="0" lang="en-US" altLang="en-US" sz="2200" b="0" i="0" u="none" strike="noStrike" kern="1200" cap="none" spc="0" normalizeH="0" baseline="0" noProof="0" dirty="0" smtClean="0">
              <a:ln>
                <a:noFill/>
              </a:ln>
              <a:solidFill>
                <a:srgbClr val="CC66FF"/>
              </a:solidFill>
              <a:effectLst/>
              <a:uLnTx/>
              <a:uFillTx/>
              <a:latin typeface="Times New Roman" panose="02020603050405020304" pitchFamily="18" charset="0"/>
              <a:ea typeface="+mn-ea"/>
              <a:cs typeface="Times New Roman" panose="02020603050405020304" pitchFamily="18" charset="0"/>
            </a:endParaRPr>
          </a:p>
          <a:p>
            <a:pPr marL="341630" marR="0" lvl="0" indent="-341630" algn="l" defTabSz="914400" rtl="0" eaLnBrk="1" fontAlgn="auto" latinLnBrk="0" hangingPunct="1">
              <a:lnSpc>
                <a:spcPct val="100000"/>
              </a:lnSpc>
              <a:spcBef>
                <a:spcPts val="600"/>
              </a:spcBef>
              <a:spcAft>
                <a:spcPts val="0"/>
              </a:spcAft>
              <a:buClrTx/>
              <a:buSzPct val="80000"/>
              <a:buFont typeface="Wingdings 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US" altLang="en-US" sz="2200" b="0" i="1"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Biodegradable Pollutants</a:t>
            </a:r>
            <a:br>
              <a:rPr kumimoji="0" lang="en-US" altLang="en-US" sz="2200" b="0" i="0" u="none" strike="noStrike" kern="1200" cap="none" spc="0" normalizeH="0" baseline="0" noProof="0" dirty="0" smtClean="0">
                <a:ln>
                  <a:noFill/>
                </a:ln>
                <a:solidFill>
                  <a:srgbClr val="CC66FF"/>
                </a:solidFill>
                <a:effectLst/>
                <a:uLnTx/>
                <a:uFillTx/>
                <a:latin typeface="Times New Roman" panose="02020603050405020304" pitchFamily="18" charset="0"/>
                <a:ea typeface="+mn-ea"/>
                <a:cs typeface="Times New Roman" panose="02020603050405020304" pitchFamily="18" charset="0"/>
              </a:rPr>
            </a:br>
            <a:r>
              <a:rPr kumimoji="0" lang="en-US" altLang="en-US" sz="2200" b="0" i="0" u="none" strike="noStrike" kern="1200" cap="none" spc="0" normalizeH="0" baseline="0" noProof="0" dirty="0" smtClean="0">
                <a:ln>
                  <a:noFill/>
                </a:ln>
                <a:solidFill>
                  <a:srgbClr val="7030A0"/>
                </a:solidFill>
                <a:effectLst/>
                <a:uLnTx/>
                <a:uFillTx/>
                <a:latin typeface="Times New Roman" panose="02020603050405020304" pitchFamily="18" charset="0"/>
                <a:ea typeface="+mn-ea"/>
                <a:cs typeface="Times New Roman" panose="02020603050405020304" pitchFamily="18" charset="0"/>
              </a:rPr>
              <a:t>	</a:t>
            </a:r>
            <a:r>
              <a:rPr kumimoji="0" lang="en-US" altLang="en-US" sz="2200" b="0" i="0" u="none" strike="noStrike" kern="1200" cap="none" spc="0" normalizeH="0" baseline="0" noProof="0" dirty="0" err="1" smtClean="0">
                <a:ln>
                  <a:noFill/>
                </a:ln>
                <a:solidFill>
                  <a:srgbClr val="B829FF"/>
                </a:solidFill>
                <a:effectLst/>
                <a:uLnTx/>
                <a:uFillTx/>
                <a:latin typeface="Times New Roman" panose="02020603050405020304" pitchFamily="18" charset="0"/>
                <a:ea typeface="+mn-ea"/>
                <a:cs typeface="Times New Roman" panose="02020603050405020304" pitchFamily="18" charset="0"/>
              </a:rPr>
              <a:t>eg</a:t>
            </a:r>
            <a:r>
              <a:rPr kumimoji="0" lang="en-US" altLang="en-US" sz="2200" b="0" i="0" u="none" strike="noStrike" kern="1200" cap="none" spc="0" normalizeH="0" baseline="0" noProof="0" dirty="0" smtClean="0">
                <a:ln>
                  <a:noFill/>
                </a:ln>
                <a:solidFill>
                  <a:srgbClr val="B829FF"/>
                </a:solidFill>
                <a:effectLst/>
                <a:uLnTx/>
                <a:uFillTx/>
                <a:latin typeface="Times New Roman" panose="02020603050405020304" pitchFamily="18" charset="0"/>
                <a:ea typeface="+mn-ea"/>
                <a:cs typeface="Times New Roman" panose="02020603050405020304" pitchFamily="18" charset="0"/>
              </a:rPr>
              <a:t>: domestic sewage, food waste</a:t>
            </a:r>
            <a:endParaRPr kumimoji="0" lang="en-US" altLang="en-US" sz="2200" b="0" i="0" u="none" strike="noStrike" kern="1200" cap="none" spc="0" normalizeH="0" baseline="0" noProof="0" dirty="0" smtClean="0">
              <a:ln>
                <a:noFill/>
              </a:ln>
              <a:solidFill>
                <a:srgbClr val="B829FF"/>
              </a:solidFill>
              <a:effectLst/>
              <a:uLnTx/>
              <a:uFillTx/>
              <a:latin typeface="Times New Roman" panose="02020603050405020304" pitchFamily="18" charset="0"/>
              <a:ea typeface="+mn-ea"/>
              <a:cs typeface="Times New Roman" panose="02020603050405020304" pitchFamily="18" charset="0"/>
            </a:endParaRPr>
          </a:p>
          <a:p>
            <a:pPr marL="341630" marR="0" lvl="0" indent="-341630" algn="l" defTabSz="914400" rtl="0" eaLnBrk="1" fontAlgn="auto" latinLnBrk="0" hangingPunct="1">
              <a:lnSpc>
                <a:spcPct val="100000"/>
              </a:lnSpc>
              <a:spcBef>
                <a:spcPts val="600"/>
              </a:spcBef>
              <a:spcAft>
                <a:spcPts val="0"/>
              </a:spcAft>
              <a:buClrTx/>
              <a:buSzPct val="80000"/>
              <a:buFont typeface="Wingdings 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US" altLang="en-US" sz="2200" b="0" i="1"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Non-Biodegradable Pollutants</a:t>
            </a:r>
            <a:endParaRPr kumimoji="0" lang="en-US" altLang="en-US" sz="2200" b="0" i="1"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341630" marR="0" lvl="0" indent="-341630" algn="l" defTabSz="914400" rtl="0" eaLnBrk="1" fontAlgn="auto" latinLnBrk="0" hangingPunct="1">
              <a:lnSpc>
                <a:spcPct val="100000"/>
              </a:lnSpc>
              <a:spcBef>
                <a:spcPts val="600"/>
              </a:spcBef>
              <a:spcAft>
                <a:spcPts val="0"/>
              </a:spcAft>
              <a:buClrTx/>
              <a:buSzPct val="80000"/>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kumimoji="0" lang="en-US" altLang="en-US" sz="2200" b="0" i="0" u="none" strike="noStrike" kern="1200" cap="none" spc="0" normalizeH="0" baseline="0" noProof="0" dirty="0" smtClean="0">
                <a:ln>
                  <a:noFill/>
                </a:ln>
                <a:solidFill>
                  <a:srgbClr val="7030A0"/>
                </a:solidFill>
                <a:effectLst/>
                <a:uLnTx/>
                <a:uFillTx/>
                <a:latin typeface="Times New Roman" panose="02020603050405020304" pitchFamily="18" charset="0"/>
                <a:ea typeface="+mn-ea"/>
                <a:cs typeface="Times New Roman" panose="02020603050405020304" pitchFamily="18" charset="0"/>
              </a:rPr>
              <a:t>		</a:t>
            </a:r>
            <a:r>
              <a:rPr kumimoji="0" lang="en-US" altLang="en-US" sz="2200" b="0" i="0" u="none" strike="noStrike" kern="1200" cap="none" spc="0" normalizeH="0" baseline="0" noProof="0" dirty="0" err="1" smtClean="0">
                <a:ln>
                  <a:noFill/>
                </a:ln>
                <a:solidFill>
                  <a:srgbClr val="B829FF"/>
                </a:solidFill>
                <a:effectLst/>
                <a:uLnTx/>
                <a:uFillTx/>
                <a:latin typeface="Times New Roman" panose="02020603050405020304" pitchFamily="18" charset="0"/>
                <a:ea typeface="+mn-ea"/>
                <a:cs typeface="Times New Roman" panose="02020603050405020304" pitchFamily="18" charset="0"/>
              </a:rPr>
              <a:t>eg</a:t>
            </a:r>
            <a:r>
              <a:rPr kumimoji="0" lang="en-US" altLang="en-US" sz="2200" b="0" i="0" u="none" strike="noStrike" kern="1200" cap="none" spc="0" normalizeH="0" baseline="0" noProof="0" dirty="0" smtClean="0">
                <a:ln>
                  <a:noFill/>
                </a:ln>
                <a:solidFill>
                  <a:srgbClr val="B829FF"/>
                </a:solidFill>
                <a:effectLst/>
                <a:uLnTx/>
                <a:uFillTx/>
                <a:latin typeface="Times New Roman" panose="02020603050405020304" pitchFamily="18" charset="0"/>
                <a:ea typeface="+mn-ea"/>
                <a:cs typeface="Times New Roman" panose="02020603050405020304" pitchFamily="18" charset="0"/>
              </a:rPr>
              <a:t>: Hg, lead salts, DDT</a:t>
            </a:r>
            <a:endParaRPr kumimoji="0" lang="en-US" altLang="en-US" sz="2200" b="0" i="0" u="none" strike="noStrike" kern="1200" cap="none" spc="0" normalizeH="0" baseline="0" noProof="0" dirty="0" smtClean="0">
              <a:ln>
                <a:noFill/>
              </a:ln>
              <a:solidFill>
                <a:srgbClr val="B829FF"/>
              </a:solidFill>
              <a:effectLst/>
              <a:uLnTx/>
              <a:uFillTx/>
              <a:latin typeface="Times New Roman" panose="02020603050405020304" pitchFamily="18" charset="0"/>
              <a:ea typeface="+mn-ea"/>
              <a:cs typeface="Times New Roman" panose="02020603050405020304" pitchFamily="18" charset="0"/>
            </a:endParaRPr>
          </a:p>
          <a:p>
            <a:pPr marL="341630" marR="0" lvl="0" indent="-341630" algn="l" defTabSz="914400" rtl="0" eaLnBrk="1" fontAlgn="auto" latinLnBrk="0" hangingPunct="1">
              <a:lnSpc>
                <a:spcPct val="100000"/>
              </a:lnSpc>
              <a:spcBef>
                <a:spcPts val="600"/>
              </a:spcBef>
              <a:spcAft>
                <a:spcPts val="0"/>
              </a:spcAft>
              <a:buClrTx/>
              <a:buSzPct val="80000"/>
              <a:buFont typeface="Wingdings 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kumimoji="0" lang="en-US" altLang="en-US" sz="2200" b="0" i="0" u="none" strike="noStrike" kern="1200" cap="none" spc="0" normalizeH="0" baseline="0" noProof="0" dirty="0" smtClean="0">
              <a:ln>
                <a:noFill/>
              </a:ln>
              <a:solidFill>
                <a:srgbClr val="7030A0"/>
              </a:solidFill>
              <a:effectLst/>
              <a:uLnTx/>
              <a:uFillTx/>
              <a:latin typeface="Times New Roman" panose="02020603050405020304" pitchFamily="18" charset="0"/>
              <a:ea typeface="+mn-ea"/>
              <a:cs typeface="Times New Roman" panose="02020603050405020304" pitchFamily="18" charset="0"/>
            </a:endParaRPr>
          </a:p>
          <a:p>
            <a:pPr marL="341630" marR="0" lvl="0" indent="-341630" algn="l" defTabSz="914400" rtl="0" eaLnBrk="1" fontAlgn="auto" latinLnBrk="0" hangingPunct="1">
              <a:lnSpc>
                <a:spcPct val="100000"/>
              </a:lnSpc>
              <a:spcBef>
                <a:spcPts val="600"/>
              </a:spcBef>
              <a:spcAft>
                <a:spcPts val="0"/>
              </a:spcAft>
              <a:buClrTx/>
              <a:buSzPct val="80000"/>
              <a:buFontTx/>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kumimoji="0" lang="en-US" altLang="en-US" sz="2200" b="0" i="0" u="none" strike="noStrike" kern="1200" cap="none" spc="0" normalizeH="0" baseline="0" noProof="0" dirty="0" smtClean="0">
              <a:ln>
                <a:noFill/>
              </a:ln>
              <a:solidFill>
                <a:srgbClr val="7030A0"/>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transition spd="med">
    <p:split dir="in"/>
  </p:transition>
  <p:timing>
    <p:tnLst>
      <p:par>
        <p:cTn id="1" dur="indefinite"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Title 5"/>
          <p:cNvSpPr>
            <a:spLocks noGrp="1" noChangeArrowheads="1"/>
          </p:cNvSpPr>
          <p:nvPr>
            <p:ph type="title"/>
          </p:nvPr>
        </p:nvSpPr>
        <p:spPr>
          <a:xfrm>
            <a:off x="1295400" y="609600"/>
            <a:ext cx="7389813" cy="1141413"/>
          </a:xfrm>
        </p:spPr>
        <p:txBody>
          <a:bodyPr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en-US" sz="2400" b="1" i="0" u="none" strike="noStrike" kern="1200" cap="none" spc="0" normalizeH="0" baseline="0" noProof="0" dirty="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t>Major Air Pollutants</a:t>
            </a:r>
            <a:endParaRPr kumimoji="0" lang="en-US" altLang="en-US" sz="2400" b="1" i="0" u="none" strike="noStrike" kern="1200" cap="none" spc="0" normalizeH="0" baseline="0" noProof="0" dirty="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endParaRPr>
          </a:p>
        </p:txBody>
      </p:sp>
      <p:sp>
        <p:nvSpPr>
          <p:cNvPr id="15363" name="Content Placeholder 6"/>
          <p:cNvSpPr>
            <a:spLocks noGrp="1"/>
          </p:cNvSpPr>
          <p:nvPr>
            <p:ph idx="1"/>
          </p:nvPr>
        </p:nvSpPr>
        <p:spPr>
          <a:xfrm>
            <a:off x="2209800" y="2438400"/>
            <a:ext cx="4419600" cy="2209800"/>
          </a:xfrm>
          <a:ln/>
        </p:spPr>
        <p:txBody>
          <a:bodyPr vert="horz" wrap="square" anchor="t" anchorCtr="0"/>
          <a:p>
            <a:pPr marL="514350" indent="-514350">
              <a:buFont typeface="Arial" panose="020B0604020202020204" pitchFamily="34" charset="0"/>
              <a:buAutoNum type="romanUcPeriod"/>
            </a:pPr>
            <a:r>
              <a:rPr lang="en-US" altLang="en-US" sz="2200" dirty="0">
                <a:solidFill>
                  <a:srgbClr val="FF0000"/>
                </a:solidFill>
                <a:latin typeface="Times New Roman" panose="02020603050405020304" pitchFamily="18" charset="0"/>
                <a:cs typeface="Times New Roman" panose="02020603050405020304" pitchFamily="18" charset="0"/>
              </a:rPr>
              <a:t>Carbon oxides (CO &amp; CO</a:t>
            </a:r>
            <a:r>
              <a:rPr lang="en-US" altLang="en-US" sz="2200" baseline="-25000" dirty="0">
                <a:solidFill>
                  <a:srgbClr val="FF0000"/>
                </a:solidFill>
                <a:latin typeface="Times New Roman" panose="02020603050405020304" pitchFamily="18" charset="0"/>
                <a:cs typeface="Times New Roman" panose="02020603050405020304" pitchFamily="18" charset="0"/>
              </a:rPr>
              <a:t>2</a:t>
            </a:r>
            <a:r>
              <a:rPr lang="en-US" altLang="en-US" sz="2200" dirty="0">
                <a:solidFill>
                  <a:srgbClr val="FF0000"/>
                </a:solidFill>
                <a:latin typeface="Times New Roman" panose="02020603050405020304" pitchFamily="18" charset="0"/>
                <a:cs typeface="Times New Roman" panose="02020603050405020304" pitchFamily="18" charset="0"/>
              </a:rPr>
              <a:t>)</a:t>
            </a:r>
            <a:endParaRPr lang="en-US" altLang="en-US" sz="2200" dirty="0">
              <a:solidFill>
                <a:srgbClr val="FF0000"/>
              </a:solidFill>
              <a:latin typeface="Times New Roman" panose="02020603050405020304" pitchFamily="18" charset="0"/>
              <a:cs typeface="Times New Roman" panose="02020603050405020304" pitchFamily="18" charset="0"/>
            </a:endParaRPr>
          </a:p>
          <a:p>
            <a:pPr marL="514350" indent="-514350">
              <a:buFont typeface="Arial" panose="020B0604020202020204" pitchFamily="34" charset="0"/>
              <a:buAutoNum type="romanUcPeriod"/>
            </a:pPr>
            <a:r>
              <a:rPr lang="en-US" altLang="en-US" sz="2200" dirty="0">
                <a:solidFill>
                  <a:srgbClr val="FF0000"/>
                </a:solidFill>
                <a:latin typeface="Times New Roman" panose="02020603050405020304" pitchFamily="18" charset="0"/>
                <a:cs typeface="Times New Roman" panose="02020603050405020304" pitchFamily="18" charset="0"/>
              </a:rPr>
              <a:t>Nitrogen oxides (NOx)</a:t>
            </a:r>
            <a:endParaRPr lang="en-US" altLang="en-US" sz="2200" dirty="0">
              <a:solidFill>
                <a:srgbClr val="FF0000"/>
              </a:solidFill>
              <a:latin typeface="Times New Roman" panose="02020603050405020304" pitchFamily="18" charset="0"/>
              <a:cs typeface="Times New Roman" panose="02020603050405020304" pitchFamily="18" charset="0"/>
            </a:endParaRPr>
          </a:p>
          <a:p>
            <a:pPr marL="514350" indent="-514350">
              <a:buFont typeface="Arial" panose="020B0604020202020204" pitchFamily="34" charset="0"/>
              <a:buAutoNum type="romanUcPeriod"/>
            </a:pPr>
            <a:r>
              <a:rPr lang="en-US" altLang="en-US" sz="2200" dirty="0">
                <a:solidFill>
                  <a:srgbClr val="FF0000"/>
                </a:solidFill>
                <a:latin typeface="Times New Roman" panose="02020603050405020304" pitchFamily="18" charset="0"/>
                <a:cs typeface="Times New Roman" panose="02020603050405020304" pitchFamily="18" charset="0"/>
              </a:rPr>
              <a:t>Sulphur oxides (SOx)</a:t>
            </a:r>
            <a:endParaRPr lang="en-US" altLang="en-US" sz="2200" dirty="0">
              <a:solidFill>
                <a:srgbClr val="FF0000"/>
              </a:solidFill>
              <a:latin typeface="Times New Roman" panose="02020603050405020304" pitchFamily="18" charset="0"/>
              <a:cs typeface="Times New Roman" panose="02020603050405020304" pitchFamily="18" charset="0"/>
            </a:endParaRPr>
          </a:p>
          <a:p>
            <a:pPr marL="514350" indent="-514350">
              <a:buFont typeface="Arial" panose="020B0604020202020204" pitchFamily="34" charset="0"/>
              <a:buAutoNum type="romanUcPeriod"/>
            </a:pPr>
            <a:r>
              <a:rPr lang="en-US" altLang="en-US" sz="2200" dirty="0">
                <a:solidFill>
                  <a:srgbClr val="FF0000"/>
                </a:solidFill>
                <a:latin typeface="Times New Roman" panose="02020603050405020304" pitchFamily="18" charset="0"/>
                <a:cs typeface="Times New Roman" panose="02020603050405020304" pitchFamily="18" charset="0"/>
              </a:rPr>
              <a:t>Hydrocarbons</a:t>
            </a:r>
            <a:endParaRPr lang="en-US" altLang="en-US" sz="2200" dirty="0">
              <a:solidFill>
                <a:srgbClr val="FF0000"/>
              </a:solidFill>
              <a:latin typeface="Times New Roman" panose="02020603050405020304" pitchFamily="18" charset="0"/>
              <a:cs typeface="Times New Roman" panose="02020603050405020304" pitchFamily="18" charset="0"/>
            </a:endParaRPr>
          </a:p>
          <a:p>
            <a:pPr marL="514350" indent="-514350">
              <a:buFont typeface="Arial" panose="020B0604020202020204" pitchFamily="34" charset="0"/>
              <a:buAutoNum type="romanUcPeriod"/>
            </a:pPr>
            <a:r>
              <a:rPr lang="en-US" altLang="en-US" sz="2200" dirty="0">
                <a:solidFill>
                  <a:srgbClr val="FF0000"/>
                </a:solidFill>
                <a:latin typeface="Times New Roman" panose="02020603050405020304" pitchFamily="18" charset="0"/>
                <a:cs typeface="Times New Roman" panose="02020603050405020304" pitchFamily="18" charset="0"/>
              </a:rPr>
              <a:t>Particulates</a:t>
            </a:r>
            <a:endParaRPr lang="en-US" altLang="en-US" sz="2200" dirty="0">
              <a:solidFill>
                <a:srgbClr val="FF0000"/>
              </a:solidFill>
              <a:latin typeface="Times New Roman" panose="02020603050405020304" pitchFamily="18" charset="0"/>
              <a:ea typeface="Times New Roman" panose="02020603050405020304" pitchFamily="18" charset="0"/>
            </a:endParaRPr>
          </a:p>
        </p:txBody>
      </p:sp>
      <p:sp>
        <p:nvSpPr>
          <p:cNvPr id="15364" name="TextBox 10"/>
          <p:cNvSpPr txBox="1"/>
          <p:nvPr/>
        </p:nvSpPr>
        <p:spPr>
          <a:xfrm>
            <a:off x="1219200" y="1676400"/>
            <a:ext cx="7656513" cy="1016000"/>
          </a:xfrm>
          <a:prstGeom prst="rect">
            <a:avLst/>
          </a:prstGeom>
          <a:noFill/>
          <a:ln w="9525">
            <a:noFill/>
          </a:ln>
        </p:spPr>
        <p:txBody>
          <a:bodyPr>
            <a:spAutoFit/>
          </a:bodyPr>
          <a:p>
            <a:pPr eaLnBrk="1" hangingPunct="1">
              <a:buClr>
                <a:srgbClr val="000000"/>
              </a:buClr>
              <a:buSzPct val="100000"/>
              <a:buFont typeface="Times New Roman" panose="02020603050405020304" pitchFamily="18" charset="0"/>
            </a:pPr>
            <a:r>
              <a:rPr lang="en-US" altLang="en-US" sz="2000" dirty="0">
                <a:solidFill>
                  <a:srgbClr val="B829FF"/>
                </a:solidFill>
                <a:latin typeface="Times New Roman" panose="02020603050405020304" pitchFamily="18" charset="0"/>
                <a:cs typeface="Times New Roman" panose="02020603050405020304" pitchFamily="18" charset="0"/>
              </a:rPr>
              <a:t>  Five primary pollutants that are responsible for 90% of global air pollution are,</a:t>
            </a:r>
            <a:endParaRPr lang="en-US" altLang="en-US" sz="2000" dirty="0">
              <a:solidFill>
                <a:srgbClr val="B829FF"/>
              </a:solidFill>
              <a:latin typeface="Times New Roman" panose="02020603050405020304" pitchFamily="18" charset="0"/>
              <a:cs typeface="Times New Roman" panose="02020603050405020304" pitchFamily="18" charset="0"/>
            </a:endParaRPr>
          </a:p>
          <a:p>
            <a:pPr eaLnBrk="1" hangingPunct="1">
              <a:buClr>
                <a:srgbClr val="000000"/>
              </a:buClr>
              <a:buSzPct val="100000"/>
              <a:buFont typeface="Times New Roman" panose="02020603050405020304" pitchFamily="18" charset="0"/>
            </a:pPr>
            <a:r>
              <a:rPr lang="en-US" altLang="en-US" sz="2000" dirty="0">
                <a:solidFill>
                  <a:srgbClr val="B829FF"/>
                </a:solidFill>
                <a:latin typeface="Times New Roman" panose="02020603050405020304" pitchFamily="18" charset="0"/>
                <a:cs typeface="Times New Roman" panose="02020603050405020304" pitchFamily="18" charset="0"/>
              </a:rPr>
              <a:t> </a:t>
            </a:r>
            <a:endParaRPr lang="en-US" altLang="en-US" sz="2000" dirty="0">
              <a:solidFill>
                <a:srgbClr val="B829FF"/>
              </a:solidFill>
              <a:latin typeface="Times New Roman" panose="02020603050405020304" pitchFamily="18" charset="0"/>
              <a:ea typeface="Times New Roman" panose="02020603050405020304" pitchFamily="18" charset="0"/>
            </a:endParaRPr>
          </a:p>
        </p:txBody>
      </p:sp>
    </p:spTree>
  </p:cSld>
  <p:clrMapOvr>
    <a:masterClrMapping/>
  </p:clrMapOvr>
  <p:transition spd="med"/>
  <p:timing>
    <p:tnLst>
      <p:par>
        <p:cTn id="1" dur="indefinite"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Title 1"/>
          <p:cNvSpPr>
            <a:spLocks noGrp="1" noChangeArrowheads="1"/>
          </p:cNvSpPr>
          <p:nvPr>
            <p:ph type="title"/>
          </p:nvPr>
        </p:nvSpPr>
        <p:spPr>
          <a:xfrm>
            <a:off x="304800" y="457200"/>
            <a:ext cx="8228013" cy="609600"/>
          </a:xfrm>
        </p:spPr>
        <p:txBody>
          <a:bodyPr anchor="ctr">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br>
              <a:rPr kumimoji="0" lang="en-US" altLang="en-US" sz="2400" b="1" i="0"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br>
            <a:r>
              <a:rPr kumimoji="0" lang="en-US" altLang="en-US" sz="2400" b="1" i="0"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t>Oxides of Carbon ( CO &amp; CO</a:t>
            </a:r>
            <a:r>
              <a:rPr kumimoji="0" lang="en-US" altLang="en-US" sz="2400" b="1" i="0" u="none" strike="noStrike" kern="1200" cap="none" spc="0" normalizeH="0" baseline="-2500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t>2</a:t>
            </a:r>
            <a:r>
              <a:rPr kumimoji="0" lang="en-US" altLang="en-US" sz="2400" b="1" i="0"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t>)</a:t>
            </a:r>
            <a:br>
              <a:rPr kumimoji="0" lang="en-US" altLang="en-US" sz="2400" b="0" i="0" u="none" strike="noStrike" kern="1200" cap="none" spc="0" normalizeH="0" baseline="0" noProof="0" smtClean="0">
                <a:ln>
                  <a:noFill/>
                </a:ln>
                <a:solidFill>
                  <a:schemeClr val="tx2">
                    <a:satMod val="130000"/>
                  </a:schemeClr>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br>
            <a:endParaRPr kumimoji="0" lang="en-US" altLang="en-US" sz="2400" b="0" i="0" u="none" strike="noStrike" kern="1200" cap="none" spc="0" normalizeH="0" baseline="0" noProof="0" smtClean="0">
              <a:ln>
                <a:noFill/>
              </a:ln>
              <a:solidFill>
                <a:schemeClr val="tx2">
                  <a:satMod val="130000"/>
                </a:schemeClr>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endParaRPr>
          </a:p>
        </p:txBody>
      </p:sp>
      <p:sp>
        <p:nvSpPr>
          <p:cNvPr id="16387" name="Content Placeholder 2"/>
          <p:cNvSpPr>
            <a:spLocks noGrp="1"/>
          </p:cNvSpPr>
          <p:nvPr>
            <p:ph idx="1"/>
          </p:nvPr>
        </p:nvSpPr>
        <p:spPr>
          <a:xfrm>
            <a:off x="1219200" y="1295400"/>
            <a:ext cx="7924800" cy="4981575"/>
          </a:xfrm>
          <a:ln/>
        </p:spPr>
        <p:txBody>
          <a:bodyPr vert="horz" wrap="square" anchor="t" anchorCtr="0"/>
          <a:p>
            <a:pPr>
              <a:buFont typeface="Times New Roman" panose="02020603050405020304" pitchFamily="18" charset="0"/>
              <a:buNone/>
            </a:pPr>
            <a:r>
              <a:rPr lang="en-US" altLang="en-US" sz="2000" b="1" dirty="0">
                <a:solidFill>
                  <a:srgbClr val="FF00FF"/>
                </a:solidFill>
                <a:latin typeface="Times New Roman" panose="02020603050405020304" pitchFamily="18" charset="0"/>
                <a:cs typeface="Times New Roman" panose="02020603050405020304" pitchFamily="18" charset="0"/>
              </a:rPr>
              <a:t> (A) Carbon monoxide (CO)</a:t>
            </a:r>
            <a:endParaRPr lang="en-US" altLang="en-US" sz="2000" dirty="0">
              <a:solidFill>
                <a:srgbClr val="FF00FF"/>
              </a:solidFill>
              <a:latin typeface="Times New Roman" panose="02020603050405020304" pitchFamily="18" charset="0"/>
              <a:cs typeface="Times New Roman" panose="02020603050405020304" pitchFamily="18" charset="0"/>
            </a:endParaRPr>
          </a:p>
          <a:p>
            <a:pPr>
              <a:buFont typeface="Times New Roman" panose="02020603050405020304" pitchFamily="18" charset="0"/>
              <a:buNone/>
            </a:pPr>
            <a:r>
              <a:rPr lang="en-US" altLang="en-US" sz="2000" dirty="0">
                <a:solidFill>
                  <a:srgbClr val="CC66FF"/>
                </a:solidFill>
                <a:latin typeface="Times New Roman" panose="02020603050405020304" pitchFamily="18" charset="0"/>
                <a:cs typeface="Times New Roman" panose="02020603050405020304" pitchFamily="18" charset="0"/>
              </a:rPr>
              <a:t>	</a:t>
            </a:r>
            <a:r>
              <a:rPr lang="en-US" altLang="en-US" sz="2000" dirty="0">
                <a:solidFill>
                  <a:srgbClr val="B829FF"/>
                </a:solidFill>
                <a:latin typeface="Times New Roman" panose="02020603050405020304" pitchFamily="18" charset="0"/>
                <a:cs typeface="Times New Roman" panose="02020603050405020304" pitchFamily="18" charset="0"/>
              </a:rPr>
              <a:t>  It is a colorless, odorless gas which is highly toxic to humans. It is the most serious pollutant.</a:t>
            </a:r>
            <a:endParaRPr lang="en-US" altLang="en-US" sz="2000" dirty="0">
              <a:solidFill>
                <a:srgbClr val="B829FF"/>
              </a:solidFill>
              <a:latin typeface="Times New Roman" panose="02020603050405020304" pitchFamily="18" charset="0"/>
              <a:cs typeface="Times New Roman" panose="02020603050405020304" pitchFamily="18" charset="0"/>
            </a:endParaRPr>
          </a:p>
          <a:p>
            <a:pPr>
              <a:buFont typeface="Times New Roman" panose="02020603050405020304" pitchFamily="18" charset="0"/>
              <a:buNone/>
            </a:pPr>
            <a:r>
              <a:rPr lang="en-US" altLang="en-US" sz="2000" b="1" i="1" dirty="0">
                <a:solidFill>
                  <a:srgbClr val="FF00FF"/>
                </a:solidFill>
                <a:latin typeface="Times New Roman" panose="02020603050405020304" pitchFamily="18" charset="0"/>
                <a:cs typeface="Times New Roman" panose="02020603050405020304" pitchFamily="18" charset="0"/>
              </a:rPr>
              <a:t>Sources:</a:t>
            </a:r>
            <a:endParaRPr lang="en-US" altLang="en-US" sz="2000" dirty="0">
              <a:solidFill>
                <a:srgbClr val="FF00FF"/>
              </a:solidFill>
              <a:latin typeface="Times New Roman" panose="02020603050405020304" pitchFamily="18" charset="0"/>
              <a:cs typeface="Times New Roman" panose="02020603050405020304" pitchFamily="18" charset="0"/>
            </a:endParaRPr>
          </a:p>
          <a:p>
            <a:pPr>
              <a:buFont typeface="Times New Roman" panose="02020603050405020304" pitchFamily="18" charset="0"/>
              <a:buNone/>
            </a:pPr>
            <a:r>
              <a:rPr lang="en-US" altLang="en-US" sz="2000" dirty="0">
                <a:solidFill>
                  <a:srgbClr val="B829FF"/>
                </a:solidFill>
                <a:latin typeface="Times New Roman" panose="02020603050405020304" pitchFamily="18" charset="0"/>
                <a:cs typeface="Times New Roman" panose="02020603050405020304" pitchFamily="18" charset="0"/>
              </a:rPr>
              <a:t>			It is a product by incomplete combustion of fuel such as natural gas, coal or wood. Vehicular exhaust is a major source of carbon monoxide. Volcanic eruptions, forest fires, natural gas emission and smoking also contribute in the formation of CO.</a:t>
            </a:r>
            <a:endParaRPr lang="en-US" altLang="en-US" sz="2000" dirty="0">
              <a:solidFill>
                <a:srgbClr val="B829FF"/>
              </a:solidFill>
              <a:latin typeface="Times New Roman" panose="02020603050405020304" pitchFamily="18" charset="0"/>
              <a:cs typeface="Times New Roman" panose="02020603050405020304" pitchFamily="18" charset="0"/>
            </a:endParaRPr>
          </a:p>
          <a:p>
            <a:pPr>
              <a:buFont typeface="Times New Roman" panose="02020603050405020304" pitchFamily="18" charset="0"/>
              <a:buNone/>
            </a:pPr>
            <a:r>
              <a:rPr lang="en-US" altLang="en-US" sz="2000" b="1" i="1" dirty="0">
                <a:solidFill>
                  <a:srgbClr val="FF00FF"/>
                </a:solidFill>
                <a:latin typeface="Times New Roman" panose="02020603050405020304" pitchFamily="18" charset="0"/>
                <a:cs typeface="Times New Roman" panose="02020603050405020304" pitchFamily="18" charset="0"/>
              </a:rPr>
              <a:t>Sink of CO:</a:t>
            </a:r>
            <a:r>
              <a:rPr lang="en-US" altLang="en-US" sz="2000" b="1" dirty="0">
                <a:solidFill>
                  <a:srgbClr val="FF00FF"/>
                </a:solidFill>
                <a:latin typeface="Times New Roman" panose="02020603050405020304" pitchFamily="18" charset="0"/>
                <a:cs typeface="Times New Roman" panose="02020603050405020304" pitchFamily="18" charset="0"/>
              </a:rPr>
              <a:t> </a:t>
            </a:r>
            <a:endParaRPr lang="en-US" altLang="en-US" sz="2000" dirty="0">
              <a:solidFill>
                <a:srgbClr val="FF00FF"/>
              </a:solidFill>
              <a:latin typeface="Times New Roman" panose="02020603050405020304" pitchFamily="18" charset="0"/>
              <a:cs typeface="Times New Roman" panose="02020603050405020304" pitchFamily="18" charset="0"/>
            </a:endParaRPr>
          </a:p>
          <a:p>
            <a:pPr>
              <a:buFont typeface="Times New Roman" panose="02020603050405020304" pitchFamily="18" charset="0"/>
              <a:buNone/>
            </a:pPr>
            <a:r>
              <a:rPr lang="en-US" altLang="en-US" sz="2000" dirty="0">
                <a:solidFill>
                  <a:srgbClr val="B829FF"/>
                </a:solidFill>
                <a:latin typeface="Times New Roman" panose="02020603050405020304" pitchFamily="18" charset="0"/>
                <a:cs typeface="Times New Roman" panose="02020603050405020304" pitchFamily="18" charset="0"/>
              </a:rPr>
              <a:t>		Some soil microorganisms act as the sink of CO. In the presence of these microorganisms CO is either oxidised to CO</a:t>
            </a:r>
            <a:r>
              <a:rPr lang="en-US" altLang="en-US" sz="2000" baseline="-25000" dirty="0">
                <a:solidFill>
                  <a:srgbClr val="B829FF"/>
                </a:solidFill>
                <a:latin typeface="Times New Roman" panose="02020603050405020304" pitchFamily="18" charset="0"/>
                <a:cs typeface="Times New Roman" panose="02020603050405020304" pitchFamily="18" charset="0"/>
              </a:rPr>
              <a:t>2</a:t>
            </a:r>
            <a:r>
              <a:rPr lang="en-US" altLang="en-US" sz="2000" dirty="0">
                <a:solidFill>
                  <a:srgbClr val="B829FF"/>
                </a:solidFill>
                <a:latin typeface="Times New Roman" panose="02020603050405020304" pitchFamily="18" charset="0"/>
                <a:cs typeface="Times New Roman" panose="02020603050405020304" pitchFamily="18" charset="0"/>
              </a:rPr>
              <a:t> or reduced to methane.</a:t>
            </a:r>
            <a:endParaRPr lang="en-US" altLang="en-US" sz="2000" dirty="0">
              <a:solidFill>
                <a:srgbClr val="B829FF"/>
              </a:solidFill>
              <a:latin typeface="Times New Roman" panose="02020603050405020304" pitchFamily="18" charset="0"/>
              <a:cs typeface="Times New Roman" panose="02020603050405020304" pitchFamily="18" charset="0"/>
            </a:endParaRPr>
          </a:p>
          <a:p>
            <a:pPr>
              <a:buFont typeface="Times New Roman" panose="02020603050405020304" pitchFamily="18" charset="0"/>
              <a:buNone/>
            </a:pPr>
            <a:r>
              <a:rPr lang="en-US" altLang="en-US" sz="2000" dirty="0">
                <a:solidFill>
                  <a:srgbClr val="B829FF"/>
                </a:solidFill>
                <a:latin typeface="Times New Roman" panose="02020603050405020304" pitchFamily="18" charset="0"/>
                <a:cs typeface="Times New Roman" panose="02020603050405020304" pitchFamily="18" charset="0"/>
              </a:rPr>
              <a:t>					CO + 1/2 O</a:t>
            </a:r>
            <a:r>
              <a:rPr lang="en-US" altLang="en-US" sz="2000" baseline="-25000" dirty="0">
                <a:solidFill>
                  <a:srgbClr val="B829FF"/>
                </a:solidFill>
                <a:latin typeface="Times New Roman" panose="02020603050405020304" pitchFamily="18" charset="0"/>
                <a:cs typeface="Times New Roman" panose="02020603050405020304" pitchFamily="18" charset="0"/>
              </a:rPr>
              <a:t>2</a:t>
            </a:r>
            <a:r>
              <a:rPr lang="en-US" altLang="en-US" sz="2000" dirty="0">
                <a:solidFill>
                  <a:srgbClr val="B829FF"/>
                </a:solidFill>
                <a:latin typeface="Times New Roman" panose="02020603050405020304" pitchFamily="18" charset="0"/>
                <a:cs typeface="Times New Roman" panose="02020603050405020304" pitchFamily="18" charset="0"/>
              </a:rPr>
              <a:t>   </a:t>
            </a:r>
            <a:r>
              <a:rPr lang="en-US" altLang="en-US" sz="2000" dirty="0">
                <a:solidFill>
                  <a:srgbClr val="B829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en-US" sz="2000" dirty="0">
                <a:solidFill>
                  <a:srgbClr val="B829FF"/>
                </a:solidFill>
                <a:latin typeface="Times New Roman" panose="02020603050405020304" pitchFamily="18" charset="0"/>
                <a:cs typeface="Times New Roman" panose="02020603050405020304" pitchFamily="18" charset="0"/>
              </a:rPr>
              <a:t>   CO</a:t>
            </a:r>
            <a:r>
              <a:rPr lang="en-US" altLang="en-US" sz="2000" baseline="-25000" dirty="0">
                <a:solidFill>
                  <a:srgbClr val="B829FF"/>
                </a:solidFill>
                <a:latin typeface="Times New Roman" panose="02020603050405020304" pitchFamily="18" charset="0"/>
                <a:cs typeface="Times New Roman" panose="02020603050405020304" pitchFamily="18" charset="0"/>
              </a:rPr>
              <a:t>2</a:t>
            </a:r>
            <a:endParaRPr lang="en-US" altLang="en-US" sz="2000" dirty="0">
              <a:solidFill>
                <a:srgbClr val="B829FF"/>
              </a:solidFill>
              <a:latin typeface="Times New Roman" panose="02020603050405020304" pitchFamily="18" charset="0"/>
              <a:cs typeface="Times New Roman" panose="02020603050405020304" pitchFamily="18" charset="0"/>
            </a:endParaRPr>
          </a:p>
          <a:p>
            <a:pPr>
              <a:buFont typeface="Times New Roman" panose="02020603050405020304" pitchFamily="18" charset="0"/>
              <a:buNone/>
            </a:pPr>
            <a:r>
              <a:rPr lang="en-US" altLang="en-US" sz="2000" dirty="0">
                <a:solidFill>
                  <a:srgbClr val="B829FF"/>
                </a:solidFill>
                <a:latin typeface="Times New Roman" panose="02020603050405020304" pitchFamily="18" charset="0"/>
                <a:cs typeface="Times New Roman" panose="02020603050405020304" pitchFamily="18" charset="0"/>
              </a:rPr>
              <a:t>					CO + 3H</a:t>
            </a:r>
            <a:r>
              <a:rPr lang="en-US" altLang="en-US" sz="2000" baseline="-25000" dirty="0">
                <a:solidFill>
                  <a:srgbClr val="B829FF"/>
                </a:solidFill>
                <a:latin typeface="Times New Roman" panose="02020603050405020304" pitchFamily="18" charset="0"/>
                <a:cs typeface="Times New Roman" panose="02020603050405020304" pitchFamily="18" charset="0"/>
              </a:rPr>
              <a:t>2</a:t>
            </a:r>
            <a:r>
              <a:rPr lang="en-US" altLang="en-US" sz="2000" dirty="0">
                <a:solidFill>
                  <a:srgbClr val="B829FF"/>
                </a:solidFill>
                <a:latin typeface="Times New Roman" panose="02020603050405020304" pitchFamily="18" charset="0"/>
                <a:cs typeface="Times New Roman" panose="02020603050405020304" pitchFamily="18" charset="0"/>
              </a:rPr>
              <a:t>     </a:t>
            </a:r>
            <a:r>
              <a:rPr lang="en-US" altLang="en-US" sz="2000" dirty="0">
                <a:solidFill>
                  <a:srgbClr val="B829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en-US" sz="2000" dirty="0">
                <a:solidFill>
                  <a:srgbClr val="B829FF"/>
                </a:solidFill>
                <a:latin typeface="Times New Roman" panose="02020603050405020304" pitchFamily="18" charset="0"/>
                <a:cs typeface="Times New Roman" panose="02020603050405020304" pitchFamily="18" charset="0"/>
              </a:rPr>
              <a:t>   CH</a:t>
            </a:r>
            <a:r>
              <a:rPr lang="en-US" altLang="en-US" sz="2000" baseline="-25000" dirty="0">
                <a:solidFill>
                  <a:srgbClr val="B829FF"/>
                </a:solidFill>
                <a:latin typeface="Times New Roman" panose="02020603050405020304" pitchFamily="18" charset="0"/>
                <a:cs typeface="Times New Roman" panose="02020603050405020304" pitchFamily="18" charset="0"/>
              </a:rPr>
              <a:t>4</a:t>
            </a:r>
            <a:r>
              <a:rPr lang="en-US" altLang="en-US" sz="2000" dirty="0">
                <a:solidFill>
                  <a:srgbClr val="B829FF"/>
                </a:solidFill>
                <a:latin typeface="Times New Roman" panose="02020603050405020304" pitchFamily="18" charset="0"/>
                <a:cs typeface="Times New Roman" panose="02020603050405020304" pitchFamily="18" charset="0"/>
              </a:rPr>
              <a:t> + H</a:t>
            </a:r>
            <a:r>
              <a:rPr lang="en-US" altLang="en-US" sz="2000" baseline="-25000" dirty="0">
                <a:solidFill>
                  <a:srgbClr val="B829FF"/>
                </a:solidFill>
                <a:latin typeface="Times New Roman" panose="02020603050405020304" pitchFamily="18" charset="0"/>
                <a:cs typeface="Times New Roman" panose="02020603050405020304" pitchFamily="18" charset="0"/>
              </a:rPr>
              <a:t>2</a:t>
            </a:r>
            <a:r>
              <a:rPr lang="en-US" altLang="en-US" sz="2000" dirty="0">
                <a:solidFill>
                  <a:srgbClr val="B829FF"/>
                </a:solidFill>
                <a:latin typeface="Times New Roman" panose="02020603050405020304" pitchFamily="18" charset="0"/>
                <a:cs typeface="Times New Roman" panose="02020603050405020304" pitchFamily="18" charset="0"/>
              </a:rPr>
              <a:t>O</a:t>
            </a:r>
            <a:endParaRPr lang="en-US" altLang="en-US" sz="2000" dirty="0">
              <a:solidFill>
                <a:srgbClr val="B829FF"/>
              </a:solidFill>
              <a:latin typeface="Times New Roman" panose="02020603050405020304" pitchFamily="18" charset="0"/>
              <a:ea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Content Placeholder 2"/>
          <p:cNvSpPr>
            <a:spLocks noGrp="1"/>
          </p:cNvSpPr>
          <p:nvPr>
            <p:ph idx="1"/>
          </p:nvPr>
        </p:nvSpPr>
        <p:spPr>
          <a:xfrm>
            <a:off x="1600200" y="762000"/>
            <a:ext cx="7085013" cy="5362575"/>
          </a:xfrm>
          <a:ln/>
        </p:spPr>
        <p:txBody>
          <a:bodyPr vert="horz" wrap="square" anchor="t" anchorCtr="0"/>
          <a:p>
            <a:pPr>
              <a:buFont typeface="Times New Roman" panose="02020603050405020304" pitchFamily="18" charset="0"/>
              <a:buNone/>
            </a:pPr>
            <a:r>
              <a:rPr lang="en-US" altLang="en-US" sz="2000" b="1" i="1" dirty="0">
                <a:solidFill>
                  <a:srgbClr val="FF00FF"/>
                </a:solidFill>
                <a:latin typeface="Times New Roman" panose="02020603050405020304" pitchFamily="18" charset="0"/>
                <a:cs typeface="Times New Roman" panose="02020603050405020304" pitchFamily="18" charset="0"/>
              </a:rPr>
              <a:t>Effects of CO:</a:t>
            </a:r>
            <a:endParaRPr lang="en-US" altLang="en-US" sz="2000" dirty="0">
              <a:solidFill>
                <a:srgbClr val="FF00FF"/>
              </a:solidFill>
              <a:latin typeface="Times New Roman" panose="02020603050405020304" pitchFamily="18" charset="0"/>
              <a:cs typeface="Times New Roman" panose="02020603050405020304" pitchFamily="18" charset="0"/>
            </a:endParaRPr>
          </a:p>
          <a:p>
            <a:pPr>
              <a:buFont typeface="Times New Roman" panose="02020603050405020304" pitchFamily="18" charset="0"/>
              <a:buNone/>
            </a:pPr>
            <a:r>
              <a:rPr lang="en-US" altLang="en-US" sz="2000" dirty="0">
                <a:solidFill>
                  <a:srgbClr val="B829FF"/>
                </a:solidFill>
                <a:latin typeface="Times New Roman" panose="02020603050405020304" pitchFamily="18" charset="0"/>
                <a:cs typeface="Times New Roman" panose="02020603050405020304" pitchFamily="18" charset="0"/>
              </a:rPr>
              <a:t>			CO when inhaled reduces the O</a:t>
            </a:r>
            <a:r>
              <a:rPr lang="en-US" altLang="en-US" sz="2000" baseline="-25000" dirty="0">
                <a:solidFill>
                  <a:srgbClr val="B829FF"/>
                </a:solidFill>
                <a:latin typeface="Times New Roman" panose="02020603050405020304" pitchFamily="18" charset="0"/>
                <a:cs typeface="Times New Roman" panose="02020603050405020304" pitchFamily="18" charset="0"/>
              </a:rPr>
              <a:t>2</a:t>
            </a:r>
            <a:r>
              <a:rPr lang="en-US" altLang="en-US" sz="2000" dirty="0">
                <a:solidFill>
                  <a:srgbClr val="B829FF"/>
                </a:solidFill>
                <a:latin typeface="Times New Roman" panose="02020603050405020304" pitchFamily="18" charset="0"/>
                <a:cs typeface="Times New Roman" panose="02020603050405020304" pitchFamily="18" charset="0"/>
              </a:rPr>
              <a:t> carrying capacity of the blood. CO has the capacity to bind itself to hemoglobin much more strongly than oxygen forming carboxyhaemoglobin. This restricts the transport of O</a:t>
            </a:r>
            <a:r>
              <a:rPr lang="en-US" altLang="en-US" sz="2000" baseline="-25000" dirty="0">
                <a:solidFill>
                  <a:srgbClr val="B829FF"/>
                </a:solidFill>
                <a:latin typeface="Times New Roman" panose="02020603050405020304" pitchFamily="18" charset="0"/>
                <a:cs typeface="Times New Roman" panose="02020603050405020304" pitchFamily="18" charset="0"/>
              </a:rPr>
              <a:t>2</a:t>
            </a:r>
            <a:r>
              <a:rPr lang="en-US" altLang="en-US" sz="2000" dirty="0">
                <a:solidFill>
                  <a:srgbClr val="B829FF"/>
                </a:solidFill>
                <a:latin typeface="Times New Roman" panose="02020603050405020304" pitchFamily="18" charset="0"/>
                <a:cs typeface="Times New Roman" panose="02020603050405020304" pitchFamily="18" charset="0"/>
              </a:rPr>
              <a:t> to cells.</a:t>
            </a:r>
            <a:endParaRPr lang="en-US" altLang="en-US" sz="2000" dirty="0">
              <a:solidFill>
                <a:srgbClr val="B829FF"/>
              </a:solidFill>
              <a:latin typeface="Times New Roman" panose="02020603050405020304" pitchFamily="18" charset="0"/>
              <a:cs typeface="Times New Roman" panose="02020603050405020304" pitchFamily="18" charset="0"/>
            </a:endParaRPr>
          </a:p>
          <a:p>
            <a:pPr>
              <a:buFont typeface="Times New Roman" panose="02020603050405020304" pitchFamily="18" charset="0"/>
              <a:buNone/>
            </a:pPr>
            <a:r>
              <a:rPr lang="en-US" altLang="en-US" sz="2000" dirty="0">
                <a:solidFill>
                  <a:srgbClr val="B829FF"/>
                </a:solidFill>
                <a:latin typeface="Times New Roman" panose="02020603050405020304" pitchFamily="18" charset="0"/>
                <a:cs typeface="Times New Roman" panose="02020603050405020304" pitchFamily="18" charset="0"/>
              </a:rPr>
              <a:t>			Reduces vision, causes cardiovascular disorders. CO inhibits the nitrogen fixation ability of bacteria.</a:t>
            </a:r>
            <a:endParaRPr lang="en-US" altLang="en-US" sz="2000" dirty="0">
              <a:solidFill>
                <a:srgbClr val="B829FF"/>
              </a:solidFill>
              <a:latin typeface="Times New Roman" panose="02020603050405020304" pitchFamily="18" charset="0"/>
              <a:cs typeface="Times New Roman" panose="02020603050405020304" pitchFamily="18" charset="0"/>
            </a:endParaRPr>
          </a:p>
          <a:p>
            <a:pPr>
              <a:buFont typeface="Times New Roman" panose="02020603050405020304" pitchFamily="18" charset="0"/>
              <a:buNone/>
            </a:pPr>
            <a:endParaRPr lang="en-US" altLang="en-US" sz="2000" dirty="0">
              <a:solidFill>
                <a:srgbClr val="B829FF"/>
              </a:solidFill>
              <a:latin typeface="Times New Roman" panose="02020603050405020304" pitchFamily="18" charset="0"/>
              <a:cs typeface="Times New Roman" panose="02020603050405020304" pitchFamily="18" charset="0"/>
            </a:endParaRPr>
          </a:p>
          <a:p>
            <a:pPr>
              <a:buFont typeface="Times New Roman" panose="02020603050405020304" pitchFamily="18" charset="0"/>
              <a:buNone/>
            </a:pPr>
            <a:r>
              <a:rPr lang="en-US" altLang="en-US" sz="2000" b="1" i="1" dirty="0">
                <a:solidFill>
                  <a:srgbClr val="FF00FF"/>
                </a:solidFill>
                <a:latin typeface="Times New Roman" panose="02020603050405020304" pitchFamily="18" charset="0"/>
                <a:cs typeface="Times New Roman" panose="02020603050405020304" pitchFamily="18" charset="0"/>
              </a:rPr>
              <a:t>Control measures for CO:</a:t>
            </a:r>
            <a:endParaRPr lang="en-US" altLang="en-US" sz="2000" dirty="0">
              <a:solidFill>
                <a:srgbClr val="FF00FF"/>
              </a:solidFill>
              <a:latin typeface="Times New Roman" panose="02020603050405020304" pitchFamily="18" charset="0"/>
              <a:cs typeface="Times New Roman" panose="02020603050405020304" pitchFamily="18" charset="0"/>
            </a:endParaRPr>
          </a:p>
          <a:p>
            <a:pPr>
              <a:buFont typeface="Times New Roman" panose="02020603050405020304" pitchFamily="18" charset="0"/>
              <a:buNone/>
            </a:pPr>
            <a:r>
              <a:rPr lang="en-US" altLang="en-US" sz="2000" dirty="0">
                <a:solidFill>
                  <a:srgbClr val="B829FF"/>
                </a:solidFill>
                <a:latin typeface="Times New Roman" panose="02020603050405020304" pitchFamily="18" charset="0"/>
                <a:cs typeface="Times New Roman" panose="02020603050405020304" pitchFamily="18" charset="0"/>
              </a:rPr>
              <a:t>			As the main source is vehicular exhaust, efforts are being made to improve the functioning of gasoline internal combustion engines so as to avoid the incomplete combustion of the fuels. Catalytic converters are also used in vehicles to oxidise CO.</a:t>
            </a:r>
            <a:endParaRPr lang="en-US" altLang="en-US" sz="2000" dirty="0">
              <a:solidFill>
                <a:srgbClr val="B829FF"/>
              </a:solidFill>
              <a:latin typeface="Times New Roman" panose="02020603050405020304" pitchFamily="18" charset="0"/>
              <a:cs typeface="Times New Roman" panose="02020603050405020304" pitchFamily="18" charset="0"/>
            </a:endParaRPr>
          </a:p>
          <a:p>
            <a:pPr>
              <a:buFont typeface="Wingdings 2" pitchFamily="18" charset="2"/>
              <a:buChar char=""/>
            </a:pPr>
            <a:endParaRPr lang="en-US" altLang="en-US" sz="2000" dirty="0">
              <a:solidFill>
                <a:srgbClr val="B829FF"/>
              </a:solidFill>
              <a:latin typeface="Times New Roman" panose="02020603050405020304" pitchFamily="18" charset="0"/>
              <a:cs typeface="Times New Roman" panose="02020603050405020304" pitchFamily="18" charset="0"/>
            </a:endParaRPr>
          </a:p>
          <a:p>
            <a:pPr>
              <a:buFont typeface="Wingdings 2" pitchFamily="18" charset="2"/>
              <a:buChar char=""/>
            </a:pPr>
            <a:endParaRPr lang="en-US" altLang="en-US" sz="2000" dirty="0">
              <a:solidFill>
                <a:srgbClr val="B829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Text Box 1"/>
          <p:cNvSpPr txBox="1"/>
          <p:nvPr/>
        </p:nvSpPr>
        <p:spPr>
          <a:xfrm>
            <a:off x="457200" y="227013"/>
            <a:ext cx="8229600" cy="687387"/>
          </a:xfrm>
          <a:prstGeom prst="rect">
            <a:avLst/>
          </a:prstGeom>
          <a:noFill/>
          <a:ln w="9525">
            <a:noFill/>
          </a:ln>
        </p:spPr>
        <p:txBody>
          <a:bodyPr lIns="90000" tIns="46800" rIns="90000" bIns="46800" anchor="ctr" anchorCtr="0"/>
          <a:p>
            <a:pPr algn="ctr" defTabSz="457200" eaLnBrk="1" hangingPunct="1">
              <a:buSzPct val="10000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sz="2800" b="1" dirty="0">
                <a:solidFill>
                  <a:srgbClr val="FF0000"/>
                </a:solidFill>
                <a:latin typeface="Times New Roman" panose="02020603050405020304" pitchFamily="18" charset="0"/>
                <a:cs typeface="Times New Roman" panose="02020603050405020304" pitchFamily="18" charset="0"/>
              </a:rPr>
              <a:t>Sources of CO</a:t>
            </a:r>
            <a:endParaRPr lang="en-US" altLang="en-US" sz="2800" b="1" dirty="0">
              <a:solidFill>
                <a:srgbClr val="FF0000"/>
              </a:solidFill>
              <a:latin typeface="Times New Roman" panose="02020603050405020304" pitchFamily="18" charset="0"/>
              <a:ea typeface="Times New Roman" panose="02020603050405020304" pitchFamily="18" charset="0"/>
            </a:endParaRPr>
          </a:p>
        </p:txBody>
      </p:sp>
      <p:pic>
        <p:nvPicPr>
          <p:cNvPr id="18435" name="Picture 2"/>
          <p:cNvPicPr>
            <a:picLocks noChangeAspect="1"/>
          </p:cNvPicPr>
          <p:nvPr/>
        </p:nvPicPr>
        <p:blipFill>
          <a:blip r:embed="rId1"/>
          <a:stretch>
            <a:fillRect/>
          </a:stretch>
        </p:blipFill>
        <p:spPr>
          <a:xfrm>
            <a:off x="1066800" y="1066800"/>
            <a:ext cx="2847975" cy="2159000"/>
          </a:xfrm>
          <a:prstGeom prst="rect">
            <a:avLst/>
          </a:prstGeom>
          <a:noFill/>
          <a:ln w="9525">
            <a:noFill/>
          </a:ln>
        </p:spPr>
      </p:pic>
      <p:pic>
        <p:nvPicPr>
          <p:cNvPr id="18436" name="Picture 3"/>
          <p:cNvPicPr>
            <a:picLocks noChangeAspect="1"/>
          </p:cNvPicPr>
          <p:nvPr/>
        </p:nvPicPr>
        <p:blipFill>
          <a:blip r:embed="rId2"/>
          <a:stretch>
            <a:fillRect/>
          </a:stretch>
        </p:blipFill>
        <p:spPr>
          <a:xfrm>
            <a:off x="5638800" y="1219200"/>
            <a:ext cx="2971800" cy="1960563"/>
          </a:xfrm>
          <a:prstGeom prst="rect">
            <a:avLst/>
          </a:prstGeom>
          <a:noFill/>
          <a:ln w="9525">
            <a:noFill/>
          </a:ln>
        </p:spPr>
      </p:pic>
      <p:pic>
        <p:nvPicPr>
          <p:cNvPr id="18437" name="Picture 5"/>
          <p:cNvPicPr>
            <a:picLocks noChangeAspect="1"/>
          </p:cNvPicPr>
          <p:nvPr/>
        </p:nvPicPr>
        <p:blipFill>
          <a:blip r:embed="rId3"/>
          <a:stretch>
            <a:fillRect/>
          </a:stretch>
        </p:blipFill>
        <p:spPr>
          <a:xfrm>
            <a:off x="5715000" y="3970338"/>
            <a:ext cx="2971800" cy="2125662"/>
          </a:xfrm>
          <a:prstGeom prst="rect">
            <a:avLst/>
          </a:prstGeom>
          <a:noFill/>
          <a:ln w="9525">
            <a:noFill/>
          </a:ln>
        </p:spPr>
      </p:pic>
      <p:pic>
        <p:nvPicPr>
          <p:cNvPr id="18438" name="Picture 9"/>
          <p:cNvPicPr>
            <a:picLocks noChangeAspect="1"/>
          </p:cNvPicPr>
          <p:nvPr/>
        </p:nvPicPr>
        <p:blipFill>
          <a:blip r:embed="rId4"/>
          <a:stretch>
            <a:fillRect/>
          </a:stretch>
        </p:blipFill>
        <p:spPr>
          <a:xfrm>
            <a:off x="1066800" y="3962400"/>
            <a:ext cx="3048000" cy="1909763"/>
          </a:xfrm>
          <a:prstGeom prst="rect">
            <a:avLst/>
          </a:prstGeom>
          <a:noFill/>
          <a:ln w="9525">
            <a:noFill/>
          </a:ln>
        </p:spPr>
      </p:pic>
    </p:spTree>
  </p:cSld>
  <p:clrMapOvr>
    <a:masterClrMapping/>
  </p:clrMapOvr>
  <p:transition spd="med"/>
  <p:timing>
    <p:tnLst>
      <p:par>
        <p:cTn id="1" dur="indefinite"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1"/>
          <p:cNvSpPr/>
          <p:nvPr/>
        </p:nvSpPr>
        <p:spPr>
          <a:xfrm>
            <a:off x="228600" y="838200"/>
            <a:ext cx="8763000" cy="5848350"/>
          </a:xfrm>
          <a:prstGeom prst="rect">
            <a:avLst/>
          </a:prstGeom>
          <a:noFill/>
          <a:ln w="9525">
            <a:noFill/>
          </a:ln>
        </p:spPr>
        <p:txBody>
          <a:bodyPr anchor="ctr" anchorCtr="0">
            <a:spAutoFit/>
          </a:bodyPr>
          <a:p>
            <a:pPr algn="just" defTabSz="457200">
              <a:tabLst>
                <a:tab pos="90805" algn="l"/>
              </a:tabLst>
            </a:pPr>
            <a:r>
              <a:rPr lang="en-US" altLang="en-US" sz="2200" dirty="0">
                <a:solidFill>
                  <a:srgbClr val="B011FF"/>
                </a:solidFill>
                <a:latin typeface="Times New Roman" panose="02020603050405020304" pitchFamily="18" charset="0"/>
                <a:cs typeface="Times New Roman" panose="02020603050405020304" pitchFamily="18" charset="0"/>
              </a:rPr>
              <a:t>		A colorless, odorless, non-toxic green house gas </a:t>
            </a:r>
            <a:endParaRPr lang="en-US" altLang="en-US" sz="2200" dirty="0">
              <a:solidFill>
                <a:srgbClr val="B011FF"/>
              </a:solidFill>
              <a:latin typeface="Times New Roman" panose="02020603050405020304" pitchFamily="18" charset="0"/>
              <a:cs typeface="Times New Roman" panose="02020603050405020304" pitchFamily="18" charset="0"/>
            </a:endParaRPr>
          </a:p>
          <a:p>
            <a:pPr algn="just" defTabSz="457200">
              <a:tabLst>
                <a:tab pos="90805" algn="l"/>
              </a:tabLst>
            </a:pPr>
            <a:r>
              <a:rPr lang="en-US" altLang="en-US" sz="2200" b="1" i="1" dirty="0">
                <a:solidFill>
                  <a:srgbClr val="B011FF"/>
                </a:solidFill>
                <a:latin typeface="Times New Roman" panose="02020603050405020304" pitchFamily="18" charset="0"/>
                <a:cs typeface="Times New Roman" panose="02020603050405020304" pitchFamily="18" charset="0"/>
              </a:rPr>
              <a:t>Sources:</a:t>
            </a:r>
            <a:endParaRPr lang="en-US" altLang="en-US" sz="2200" dirty="0">
              <a:solidFill>
                <a:srgbClr val="B011FF"/>
              </a:solidFill>
              <a:latin typeface="Times New Roman" panose="02020603050405020304" pitchFamily="18" charset="0"/>
              <a:cs typeface="Times New Roman" panose="02020603050405020304" pitchFamily="18" charset="0"/>
            </a:endParaRPr>
          </a:p>
          <a:p>
            <a:pPr algn="just" defTabSz="457200">
              <a:tabLst>
                <a:tab pos="90805" algn="l"/>
              </a:tabLst>
            </a:pPr>
            <a:r>
              <a:rPr lang="en-US" altLang="en-US" sz="2200" dirty="0">
                <a:solidFill>
                  <a:srgbClr val="B011FF"/>
                </a:solidFill>
                <a:latin typeface="Times New Roman" panose="02020603050405020304" pitchFamily="18" charset="0"/>
                <a:cs typeface="Times New Roman" panose="02020603050405020304" pitchFamily="18" charset="0"/>
              </a:rPr>
              <a:t>			It is emitted from combustion, cement production, respiration and decomposition of limestone to lime.</a:t>
            </a:r>
            <a:endParaRPr lang="en-US" altLang="en-US" sz="2200" dirty="0">
              <a:solidFill>
                <a:srgbClr val="B011FF"/>
              </a:solidFill>
              <a:latin typeface="Times New Roman" panose="02020603050405020304" pitchFamily="18" charset="0"/>
              <a:cs typeface="Times New Roman" panose="02020603050405020304" pitchFamily="18" charset="0"/>
            </a:endParaRPr>
          </a:p>
          <a:p>
            <a:pPr algn="just" defTabSz="457200">
              <a:tabLst>
                <a:tab pos="90805" algn="l"/>
              </a:tabLst>
            </a:pPr>
            <a:endParaRPr lang="en-US" altLang="en-US" sz="2200" dirty="0">
              <a:solidFill>
                <a:srgbClr val="B011FF"/>
              </a:solidFill>
              <a:latin typeface="Times New Roman" panose="02020603050405020304" pitchFamily="18" charset="0"/>
              <a:cs typeface="Times New Roman" panose="02020603050405020304" pitchFamily="18" charset="0"/>
            </a:endParaRPr>
          </a:p>
          <a:p>
            <a:pPr algn="just" defTabSz="457200">
              <a:tabLst>
                <a:tab pos="90805" algn="l"/>
              </a:tabLst>
            </a:pPr>
            <a:r>
              <a:rPr lang="en-US" altLang="en-US" sz="2200" b="1" i="1" dirty="0">
                <a:solidFill>
                  <a:srgbClr val="B011FF"/>
                </a:solidFill>
                <a:latin typeface="Times New Roman" panose="02020603050405020304" pitchFamily="18" charset="0"/>
                <a:cs typeface="Times New Roman" panose="02020603050405020304" pitchFamily="18" charset="0"/>
              </a:rPr>
              <a:t>Sink of CO</a:t>
            </a:r>
            <a:r>
              <a:rPr lang="en-US" altLang="en-US" sz="2200" b="1" i="1" baseline="-30000" dirty="0">
                <a:solidFill>
                  <a:srgbClr val="B011FF"/>
                </a:solidFill>
                <a:latin typeface="Times New Roman" panose="02020603050405020304" pitchFamily="18" charset="0"/>
                <a:cs typeface="Times New Roman" panose="02020603050405020304" pitchFamily="18" charset="0"/>
              </a:rPr>
              <a:t>2</a:t>
            </a:r>
            <a:r>
              <a:rPr lang="en-US" altLang="en-US" sz="2200" b="1" i="1" dirty="0">
                <a:solidFill>
                  <a:srgbClr val="B011FF"/>
                </a:solidFill>
                <a:latin typeface="Times New Roman" panose="02020603050405020304" pitchFamily="18" charset="0"/>
                <a:cs typeface="Times New Roman" panose="02020603050405020304" pitchFamily="18" charset="0"/>
              </a:rPr>
              <a:t>:</a:t>
            </a:r>
            <a:r>
              <a:rPr lang="en-US" altLang="en-US" sz="2200" b="1" dirty="0">
                <a:solidFill>
                  <a:srgbClr val="B011FF"/>
                </a:solidFill>
                <a:latin typeface="Times New Roman" panose="02020603050405020304" pitchFamily="18" charset="0"/>
                <a:cs typeface="Times New Roman" panose="02020603050405020304" pitchFamily="18" charset="0"/>
              </a:rPr>
              <a:t> </a:t>
            </a:r>
            <a:endParaRPr lang="en-US" altLang="en-US" sz="2200" dirty="0">
              <a:solidFill>
                <a:srgbClr val="B011FF"/>
              </a:solidFill>
              <a:latin typeface="Times New Roman" panose="02020603050405020304" pitchFamily="18" charset="0"/>
              <a:cs typeface="Times New Roman" panose="02020603050405020304" pitchFamily="18" charset="0"/>
            </a:endParaRPr>
          </a:p>
          <a:p>
            <a:pPr algn="just" defTabSz="457200">
              <a:tabLst>
                <a:tab pos="90805" algn="l"/>
              </a:tabLst>
            </a:pPr>
            <a:r>
              <a:rPr lang="en-US" altLang="en-US" sz="2200" dirty="0">
                <a:solidFill>
                  <a:srgbClr val="B011FF"/>
                </a:solidFill>
                <a:latin typeface="Times New Roman" panose="02020603050405020304" pitchFamily="18" charset="0"/>
                <a:cs typeface="Times New Roman" panose="02020603050405020304" pitchFamily="18" charset="0"/>
              </a:rPr>
              <a:t>			In a balanced ecosystem, CO</a:t>
            </a:r>
            <a:r>
              <a:rPr lang="en-US" altLang="en-US" sz="2200" baseline="-30000" dirty="0">
                <a:solidFill>
                  <a:srgbClr val="B011FF"/>
                </a:solidFill>
                <a:latin typeface="Times New Roman" panose="02020603050405020304" pitchFamily="18" charset="0"/>
                <a:cs typeface="Times New Roman" panose="02020603050405020304" pitchFamily="18" charset="0"/>
              </a:rPr>
              <a:t>2</a:t>
            </a:r>
            <a:r>
              <a:rPr lang="en-US" altLang="en-US" sz="2200" dirty="0">
                <a:solidFill>
                  <a:srgbClr val="B011FF"/>
                </a:solidFill>
                <a:latin typeface="Times New Roman" panose="02020603050405020304" pitchFamily="18" charset="0"/>
                <a:cs typeface="Times New Roman" panose="02020603050405020304" pitchFamily="18" charset="0"/>
              </a:rPr>
              <a:t> released into the atmosphere is consumed by the green plants for photosynthesis. Another sink for CO</a:t>
            </a:r>
            <a:r>
              <a:rPr lang="en-US" altLang="en-US" sz="2200" baseline="-30000" dirty="0">
                <a:solidFill>
                  <a:srgbClr val="B011FF"/>
                </a:solidFill>
                <a:latin typeface="Times New Roman" panose="02020603050405020304" pitchFamily="18" charset="0"/>
                <a:cs typeface="Times New Roman" panose="02020603050405020304" pitchFamily="18" charset="0"/>
              </a:rPr>
              <a:t>2</a:t>
            </a:r>
            <a:r>
              <a:rPr lang="en-US" altLang="en-US" sz="2200" dirty="0">
                <a:solidFill>
                  <a:srgbClr val="B011FF"/>
                </a:solidFill>
                <a:latin typeface="Times New Roman" panose="02020603050405020304" pitchFamily="18" charset="0"/>
                <a:cs typeface="Times New Roman" panose="02020603050405020304" pitchFamily="18" charset="0"/>
              </a:rPr>
              <a:t> is the ocean. Oceans contain large amounts of dissolved CO</a:t>
            </a:r>
            <a:r>
              <a:rPr lang="en-US" altLang="en-US" sz="2200" baseline="-30000" dirty="0">
                <a:solidFill>
                  <a:srgbClr val="B011FF"/>
                </a:solidFill>
                <a:latin typeface="Times New Roman" panose="02020603050405020304" pitchFamily="18" charset="0"/>
                <a:cs typeface="Times New Roman" panose="02020603050405020304" pitchFamily="18" charset="0"/>
              </a:rPr>
              <a:t>2</a:t>
            </a:r>
            <a:r>
              <a:rPr lang="en-US" altLang="en-US" sz="2200" dirty="0">
                <a:solidFill>
                  <a:srgbClr val="B011FF"/>
                </a:solidFill>
                <a:latin typeface="Times New Roman" panose="02020603050405020304" pitchFamily="18" charset="0"/>
                <a:cs typeface="Times New Roman" panose="02020603050405020304" pitchFamily="18" charset="0"/>
              </a:rPr>
              <a:t> in the form of carbonates and bicarbonates.</a:t>
            </a:r>
            <a:endParaRPr lang="en-US" altLang="en-US" sz="2200" dirty="0">
              <a:solidFill>
                <a:srgbClr val="B011FF"/>
              </a:solidFill>
              <a:latin typeface="Times New Roman" panose="02020603050405020304" pitchFamily="18" charset="0"/>
              <a:cs typeface="Times New Roman" panose="02020603050405020304" pitchFamily="18" charset="0"/>
            </a:endParaRPr>
          </a:p>
          <a:p>
            <a:pPr algn="just" defTabSz="457200">
              <a:tabLst>
                <a:tab pos="90805" algn="l"/>
              </a:tabLst>
            </a:pPr>
            <a:endParaRPr lang="en-US" altLang="en-US" sz="2200" dirty="0">
              <a:solidFill>
                <a:srgbClr val="B011FF"/>
              </a:solidFill>
              <a:latin typeface="Times New Roman" panose="02020603050405020304" pitchFamily="18" charset="0"/>
              <a:cs typeface="Times New Roman" panose="02020603050405020304" pitchFamily="18" charset="0"/>
            </a:endParaRPr>
          </a:p>
          <a:p>
            <a:pPr algn="just" defTabSz="457200">
              <a:tabLst>
                <a:tab pos="90805" algn="l"/>
              </a:tabLst>
            </a:pPr>
            <a:r>
              <a:rPr lang="en-US" altLang="en-US" sz="2200" b="1" i="1" dirty="0">
                <a:solidFill>
                  <a:srgbClr val="B011FF"/>
                </a:solidFill>
                <a:latin typeface="Times New Roman" panose="02020603050405020304" pitchFamily="18" charset="0"/>
                <a:cs typeface="Times New Roman" panose="02020603050405020304" pitchFamily="18" charset="0"/>
              </a:rPr>
              <a:t>Effects of CO</a:t>
            </a:r>
            <a:r>
              <a:rPr lang="en-US" altLang="en-US" sz="2200" b="1" i="1" baseline="-30000" dirty="0">
                <a:solidFill>
                  <a:srgbClr val="B011FF"/>
                </a:solidFill>
                <a:latin typeface="Times New Roman" panose="02020603050405020304" pitchFamily="18" charset="0"/>
                <a:cs typeface="Times New Roman" panose="02020603050405020304" pitchFamily="18" charset="0"/>
              </a:rPr>
              <a:t>2</a:t>
            </a:r>
            <a:r>
              <a:rPr lang="en-US" altLang="en-US" sz="2200" b="1" i="1" dirty="0">
                <a:solidFill>
                  <a:srgbClr val="B011FF"/>
                </a:solidFill>
                <a:latin typeface="Times New Roman" panose="02020603050405020304" pitchFamily="18" charset="0"/>
                <a:cs typeface="Times New Roman" panose="02020603050405020304" pitchFamily="18" charset="0"/>
              </a:rPr>
              <a:t>:</a:t>
            </a:r>
            <a:r>
              <a:rPr lang="en-US" altLang="en-US" sz="2200" b="1" dirty="0">
                <a:solidFill>
                  <a:srgbClr val="B011FF"/>
                </a:solidFill>
                <a:latin typeface="Times New Roman" panose="02020603050405020304" pitchFamily="18" charset="0"/>
                <a:cs typeface="Times New Roman" panose="02020603050405020304" pitchFamily="18" charset="0"/>
              </a:rPr>
              <a:t> </a:t>
            </a:r>
            <a:endParaRPr lang="en-US" altLang="en-US" sz="2200" dirty="0">
              <a:solidFill>
                <a:srgbClr val="B011FF"/>
              </a:solidFill>
              <a:latin typeface="Times New Roman" panose="02020603050405020304" pitchFamily="18" charset="0"/>
              <a:cs typeface="Times New Roman" panose="02020603050405020304" pitchFamily="18" charset="0"/>
            </a:endParaRPr>
          </a:p>
          <a:p>
            <a:pPr algn="just" defTabSz="457200">
              <a:tabLst>
                <a:tab pos="90805" algn="l"/>
              </a:tabLst>
            </a:pPr>
            <a:r>
              <a:rPr lang="en-US" altLang="en-US" sz="2200" dirty="0">
                <a:solidFill>
                  <a:srgbClr val="B011FF"/>
                </a:solidFill>
                <a:latin typeface="Times New Roman" panose="02020603050405020304" pitchFamily="18" charset="0"/>
                <a:cs typeface="Times New Roman" panose="02020603050405020304" pitchFamily="18" charset="0"/>
              </a:rPr>
              <a:t>			Respiratory disorders and suffocation, Global warming.</a:t>
            </a:r>
            <a:endParaRPr lang="en-US" altLang="en-US" sz="2200" dirty="0">
              <a:solidFill>
                <a:srgbClr val="B011FF"/>
              </a:solidFill>
              <a:latin typeface="Times New Roman" panose="02020603050405020304" pitchFamily="18" charset="0"/>
              <a:cs typeface="Times New Roman" panose="02020603050405020304" pitchFamily="18" charset="0"/>
            </a:endParaRPr>
          </a:p>
          <a:p>
            <a:pPr algn="just" defTabSz="457200">
              <a:tabLst>
                <a:tab pos="90805" algn="l"/>
              </a:tabLst>
            </a:pPr>
            <a:endParaRPr lang="en-US" altLang="en-US" sz="2200" dirty="0">
              <a:solidFill>
                <a:srgbClr val="B011FF"/>
              </a:solidFill>
              <a:latin typeface="Times New Roman" panose="02020603050405020304" pitchFamily="18" charset="0"/>
              <a:cs typeface="Times New Roman" panose="02020603050405020304" pitchFamily="18" charset="0"/>
            </a:endParaRPr>
          </a:p>
          <a:p>
            <a:pPr algn="just" defTabSz="457200">
              <a:tabLst>
                <a:tab pos="90805" algn="l"/>
              </a:tabLst>
            </a:pPr>
            <a:r>
              <a:rPr lang="en-US" altLang="en-US" sz="2200" b="1" i="1" dirty="0">
                <a:solidFill>
                  <a:srgbClr val="B011FF"/>
                </a:solidFill>
                <a:latin typeface="Times New Roman" panose="02020603050405020304" pitchFamily="18" charset="0"/>
                <a:cs typeface="Times New Roman" panose="02020603050405020304" pitchFamily="18" charset="0"/>
              </a:rPr>
              <a:t>Control:</a:t>
            </a:r>
            <a:endParaRPr lang="en-US" altLang="en-US" sz="2200" dirty="0">
              <a:solidFill>
                <a:srgbClr val="B011FF"/>
              </a:solidFill>
              <a:latin typeface="Times New Roman" panose="02020603050405020304" pitchFamily="18" charset="0"/>
              <a:cs typeface="Times New Roman" panose="02020603050405020304" pitchFamily="18" charset="0"/>
            </a:endParaRPr>
          </a:p>
          <a:p>
            <a:pPr algn="just" defTabSz="457200">
              <a:tabLst>
                <a:tab pos="90805" algn="l"/>
              </a:tabLst>
            </a:pPr>
            <a:r>
              <a:rPr lang="en-US" altLang="en-US" sz="2200" dirty="0">
                <a:solidFill>
                  <a:srgbClr val="B011FF"/>
                </a:solidFill>
                <a:latin typeface="Times New Roman" panose="02020603050405020304" pitchFamily="18" charset="0"/>
                <a:cs typeface="Times New Roman" panose="02020603050405020304" pitchFamily="18" charset="0"/>
              </a:rPr>
              <a:t>			By afforestration, replacement of fossil fuels by other sources, using catalytic convertors in vehicle etc.</a:t>
            </a:r>
            <a:endParaRPr lang="en-US" altLang="en-US" sz="2200" dirty="0">
              <a:solidFill>
                <a:srgbClr val="B011FF"/>
              </a:solidFill>
              <a:latin typeface="Times New Roman" panose="02020603050405020304" pitchFamily="18" charset="0"/>
              <a:ea typeface="Times New Roman" panose="02020603050405020304" pitchFamily="18" charset="0"/>
            </a:endParaRPr>
          </a:p>
        </p:txBody>
      </p:sp>
      <p:sp>
        <p:nvSpPr>
          <p:cNvPr id="19459" name="Rectangle 2"/>
          <p:cNvSpPr/>
          <p:nvPr/>
        </p:nvSpPr>
        <p:spPr>
          <a:xfrm>
            <a:off x="2667000" y="228600"/>
            <a:ext cx="3484563" cy="461963"/>
          </a:xfrm>
          <a:prstGeom prst="rect">
            <a:avLst/>
          </a:prstGeom>
          <a:noFill/>
          <a:ln w="9525">
            <a:noFill/>
          </a:ln>
        </p:spPr>
        <p:txBody>
          <a:bodyPr wrap="none">
            <a:spAutoFit/>
          </a:bodyPr>
          <a:p>
            <a:pPr algn="just" defTabSz="457200">
              <a:buClr>
                <a:srgbClr val="000000"/>
              </a:buClr>
              <a:buSzPct val="100000"/>
              <a:buFont typeface="Times New Roman" panose="02020603050405020304" pitchFamily="18" charset="0"/>
              <a:tabLst>
                <a:tab pos="90805" algn="l"/>
              </a:tabLst>
            </a:pPr>
            <a:r>
              <a:rPr lang="en-US" altLang="en-US" sz="2400" b="1" dirty="0">
                <a:solidFill>
                  <a:srgbClr val="FF0000"/>
                </a:solidFill>
                <a:latin typeface="Times New Roman" panose="02020603050405020304" pitchFamily="18" charset="0"/>
                <a:cs typeface="Times New Roman" panose="02020603050405020304" pitchFamily="18" charset="0"/>
              </a:rPr>
              <a:t>(B)Carbon dioxide (CO</a:t>
            </a:r>
            <a:r>
              <a:rPr lang="en-US" altLang="en-US" sz="2400" b="1" baseline="-30000" dirty="0">
                <a:solidFill>
                  <a:srgbClr val="FF0000"/>
                </a:solidFill>
                <a:latin typeface="Times New Roman" panose="02020603050405020304" pitchFamily="18" charset="0"/>
                <a:cs typeface="Times New Roman" panose="02020603050405020304" pitchFamily="18" charset="0"/>
              </a:rPr>
              <a:t>2</a:t>
            </a:r>
            <a:r>
              <a:rPr lang="en-US" altLang="en-US" sz="2400" b="1" dirty="0">
                <a:solidFill>
                  <a:srgbClr val="FF0000"/>
                </a:solidFill>
                <a:latin typeface="Times New Roman" panose="02020603050405020304" pitchFamily="18" charset="0"/>
                <a:cs typeface="Times New Roman" panose="02020603050405020304" pitchFamily="18" charset="0"/>
              </a:rPr>
              <a:t>)</a:t>
            </a:r>
            <a:endParaRPr lang="en-US" altLang="en-US" sz="2400" dirty="0">
              <a:solidFill>
                <a:srgbClr val="FF0000"/>
              </a:solidFill>
              <a:latin typeface="Times New Roman" panose="02020603050405020304" pitchFamily="18" charset="0"/>
              <a:ea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p:nvPr/>
        </p:nvSpPr>
        <p:spPr>
          <a:xfrm>
            <a:off x="2819400" y="381000"/>
            <a:ext cx="3119438" cy="461963"/>
          </a:xfrm>
          <a:prstGeom prst="rect">
            <a:avLst/>
          </a:prstGeom>
          <a:noFill/>
          <a:ln w="9525">
            <a:noFill/>
          </a:ln>
        </p:spPr>
        <p:txBody>
          <a:bodyPr wrap="none" anchor="ctr" anchorCtr="0">
            <a:spAutoFit/>
          </a:bodyPr>
          <a:p>
            <a:pPr algn="just" defTabSz="457200">
              <a:buClr>
                <a:srgbClr val="000000"/>
              </a:buClr>
              <a:buSzPct val="100000"/>
              <a:buFont typeface="Times New Roman" panose="02020603050405020304" pitchFamily="18" charset="0"/>
              <a:tabLst>
                <a:tab pos="180975" algn="l"/>
              </a:tabLst>
            </a:pPr>
            <a:r>
              <a:rPr lang="en-US" altLang="en-US" sz="2400" b="1" dirty="0">
                <a:solidFill>
                  <a:srgbClr val="FF0000"/>
                </a:solidFill>
                <a:latin typeface="Times New Roman" panose="02020603050405020304" pitchFamily="18" charset="0"/>
                <a:cs typeface="Times New Roman" panose="02020603050405020304" pitchFamily="18" charset="0"/>
              </a:rPr>
              <a:t>II.	Oxides of Nitrogen</a:t>
            </a:r>
            <a:endParaRPr lang="en-US" altLang="en-US" sz="2400" dirty="0">
              <a:solidFill>
                <a:srgbClr val="FF0000"/>
              </a:solidFill>
              <a:latin typeface="Arial" panose="020B0604020202020204" pitchFamily="34" charset="0"/>
            </a:endParaRPr>
          </a:p>
        </p:txBody>
      </p:sp>
      <p:sp>
        <p:nvSpPr>
          <p:cNvPr id="20483" name="Rectangle 3"/>
          <p:cNvSpPr/>
          <p:nvPr/>
        </p:nvSpPr>
        <p:spPr>
          <a:xfrm>
            <a:off x="1371600" y="1066800"/>
            <a:ext cx="7772400" cy="5386388"/>
          </a:xfrm>
          <a:prstGeom prst="rect">
            <a:avLst/>
          </a:prstGeom>
          <a:noFill/>
          <a:ln w="9525">
            <a:noFill/>
          </a:ln>
        </p:spPr>
        <p:txBody>
          <a:bodyPr anchor="ctr" anchorCtr="0">
            <a:spAutoFit/>
          </a:bodyPr>
          <a:p>
            <a:pPr defTabSz="457200">
              <a:buClr>
                <a:srgbClr val="000000"/>
              </a:buClr>
              <a:buSzPct val="100000"/>
              <a:buFont typeface="Times New Roman" panose="02020603050405020304" pitchFamily="18" charset="0"/>
              <a:tabLst>
                <a:tab pos="450850" algn="l"/>
              </a:tabLst>
            </a:pPr>
            <a:r>
              <a:rPr lang="en-US" altLang="en-US" sz="2000" dirty="0">
                <a:solidFill>
                  <a:srgbClr val="B011FF"/>
                </a:solidFill>
                <a:latin typeface="Times New Roman" panose="02020603050405020304" pitchFamily="18" charset="0"/>
                <a:cs typeface="Times New Roman" panose="02020603050405020304" pitchFamily="18" charset="0"/>
              </a:rPr>
              <a:t>	</a:t>
            </a:r>
            <a:r>
              <a:rPr lang="en-US" altLang="en-US" dirty="0">
                <a:solidFill>
                  <a:srgbClr val="B011FF"/>
                </a:solidFill>
                <a:latin typeface="Times New Roman" panose="02020603050405020304" pitchFamily="18" charset="0"/>
                <a:cs typeface="Times New Roman" panose="02020603050405020304" pitchFamily="18" charset="0"/>
              </a:rPr>
              <a:t>	The environmental pollutants coming under oxides of nitrogen include nitric oxide (NO) and nitrogen dioxide.</a:t>
            </a:r>
            <a:endParaRPr lang="en-US" altLang="en-US" dirty="0">
              <a:solidFill>
                <a:srgbClr val="B011FF"/>
              </a:solidFill>
              <a:latin typeface="Times New Roman" panose="02020603050405020304" pitchFamily="18" charset="0"/>
              <a:cs typeface="Times New Roman" panose="02020603050405020304" pitchFamily="18" charset="0"/>
            </a:endParaRPr>
          </a:p>
          <a:p>
            <a:pPr defTabSz="457200">
              <a:tabLst>
                <a:tab pos="450850" algn="l"/>
              </a:tabLst>
            </a:pPr>
            <a:r>
              <a:rPr lang="en-US" altLang="en-US" b="1" i="1" dirty="0">
                <a:solidFill>
                  <a:srgbClr val="FF00FF"/>
                </a:solidFill>
                <a:latin typeface="Times New Roman" panose="02020603050405020304" pitchFamily="18" charset="0"/>
                <a:cs typeface="Times New Roman" panose="02020603050405020304" pitchFamily="18" charset="0"/>
              </a:rPr>
              <a:t>Sources:</a:t>
            </a:r>
            <a:endParaRPr lang="en-US" altLang="en-US" dirty="0">
              <a:solidFill>
                <a:srgbClr val="FF00FF"/>
              </a:solidFill>
              <a:latin typeface="Times New Roman" panose="02020603050405020304" pitchFamily="18" charset="0"/>
              <a:cs typeface="Times New Roman" panose="02020603050405020304" pitchFamily="18" charset="0"/>
            </a:endParaRPr>
          </a:p>
          <a:p>
            <a:pPr defTabSz="457200">
              <a:tabLst>
                <a:tab pos="450850" algn="l"/>
              </a:tabLst>
            </a:pPr>
            <a:r>
              <a:rPr lang="en-US" altLang="en-US" dirty="0">
                <a:solidFill>
                  <a:srgbClr val="B011FF"/>
                </a:solidFill>
                <a:latin typeface="Times New Roman" panose="02020603050405020304" pitchFamily="18" charset="0"/>
                <a:cs typeface="Times New Roman" panose="02020603050405020304" pitchFamily="18" charset="0"/>
              </a:rPr>
              <a:t>	Natural sources: </a:t>
            </a:r>
            <a:endParaRPr lang="en-US" altLang="en-US" dirty="0">
              <a:solidFill>
                <a:srgbClr val="B011FF"/>
              </a:solidFill>
              <a:latin typeface="Times New Roman" panose="02020603050405020304" pitchFamily="18" charset="0"/>
              <a:cs typeface="Times New Roman" panose="02020603050405020304" pitchFamily="18" charset="0"/>
            </a:endParaRPr>
          </a:p>
          <a:p>
            <a:pPr defTabSz="457200">
              <a:tabLst>
                <a:tab pos="450850" algn="l"/>
              </a:tabLst>
            </a:pPr>
            <a:r>
              <a:rPr lang="en-US" altLang="en-US" dirty="0">
                <a:solidFill>
                  <a:srgbClr val="B011FF"/>
                </a:solidFill>
                <a:latin typeface="Times New Roman" panose="02020603050405020304" pitchFamily="18" charset="0"/>
                <a:cs typeface="Times New Roman" panose="02020603050405020304" pitchFamily="18" charset="0"/>
              </a:rPr>
              <a:t>			During lightening discharge, atmospherec N</a:t>
            </a:r>
            <a:r>
              <a:rPr lang="en-US" altLang="en-US" baseline="-30000" dirty="0">
                <a:solidFill>
                  <a:srgbClr val="B011FF"/>
                </a:solidFill>
                <a:latin typeface="Times New Roman" panose="02020603050405020304" pitchFamily="18" charset="0"/>
                <a:cs typeface="Times New Roman" panose="02020603050405020304" pitchFamily="18" charset="0"/>
              </a:rPr>
              <a:t>2</a:t>
            </a:r>
            <a:r>
              <a:rPr lang="en-US" altLang="en-US" dirty="0">
                <a:solidFill>
                  <a:srgbClr val="B011FF"/>
                </a:solidFill>
                <a:latin typeface="Times New Roman" panose="02020603050405020304" pitchFamily="18" charset="0"/>
                <a:cs typeface="Times New Roman" panose="02020603050405020304" pitchFamily="18" charset="0"/>
              </a:rPr>
              <a:t> combines with O</a:t>
            </a:r>
            <a:r>
              <a:rPr lang="en-US" altLang="en-US" baseline="-30000" dirty="0">
                <a:solidFill>
                  <a:srgbClr val="B011FF"/>
                </a:solidFill>
                <a:latin typeface="Times New Roman" panose="02020603050405020304" pitchFamily="18" charset="0"/>
                <a:cs typeface="Times New Roman" panose="02020603050405020304" pitchFamily="18" charset="0"/>
              </a:rPr>
              <a:t>2</a:t>
            </a:r>
            <a:r>
              <a:rPr lang="en-US" altLang="en-US" dirty="0">
                <a:solidFill>
                  <a:srgbClr val="B011FF"/>
                </a:solidFill>
                <a:latin typeface="Times New Roman" panose="02020603050405020304" pitchFamily="18" charset="0"/>
                <a:cs typeface="Times New Roman" panose="02020603050405020304" pitchFamily="18" charset="0"/>
              </a:rPr>
              <a:t> to form NO.</a:t>
            </a:r>
            <a:endParaRPr lang="en-US" altLang="en-US" dirty="0">
              <a:solidFill>
                <a:srgbClr val="B011FF"/>
              </a:solidFill>
              <a:latin typeface="Times New Roman" panose="02020603050405020304" pitchFamily="18" charset="0"/>
              <a:cs typeface="Times New Roman" panose="02020603050405020304" pitchFamily="18" charset="0"/>
            </a:endParaRPr>
          </a:p>
          <a:p>
            <a:pPr defTabSz="457200">
              <a:tabLst>
                <a:tab pos="450850" algn="l"/>
              </a:tabLst>
            </a:pPr>
            <a:r>
              <a:rPr lang="en-US" altLang="en-US" dirty="0">
                <a:solidFill>
                  <a:srgbClr val="B011FF"/>
                </a:solidFill>
                <a:latin typeface="Times New Roman" panose="02020603050405020304" pitchFamily="18" charset="0"/>
                <a:cs typeface="Times New Roman" panose="02020603050405020304" pitchFamily="18" charset="0"/>
              </a:rPr>
              <a:t>					2N</a:t>
            </a:r>
            <a:r>
              <a:rPr lang="en-US" altLang="en-US" baseline="-30000" dirty="0">
                <a:solidFill>
                  <a:srgbClr val="B011FF"/>
                </a:solidFill>
                <a:latin typeface="Times New Roman" panose="02020603050405020304" pitchFamily="18" charset="0"/>
                <a:cs typeface="Times New Roman" panose="02020603050405020304" pitchFamily="18" charset="0"/>
              </a:rPr>
              <a:t>2</a:t>
            </a:r>
            <a:r>
              <a:rPr lang="en-US" altLang="en-US" dirty="0">
                <a:solidFill>
                  <a:srgbClr val="B011FF"/>
                </a:solidFill>
                <a:latin typeface="Times New Roman" panose="02020603050405020304" pitchFamily="18" charset="0"/>
                <a:cs typeface="Times New Roman" panose="02020603050405020304" pitchFamily="18" charset="0"/>
              </a:rPr>
              <a:t> +O</a:t>
            </a:r>
            <a:r>
              <a:rPr lang="en-US" altLang="en-US" baseline="-30000" dirty="0">
                <a:solidFill>
                  <a:srgbClr val="B011FF"/>
                </a:solidFill>
                <a:latin typeface="Times New Roman" panose="02020603050405020304" pitchFamily="18" charset="0"/>
                <a:cs typeface="Times New Roman" panose="02020603050405020304" pitchFamily="18" charset="0"/>
              </a:rPr>
              <a:t>2</a:t>
            </a:r>
            <a:r>
              <a:rPr lang="en-US" altLang="en-US" dirty="0">
                <a:solidFill>
                  <a:srgbClr val="B011FF"/>
                </a:solidFill>
                <a:latin typeface="Times New Roman" panose="02020603050405020304" pitchFamily="18" charset="0"/>
                <a:cs typeface="Times New Roman" panose="02020603050405020304" pitchFamily="18" charset="0"/>
              </a:rPr>
              <a:t> </a:t>
            </a:r>
            <a:r>
              <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en-US" dirty="0">
                <a:solidFill>
                  <a:srgbClr val="B011FF"/>
                </a:solidFill>
                <a:latin typeface="Times New Roman" panose="02020603050405020304" pitchFamily="18" charset="0"/>
                <a:cs typeface="Times New Roman" panose="02020603050405020304" pitchFamily="18" charset="0"/>
              </a:rPr>
              <a:t>       </a:t>
            </a:r>
            <a:r>
              <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2 NO</a:t>
            </a:r>
            <a:endPar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endParaRPr>
          </a:p>
          <a:p>
            <a:pPr defTabSz="457200">
              <a:tabLst>
                <a:tab pos="450850" algn="l"/>
              </a:tabLst>
            </a:pPr>
            <a:r>
              <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       				2NO + O</a:t>
            </a:r>
            <a:r>
              <a:rPr lang="en-US" altLang="en-US" baseline="-300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2</a:t>
            </a:r>
            <a:r>
              <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a:solidFill>
                  <a:srgbClr val="B011FF"/>
                </a:solidFill>
                <a:latin typeface="Times New Roman" panose="02020603050405020304" pitchFamily="18" charset="0"/>
                <a:cs typeface="Times New Roman" panose="02020603050405020304" pitchFamily="18" charset="0"/>
              </a:rPr>
              <a:t>  </a:t>
            </a:r>
            <a:r>
              <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2NO</a:t>
            </a:r>
            <a:r>
              <a:rPr lang="en-US" altLang="en-US" baseline="-300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2</a:t>
            </a:r>
            <a:endPar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endParaRPr>
          </a:p>
          <a:p>
            <a:pPr defTabSz="457200">
              <a:tabLst>
                <a:tab pos="450850" algn="l"/>
              </a:tabLst>
            </a:pPr>
            <a:r>
              <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	Other sources:  </a:t>
            </a:r>
            <a:endPar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endParaRPr>
          </a:p>
          <a:p>
            <a:pPr defTabSz="457200">
              <a:tabLst>
                <a:tab pos="450850" algn="l"/>
              </a:tabLst>
            </a:pPr>
            <a:r>
              <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			1. Combustion of fossil fuels such as coal, diesel, petrol etc.</a:t>
            </a:r>
            <a:endPar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endParaRPr>
          </a:p>
          <a:p>
            <a:pPr defTabSz="457200">
              <a:tabLst>
                <a:tab pos="450850" algn="l"/>
              </a:tabLst>
            </a:pPr>
            <a:r>
              <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			2. Chemical industries like H</a:t>
            </a:r>
            <a:r>
              <a:rPr lang="en-US" altLang="en-US" baseline="-300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2</a:t>
            </a:r>
            <a:r>
              <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SO</a:t>
            </a:r>
            <a:r>
              <a:rPr lang="en-US" altLang="en-US" baseline="-300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4</a:t>
            </a:r>
            <a:r>
              <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 &amp; HNO</a:t>
            </a:r>
            <a:r>
              <a:rPr lang="en-US" altLang="en-US" baseline="-300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3</a:t>
            </a:r>
            <a:r>
              <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 produces NO as byproduct</a:t>
            </a:r>
            <a:endPar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endParaRPr>
          </a:p>
          <a:p>
            <a:pPr defTabSz="457200">
              <a:tabLst>
                <a:tab pos="450850" algn="l"/>
              </a:tabLst>
            </a:pPr>
            <a:r>
              <a:rPr lang="en-US" altLang="en-US" b="1" i="1" dirty="0">
                <a:solidFill>
                  <a:srgbClr val="FF00FF"/>
                </a:solidFill>
                <a:latin typeface="Times New Roman" panose="02020603050405020304" pitchFamily="18" charset="0"/>
                <a:cs typeface="Times New Roman" panose="02020603050405020304" pitchFamily="18" charset="0"/>
                <a:sym typeface="Wingdings" panose="05000000000000000000" pitchFamily="2" charset="2"/>
              </a:rPr>
              <a:t>Sink for NO</a:t>
            </a:r>
            <a:r>
              <a:rPr lang="en-US" altLang="en-US" b="1" i="1" baseline="-30000" dirty="0">
                <a:solidFill>
                  <a:srgbClr val="FF00FF"/>
                </a:solidFill>
                <a:latin typeface="Times New Roman" panose="02020603050405020304" pitchFamily="18" charset="0"/>
                <a:cs typeface="Times New Roman" panose="02020603050405020304" pitchFamily="18" charset="0"/>
                <a:sym typeface="Wingdings" panose="05000000000000000000" pitchFamily="2" charset="2"/>
              </a:rPr>
              <a:t>x</a:t>
            </a:r>
            <a:endParaRPr lang="en-US" altLang="en-US" dirty="0">
              <a:solidFill>
                <a:srgbClr val="FF00FF"/>
              </a:solidFill>
              <a:latin typeface="Times New Roman" panose="02020603050405020304" pitchFamily="18" charset="0"/>
              <a:cs typeface="Times New Roman" panose="02020603050405020304" pitchFamily="18" charset="0"/>
              <a:sym typeface="Wingdings" panose="05000000000000000000" pitchFamily="2" charset="2"/>
            </a:endParaRPr>
          </a:p>
          <a:p>
            <a:pPr defTabSz="457200">
              <a:tabLst>
                <a:tab pos="450850" algn="l"/>
              </a:tabLst>
            </a:pPr>
            <a:r>
              <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 			Oxides of Nitrogen undergo natural as well as photochemical reactions and get converted to HNO</a:t>
            </a:r>
            <a:r>
              <a:rPr lang="en-US" altLang="en-US" baseline="-300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3</a:t>
            </a:r>
            <a:r>
              <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a:t>
            </a:r>
            <a:endPar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endParaRPr>
          </a:p>
          <a:p>
            <a:pPr defTabSz="457200">
              <a:tabLst>
                <a:tab pos="450850" algn="l"/>
              </a:tabLst>
            </a:pPr>
            <a:r>
              <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							2NO + O</a:t>
            </a:r>
            <a:r>
              <a:rPr lang="en-US" altLang="en-US" baseline="-300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2</a:t>
            </a:r>
            <a:r>
              <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a:solidFill>
                  <a:srgbClr val="B011FF"/>
                </a:solidFill>
                <a:latin typeface="Times New Roman" panose="02020603050405020304" pitchFamily="18" charset="0"/>
                <a:cs typeface="Times New Roman" panose="02020603050405020304" pitchFamily="18" charset="0"/>
              </a:rPr>
              <a:t>  </a:t>
            </a:r>
            <a:r>
              <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2NO</a:t>
            </a:r>
            <a:r>
              <a:rPr lang="en-US" altLang="en-US" baseline="-300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2</a:t>
            </a:r>
            <a:endPar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endParaRPr>
          </a:p>
          <a:p>
            <a:pPr defTabSz="457200">
              <a:tabLst>
                <a:tab pos="450850" algn="l"/>
              </a:tabLst>
            </a:pPr>
            <a:r>
              <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					4NO</a:t>
            </a:r>
            <a:r>
              <a:rPr lang="en-US" altLang="en-US" baseline="-300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2 </a:t>
            </a:r>
            <a:r>
              <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+ 2H</a:t>
            </a:r>
            <a:r>
              <a:rPr lang="en-US" altLang="en-US" baseline="-300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2</a:t>
            </a:r>
            <a:r>
              <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O  + O</a:t>
            </a:r>
            <a:r>
              <a:rPr lang="en-US" altLang="en-US" baseline="-300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2</a:t>
            </a:r>
            <a:r>
              <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a:solidFill>
                  <a:srgbClr val="B011FF"/>
                </a:solidFill>
                <a:latin typeface="Times New Roman" panose="02020603050405020304" pitchFamily="18" charset="0"/>
                <a:cs typeface="Times New Roman" panose="02020603050405020304" pitchFamily="18" charset="0"/>
              </a:rPr>
              <a:t>    </a:t>
            </a:r>
            <a:r>
              <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4 HNO</a:t>
            </a:r>
            <a:r>
              <a:rPr lang="en-US" altLang="en-US" baseline="-300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3</a:t>
            </a:r>
            <a:endPar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endParaRPr>
          </a:p>
          <a:p>
            <a:pPr defTabSz="457200">
              <a:tabLst>
                <a:tab pos="450850" algn="l"/>
              </a:tabLst>
            </a:pPr>
            <a:r>
              <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							NO</a:t>
            </a:r>
            <a:r>
              <a:rPr lang="en-US" altLang="en-US" baseline="-300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2</a:t>
            </a:r>
            <a:r>
              <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 + O</a:t>
            </a:r>
            <a:r>
              <a:rPr lang="en-US" altLang="en-US" baseline="-300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3</a:t>
            </a:r>
            <a:r>
              <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a:solidFill>
                  <a:srgbClr val="B011FF"/>
                </a:solidFill>
                <a:latin typeface="Times New Roman" panose="02020603050405020304" pitchFamily="18" charset="0"/>
                <a:cs typeface="Times New Roman" panose="02020603050405020304" pitchFamily="18" charset="0"/>
              </a:rPr>
              <a:t>  </a:t>
            </a:r>
            <a:r>
              <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NO</a:t>
            </a:r>
            <a:r>
              <a:rPr lang="en-US" altLang="en-US" baseline="-300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3 </a:t>
            </a:r>
            <a:r>
              <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 + O</a:t>
            </a:r>
            <a:r>
              <a:rPr lang="en-US" altLang="en-US" baseline="-300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2</a:t>
            </a:r>
            <a:endPar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endParaRPr>
          </a:p>
          <a:p>
            <a:pPr defTabSz="457200">
              <a:tabLst>
                <a:tab pos="450850" algn="l"/>
              </a:tabLst>
            </a:pPr>
            <a:r>
              <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							NO</a:t>
            </a:r>
            <a:r>
              <a:rPr lang="en-US" altLang="en-US" baseline="-300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2 </a:t>
            </a:r>
            <a:r>
              <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 + NO</a:t>
            </a:r>
            <a:r>
              <a:rPr lang="en-US" altLang="en-US" baseline="-300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3</a:t>
            </a:r>
            <a:r>
              <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  </a:t>
            </a:r>
            <a:r>
              <a:rPr lang="en-US" altLang="en-US" dirty="0">
                <a:solidFill>
                  <a:srgbClr val="B011FF"/>
                </a:solidFill>
                <a:latin typeface="Times New Roman" panose="02020603050405020304" pitchFamily="18" charset="0"/>
                <a:cs typeface="Times New Roman" panose="02020603050405020304" pitchFamily="18" charset="0"/>
              </a:rPr>
              <a:t>   </a:t>
            </a:r>
            <a:r>
              <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N</a:t>
            </a:r>
            <a:r>
              <a:rPr lang="en-US" altLang="en-US" baseline="-300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2</a:t>
            </a:r>
            <a:r>
              <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O</a:t>
            </a:r>
            <a:r>
              <a:rPr lang="en-US" altLang="en-US" baseline="-300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5</a:t>
            </a:r>
            <a:endPar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endParaRPr>
          </a:p>
          <a:p>
            <a:pPr defTabSz="457200">
              <a:tabLst>
                <a:tab pos="450850" algn="l"/>
              </a:tabLst>
            </a:pPr>
            <a:r>
              <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							 N</a:t>
            </a:r>
            <a:r>
              <a:rPr lang="en-US" altLang="en-US" baseline="-300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2</a:t>
            </a:r>
            <a:r>
              <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O</a:t>
            </a:r>
            <a:r>
              <a:rPr lang="en-US" altLang="en-US" baseline="-300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5</a:t>
            </a:r>
            <a:r>
              <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  + H</a:t>
            </a:r>
            <a:r>
              <a:rPr lang="en-US" altLang="en-US" baseline="-300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2</a:t>
            </a:r>
            <a:r>
              <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O   </a:t>
            </a:r>
            <a:r>
              <a:rPr lang="en-US" altLang="en-US" dirty="0">
                <a:solidFill>
                  <a:srgbClr val="B011FF"/>
                </a:solidFill>
                <a:latin typeface="Times New Roman" panose="02020603050405020304" pitchFamily="18" charset="0"/>
                <a:cs typeface="Times New Roman" panose="02020603050405020304" pitchFamily="18" charset="0"/>
              </a:rPr>
              <a:t>  </a:t>
            </a:r>
            <a:r>
              <a:rPr lang="en-US" altLang="en-US"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2HNO</a:t>
            </a:r>
            <a:r>
              <a:rPr lang="en-US" altLang="en-US" baseline="-300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3</a:t>
            </a:r>
            <a:endParaRPr lang="en-US" altLang="en-US" dirty="0">
              <a:solidFill>
                <a:srgbClr val="B011FF"/>
              </a:solidFill>
              <a:latin typeface="Times New Roman" panose="02020603050405020304" pitchFamily="18" charset="0"/>
              <a:ea typeface="Times New Roman" panose="02020603050405020304" pitchFamily="18" charset="0"/>
              <a:sym typeface="Wingdings" panose="05000000000000000000" pitchFamily="2" charset="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1"/>
          <p:cNvSpPr/>
          <p:nvPr/>
        </p:nvSpPr>
        <p:spPr>
          <a:xfrm>
            <a:off x="2133600" y="838200"/>
            <a:ext cx="6705600" cy="4154488"/>
          </a:xfrm>
          <a:prstGeom prst="rect">
            <a:avLst/>
          </a:prstGeom>
          <a:noFill/>
          <a:ln w="9525">
            <a:noFill/>
          </a:ln>
        </p:spPr>
        <p:txBody>
          <a:bodyPr>
            <a:spAutoFit/>
          </a:bodyPr>
          <a:p>
            <a:pPr defTabSz="457200">
              <a:buFont typeface="Times New Roman" panose="02020603050405020304" pitchFamily="18" charset="0"/>
              <a:buNone/>
              <a:tabLst>
                <a:tab pos="450850" algn="l"/>
              </a:tabLst>
            </a:pPr>
            <a:r>
              <a:rPr lang="en-US" altLang="en-US" sz="2200" b="1" i="1" dirty="0">
                <a:solidFill>
                  <a:srgbClr val="FF00FF"/>
                </a:solidFill>
                <a:latin typeface="Times New Roman" panose="02020603050405020304" pitchFamily="18" charset="0"/>
                <a:cs typeface="Times New Roman" panose="02020603050405020304" pitchFamily="18" charset="0"/>
                <a:sym typeface="Wingdings" panose="05000000000000000000" pitchFamily="2" charset="2"/>
              </a:rPr>
              <a:t>Effects of NOx</a:t>
            </a:r>
            <a:endParaRPr lang="en-US" altLang="en-US" sz="2200" dirty="0">
              <a:solidFill>
                <a:srgbClr val="FF00FF"/>
              </a:solidFill>
              <a:latin typeface="Times New Roman" panose="02020603050405020304" pitchFamily="18" charset="0"/>
              <a:cs typeface="Times New Roman" panose="02020603050405020304" pitchFamily="18" charset="0"/>
              <a:sym typeface="Wingdings" panose="05000000000000000000" pitchFamily="2" charset="2"/>
            </a:endParaRPr>
          </a:p>
          <a:p>
            <a:pPr lvl="2" defTabSz="457200">
              <a:buFont typeface="Times New Roman" panose="02020603050405020304" pitchFamily="18" charset="0"/>
              <a:buNone/>
              <a:tabLst>
                <a:tab pos="450850" algn="l"/>
              </a:tabLst>
            </a:pPr>
            <a:r>
              <a:rPr lang="en-US" altLang="en-US" sz="22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1.	NO</a:t>
            </a:r>
            <a:r>
              <a:rPr lang="en-US" altLang="en-US" sz="2200" baseline="-300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2</a:t>
            </a:r>
            <a:r>
              <a:rPr lang="en-US" altLang="en-US" sz="22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 is highly toxic</a:t>
            </a:r>
            <a:endParaRPr lang="en-US" altLang="en-US" sz="22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endParaRPr>
          </a:p>
          <a:p>
            <a:pPr lvl="2" defTabSz="457200">
              <a:buFont typeface="Times New Roman" panose="02020603050405020304" pitchFamily="18" charset="0"/>
              <a:buNone/>
              <a:tabLst>
                <a:tab pos="450850" algn="l"/>
              </a:tabLst>
            </a:pPr>
            <a:r>
              <a:rPr lang="en-US" altLang="en-US" sz="22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2.	Causes inflammation of lung tissues</a:t>
            </a:r>
            <a:endParaRPr lang="en-US" altLang="en-US" sz="22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endParaRPr>
          </a:p>
          <a:p>
            <a:pPr lvl="2" defTabSz="457200">
              <a:buFont typeface="Times New Roman" panose="02020603050405020304" pitchFamily="18" charset="0"/>
              <a:buNone/>
              <a:tabLst>
                <a:tab pos="450850" algn="l"/>
              </a:tabLst>
            </a:pPr>
            <a:r>
              <a:rPr lang="en-US" altLang="en-US" sz="22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3.	Higher doses cause bronchitis and respiratory problems</a:t>
            </a:r>
            <a:endParaRPr lang="en-US" altLang="en-US" sz="22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endParaRPr>
          </a:p>
          <a:p>
            <a:pPr lvl="2" defTabSz="457200">
              <a:buFont typeface="Times New Roman" panose="02020603050405020304" pitchFamily="18" charset="0"/>
              <a:buAutoNum type="arabicPeriod" startAt="4"/>
              <a:tabLst>
                <a:tab pos="450850" algn="l"/>
              </a:tabLst>
            </a:pPr>
            <a:r>
              <a:rPr lang="en-US" altLang="en-US" sz="22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Overexposure can cause death.</a:t>
            </a:r>
            <a:endParaRPr lang="en-US" altLang="en-US" sz="22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endParaRPr>
          </a:p>
          <a:p>
            <a:pPr lvl="2" defTabSz="457200">
              <a:buFont typeface="Times New Roman" panose="02020603050405020304" pitchFamily="18" charset="0"/>
              <a:buAutoNum type="arabicPeriod" startAt="4"/>
              <a:tabLst>
                <a:tab pos="450850" algn="l"/>
              </a:tabLst>
            </a:pPr>
            <a:r>
              <a:rPr lang="en-US" altLang="en-US" sz="22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Causes acid rain</a:t>
            </a:r>
            <a:endParaRPr lang="en-US" altLang="en-US" sz="22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endParaRPr>
          </a:p>
          <a:p>
            <a:pPr defTabSz="457200">
              <a:buFont typeface="Times New Roman" panose="02020603050405020304" pitchFamily="18" charset="0"/>
              <a:buNone/>
              <a:tabLst>
                <a:tab pos="450850" algn="l"/>
              </a:tabLst>
            </a:pPr>
            <a:endParaRPr lang="en-US" altLang="en-US" sz="22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endParaRPr>
          </a:p>
          <a:p>
            <a:pPr defTabSz="457200">
              <a:buFont typeface="Times New Roman" panose="02020603050405020304" pitchFamily="18" charset="0"/>
              <a:buNone/>
              <a:tabLst>
                <a:tab pos="450850" algn="l"/>
              </a:tabLst>
            </a:pPr>
            <a:r>
              <a:rPr lang="en-US" altLang="en-US" sz="2200" b="1" i="1" dirty="0">
                <a:solidFill>
                  <a:srgbClr val="FF00FF"/>
                </a:solidFill>
                <a:latin typeface="Times New Roman" panose="02020603050405020304" pitchFamily="18" charset="0"/>
                <a:cs typeface="Times New Roman" panose="02020603050405020304" pitchFamily="18" charset="0"/>
                <a:sym typeface="Wingdings" panose="05000000000000000000" pitchFamily="2" charset="2"/>
              </a:rPr>
              <a:t>Control of NOx</a:t>
            </a:r>
            <a:endParaRPr lang="en-US" altLang="en-US" sz="2200" dirty="0">
              <a:solidFill>
                <a:srgbClr val="FF00FF"/>
              </a:solidFill>
              <a:latin typeface="Times New Roman" panose="02020603050405020304" pitchFamily="18" charset="0"/>
              <a:cs typeface="Times New Roman" panose="02020603050405020304" pitchFamily="18" charset="0"/>
              <a:sym typeface="Wingdings" panose="05000000000000000000" pitchFamily="2" charset="2"/>
            </a:endParaRPr>
          </a:p>
          <a:p>
            <a:pPr defTabSz="457200">
              <a:buFont typeface="Times New Roman" panose="02020603050405020304" pitchFamily="18" charset="0"/>
              <a:buNone/>
              <a:tabLst>
                <a:tab pos="450850" algn="l"/>
              </a:tabLst>
            </a:pPr>
            <a:r>
              <a:rPr lang="en-US" altLang="en-US" sz="22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	Use catalytic converter in automobile exhaust to convert oxides of N</a:t>
            </a:r>
            <a:r>
              <a:rPr lang="en-US" altLang="en-US" sz="2200" baseline="-300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2</a:t>
            </a:r>
            <a:r>
              <a:rPr lang="en-US" altLang="en-US" sz="22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 to free N</a:t>
            </a:r>
            <a:r>
              <a:rPr lang="en-US" altLang="en-US" sz="2200" baseline="-300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2</a:t>
            </a:r>
            <a:r>
              <a:rPr lang="en-US" altLang="en-US" sz="22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rPr>
              <a:t>.</a:t>
            </a:r>
            <a:endParaRPr lang="en-US" altLang="en-US" sz="2200" dirty="0">
              <a:solidFill>
                <a:srgbClr val="B011FF"/>
              </a:solidFill>
              <a:latin typeface="Times New Roman" panose="02020603050405020304" pitchFamily="18" charset="0"/>
              <a:cs typeface="Times New Roman" panose="02020603050405020304" pitchFamily="18" charset="0"/>
              <a:sym typeface="Wingdings" panose="05000000000000000000" pitchFamily="2" charset="2"/>
            </a:endParaRPr>
          </a:p>
          <a:p>
            <a:pPr defTabSz="457200">
              <a:buFont typeface="Times New Roman" panose="02020603050405020304" pitchFamily="18" charset="0"/>
              <a:buNone/>
              <a:tabLst>
                <a:tab pos="450850" algn="l"/>
              </a:tabLst>
            </a:pPr>
            <a:endParaRPr lang="en-US" altLang="en-US" sz="2200" dirty="0">
              <a:solidFill>
                <a:srgbClr val="B011FF"/>
              </a:solidFill>
              <a:latin typeface="Times New Roman" panose="02020603050405020304" pitchFamily="18" charset="0"/>
              <a:ea typeface="Times New Roman" panose="02020603050405020304" pitchFamily="18" charset="0"/>
              <a:sym typeface="Wingdings" panose="05000000000000000000" pitchFamily="2" charset="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Title 1"/>
          <p:cNvSpPr>
            <a:spLocks noGrp="1" noChangeArrowheads="1"/>
          </p:cNvSpPr>
          <p:nvPr>
            <p:ph type="title"/>
          </p:nvPr>
        </p:nvSpPr>
        <p:spPr/>
        <p:txBody>
          <a:bodyPr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en-US" sz="2400" b="1" i="0"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t>III. Oxides of Sulphur (SO</a:t>
            </a:r>
            <a:r>
              <a:rPr kumimoji="0" lang="en-US" altLang="en-US" sz="2400" b="1" i="0" u="none" strike="noStrike" kern="1200" cap="none" spc="0" normalizeH="0" baseline="-2500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t>2</a:t>
            </a:r>
            <a:r>
              <a:rPr kumimoji="0" lang="en-US" altLang="en-US" sz="2400" b="1" i="0"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t> (97-99%) &amp; SO</a:t>
            </a:r>
            <a:r>
              <a:rPr kumimoji="0" lang="en-US" altLang="en-US" sz="2400" b="1" i="0" u="none" strike="noStrike" kern="1200" cap="none" spc="0" normalizeH="0" baseline="-2500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t>3</a:t>
            </a:r>
            <a:r>
              <a:rPr kumimoji="0" lang="en-US" altLang="en-US" sz="2400" b="1" i="0"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t> (1-3%))</a:t>
            </a:r>
            <a:br>
              <a:rPr kumimoji="0" lang="en-US" altLang="en-US" sz="2400" b="1" i="0"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br>
            <a:endParaRPr kumimoji="0" lang="en-US" altLang="en-US" sz="2400" b="1" i="0"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endParaRPr>
          </a:p>
        </p:txBody>
      </p:sp>
      <p:sp>
        <p:nvSpPr>
          <p:cNvPr id="22531" name="Rectangle 1"/>
          <p:cNvSpPr>
            <a:spLocks noGrp="1"/>
          </p:cNvSpPr>
          <p:nvPr>
            <p:ph idx="1"/>
          </p:nvPr>
        </p:nvSpPr>
        <p:spPr>
          <a:xfrm>
            <a:off x="1524000" y="1066800"/>
            <a:ext cx="7620000" cy="4832350"/>
          </a:xfrm>
          <a:ln/>
        </p:spPr>
        <p:txBody>
          <a:bodyPr vert="horz" wrap="square" lIns="91440" tIns="45720" rIns="91440" bIns="45720" anchor="ctr" anchorCtr="0">
            <a:spAutoFit/>
          </a:bodyPr>
          <a:p>
            <a:pPr marL="0" indent="0" algn="just">
              <a:spcBef>
                <a:spcPct val="0"/>
              </a:spcBef>
              <a:buFont typeface="Times New Roman" panose="02020603050405020304" pitchFamily="18" charset="0"/>
              <a:buNone/>
            </a:pPr>
            <a:r>
              <a:rPr lang="en-US" altLang="en-US" sz="2000" dirty="0">
                <a:solidFill>
                  <a:srgbClr val="B011FF"/>
                </a:solidFill>
                <a:latin typeface="Times New Roman" panose="02020603050405020304" pitchFamily="18" charset="0"/>
                <a:cs typeface="Times New Roman" panose="02020603050405020304" pitchFamily="18" charset="0"/>
              </a:rPr>
              <a:t>	</a:t>
            </a:r>
            <a:r>
              <a:rPr lang="en-US" altLang="en-US" sz="1800" dirty="0">
                <a:solidFill>
                  <a:srgbClr val="B011FF"/>
                </a:solidFill>
                <a:latin typeface="Times New Roman" panose="02020603050405020304" pitchFamily="18" charset="0"/>
                <a:cs typeface="Times New Roman" panose="02020603050405020304" pitchFamily="18" charset="0"/>
              </a:rPr>
              <a:t>SO</a:t>
            </a:r>
            <a:r>
              <a:rPr lang="en-US" altLang="en-US" sz="1800" baseline="-30000" dirty="0">
                <a:solidFill>
                  <a:srgbClr val="B011FF"/>
                </a:solidFill>
                <a:latin typeface="Times New Roman" panose="02020603050405020304" pitchFamily="18" charset="0"/>
                <a:cs typeface="Times New Roman" panose="02020603050405020304" pitchFamily="18" charset="0"/>
              </a:rPr>
              <a:t>2</a:t>
            </a:r>
            <a:r>
              <a:rPr lang="en-US" altLang="en-US" sz="1800" dirty="0">
                <a:solidFill>
                  <a:srgbClr val="B011FF"/>
                </a:solidFill>
                <a:latin typeface="Times New Roman" panose="02020603050405020304" pitchFamily="18" charset="0"/>
                <a:cs typeface="Times New Roman" panose="02020603050405020304" pitchFamily="18" charset="0"/>
              </a:rPr>
              <a:t> is the second most contributor of air pollutant. It is a colourless, heavy water soluble gas with pungent smell.</a:t>
            </a:r>
            <a:endParaRPr lang="en-US" altLang="en-US" sz="1800" dirty="0">
              <a:solidFill>
                <a:srgbClr val="B011FF"/>
              </a:solidFill>
              <a:latin typeface="Times New Roman" panose="02020603050405020304" pitchFamily="18" charset="0"/>
              <a:cs typeface="Times New Roman" panose="02020603050405020304" pitchFamily="18" charset="0"/>
            </a:endParaRPr>
          </a:p>
          <a:p>
            <a:pPr marL="0" indent="0" algn="just">
              <a:spcBef>
                <a:spcPct val="0"/>
              </a:spcBef>
              <a:buFont typeface="Times New Roman" panose="02020603050405020304" pitchFamily="18" charset="0"/>
              <a:buNone/>
            </a:pPr>
            <a:endParaRPr lang="en-US" altLang="en-US" sz="1800" dirty="0">
              <a:solidFill>
                <a:srgbClr val="B011FF"/>
              </a:solidFill>
              <a:latin typeface="Times New Roman" panose="02020603050405020304" pitchFamily="18" charset="0"/>
              <a:cs typeface="Times New Roman" panose="02020603050405020304" pitchFamily="18" charset="0"/>
            </a:endParaRPr>
          </a:p>
          <a:p>
            <a:pPr marL="0" indent="0" algn="just">
              <a:spcBef>
                <a:spcPct val="0"/>
              </a:spcBef>
              <a:buClrTx/>
              <a:buSzTx/>
              <a:buFontTx/>
              <a:buNone/>
            </a:pPr>
            <a:r>
              <a:rPr lang="en-US" altLang="en-US" sz="1800" b="1" i="1" dirty="0">
                <a:solidFill>
                  <a:srgbClr val="FF00FF"/>
                </a:solidFill>
                <a:latin typeface="Times New Roman" panose="02020603050405020304" pitchFamily="18" charset="0"/>
                <a:cs typeface="Times New Roman" panose="02020603050405020304" pitchFamily="18" charset="0"/>
              </a:rPr>
              <a:t>Sources:</a:t>
            </a:r>
            <a:endParaRPr lang="en-US" altLang="en-US" sz="1800" dirty="0">
              <a:solidFill>
                <a:srgbClr val="FF00FF"/>
              </a:solidFill>
              <a:latin typeface="Times New Roman" panose="02020603050405020304" pitchFamily="18" charset="0"/>
              <a:cs typeface="Times New Roman" panose="02020603050405020304" pitchFamily="18" charset="0"/>
            </a:endParaRPr>
          </a:p>
          <a:p>
            <a:pPr marL="0" indent="0" algn="just">
              <a:spcBef>
                <a:spcPct val="0"/>
              </a:spcBef>
              <a:buClrTx/>
              <a:buSzTx/>
              <a:buFontTx/>
              <a:buNone/>
            </a:pPr>
            <a:r>
              <a:rPr lang="en-US" altLang="en-US" sz="1800" dirty="0">
                <a:solidFill>
                  <a:srgbClr val="B011FF"/>
                </a:solidFill>
                <a:latin typeface="Times New Roman" panose="02020603050405020304" pitchFamily="18" charset="0"/>
                <a:cs typeface="Times New Roman" panose="02020603050405020304" pitchFamily="18" charset="0"/>
              </a:rPr>
              <a:t>	Volcanic eruptions, Coal combustion, Industrialization, Automobile pollution, Petroleum Refining, manufacture of sulphuric acid, paper making etc.</a:t>
            </a:r>
            <a:endParaRPr lang="en-US" altLang="en-US" sz="1800" dirty="0">
              <a:solidFill>
                <a:srgbClr val="B011FF"/>
              </a:solidFill>
              <a:latin typeface="Times New Roman" panose="02020603050405020304" pitchFamily="18" charset="0"/>
              <a:cs typeface="Times New Roman" panose="02020603050405020304" pitchFamily="18" charset="0"/>
            </a:endParaRPr>
          </a:p>
          <a:p>
            <a:pPr marL="0" indent="0" algn="just">
              <a:spcBef>
                <a:spcPct val="0"/>
              </a:spcBef>
              <a:buClrTx/>
              <a:buSzTx/>
              <a:buFontTx/>
              <a:buNone/>
            </a:pPr>
            <a:endParaRPr lang="en-US" altLang="en-US" sz="1800" dirty="0">
              <a:solidFill>
                <a:srgbClr val="B011FF"/>
              </a:solidFill>
              <a:latin typeface="Times New Roman" panose="02020603050405020304" pitchFamily="18" charset="0"/>
              <a:cs typeface="Times New Roman" panose="02020603050405020304" pitchFamily="18" charset="0"/>
            </a:endParaRPr>
          </a:p>
          <a:p>
            <a:pPr marL="0" indent="0" algn="just">
              <a:spcBef>
                <a:spcPct val="0"/>
              </a:spcBef>
              <a:buClrTx/>
              <a:buSzTx/>
              <a:buFontTx/>
              <a:buNone/>
            </a:pPr>
            <a:r>
              <a:rPr lang="en-US" altLang="en-US" sz="1800" b="1" i="1" dirty="0">
                <a:solidFill>
                  <a:srgbClr val="FF00FF"/>
                </a:solidFill>
                <a:latin typeface="Times New Roman" panose="02020603050405020304" pitchFamily="18" charset="0"/>
                <a:cs typeface="Times New Roman" panose="02020603050405020304" pitchFamily="18" charset="0"/>
              </a:rPr>
              <a:t>Sink for Sox</a:t>
            </a:r>
            <a:endParaRPr lang="en-US" altLang="en-US" sz="1800" dirty="0">
              <a:solidFill>
                <a:srgbClr val="FF00FF"/>
              </a:solidFill>
              <a:latin typeface="Times New Roman" panose="02020603050405020304" pitchFamily="18" charset="0"/>
              <a:cs typeface="Times New Roman" panose="02020603050405020304" pitchFamily="18" charset="0"/>
            </a:endParaRPr>
          </a:p>
          <a:p>
            <a:pPr marL="0" indent="0" algn="just">
              <a:spcBef>
                <a:spcPct val="0"/>
              </a:spcBef>
              <a:buClrTx/>
              <a:buSzTx/>
              <a:buFontTx/>
              <a:buNone/>
            </a:pPr>
            <a:r>
              <a:rPr lang="en-US" altLang="en-US" sz="1800" dirty="0">
                <a:solidFill>
                  <a:srgbClr val="B011FF"/>
                </a:solidFill>
                <a:latin typeface="Times New Roman" panose="02020603050405020304" pitchFamily="18" charset="0"/>
                <a:cs typeface="Times New Roman" panose="02020603050405020304" pitchFamily="18" charset="0"/>
              </a:rPr>
              <a:t>	H</a:t>
            </a:r>
            <a:r>
              <a:rPr lang="en-US" altLang="en-US" sz="1800" baseline="-30000" dirty="0">
                <a:solidFill>
                  <a:srgbClr val="B011FF"/>
                </a:solidFill>
                <a:latin typeface="Times New Roman" panose="02020603050405020304" pitchFamily="18" charset="0"/>
                <a:cs typeface="Times New Roman" panose="02020603050405020304" pitchFamily="18" charset="0"/>
              </a:rPr>
              <a:t>2</a:t>
            </a:r>
            <a:r>
              <a:rPr lang="en-US" altLang="en-US" sz="1800" dirty="0">
                <a:solidFill>
                  <a:srgbClr val="B011FF"/>
                </a:solidFill>
                <a:latin typeface="Times New Roman" panose="02020603050405020304" pitchFamily="18" charset="0"/>
                <a:cs typeface="Times New Roman" panose="02020603050405020304" pitchFamily="18" charset="0"/>
              </a:rPr>
              <a:t>SO</a:t>
            </a:r>
            <a:r>
              <a:rPr lang="en-US" altLang="en-US" sz="1800" baseline="-30000" dirty="0">
                <a:solidFill>
                  <a:srgbClr val="B011FF"/>
                </a:solidFill>
                <a:latin typeface="Times New Roman" panose="02020603050405020304" pitchFamily="18" charset="0"/>
                <a:cs typeface="Times New Roman" panose="02020603050405020304" pitchFamily="18" charset="0"/>
              </a:rPr>
              <a:t>4</a:t>
            </a:r>
            <a:r>
              <a:rPr lang="en-US" altLang="en-US" sz="1800" dirty="0">
                <a:solidFill>
                  <a:srgbClr val="B011FF"/>
                </a:solidFill>
                <a:latin typeface="Times New Roman" panose="02020603050405020304" pitchFamily="18" charset="0"/>
                <a:cs typeface="Times New Roman" panose="02020603050405020304" pitchFamily="18" charset="0"/>
              </a:rPr>
              <a:t>  in the form of acid rain may react with NH</a:t>
            </a:r>
            <a:r>
              <a:rPr lang="en-US" altLang="en-US" sz="1800" baseline="-30000" dirty="0">
                <a:solidFill>
                  <a:srgbClr val="B011FF"/>
                </a:solidFill>
                <a:latin typeface="Times New Roman" panose="02020603050405020304" pitchFamily="18" charset="0"/>
                <a:cs typeface="Times New Roman" panose="02020603050405020304" pitchFamily="18" charset="0"/>
              </a:rPr>
              <a:t>3</a:t>
            </a:r>
            <a:r>
              <a:rPr lang="en-US" altLang="en-US" sz="1800" dirty="0">
                <a:solidFill>
                  <a:srgbClr val="B011FF"/>
                </a:solidFill>
                <a:latin typeface="Times New Roman" panose="02020603050405020304" pitchFamily="18" charset="0"/>
                <a:cs typeface="Times New Roman" panose="02020603050405020304" pitchFamily="18" charset="0"/>
              </a:rPr>
              <a:t>  and with limestone or marble.</a:t>
            </a:r>
            <a:endParaRPr lang="en-US" altLang="en-US" sz="1800" dirty="0">
              <a:solidFill>
                <a:srgbClr val="B011FF"/>
              </a:solidFill>
              <a:latin typeface="Times New Roman" panose="02020603050405020304" pitchFamily="18" charset="0"/>
              <a:cs typeface="Times New Roman" panose="02020603050405020304" pitchFamily="18" charset="0"/>
            </a:endParaRPr>
          </a:p>
          <a:p>
            <a:pPr marL="0" indent="0" algn="just">
              <a:spcBef>
                <a:spcPct val="0"/>
              </a:spcBef>
              <a:buClrTx/>
              <a:buSzTx/>
              <a:buFontTx/>
              <a:buNone/>
            </a:pPr>
            <a:endParaRPr lang="en-US" altLang="en-US" sz="1800" dirty="0">
              <a:solidFill>
                <a:srgbClr val="B011FF"/>
              </a:solidFill>
              <a:latin typeface="Times New Roman" panose="02020603050405020304" pitchFamily="18" charset="0"/>
              <a:cs typeface="Times New Roman" panose="02020603050405020304" pitchFamily="18" charset="0"/>
            </a:endParaRPr>
          </a:p>
          <a:p>
            <a:pPr marL="0" indent="0" algn="just">
              <a:spcBef>
                <a:spcPct val="0"/>
              </a:spcBef>
              <a:buClrTx/>
              <a:buSzTx/>
              <a:buFontTx/>
              <a:buNone/>
            </a:pPr>
            <a:r>
              <a:rPr lang="en-US" altLang="en-US" sz="1800" b="1" i="1" dirty="0">
                <a:solidFill>
                  <a:srgbClr val="FF00FF"/>
                </a:solidFill>
                <a:latin typeface="Times New Roman" panose="02020603050405020304" pitchFamily="18" charset="0"/>
                <a:cs typeface="Times New Roman" panose="02020603050405020304" pitchFamily="18" charset="0"/>
              </a:rPr>
              <a:t>Effects of SOx</a:t>
            </a:r>
            <a:endParaRPr lang="en-US" altLang="en-US" sz="1800" dirty="0">
              <a:solidFill>
                <a:srgbClr val="FF00FF"/>
              </a:solidFill>
              <a:latin typeface="Times New Roman" panose="02020603050405020304" pitchFamily="18" charset="0"/>
              <a:cs typeface="Times New Roman" panose="02020603050405020304" pitchFamily="18" charset="0"/>
            </a:endParaRPr>
          </a:p>
          <a:p>
            <a:pPr marL="0" indent="0" algn="just">
              <a:spcBef>
                <a:spcPct val="0"/>
              </a:spcBef>
              <a:buClrTx/>
              <a:buSzTx/>
              <a:buFontTx/>
              <a:buNone/>
            </a:pPr>
            <a:r>
              <a:rPr lang="en-US" altLang="en-US" sz="1800" dirty="0">
                <a:solidFill>
                  <a:srgbClr val="B011FF"/>
                </a:solidFill>
                <a:latin typeface="Times New Roman" panose="02020603050405020304" pitchFamily="18" charset="0"/>
                <a:cs typeface="Times New Roman" panose="02020603050405020304" pitchFamily="18" charset="0"/>
              </a:rPr>
              <a:t>1. Tend to irritate the mucous membranes of the respiratory tract</a:t>
            </a:r>
            <a:endParaRPr lang="en-US" altLang="en-US" sz="1800" dirty="0">
              <a:solidFill>
                <a:srgbClr val="B011FF"/>
              </a:solidFill>
              <a:latin typeface="Times New Roman" panose="02020603050405020304" pitchFamily="18" charset="0"/>
              <a:cs typeface="Times New Roman" panose="02020603050405020304" pitchFamily="18" charset="0"/>
            </a:endParaRPr>
          </a:p>
          <a:p>
            <a:pPr marL="0" indent="0" algn="just">
              <a:spcBef>
                <a:spcPct val="0"/>
              </a:spcBef>
              <a:buClrTx/>
              <a:buSzTx/>
              <a:buFontTx/>
              <a:buNone/>
            </a:pPr>
            <a:r>
              <a:rPr lang="en-US" altLang="en-US" sz="1800" dirty="0">
                <a:solidFill>
                  <a:srgbClr val="B011FF"/>
                </a:solidFill>
                <a:latin typeface="Times New Roman" panose="02020603050405020304" pitchFamily="18" charset="0"/>
                <a:cs typeface="Times New Roman" panose="02020603050405020304" pitchFamily="18" charset="0"/>
              </a:rPr>
              <a:t>2. Higher concentration causes bronchitis</a:t>
            </a:r>
            <a:endParaRPr lang="en-US" altLang="en-US" sz="1800" dirty="0">
              <a:solidFill>
                <a:srgbClr val="B011FF"/>
              </a:solidFill>
              <a:latin typeface="Times New Roman" panose="02020603050405020304" pitchFamily="18" charset="0"/>
              <a:cs typeface="Times New Roman" panose="02020603050405020304" pitchFamily="18" charset="0"/>
            </a:endParaRPr>
          </a:p>
          <a:p>
            <a:pPr marL="0" indent="0" algn="just">
              <a:spcBef>
                <a:spcPct val="0"/>
              </a:spcBef>
              <a:buClrTx/>
              <a:buSzTx/>
              <a:buFontTx/>
              <a:buNone/>
            </a:pPr>
            <a:r>
              <a:rPr lang="en-US" altLang="en-US" sz="1800" dirty="0">
                <a:solidFill>
                  <a:srgbClr val="B011FF"/>
                </a:solidFill>
                <a:latin typeface="Times New Roman" panose="02020603050405020304" pitchFamily="18" charset="0"/>
                <a:cs typeface="Times New Roman" panose="02020603050405020304" pitchFamily="18" charset="0"/>
              </a:rPr>
              <a:t>3. SO</a:t>
            </a:r>
            <a:r>
              <a:rPr lang="en-US" altLang="en-US" sz="1800" baseline="-30000" dirty="0">
                <a:solidFill>
                  <a:srgbClr val="B011FF"/>
                </a:solidFill>
                <a:latin typeface="Times New Roman" panose="02020603050405020304" pitchFamily="18" charset="0"/>
                <a:cs typeface="Times New Roman" panose="02020603050405020304" pitchFamily="18" charset="0"/>
              </a:rPr>
              <a:t>2 </a:t>
            </a:r>
            <a:r>
              <a:rPr lang="en-US" altLang="en-US" sz="1800" dirty="0">
                <a:solidFill>
                  <a:srgbClr val="B011FF"/>
                </a:solidFill>
                <a:latin typeface="Times New Roman" panose="02020603050405020304" pitchFamily="18" charset="0"/>
                <a:cs typeface="Times New Roman" panose="02020603050405020304" pitchFamily="18" charset="0"/>
              </a:rPr>
              <a:t>is responsible for acid rain which damages plants and aquatic life.</a:t>
            </a:r>
            <a:endParaRPr lang="en-US" altLang="en-US" sz="1800" dirty="0">
              <a:solidFill>
                <a:srgbClr val="B011FF"/>
              </a:solidFill>
              <a:latin typeface="Times New Roman" panose="02020603050405020304" pitchFamily="18" charset="0"/>
              <a:cs typeface="Times New Roman" panose="02020603050405020304" pitchFamily="18" charset="0"/>
            </a:endParaRPr>
          </a:p>
          <a:p>
            <a:pPr marL="0" indent="0" algn="just">
              <a:spcBef>
                <a:spcPct val="0"/>
              </a:spcBef>
              <a:buClrTx/>
              <a:buSzTx/>
              <a:buFontTx/>
              <a:buNone/>
            </a:pPr>
            <a:r>
              <a:rPr lang="en-US" altLang="en-US" sz="1800" dirty="0">
                <a:solidFill>
                  <a:srgbClr val="B011FF"/>
                </a:solidFill>
                <a:latin typeface="Times New Roman" panose="02020603050405020304" pitchFamily="18" charset="0"/>
                <a:cs typeface="Times New Roman" panose="02020603050405020304" pitchFamily="18" charset="0"/>
              </a:rPr>
              <a:t>4. Causes acid rain</a:t>
            </a:r>
            <a:endParaRPr lang="en-US" altLang="en-US" sz="1800" dirty="0">
              <a:solidFill>
                <a:srgbClr val="B011FF"/>
              </a:solidFill>
              <a:latin typeface="Times New Roman" panose="02020603050405020304" pitchFamily="18" charset="0"/>
              <a:cs typeface="Times New Roman" panose="02020603050405020304" pitchFamily="18" charset="0"/>
            </a:endParaRPr>
          </a:p>
          <a:p>
            <a:pPr marL="0" indent="0" algn="just">
              <a:spcBef>
                <a:spcPct val="0"/>
              </a:spcBef>
              <a:buClrTx/>
              <a:buSzTx/>
              <a:buFontTx/>
              <a:buNone/>
            </a:pPr>
            <a:r>
              <a:rPr lang="en-US" altLang="en-US" sz="1800" dirty="0">
                <a:solidFill>
                  <a:srgbClr val="B011FF"/>
                </a:solidFill>
                <a:latin typeface="Times New Roman" panose="02020603050405020304" pitchFamily="18" charset="0"/>
                <a:cs typeface="Times New Roman" panose="02020603050405020304" pitchFamily="18" charset="0"/>
              </a:rPr>
              <a:t>5. Marbles and mortar statues are affected</a:t>
            </a:r>
            <a:endParaRPr lang="en-US" altLang="en-US" sz="1800" dirty="0">
              <a:solidFill>
                <a:srgbClr val="B011FF"/>
              </a:solidFill>
              <a:latin typeface="Times New Roman" panose="02020603050405020304" pitchFamily="18" charset="0"/>
              <a:ea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Content Placeholder 2"/>
          <p:cNvSpPr>
            <a:spLocks noGrp="1"/>
          </p:cNvSpPr>
          <p:nvPr>
            <p:ph idx="1"/>
          </p:nvPr>
        </p:nvSpPr>
        <p:spPr>
          <a:xfrm>
            <a:off x="1371600" y="1295400"/>
            <a:ext cx="7620000" cy="2819400"/>
          </a:xfrm>
          <a:ln/>
        </p:spPr>
        <p:txBody>
          <a:bodyPr vert="horz" wrap="square" anchor="t" anchorCtr="0"/>
          <a:p>
            <a:pPr marL="0" indent="0" algn="just">
              <a:spcBef>
                <a:spcPct val="0"/>
              </a:spcBef>
              <a:buClrTx/>
              <a:buSzTx/>
              <a:buFont typeface="Times New Roman" panose="02020603050405020304" pitchFamily="18" charset="0"/>
              <a:buNone/>
            </a:pPr>
            <a:r>
              <a:rPr lang="en-US" altLang="en-US" sz="2200" b="1" i="1" dirty="0">
                <a:solidFill>
                  <a:srgbClr val="FF00FF"/>
                </a:solidFill>
                <a:latin typeface="Times New Roman" panose="02020603050405020304" pitchFamily="18" charset="0"/>
                <a:cs typeface="Times New Roman" panose="02020603050405020304" pitchFamily="18" charset="0"/>
              </a:rPr>
              <a:t>Control of Sox</a:t>
            </a:r>
            <a:endParaRPr lang="en-US" altLang="en-US" sz="2200" b="1" i="1" dirty="0">
              <a:solidFill>
                <a:srgbClr val="FF00FF"/>
              </a:solidFill>
              <a:latin typeface="Times New Roman" panose="02020603050405020304" pitchFamily="18" charset="0"/>
              <a:cs typeface="Times New Roman" panose="02020603050405020304" pitchFamily="18" charset="0"/>
            </a:endParaRPr>
          </a:p>
          <a:p>
            <a:pPr marL="0" indent="0" algn="just">
              <a:spcBef>
                <a:spcPct val="0"/>
              </a:spcBef>
              <a:buClrTx/>
              <a:buSzTx/>
              <a:buFont typeface="Times New Roman" panose="02020603050405020304" pitchFamily="18" charset="0"/>
              <a:buNone/>
            </a:pPr>
            <a:endParaRPr lang="en-US" altLang="en-US" sz="2200" dirty="0">
              <a:solidFill>
                <a:srgbClr val="FF00FF"/>
              </a:solidFill>
              <a:latin typeface="Times New Roman" panose="02020603050405020304" pitchFamily="18" charset="0"/>
              <a:cs typeface="Times New Roman" panose="02020603050405020304" pitchFamily="18" charset="0"/>
            </a:endParaRPr>
          </a:p>
          <a:p>
            <a:pPr marL="0" indent="0" algn="just">
              <a:spcBef>
                <a:spcPct val="0"/>
              </a:spcBef>
              <a:buClrTx/>
              <a:buSzTx/>
              <a:buFont typeface="Times New Roman" panose="02020603050405020304" pitchFamily="18" charset="0"/>
              <a:buNone/>
            </a:pPr>
            <a:r>
              <a:rPr lang="en-US" altLang="en-US" sz="2200" dirty="0">
                <a:solidFill>
                  <a:srgbClr val="B011FF"/>
                </a:solidFill>
                <a:latin typeface="Times New Roman" panose="02020603050405020304" pitchFamily="18" charset="0"/>
                <a:cs typeface="Times New Roman" panose="02020603050405020304" pitchFamily="18" charset="0"/>
              </a:rPr>
              <a:t>1. Removal of S from fuel before combustion</a:t>
            </a:r>
            <a:endParaRPr lang="en-US" altLang="en-US" sz="2200" dirty="0">
              <a:solidFill>
                <a:srgbClr val="B011FF"/>
              </a:solidFill>
              <a:latin typeface="Times New Roman" panose="02020603050405020304" pitchFamily="18" charset="0"/>
              <a:cs typeface="Times New Roman" panose="02020603050405020304" pitchFamily="18" charset="0"/>
            </a:endParaRPr>
          </a:p>
          <a:p>
            <a:pPr marL="0" indent="0" algn="just">
              <a:spcBef>
                <a:spcPct val="0"/>
              </a:spcBef>
              <a:buClrTx/>
              <a:buSzTx/>
              <a:buFont typeface="Times New Roman" panose="02020603050405020304" pitchFamily="18" charset="0"/>
              <a:buNone/>
            </a:pPr>
            <a:r>
              <a:rPr lang="en-US" altLang="en-US" sz="2200" dirty="0">
                <a:solidFill>
                  <a:srgbClr val="B011FF"/>
                </a:solidFill>
                <a:latin typeface="Times New Roman" panose="02020603050405020304" pitchFamily="18" charset="0"/>
                <a:cs typeface="Times New Roman" panose="02020603050405020304" pitchFamily="18" charset="0"/>
              </a:rPr>
              <a:t>2. Removal of SOx from flue gases using chemical scrubbers</a:t>
            </a:r>
            <a:endParaRPr lang="en-US" altLang="en-US" sz="2200" dirty="0">
              <a:solidFill>
                <a:srgbClr val="B011FF"/>
              </a:solidFill>
              <a:latin typeface="Times New Roman" panose="02020603050405020304" pitchFamily="18" charset="0"/>
              <a:cs typeface="Times New Roman" panose="02020603050405020304" pitchFamily="18" charset="0"/>
            </a:endParaRPr>
          </a:p>
          <a:p>
            <a:pPr marL="0" indent="0" algn="just">
              <a:spcBef>
                <a:spcPct val="0"/>
              </a:spcBef>
              <a:buClrTx/>
              <a:buSzTx/>
              <a:buFont typeface="Times New Roman" panose="02020603050405020304" pitchFamily="18" charset="0"/>
              <a:buNone/>
            </a:pPr>
            <a:r>
              <a:rPr lang="en-US" altLang="en-US" sz="2200" dirty="0">
                <a:solidFill>
                  <a:srgbClr val="B011FF"/>
                </a:solidFill>
                <a:latin typeface="Times New Roman" panose="02020603050405020304" pitchFamily="18" charset="0"/>
                <a:cs typeface="Times New Roman" panose="02020603050405020304" pitchFamily="18" charset="0"/>
              </a:rPr>
              <a:t>3. Using low sulphur or sulphur free fuels like natural gas</a:t>
            </a:r>
            <a:endParaRPr lang="en-US" altLang="en-US" sz="2200" dirty="0">
              <a:solidFill>
                <a:srgbClr val="B011FF"/>
              </a:solidFill>
              <a:latin typeface="Times New Roman" panose="02020603050405020304" pitchFamily="18" charset="0"/>
              <a:cs typeface="Times New Roman" panose="02020603050405020304" pitchFamily="18" charset="0"/>
            </a:endParaRPr>
          </a:p>
          <a:p>
            <a:pPr marL="0" indent="0" algn="just">
              <a:spcBef>
                <a:spcPct val="0"/>
              </a:spcBef>
              <a:buClrTx/>
              <a:buSzTx/>
              <a:buFont typeface="Times New Roman" panose="02020603050405020304" pitchFamily="18" charset="0"/>
              <a:buNone/>
            </a:pPr>
            <a:r>
              <a:rPr lang="en-US" altLang="en-US" sz="2200" dirty="0">
                <a:solidFill>
                  <a:srgbClr val="B011FF"/>
                </a:solidFill>
                <a:latin typeface="Times New Roman" panose="02020603050405020304" pitchFamily="18" charset="0"/>
                <a:cs typeface="Times New Roman" panose="02020603050405020304" pitchFamily="18" charset="0"/>
              </a:rPr>
              <a:t>4. By using hydroelectric power or nuclear power in place of thermal power.</a:t>
            </a:r>
            <a:endParaRPr lang="en-US" altLang="en-US" sz="2200" dirty="0">
              <a:solidFill>
                <a:srgbClr val="B011FF"/>
              </a:solidFill>
              <a:latin typeface="Times New Roman" panose="02020603050405020304" pitchFamily="18" charset="0"/>
              <a:ea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Title 1"/>
          <p:cNvSpPr>
            <a:spLocks noGrp="1" noChangeArrowheads="1"/>
          </p:cNvSpPr>
          <p:nvPr>
            <p:ph type="title"/>
          </p:nvPr>
        </p:nvSpPr>
        <p:spPr/>
        <p:txBody>
          <a:bodyPr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en-US" sz="2400" b="1" i="0"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t>IV. Hydrocarbons</a:t>
            </a:r>
            <a:br>
              <a:rPr kumimoji="0" lang="en-US" altLang="en-US" sz="2400" b="0" i="0"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br>
            <a:endParaRPr kumimoji="0" lang="en-US" altLang="en-US" sz="2400" b="0" i="0"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endParaRPr>
          </a:p>
        </p:txBody>
      </p:sp>
      <p:sp>
        <p:nvSpPr>
          <p:cNvPr id="3" name="Content Placeholder 2"/>
          <p:cNvSpPr>
            <a:spLocks noGrp="1"/>
          </p:cNvSpPr>
          <p:nvPr>
            <p:ph idx="1"/>
          </p:nvPr>
        </p:nvSpPr>
        <p:spPr>
          <a:xfrm>
            <a:off x="1295400" y="1600200"/>
            <a:ext cx="7620000" cy="4524375"/>
          </a:xfrm>
        </p:spPr>
        <p:txBody>
          <a:bodyPr>
            <a:normAutofit lnSpcReduction="10000"/>
          </a:bodyPr>
          <a:lstStyle/>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Times New Roman" panose="02020603050405020304" pitchFamily="18" charset="0"/>
              <a:buNone/>
              <a:defRPr/>
            </a:pPr>
            <a:r>
              <a:rPr kumimoji="0" lang="en-US" sz="2200" b="0" i="0" u="none" strike="noStrike" kern="1200" cap="none" spc="0" normalizeH="0" baseline="0" noProof="0" dirty="0">
                <a:ln>
                  <a:noFill/>
                </a:ln>
                <a:solidFill>
                  <a:srgbClr val="B011FF"/>
                </a:solidFill>
                <a:effectLst/>
                <a:uLnTx/>
                <a:uFillTx/>
                <a:latin typeface="Times New Roman" panose="02020603050405020304" pitchFamily="18" charset="0"/>
                <a:ea typeface="+mn-ea"/>
                <a:cs typeface="Times New Roman" panose="02020603050405020304" pitchFamily="18" charset="0"/>
              </a:rPr>
              <a:t>		Methane is the most abundant hydrocarbon pollutant. Other hydrocarbon pollutants are ethane, ethylene, acetylene etc.</a:t>
            </a:r>
            <a:endParaRPr kumimoji="0" lang="en-US" sz="2200" b="0" i="0" u="none" strike="noStrike" kern="1200" cap="none" spc="0" normalizeH="0" baseline="0" noProof="0" dirty="0">
              <a:ln>
                <a:noFill/>
              </a:ln>
              <a:solidFill>
                <a:srgbClr val="B011FF"/>
              </a:solidFill>
              <a:effectLst/>
              <a:uLnTx/>
              <a:uFillTx/>
              <a:latin typeface="Times New Roman" panose="02020603050405020304" pitchFamily="18" charset="0"/>
              <a:ea typeface="+mn-ea"/>
              <a:cs typeface="Times New Roman" panose="02020603050405020304" pitchFamily="18" charset="0"/>
            </a:endParaRPr>
          </a:p>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Times New Roman" panose="02020603050405020304" pitchFamily="18" charset="0"/>
              <a:buNone/>
              <a:defRPr/>
            </a:pPr>
            <a:r>
              <a:rPr kumimoji="0" lang="en-US" sz="2200" b="1" i="1" u="none" strike="noStrike" kern="1200" cap="none" spc="0" normalizeH="0" baseline="0" noProof="0" dirty="0">
                <a:ln>
                  <a:noFill/>
                </a:ln>
                <a:solidFill>
                  <a:srgbClr val="FF00FF"/>
                </a:solidFill>
                <a:effectLst/>
                <a:uLnTx/>
                <a:uFillTx/>
                <a:latin typeface="Times New Roman" panose="02020603050405020304" pitchFamily="18" charset="0"/>
                <a:ea typeface="+mn-ea"/>
                <a:cs typeface="Times New Roman" panose="02020603050405020304" pitchFamily="18" charset="0"/>
              </a:rPr>
              <a:t>Natural Sources</a:t>
            </a:r>
            <a:endParaRPr kumimoji="0" lang="en-US" sz="2200" b="0" i="0" u="none" strike="noStrike" kern="1200" cap="none" spc="0" normalizeH="0" baseline="0" noProof="0" dirty="0">
              <a:ln>
                <a:noFill/>
              </a:ln>
              <a:solidFill>
                <a:srgbClr val="FF00FF"/>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ts val="600"/>
              </a:spcBef>
              <a:spcAft>
                <a:spcPts val="0"/>
              </a:spcAft>
              <a:buClr>
                <a:schemeClr val="accent1"/>
              </a:buClr>
              <a:buSzPct val="80000"/>
              <a:buFont typeface="+mj-lt"/>
              <a:buAutoNum type="arabicPeriod"/>
              <a:defRPr/>
            </a:pPr>
            <a:r>
              <a:rPr kumimoji="0" lang="en-US" sz="2200" b="0" i="0" u="none" strike="noStrike" kern="1200" cap="none" spc="0" normalizeH="0" baseline="0" noProof="0" dirty="0">
                <a:ln>
                  <a:noFill/>
                </a:ln>
                <a:solidFill>
                  <a:srgbClr val="B011FF"/>
                </a:solidFill>
                <a:effectLst/>
                <a:uLnTx/>
                <a:uFillTx/>
                <a:latin typeface="Times New Roman" panose="02020603050405020304" pitchFamily="18" charset="0"/>
                <a:ea typeface="+mn-ea"/>
                <a:cs typeface="Times New Roman" panose="02020603050405020304" pitchFamily="18" charset="0"/>
              </a:rPr>
              <a:t>Anaerobic decomposition of organic matter</a:t>
            </a:r>
            <a:endParaRPr kumimoji="0" lang="en-US" sz="2200" b="0" i="0" u="none" strike="noStrike" kern="1200" cap="none" spc="0" normalizeH="0" baseline="0" noProof="0" dirty="0">
              <a:ln>
                <a:noFill/>
              </a:ln>
              <a:solidFill>
                <a:srgbClr val="B011FF"/>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ts val="600"/>
              </a:spcBef>
              <a:spcAft>
                <a:spcPts val="0"/>
              </a:spcAft>
              <a:buClr>
                <a:schemeClr val="accent1"/>
              </a:buClr>
              <a:buSzPct val="80000"/>
              <a:buFont typeface="+mj-lt"/>
              <a:buAutoNum type="arabicPeriod"/>
              <a:defRPr/>
            </a:pPr>
            <a:r>
              <a:rPr kumimoji="0" lang="en-US" sz="2200" b="0" i="0" u="none" strike="noStrike" kern="1200" cap="none" spc="0" normalizeH="0" baseline="0" noProof="0" dirty="0">
                <a:ln>
                  <a:noFill/>
                </a:ln>
                <a:solidFill>
                  <a:srgbClr val="B011FF"/>
                </a:solidFill>
                <a:effectLst/>
                <a:uLnTx/>
                <a:uFillTx/>
                <a:latin typeface="Times New Roman" panose="02020603050405020304" pitchFamily="18" charset="0"/>
                <a:ea typeface="+mn-ea"/>
                <a:cs typeface="Times New Roman" panose="02020603050405020304" pitchFamily="18" charset="0"/>
              </a:rPr>
              <a:t>Trees emit large amount of hydrocarbons into the air.</a:t>
            </a:r>
            <a:endParaRPr kumimoji="0" lang="en-US" sz="2200" b="0" i="0" u="none" strike="noStrike" kern="1200" cap="none" spc="0" normalizeH="0" baseline="0" noProof="0" dirty="0">
              <a:ln>
                <a:noFill/>
              </a:ln>
              <a:solidFill>
                <a:srgbClr val="B011FF"/>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ts val="600"/>
              </a:spcBef>
              <a:spcAft>
                <a:spcPts val="0"/>
              </a:spcAft>
              <a:buClr>
                <a:schemeClr val="accent1"/>
              </a:buClr>
              <a:buSzPct val="80000"/>
              <a:buFont typeface="+mj-lt"/>
              <a:buAutoNum type="arabicPeriod"/>
              <a:defRPr/>
            </a:pPr>
            <a:r>
              <a:rPr kumimoji="0" lang="en-US" sz="2200" b="0" i="0" u="none" strike="noStrike" kern="1200" cap="none" spc="0" normalizeH="0" baseline="0" noProof="0" dirty="0">
                <a:ln>
                  <a:noFill/>
                </a:ln>
                <a:solidFill>
                  <a:srgbClr val="B011FF"/>
                </a:solidFill>
                <a:effectLst/>
                <a:uLnTx/>
                <a:uFillTx/>
                <a:latin typeface="Times New Roman" panose="02020603050405020304" pitchFamily="18" charset="0"/>
                <a:ea typeface="+mn-ea"/>
                <a:cs typeface="Times New Roman" panose="02020603050405020304" pitchFamily="18" charset="0"/>
              </a:rPr>
              <a:t>Petroleum burning, gas and oil production, </a:t>
            </a:r>
            <a:r>
              <a:rPr kumimoji="0" lang="en-US" sz="2200" b="0" i="0" u="none" strike="noStrike" kern="1200" cap="none" spc="0" normalizeH="0" baseline="0" noProof="0" dirty="0" err="1">
                <a:ln>
                  <a:noFill/>
                </a:ln>
                <a:solidFill>
                  <a:srgbClr val="B011FF"/>
                </a:solidFill>
                <a:effectLst/>
                <a:uLnTx/>
                <a:uFillTx/>
                <a:latin typeface="Times New Roman" panose="02020603050405020304" pitchFamily="18" charset="0"/>
                <a:ea typeface="+mn-ea"/>
                <a:cs typeface="Times New Roman" panose="02020603050405020304" pitchFamily="18" charset="0"/>
              </a:rPr>
              <a:t>Coal,wood</a:t>
            </a:r>
            <a:r>
              <a:rPr kumimoji="0" lang="en-US" sz="2200" b="0" i="0" u="none" strike="noStrike" kern="1200" cap="none" spc="0" normalizeH="0" baseline="0" noProof="0" dirty="0">
                <a:ln>
                  <a:noFill/>
                </a:ln>
                <a:solidFill>
                  <a:srgbClr val="B011FF"/>
                </a:solidFill>
                <a:effectLst/>
                <a:uLnTx/>
                <a:uFillTx/>
                <a:latin typeface="Times New Roman" panose="02020603050405020304" pitchFamily="18" charset="0"/>
                <a:ea typeface="+mn-ea"/>
                <a:cs typeface="Times New Roman" panose="02020603050405020304" pitchFamily="18" charset="0"/>
              </a:rPr>
              <a:t> </a:t>
            </a:r>
            <a:r>
              <a:rPr kumimoji="0" lang="en-US" sz="2200" b="0" i="0" u="none" strike="noStrike" kern="1200" cap="none" spc="0" normalizeH="0" baseline="0" noProof="0" dirty="0" err="1">
                <a:ln>
                  <a:noFill/>
                </a:ln>
                <a:solidFill>
                  <a:srgbClr val="B011FF"/>
                </a:solidFill>
                <a:effectLst/>
                <a:uLnTx/>
                <a:uFillTx/>
                <a:latin typeface="Times New Roman" panose="02020603050405020304" pitchFamily="18" charset="0"/>
                <a:ea typeface="+mn-ea"/>
                <a:cs typeface="Times New Roman" panose="02020603050405020304" pitchFamily="18" charset="0"/>
              </a:rPr>
              <a:t>burning,evaporation</a:t>
            </a:r>
            <a:r>
              <a:rPr kumimoji="0" lang="en-US" sz="2200" b="0" i="0" u="none" strike="noStrike" kern="1200" cap="none" spc="0" normalizeH="0" baseline="0" noProof="0" dirty="0">
                <a:ln>
                  <a:noFill/>
                </a:ln>
                <a:solidFill>
                  <a:srgbClr val="B011FF"/>
                </a:solidFill>
                <a:effectLst/>
                <a:uLnTx/>
                <a:uFillTx/>
                <a:latin typeface="Times New Roman" panose="02020603050405020304" pitchFamily="18" charset="0"/>
                <a:ea typeface="+mn-ea"/>
                <a:cs typeface="Times New Roman" panose="02020603050405020304" pitchFamily="18" charset="0"/>
              </a:rPr>
              <a:t> of solvents </a:t>
            </a:r>
            <a:endParaRPr kumimoji="0" lang="en-US" sz="2200" b="0" i="0" u="none" strike="noStrike" kern="1200" cap="none" spc="0" normalizeH="0" baseline="0" noProof="0" dirty="0">
              <a:ln>
                <a:noFill/>
              </a:ln>
              <a:solidFill>
                <a:srgbClr val="B011FF"/>
              </a:solidFill>
              <a:effectLst/>
              <a:uLnTx/>
              <a:uFillTx/>
              <a:latin typeface="Times New Roman" panose="02020603050405020304" pitchFamily="18" charset="0"/>
              <a:ea typeface="+mn-ea"/>
              <a:cs typeface="Times New Roman" panose="02020603050405020304" pitchFamily="18" charset="0"/>
            </a:endParaRPr>
          </a:p>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Times New Roman" panose="02020603050405020304" pitchFamily="18" charset="0"/>
              <a:buNone/>
              <a:defRPr/>
            </a:pPr>
            <a:r>
              <a:rPr kumimoji="0" lang="en-US" sz="2200" b="1" i="1" u="none" strike="noStrike" kern="1200" cap="none" spc="0" normalizeH="0" baseline="0" noProof="0" dirty="0">
                <a:ln>
                  <a:noFill/>
                </a:ln>
                <a:solidFill>
                  <a:srgbClr val="FF00FF"/>
                </a:solidFill>
                <a:effectLst/>
                <a:uLnTx/>
                <a:uFillTx/>
                <a:latin typeface="Times New Roman" panose="02020603050405020304" pitchFamily="18" charset="0"/>
                <a:ea typeface="+mn-ea"/>
                <a:cs typeface="Times New Roman" panose="02020603050405020304" pitchFamily="18" charset="0"/>
              </a:rPr>
              <a:t>Sink</a:t>
            </a:r>
            <a:endParaRPr kumimoji="0" lang="en-US" sz="2200" b="0" i="0" u="none" strike="noStrike" kern="1200" cap="none" spc="0" normalizeH="0" baseline="0" noProof="0" dirty="0">
              <a:ln>
                <a:noFill/>
              </a:ln>
              <a:solidFill>
                <a:srgbClr val="FF00FF"/>
              </a:solidFill>
              <a:effectLst/>
              <a:uLnTx/>
              <a:uFillTx/>
              <a:latin typeface="Times New Roman" panose="02020603050405020304" pitchFamily="18" charset="0"/>
              <a:ea typeface="+mn-ea"/>
              <a:cs typeface="Times New Roman" panose="02020603050405020304" pitchFamily="18" charset="0"/>
            </a:endParaRPr>
          </a:p>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Times New Roman" panose="02020603050405020304" pitchFamily="18" charset="0"/>
              <a:buNone/>
              <a:defRPr/>
            </a:pPr>
            <a:r>
              <a:rPr kumimoji="0" lang="en-US" sz="2200" b="0" i="0" u="none" strike="noStrike" kern="1200" cap="none" spc="0" normalizeH="0" baseline="0" noProof="0" dirty="0">
                <a:ln>
                  <a:noFill/>
                </a:ln>
                <a:solidFill>
                  <a:srgbClr val="B011FF"/>
                </a:solidFill>
                <a:effectLst/>
                <a:uLnTx/>
                <a:uFillTx/>
                <a:latin typeface="Times New Roman" panose="02020603050405020304" pitchFamily="18" charset="0"/>
                <a:ea typeface="+mn-ea"/>
                <a:cs typeface="Times New Roman" panose="02020603050405020304" pitchFamily="18" charset="0"/>
              </a:rPr>
              <a:t>		Hydrocarbons are susceptible to oxidation through a series of steps of   chemical and photochemical reactions leading to the formation of CO</a:t>
            </a:r>
            <a:r>
              <a:rPr kumimoji="0" lang="en-US" sz="2200" b="0" i="0" u="none" strike="noStrike" kern="1200" cap="none" spc="0" normalizeH="0" baseline="-25000" noProof="0" dirty="0">
                <a:ln>
                  <a:noFill/>
                </a:ln>
                <a:solidFill>
                  <a:srgbClr val="B011FF"/>
                </a:solidFill>
                <a:effectLst/>
                <a:uLnTx/>
                <a:uFillTx/>
                <a:latin typeface="Times New Roman" panose="02020603050405020304" pitchFamily="18" charset="0"/>
                <a:ea typeface="+mn-ea"/>
                <a:cs typeface="Times New Roman" panose="02020603050405020304" pitchFamily="18" charset="0"/>
              </a:rPr>
              <a:t>2</a:t>
            </a:r>
            <a:r>
              <a:rPr kumimoji="0" lang="en-US" sz="2200" b="0" i="0" u="none" strike="noStrike" kern="1200" cap="none" spc="0" normalizeH="0" baseline="0" noProof="0" dirty="0">
                <a:ln>
                  <a:noFill/>
                </a:ln>
                <a:solidFill>
                  <a:srgbClr val="B011FF"/>
                </a:solidFill>
                <a:effectLst/>
                <a:uLnTx/>
                <a:uFillTx/>
                <a:latin typeface="Times New Roman" panose="02020603050405020304" pitchFamily="18" charset="0"/>
                <a:ea typeface="+mn-ea"/>
                <a:cs typeface="Times New Roman" panose="02020603050405020304" pitchFamily="18" charset="0"/>
              </a:rPr>
              <a:t> or other water soluble products which are washed away by rain.</a:t>
            </a:r>
            <a:endParaRPr kumimoji="0" lang="en-US" sz="2200" b="0" i="0" u="none" strike="noStrike" kern="1200" cap="none" spc="0" normalizeH="0" baseline="0" noProof="0" dirty="0">
              <a:ln>
                <a:noFill/>
              </a:ln>
              <a:solidFill>
                <a:srgbClr val="B011FF"/>
              </a:solidFill>
              <a:effectLst/>
              <a:uLnTx/>
              <a:uFillTx/>
              <a:latin typeface="Times New Roman" panose="02020603050405020304" pitchFamily="18" charset="0"/>
              <a:ea typeface="+mn-ea"/>
              <a:cs typeface="Times New Roman" panose="02020603050405020304" pitchFamily="18" charset="0"/>
            </a:endParaRPr>
          </a:p>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Times New Roman" panose="02020603050405020304" pitchFamily="18" charset="0"/>
              <a:buChar char="•"/>
              <a:defRPr/>
            </a:pPr>
            <a:endParaRPr kumimoji="0" lang="en-US" sz="2200" b="0" i="0" u="none" strike="noStrike" kern="1200" cap="none" spc="0" normalizeH="0" baseline="0" noProof="0" dirty="0">
              <a:ln>
                <a:noFill/>
              </a:ln>
              <a:solidFill>
                <a:srgbClr val="B011FF"/>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Content Placeholder 2"/>
          <p:cNvSpPr>
            <a:spLocks noGrp="1"/>
          </p:cNvSpPr>
          <p:nvPr>
            <p:ph idx="1"/>
          </p:nvPr>
        </p:nvSpPr>
        <p:spPr>
          <a:ln/>
        </p:spPr>
        <p:txBody>
          <a:bodyPr vert="horz" wrap="square" anchor="t" anchorCtr="0"/>
          <a:p>
            <a:pPr>
              <a:buFont typeface="Times New Roman" panose="02020603050405020304" pitchFamily="18" charset="0"/>
              <a:buNone/>
            </a:pPr>
            <a:r>
              <a:rPr lang="en-US" altLang="en-US" sz="2200" b="1" i="1" dirty="0">
                <a:solidFill>
                  <a:srgbClr val="FF00FF"/>
                </a:solidFill>
                <a:latin typeface="Times New Roman" panose="02020603050405020304" pitchFamily="18" charset="0"/>
                <a:cs typeface="Times New Roman" panose="02020603050405020304" pitchFamily="18" charset="0"/>
              </a:rPr>
              <a:t>Effects</a:t>
            </a:r>
            <a:endParaRPr lang="en-US" altLang="en-US" sz="2200" dirty="0">
              <a:solidFill>
                <a:srgbClr val="FF00FF"/>
              </a:solidFill>
              <a:latin typeface="Times New Roman" panose="02020603050405020304" pitchFamily="18" charset="0"/>
              <a:cs typeface="Times New Roman" panose="02020603050405020304" pitchFamily="18" charset="0"/>
            </a:endParaRPr>
          </a:p>
          <a:p>
            <a:pPr>
              <a:buFont typeface="Times New Roman" panose="02020603050405020304" pitchFamily="18" charset="0"/>
              <a:buNone/>
            </a:pPr>
            <a:r>
              <a:rPr lang="en-US" altLang="en-US" sz="2200" dirty="0">
                <a:solidFill>
                  <a:srgbClr val="B011FF"/>
                </a:solidFill>
                <a:latin typeface="Times New Roman" panose="02020603050405020304" pitchFamily="18" charset="0"/>
                <a:cs typeface="Times New Roman" panose="02020603050405020304" pitchFamily="18" charset="0"/>
              </a:rPr>
              <a:t>	1. Due to their photochemical reactions with oxygen and nitrogen oxides they undergo oxidation and form photochemical smog.</a:t>
            </a:r>
            <a:endParaRPr lang="en-US" altLang="en-US" sz="2200" dirty="0">
              <a:solidFill>
                <a:srgbClr val="B011FF"/>
              </a:solidFill>
              <a:latin typeface="Times New Roman" panose="02020603050405020304" pitchFamily="18" charset="0"/>
              <a:cs typeface="Times New Roman" panose="02020603050405020304" pitchFamily="18" charset="0"/>
            </a:endParaRPr>
          </a:p>
          <a:p>
            <a:pPr>
              <a:buFont typeface="Times New Roman" panose="02020603050405020304" pitchFamily="18" charset="0"/>
              <a:buNone/>
            </a:pPr>
            <a:r>
              <a:rPr lang="en-US" altLang="en-US" sz="2200" dirty="0">
                <a:solidFill>
                  <a:srgbClr val="B011FF"/>
                </a:solidFill>
                <a:latin typeface="Times New Roman" panose="02020603050405020304" pitchFamily="18" charset="0"/>
                <a:cs typeface="Times New Roman" panose="02020603050405020304" pitchFamily="18" charset="0"/>
              </a:rPr>
              <a:t>	2. Carcinogenic effects</a:t>
            </a:r>
            <a:endParaRPr lang="en-US" altLang="en-US" sz="2200" dirty="0">
              <a:solidFill>
                <a:srgbClr val="B011FF"/>
              </a:solidFill>
              <a:latin typeface="Times New Roman" panose="02020603050405020304" pitchFamily="18" charset="0"/>
              <a:cs typeface="Times New Roman" panose="02020603050405020304" pitchFamily="18" charset="0"/>
            </a:endParaRPr>
          </a:p>
          <a:p>
            <a:pPr>
              <a:buFont typeface="Times New Roman" panose="02020603050405020304" pitchFamily="18" charset="0"/>
              <a:buNone/>
            </a:pPr>
            <a:r>
              <a:rPr lang="en-US" altLang="en-US" sz="2200" b="1" i="1" dirty="0">
                <a:solidFill>
                  <a:srgbClr val="FF00FF"/>
                </a:solidFill>
                <a:latin typeface="Times New Roman" panose="02020603050405020304" pitchFamily="18" charset="0"/>
                <a:cs typeface="Times New Roman" panose="02020603050405020304" pitchFamily="18" charset="0"/>
              </a:rPr>
              <a:t>Control</a:t>
            </a:r>
            <a:endParaRPr lang="en-US" altLang="en-US" sz="2200" dirty="0">
              <a:solidFill>
                <a:srgbClr val="FF00FF"/>
              </a:solidFill>
              <a:latin typeface="Times New Roman" panose="02020603050405020304" pitchFamily="18" charset="0"/>
              <a:cs typeface="Times New Roman" panose="02020603050405020304" pitchFamily="18" charset="0"/>
            </a:endParaRPr>
          </a:p>
          <a:p>
            <a:pPr>
              <a:buFont typeface="Times New Roman" panose="02020603050405020304" pitchFamily="18" charset="0"/>
              <a:buNone/>
            </a:pPr>
            <a:r>
              <a:rPr lang="en-US" altLang="en-US" sz="2200" dirty="0">
                <a:solidFill>
                  <a:srgbClr val="B011FF"/>
                </a:solidFill>
                <a:latin typeface="Times New Roman" panose="02020603050405020304" pitchFamily="18" charset="0"/>
                <a:cs typeface="Times New Roman" panose="02020603050405020304" pitchFamily="18" charset="0"/>
              </a:rPr>
              <a:t>		Exhaust gases of automobiles can be controlled by having a catalytic converter which helps in the oxidation of hydrocarbons to CO</a:t>
            </a:r>
            <a:r>
              <a:rPr lang="en-US" altLang="en-US" sz="2200" baseline="-25000" dirty="0">
                <a:solidFill>
                  <a:srgbClr val="B011FF"/>
                </a:solidFill>
                <a:latin typeface="Times New Roman" panose="02020603050405020304" pitchFamily="18" charset="0"/>
                <a:cs typeface="Times New Roman" panose="02020603050405020304" pitchFamily="18" charset="0"/>
              </a:rPr>
              <a:t>2</a:t>
            </a:r>
            <a:r>
              <a:rPr lang="en-US" altLang="en-US" sz="2200" dirty="0">
                <a:solidFill>
                  <a:srgbClr val="B011FF"/>
                </a:solidFill>
                <a:latin typeface="Times New Roman" panose="02020603050405020304" pitchFamily="18" charset="0"/>
                <a:cs typeface="Times New Roman" panose="02020603050405020304" pitchFamily="18" charset="0"/>
              </a:rPr>
              <a:t> and water.</a:t>
            </a:r>
            <a:endParaRPr lang="en-US" altLang="en-US" sz="2200" dirty="0">
              <a:solidFill>
                <a:srgbClr val="B011FF"/>
              </a:solidFill>
              <a:latin typeface="Times New Roman" panose="02020603050405020304" pitchFamily="18" charset="0"/>
              <a:ea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1"/>
          <p:cNvSpPr>
            <a:spLocks noGrp="1"/>
          </p:cNvSpPr>
          <p:nvPr>
            <p:ph idx="1"/>
          </p:nvPr>
        </p:nvSpPr>
        <p:spPr>
          <a:xfrm>
            <a:off x="1219200" y="1009650"/>
            <a:ext cx="7467600" cy="5632450"/>
          </a:xfrm>
          <a:ln/>
        </p:spPr>
        <p:txBody>
          <a:bodyPr vert="horz" wrap="square" lIns="91440" tIns="45720" rIns="91440" bIns="45720" anchor="ctr" anchorCtr="0">
            <a:spAutoFit/>
          </a:bodyPr>
          <a:p>
            <a:pPr marL="0" indent="0">
              <a:spcBef>
                <a:spcPct val="0"/>
              </a:spcBef>
              <a:buClrTx/>
              <a:buSzTx/>
              <a:buFontTx/>
              <a:buNone/>
            </a:pPr>
            <a:r>
              <a:rPr lang="en-US" altLang="en-US" sz="2000" dirty="0">
                <a:solidFill>
                  <a:srgbClr val="B011FF"/>
                </a:solidFill>
                <a:latin typeface="Times New Roman" panose="02020603050405020304" pitchFamily="18" charset="0"/>
                <a:cs typeface="Times New Roman" panose="02020603050405020304" pitchFamily="18" charset="0"/>
              </a:rPr>
              <a:t>The small, solid particles and liquid droplets suspended in air are called particulates. Soot, fly ash, dust, mist etc are the main particulate matter in atmosphere.</a:t>
            </a:r>
            <a:endParaRPr lang="en-US" altLang="en-US" sz="2000" dirty="0">
              <a:solidFill>
                <a:srgbClr val="B011FF"/>
              </a:solidFill>
              <a:latin typeface="Times New Roman" panose="02020603050405020304" pitchFamily="18" charset="0"/>
              <a:cs typeface="Times New Roman" panose="02020603050405020304" pitchFamily="18" charset="0"/>
            </a:endParaRPr>
          </a:p>
          <a:p>
            <a:pPr marL="0" indent="0">
              <a:spcBef>
                <a:spcPct val="0"/>
              </a:spcBef>
              <a:buClrTx/>
              <a:buSzTx/>
              <a:buFontTx/>
              <a:buNone/>
            </a:pPr>
            <a:r>
              <a:rPr lang="en-US" altLang="en-US" sz="2000" b="1" i="1" dirty="0">
                <a:solidFill>
                  <a:srgbClr val="FF00FF"/>
                </a:solidFill>
                <a:latin typeface="Times New Roman" panose="02020603050405020304" pitchFamily="18" charset="0"/>
                <a:cs typeface="Times New Roman" panose="02020603050405020304" pitchFamily="18" charset="0"/>
              </a:rPr>
              <a:t>Sources:</a:t>
            </a:r>
            <a:endParaRPr lang="en-US" altLang="en-US" sz="2000" dirty="0">
              <a:solidFill>
                <a:srgbClr val="FF00FF"/>
              </a:solidFill>
              <a:latin typeface="Times New Roman" panose="02020603050405020304" pitchFamily="18" charset="0"/>
              <a:cs typeface="Times New Roman" panose="02020603050405020304" pitchFamily="18" charset="0"/>
            </a:endParaRPr>
          </a:p>
          <a:p>
            <a:pPr marL="0" indent="0">
              <a:spcBef>
                <a:spcPct val="0"/>
              </a:spcBef>
              <a:buClrTx/>
              <a:buSzTx/>
              <a:buFontTx/>
              <a:buNone/>
            </a:pPr>
            <a:r>
              <a:rPr lang="en-US" altLang="en-US" sz="2000" dirty="0">
                <a:solidFill>
                  <a:srgbClr val="B011FF"/>
                </a:solidFill>
                <a:latin typeface="Times New Roman" panose="02020603050405020304" pitchFamily="18" charset="0"/>
                <a:cs typeface="Times New Roman" panose="02020603050405020304" pitchFamily="18" charset="0"/>
              </a:rPr>
              <a:t>Natural processes like volcanic eruption, blowing of dust by wind, spraying of salt and other solid particles by the seas, and oceans.</a:t>
            </a:r>
            <a:endParaRPr lang="en-US" altLang="en-US" sz="2000" dirty="0">
              <a:solidFill>
                <a:srgbClr val="B011FF"/>
              </a:solidFill>
              <a:latin typeface="Times New Roman" panose="02020603050405020304" pitchFamily="18" charset="0"/>
              <a:cs typeface="Times New Roman" panose="02020603050405020304" pitchFamily="18" charset="0"/>
            </a:endParaRPr>
          </a:p>
          <a:p>
            <a:pPr marL="0" indent="0">
              <a:spcBef>
                <a:spcPct val="0"/>
              </a:spcBef>
              <a:buClrTx/>
              <a:buSzTx/>
              <a:buFontTx/>
              <a:buNone/>
            </a:pPr>
            <a:r>
              <a:rPr lang="en-US" altLang="en-US" sz="2000" dirty="0">
                <a:solidFill>
                  <a:srgbClr val="B011FF"/>
                </a:solidFill>
                <a:latin typeface="Times New Roman" panose="02020603050405020304" pitchFamily="18" charset="0"/>
                <a:cs typeface="Times New Roman" panose="02020603050405020304" pitchFamily="18" charset="0"/>
              </a:rPr>
              <a:t>Anthropogenic sources like fly ash from power plants, mining operations, smoke from incomplete combustion processes, burning of wood etc.</a:t>
            </a:r>
            <a:endParaRPr lang="en-US" altLang="en-US" sz="2000" dirty="0">
              <a:solidFill>
                <a:srgbClr val="B011FF"/>
              </a:solidFill>
              <a:latin typeface="Times New Roman" panose="02020603050405020304" pitchFamily="18" charset="0"/>
              <a:cs typeface="Times New Roman" panose="02020603050405020304" pitchFamily="18" charset="0"/>
            </a:endParaRPr>
          </a:p>
          <a:p>
            <a:pPr marL="0" indent="0">
              <a:spcBef>
                <a:spcPct val="0"/>
              </a:spcBef>
              <a:buClrTx/>
              <a:buSzTx/>
              <a:buFontTx/>
              <a:buNone/>
            </a:pPr>
            <a:r>
              <a:rPr lang="en-US" altLang="en-US" sz="2000" b="1" i="1" dirty="0">
                <a:solidFill>
                  <a:srgbClr val="FF00FF"/>
                </a:solidFill>
                <a:latin typeface="Times New Roman" panose="02020603050405020304" pitchFamily="18" charset="0"/>
                <a:cs typeface="Times New Roman" panose="02020603050405020304" pitchFamily="18" charset="0"/>
              </a:rPr>
              <a:t>Effects</a:t>
            </a:r>
            <a:endParaRPr lang="en-US" altLang="en-US" sz="2000" dirty="0">
              <a:solidFill>
                <a:srgbClr val="FF00FF"/>
              </a:solidFill>
              <a:latin typeface="Times New Roman" panose="02020603050405020304" pitchFamily="18" charset="0"/>
              <a:cs typeface="Times New Roman" panose="02020603050405020304" pitchFamily="18" charset="0"/>
            </a:endParaRPr>
          </a:p>
          <a:p>
            <a:pPr marL="0" indent="0">
              <a:spcBef>
                <a:spcPct val="0"/>
              </a:spcBef>
              <a:buClrTx/>
              <a:buSzTx/>
              <a:buFontTx/>
              <a:buNone/>
            </a:pPr>
            <a:r>
              <a:rPr lang="en-US" altLang="en-US" sz="2000" dirty="0">
                <a:solidFill>
                  <a:srgbClr val="B011FF"/>
                </a:solidFill>
                <a:latin typeface="Times New Roman" panose="02020603050405020304" pitchFamily="18" charset="0"/>
                <a:cs typeface="Times New Roman" panose="02020603050405020304" pitchFamily="18" charset="0"/>
              </a:rPr>
              <a:t>1. Inhalation of small particles irritates the lungs</a:t>
            </a:r>
            <a:endParaRPr lang="en-US" altLang="en-US" sz="2000" dirty="0">
              <a:solidFill>
                <a:srgbClr val="B011FF"/>
              </a:solidFill>
              <a:latin typeface="Times New Roman" panose="02020603050405020304" pitchFamily="18" charset="0"/>
              <a:cs typeface="Times New Roman" panose="02020603050405020304" pitchFamily="18" charset="0"/>
            </a:endParaRPr>
          </a:p>
          <a:p>
            <a:pPr marL="0" indent="0">
              <a:spcBef>
                <a:spcPct val="0"/>
              </a:spcBef>
              <a:buClrTx/>
              <a:buSzTx/>
              <a:buFontTx/>
              <a:buNone/>
            </a:pPr>
            <a:r>
              <a:rPr lang="en-US" altLang="en-US" sz="2000" dirty="0">
                <a:solidFill>
                  <a:srgbClr val="B011FF"/>
                </a:solidFill>
                <a:latin typeface="Times New Roman" panose="02020603050405020304" pitchFamily="18" charset="0"/>
                <a:cs typeface="Times New Roman" panose="02020603050405020304" pitchFamily="18" charset="0"/>
              </a:rPr>
              <a:t>2. Pulmonary fibrosis in mine workers</a:t>
            </a:r>
            <a:endParaRPr lang="en-US" altLang="en-US" sz="2000" dirty="0">
              <a:solidFill>
                <a:srgbClr val="B011FF"/>
              </a:solidFill>
              <a:latin typeface="Times New Roman" panose="02020603050405020304" pitchFamily="18" charset="0"/>
              <a:cs typeface="Times New Roman" panose="02020603050405020304" pitchFamily="18" charset="0"/>
            </a:endParaRPr>
          </a:p>
          <a:p>
            <a:pPr marL="0" indent="0">
              <a:spcBef>
                <a:spcPct val="0"/>
              </a:spcBef>
              <a:buClrTx/>
              <a:buSzTx/>
              <a:buFontTx/>
              <a:buNone/>
            </a:pPr>
            <a:r>
              <a:rPr lang="en-US" altLang="en-US" sz="2000" dirty="0">
                <a:solidFill>
                  <a:srgbClr val="B011FF"/>
                </a:solidFill>
                <a:latin typeface="Times New Roman" panose="02020603050405020304" pitchFamily="18" charset="0"/>
                <a:cs typeface="Times New Roman" panose="02020603050405020304" pitchFamily="18" charset="0"/>
              </a:rPr>
              <a:t>3. Some particulate are carcinogenic.</a:t>
            </a:r>
            <a:endParaRPr lang="en-US" altLang="en-US" sz="2000" dirty="0">
              <a:solidFill>
                <a:srgbClr val="B011FF"/>
              </a:solidFill>
              <a:latin typeface="Times New Roman" panose="02020603050405020304" pitchFamily="18" charset="0"/>
              <a:cs typeface="Times New Roman" panose="02020603050405020304" pitchFamily="18" charset="0"/>
            </a:endParaRPr>
          </a:p>
          <a:p>
            <a:pPr marL="0" indent="0">
              <a:spcBef>
                <a:spcPct val="0"/>
              </a:spcBef>
              <a:buClrTx/>
              <a:buSzTx/>
              <a:buFontTx/>
              <a:buNone/>
            </a:pPr>
            <a:r>
              <a:rPr lang="en-US" altLang="en-US" sz="2000" dirty="0">
                <a:solidFill>
                  <a:srgbClr val="B011FF"/>
                </a:solidFill>
                <a:latin typeface="Times New Roman" panose="02020603050405020304" pitchFamily="18" charset="0"/>
                <a:cs typeface="Times New Roman" panose="02020603050405020304" pitchFamily="18" charset="0"/>
              </a:rPr>
              <a:t>4. Causes climatic changes, reduces visibility</a:t>
            </a:r>
            <a:endParaRPr lang="en-US" altLang="en-US" sz="2000" dirty="0">
              <a:solidFill>
                <a:srgbClr val="B011FF"/>
              </a:solidFill>
              <a:latin typeface="Times New Roman" panose="02020603050405020304" pitchFamily="18" charset="0"/>
              <a:cs typeface="Times New Roman" panose="02020603050405020304" pitchFamily="18" charset="0"/>
            </a:endParaRPr>
          </a:p>
          <a:p>
            <a:pPr marL="0" indent="0">
              <a:spcBef>
                <a:spcPct val="0"/>
              </a:spcBef>
              <a:buClrTx/>
              <a:buSzTx/>
              <a:buFontTx/>
              <a:buNone/>
            </a:pPr>
            <a:r>
              <a:rPr lang="en-US" altLang="en-US" sz="2000" b="1" i="1" dirty="0">
                <a:solidFill>
                  <a:srgbClr val="FF00FF"/>
                </a:solidFill>
                <a:latin typeface="Times New Roman" panose="02020603050405020304" pitchFamily="18" charset="0"/>
                <a:cs typeface="Times New Roman" panose="02020603050405020304" pitchFamily="18" charset="0"/>
              </a:rPr>
              <a:t>Control</a:t>
            </a:r>
            <a:endParaRPr lang="en-US" altLang="en-US" sz="2000" dirty="0">
              <a:solidFill>
                <a:srgbClr val="FF00FF"/>
              </a:solidFill>
              <a:latin typeface="Times New Roman" panose="02020603050405020304" pitchFamily="18" charset="0"/>
              <a:cs typeface="Times New Roman" panose="02020603050405020304" pitchFamily="18" charset="0"/>
            </a:endParaRPr>
          </a:p>
          <a:p>
            <a:pPr marL="0" indent="0">
              <a:spcBef>
                <a:spcPct val="0"/>
              </a:spcBef>
              <a:buClrTx/>
              <a:buSzTx/>
              <a:buFontTx/>
              <a:buChar char="•"/>
            </a:pPr>
            <a:r>
              <a:rPr lang="en-US" altLang="en-US" sz="2000" dirty="0">
                <a:solidFill>
                  <a:srgbClr val="B011FF"/>
                </a:solidFill>
                <a:latin typeface="Times New Roman" panose="02020603050405020304" pitchFamily="18" charset="0"/>
                <a:cs typeface="Times New Roman" panose="02020603050405020304" pitchFamily="18" charset="0"/>
              </a:rPr>
              <a:t>Wet scrubbers are used to remove solid, liquid gaseous contaminants</a:t>
            </a:r>
            <a:endParaRPr lang="en-US" altLang="en-US" sz="2000" dirty="0">
              <a:solidFill>
                <a:srgbClr val="B011FF"/>
              </a:solidFill>
              <a:latin typeface="Times New Roman" panose="02020603050405020304" pitchFamily="18" charset="0"/>
              <a:cs typeface="Times New Roman" panose="02020603050405020304" pitchFamily="18" charset="0"/>
            </a:endParaRPr>
          </a:p>
          <a:p>
            <a:pPr marL="0" indent="0">
              <a:spcBef>
                <a:spcPct val="0"/>
              </a:spcBef>
              <a:buClrTx/>
              <a:buSzTx/>
              <a:buFontTx/>
              <a:buChar char="•"/>
            </a:pPr>
            <a:r>
              <a:rPr lang="en-US" altLang="en-US" sz="2000" dirty="0">
                <a:solidFill>
                  <a:srgbClr val="B011FF"/>
                </a:solidFill>
                <a:latin typeface="Times New Roman" panose="02020603050405020304" pitchFamily="18" charset="0"/>
                <a:cs typeface="Times New Roman" panose="02020603050405020304" pitchFamily="18" charset="0"/>
              </a:rPr>
              <a:t>Gravity settling chamber.</a:t>
            </a:r>
            <a:endParaRPr lang="en-US" altLang="en-US" sz="2000" dirty="0">
              <a:solidFill>
                <a:srgbClr val="B011FF"/>
              </a:solidFill>
              <a:latin typeface="Times New Roman" panose="02020603050405020304" pitchFamily="18" charset="0"/>
              <a:cs typeface="Times New Roman" panose="02020603050405020304" pitchFamily="18" charset="0"/>
            </a:endParaRPr>
          </a:p>
          <a:p>
            <a:pPr marL="0" indent="0">
              <a:spcBef>
                <a:spcPct val="0"/>
              </a:spcBef>
              <a:buClrTx/>
              <a:buSzTx/>
              <a:buFontTx/>
              <a:buNone/>
            </a:pPr>
            <a:endParaRPr lang="en-US" altLang="en-US" sz="2000" dirty="0">
              <a:solidFill>
                <a:srgbClr val="B011FF"/>
              </a:solidFill>
              <a:latin typeface="Times New Roman" panose="02020603050405020304" pitchFamily="18" charset="0"/>
              <a:ea typeface="Times New Roman" panose="02020603050405020304" pitchFamily="18" charset="0"/>
            </a:endParaRPr>
          </a:p>
        </p:txBody>
      </p:sp>
      <p:sp>
        <p:nvSpPr>
          <p:cNvPr id="26627" name="Rectangle 4"/>
          <p:cNvSpPr/>
          <p:nvPr/>
        </p:nvSpPr>
        <p:spPr>
          <a:xfrm>
            <a:off x="3200400" y="457200"/>
            <a:ext cx="2017713" cy="523875"/>
          </a:xfrm>
          <a:prstGeom prst="rect">
            <a:avLst/>
          </a:prstGeom>
          <a:noFill/>
          <a:ln w="9525">
            <a:noFill/>
          </a:ln>
        </p:spPr>
        <p:txBody>
          <a:bodyPr wrap="none">
            <a:spAutoFit/>
          </a:bodyPr>
          <a:p>
            <a:pPr>
              <a:buClr>
                <a:srgbClr val="000000"/>
              </a:buClr>
              <a:buSzPct val="100000"/>
              <a:buFont typeface="Times New Roman" panose="02020603050405020304" pitchFamily="18" charset="0"/>
            </a:pPr>
            <a:r>
              <a:rPr lang="en-US" altLang="en-US" sz="2800" b="1" dirty="0">
                <a:solidFill>
                  <a:srgbClr val="FF0000"/>
                </a:solidFill>
                <a:latin typeface="Times New Roman" panose="02020603050405020304" pitchFamily="18" charset="0"/>
                <a:cs typeface="Times New Roman" panose="02020603050405020304" pitchFamily="18" charset="0"/>
              </a:rPr>
              <a:t>Particulates</a:t>
            </a:r>
            <a:endParaRPr lang="en-US" altLang="en-US" sz="2800" dirty="0">
              <a:solidFill>
                <a:srgbClr val="FF0000"/>
              </a:solidFill>
              <a:latin typeface="Times New Roman" panose="02020603050405020304" pitchFamily="18" charset="0"/>
              <a:ea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Title 1"/>
          <p:cNvSpPr>
            <a:spLocks noGrp="1" noChangeArrowheads="1"/>
          </p:cNvSpPr>
          <p:nvPr>
            <p:ph type="title"/>
          </p:nvPr>
        </p:nvSpPr>
        <p:spPr>
          <a:xfrm>
            <a:off x="457200" y="274638"/>
            <a:ext cx="8228013" cy="715963"/>
          </a:xfrm>
        </p:spPr>
        <p:txBody>
          <a:bodyPr anchor="ctr">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en-US" sz="2800" b="1" i="0" u="sng"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t>Control of Air Pollution</a:t>
            </a:r>
            <a:br>
              <a:rPr kumimoji="0" lang="en-US" altLang="en-US" sz="2800" b="0" i="0"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br>
            <a:endParaRPr kumimoji="0" lang="en-US" altLang="en-US" sz="2800" b="0" i="0"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mj-lt"/>
              <a:ea typeface="+mj-ea"/>
              <a:cs typeface="+mj-cs"/>
            </a:endParaRPr>
          </a:p>
        </p:txBody>
      </p:sp>
      <p:sp>
        <p:nvSpPr>
          <p:cNvPr id="27651" name="Rectangle 4"/>
          <p:cNvSpPr>
            <a:spLocks noGrp="1"/>
          </p:cNvSpPr>
          <p:nvPr>
            <p:ph idx="1"/>
          </p:nvPr>
        </p:nvSpPr>
        <p:spPr>
          <a:xfrm>
            <a:off x="152400" y="990600"/>
            <a:ext cx="8915400" cy="5508625"/>
          </a:xfrm>
          <a:ln/>
        </p:spPr>
        <p:txBody>
          <a:bodyPr vert="horz" wrap="square" lIns="91440" tIns="45720" rIns="91440" bIns="45720" anchor="ctr" anchorCtr="0">
            <a:spAutoFit/>
          </a:bodyPr>
          <a:p>
            <a:pPr marL="514350" indent="-514350" algn="just" defTabSz="914400">
              <a:spcBef>
                <a:spcPct val="0"/>
              </a:spcBef>
              <a:buClrTx/>
              <a:buSzTx/>
              <a:buFont typeface="Arial" panose="020B0604020202020204" pitchFamily="34" charset="0"/>
              <a:buAutoNum type="romanUcPeriod"/>
              <a:tabLst>
                <a:tab pos="180975" algn="l"/>
              </a:tabLst>
            </a:pPr>
            <a:r>
              <a:rPr lang="en-US" altLang="en-US" sz="2200" b="1" dirty="0">
                <a:solidFill>
                  <a:srgbClr val="FF00FF"/>
                </a:solidFill>
                <a:latin typeface="Times New Roman" panose="02020603050405020304" pitchFamily="18" charset="0"/>
                <a:cs typeface="Times New Roman" panose="02020603050405020304" pitchFamily="18" charset="0"/>
              </a:rPr>
              <a:t>Methods to control gaseous pollutants</a:t>
            </a:r>
            <a:endParaRPr lang="en-US" altLang="en-US" sz="2200" b="1" dirty="0">
              <a:solidFill>
                <a:srgbClr val="FF00FF"/>
              </a:solidFill>
              <a:latin typeface="Times New Roman" panose="02020603050405020304" pitchFamily="18" charset="0"/>
              <a:cs typeface="Times New Roman" panose="02020603050405020304" pitchFamily="18" charset="0"/>
            </a:endParaRPr>
          </a:p>
          <a:p>
            <a:pPr marL="514350" indent="-514350" algn="just" defTabSz="914400">
              <a:spcBef>
                <a:spcPct val="0"/>
              </a:spcBef>
              <a:buClrTx/>
              <a:buSzTx/>
              <a:buFont typeface="Times New Roman" panose="02020603050405020304" pitchFamily="18" charset="0"/>
              <a:buNone/>
              <a:tabLst>
                <a:tab pos="180975" algn="l"/>
              </a:tabLst>
            </a:pPr>
            <a:endParaRPr lang="en-US" altLang="en-US" sz="2200" dirty="0">
              <a:solidFill>
                <a:srgbClr val="FF00FF"/>
              </a:solidFill>
              <a:latin typeface="Times New Roman" panose="02020603050405020304" pitchFamily="18" charset="0"/>
              <a:cs typeface="Times New Roman" panose="02020603050405020304" pitchFamily="18" charset="0"/>
            </a:endParaRPr>
          </a:p>
          <a:p>
            <a:pPr marL="514350" indent="-514350" algn="just" defTabSz="914400">
              <a:spcBef>
                <a:spcPct val="0"/>
              </a:spcBef>
              <a:buClrTx/>
              <a:buSzTx/>
              <a:buFontTx/>
              <a:buNone/>
              <a:tabLst>
                <a:tab pos="180975" algn="l"/>
              </a:tabLst>
            </a:pPr>
            <a:r>
              <a:rPr lang="en-US" altLang="en-US" sz="2200" b="1" i="1" dirty="0">
                <a:solidFill>
                  <a:srgbClr val="00B050"/>
                </a:solidFill>
                <a:latin typeface="Times New Roman" panose="02020603050405020304" pitchFamily="18" charset="0"/>
                <a:cs typeface="Times New Roman" panose="02020603050405020304" pitchFamily="18" charset="0"/>
              </a:rPr>
              <a:t>Combustion:</a:t>
            </a:r>
            <a:r>
              <a:rPr lang="en-US" altLang="en-US" sz="2200" dirty="0">
                <a:solidFill>
                  <a:srgbClr val="00B050"/>
                </a:solidFill>
                <a:latin typeface="Times New Roman" panose="02020603050405020304" pitchFamily="18" charset="0"/>
                <a:cs typeface="Times New Roman" panose="02020603050405020304" pitchFamily="18" charset="0"/>
              </a:rPr>
              <a:t> </a:t>
            </a:r>
            <a:r>
              <a:rPr lang="en-US" altLang="en-US" sz="2200" dirty="0">
                <a:solidFill>
                  <a:srgbClr val="B829FF"/>
                </a:solidFill>
                <a:latin typeface="Times New Roman" panose="02020603050405020304" pitchFamily="18" charset="0"/>
                <a:cs typeface="Times New Roman" panose="02020603050405020304" pitchFamily="18" charset="0"/>
              </a:rPr>
              <a:t>This technique is used in case of organic pollutants. On catalytic combustion or flame combustion these pollutants are converted into CO</a:t>
            </a:r>
            <a:r>
              <a:rPr lang="en-US" altLang="en-US" sz="2200" baseline="-30000" dirty="0">
                <a:solidFill>
                  <a:srgbClr val="B829FF"/>
                </a:solidFill>
                <a:latin typeface="Times New Roman" panose="02020603050405020304" pitchFamily="18" charset="0"/>
                <a:cs typeface="Times New Roman" panose="02020603050405020304" pitchFamily="18" charset="0"/>
              </a:rPr>
              <a:t>2</a:t>
            </a:r>
            <a:r>
              <a:rPr lang="en-US" altLang="en-US" sz="2200" dirty="0">
                <a:solidFill>
                  <a:srgbClr val="B829FF"/>
                </a:solidFill>
                <a:latin typeface="Times New Roman" panose="02020603050405020304" pitchFamily="18" charset="0"/>
                <a:cs typeface="Times New Roman" panose="02020603050405020304" pitchFamily="18" charset="0"/>
              </a:rPr>
              <a:t> and H</a:t>
            </a:r>
            <a:r>
              <a:rPr lang="en-US" altLang="en-US" sz="2200" baseline="-30000" dirty="0">
                <a:solidFill>
                  <a:srgbClr val="B829FF"/>
                </a:solidFill>
                <a:latin typeface="Times New Roman" panose="02020603050405020304" pitchFamily="18" charset="0"/>
                <a:cs typeface="Times New Roman" panose="02020603050405020304" pitchFamily="18" charset="0"/>
              </a:rPr>
              <a:t>2</a:t>
            </a:r>
            <a:r>
              <a:rPr lang="en-US" altLang="en-US" sz="2200" dirty="0">
                <a:solidFill>
                  <a:srgbClr val="B829FF"/>
                </a:solidFill>
                <a:latin typeface="Times New Roman" panose="02020603050405020304" pitchFamily="18" charset="0"/>
                <a:cs typeface="Times New Roman" panose="02020603050405020304" pitchFamily="18" charset="0"/>
              </a:rPr>
              <a:t>O.Equipments used: flame incinerators, steam injection etc.</a:t>
            </a:r>
            <a:endParaRPr lang="en-US" altLang="en-US" sz="2200" dirty="0">
              <a:solidFill>
                <a:srgbClr val="B829FF"/>
              </a:solidFill>
              <a:latin typeface="Times New Roman" panose="02020603050405020304" pitchFamily="18" charset="0"/>
              <a:cs typeface="Times New Roman" panose="02020603050405020304" pitchFamily="18" charset="0"/>
            </a:endParaRPr>
          </a:p>
          <a:p>
            <a:pPr marL="514350" indent="-514350" algn="just" defTabSz="914400">
              <a:spcBef>
                <a:spcPct val="0"/>
              </a:spcBef>
              <a:buClrTx/>
              <a:buSzTx/>
              <a:buFontTx/>
              <a:buNone/>
              <a:tabLst>
                <a:tab pos="180975" algn="l"/>
              </a:tabLst>
            </a:pPr>
            <a:endParaRPr lang="en-US" altLang="en-US" sz="2200" dirty="0">
              <a:solidFill>
                <a:srgbClr val="B829FF"/>
              </a:solidFill>
              <a:latin typeface="Times New Roman" panose="02020603050405020304" pitchFamily="18" charset="0"/>
              <a:cs typeface="Times New Roman" panose="02020603050405020304" pitchFamily="18" charset="0"/>
            </a:endParaRPr>
          </a:p>
          <a:p>
            <a:pPr marL="514350" indent="-514350" algn="just" defTabSz="914400">
              <a:spcBef>
                <a:spcPct val="0"/>
              </a:spcBef>
              <a:buClrTx/>
              <a:buSzTx/>
              <a:buFontTx/>
              <a:buNone/>
              <a:tabLst>
                <a:tab pos="180975" algn="l"/>
              </a:tabLst>
            </a:pPr>
            <a:r>
              <a:rPr lang="en-US" altLang="en-US" sz="2200" b="1" i="1" dirty="0">
                <a:solidFill>
                  <a:srgbClr val="00B050"/>
                </a:solidFill>
                <a:latin typeface="Times New Roman" panose="02020603050405020304" pitchFamily="18" charset="0"/>
                <a:cs typeface="Times New Roman" panose="02020603050405020304" pitchFamily="18" charset="0"/>
              </a:rPr>
              <a:t>Absorption:</a:t>
            </a:r>
            <a:r>
              <a:rPr lang="en-US" altLang="en-US" sz="2200" dirty="0">
                <a:solidFill>
                  <a:srgbClr val="00B050"/>
                </a:solidFill>
                <a:latin typeface="Times New Roman" panose="02020603050405020304" pitchFamily="18" charset="0"/>
                <a:cs typeface="Times New Roman" panose="02020603050405020304" pitchFamily="18" charset="0"/>
              </a:rPr>
              <a:t> </a:t>
            </a:r>
            <a:r>
              <a:rPr lang="en-US" altLang="en-US" sz="2200" dirty="0">
                <a:solidFill>
                  <a:srgbClr val="B829FF"/>
                </a:solidFill>
                <a:latin typeface="Times New Roman" panose="02020603050405020304" pitchFamily="18" charset="0"/>
                <a:cs typeface="Times New Roman" panose="02020603050405020304" pitchFamily="18" charset="0"/>
              </a:rPr>
              <a:t>This method is used to remove pollutants like fluorides,H</a:t>
            </a:r>
            <a:r>
              <a:rPr lang="en-US" altLang="en-US" sz="2200" baseline="-30000" dirty="0">
                <a:solidFill>
                  <a:srgbClr val="B829FF"/>
                </a:solidFill>
                <a:latin typeface="Times New Roman" panose="02020603050405020304" pitchFamily="18" charset="0"/>
                <a:cs typeface="Times New Roman" panose="02020603050405020304" pitchFamily="18" charset="0"/>
              </a:rPr>
              <a:t>2</a:t>
            </a:r>
            <a:r>
              <a:rPr lang="en-US" altLang="en-US" sz="2200" dirty="0">
                <a:solidFill>
                  <a:srgbClr val="B829FF"/>
                </a:solidFill>
                <a:latin typeface="Times New Roman" panose="02020603050405020304" pitchFamily="18" charset="0"/>
                <a:cs typeface="Times New Roman" panose="02020603050405020304" pitchFamily="18" charset="0"/>
              </a:rPr>
              <a:t>S,SOx,NOx from gaseous pollutants. They are passed through the scrubbers or suitable liquid absorbents like water, aqueous alkalies, dil HNO</a:t>
            </a:r>
            <a:r>
              <a:rPr lang="en-US" altLang="en-US" sz="2200" baseline="-30000" dirty="0">
                <a:solidFill>
                  <a:srgbClr val="B829FF"/>
                </a:solidFill>
                <a:latin typeface="Times New Roman" panose="02020603050405020304" pitchFamily="18" charset="0"/>
                <a:cs typeface="Times New Roman" panose="02020603050405020304" pitchFamily="18" charset="0"/>
              </a:rPr>
              <a:t>3</a:t>
            </a:r>
            <a:r>
              <a:rPr lang="en-US" altLang="en-US" sz="2200" dirty="0">
                <a:solidFill>
                  <a:srgbClr val="B829FF"/>
                </a:solidFill>
                <a:latin typeface="Times New Roman" panose="02020603050405020304" pitchFamily="18" charset="0"/>
                <a:cs typeface="Times New Roman" panose="02020603050405020304" pitchFamily="18" charset="0"/>
              </a:rPr>
              <a:t> etc.</a:t>
            </a:r>
            <a:endParaRPr lang="en-US" altLang="en-US" sz="2200" dirty="0">
              <a:solidFill>
                <a:srgbClr val="B829FF"/>
              </a:solidFill>
              <a:latin typeface="Times New Roman" panose="02020603050405020304" pitchFamily="18" charset="0"/>
              <a:cs typeface="Times New Roman" panose="02020603050405020304" pitchFamily="18" charset="0"/>
            </a:endParaRPr>
          </a:p>
          <a:p>
            <a:pPr marL="514350" indent="-514350" algn="just" defTabSz="914400">
              <a:spcBef>
                <a:spcPct val="0"/>
              </a:spcBef>
              <a:buClrTx/>
              <a:buSzTx/>
              <a:buFontTx/>
              <a:buNone/>
              <a:tabLst>
                <a:tab pos="180975" algn="l"/>
              </a:tabLst>
            </a:pPr>
            <a:endParaRPr lang="en-US" altLang="en-US" sz="2200" dirty="0">
              <a:solidFill>
                <a:srgbClr val="B829FF"/>
              </a:solidFill>
              <a:latin typeface="Times New Roman" panose="02020603050405020304" pitchFamily="18" charset="0"/>
              <a:cs typeface="Times New Roman" panose="02020603050405020304" pitchFamily="18" charset="0"/>
            </a:endParaRPr>
          </a:p>
          <a:p>
            <a:pPr marL="514350" indent="-514350" algn="just" defTabSz="914400">
              <a:spcBef>
                <a:spcPct val="0"/>
              </a:spcBef>
              <a:buClrTx/>
              <a:buSzTx/>
              <a:buFontTx/>
              <a:buNone/>
              <a:tabLst>
                <a:tab pos="180975" algn="l"/>
              </a:tabLst>
            </a:pPr>
            <a:r>
              <a:rPr lang="en-US" altLang="en-US" sz="2200" b="1" i="1" dirty="0">
                <a:solidFill>
                  <a:srgbClr val="00B050"/>
                </a:solidFill>
                <a:latin typeface="Times New Roman" panose="02020603050405020304" pitchFamily="18" charset="0"/>
                <a:cs typeface="Times New Roman" panose="02020603050405020304" pitchFamily="18" charset="0"/>
              </a:rPr>
              <a:t>Adsorption: </a:t>
            </a:r>
            <a:r>
              <a:rPr lang="en-US" altLang="en-US" sz="2200" dirty="0">
                <a:solidFill>
                  <a:srgbClr val="B829FF"/>
                </a:solidFill>
                <a:latin typeface="Times New Roman" panose="02020603050405020304" pitchFamily="18" charset="0"/>
                <a:cs typeface="Times New Roman" panose="02020603050405020304" pitchFamily="18" charset="0"/>
              </a:rPr>
              <a:t>This technique involves the passage of gaseous pollutants through porous solid  adsorbents like silica gel, alumina, zeolites, activated carbon etc. The pollutants get adsorbed at the surface of the solid adsorbents by physical or chemisorption. Oxides of nitrogen and sulphur can be adsorbed on silica gel, zeolites etc.</a:t>
            </a:r>
            <a:endParaRPr lang="en-US" altLang="en-US" sz="2200" dirty="0">
              <a:solidFill>
                <a:srgbClr val="B829FF"/>
              </a:solidFill>
              <a:latin typeface="Times New Roman" panose="02020603050405020304" pitchFamily="18" charset="0"/>
              <a:ea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Title 1"/>
          <p:cNvSpPr>
            <a:spLocks noGrp="1" noChangeArrowheads="1"/>
          </p:cNvSpPr>
          <p:nvPr>
            <p:ph type="title"/>
          </p:nvPr>
        </p:nvSpPr>
        <p:spPr>
          <a:xfrm>
            <a:off x="1295400" y="685800"/>
            <a:ext cx="7389813" cy="487363"/>
          </a:xfrm>
        </p:spPr>
        <p:txBody>
          <a:bodyPr anchor="ctr">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br>
              <a:rPr kumimoji="0" lang="en-US" altLang="en-US" sz="2400" b="1" i="0" u="none" strike="noStrike" kern="1200" cap="none" spc="0" normalizeH="0" baseline="0" noProof="0" dirty="0" smtClean="0">
                <a:ln>
                  <a:noFill/>
                </a:ln>
                <a:solidFill>
                  <a:srgbClr val="FF00FF"/>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br>
            <a:br>
              <a:rPr kumimoji="0" lang="en-US" altLang="en-US" sz="2400" b="1" i="0" u="none" strike="noStrike" kern="1200" cap="none" spc="0" normalizeH="0" baseline="0" noProof="0" dirty="0" smtClean="0">
                <a:ln>
                  <a:noFill/>
                </a:ln>
                <a:solidFill>
                  <a:srgbClr val="FF00FF"/>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br>
            <a:r>
              <a:rPr kumimoji="0" lang="en-US" altLang="en-US" sz="2400" b="1" i="0" u="none" strike="noStrike" kern="1200" cap="none" spc="0" normalizeH="0" baseline="0" noProof="0" dirty="0" smtClean="0">
                <a:ln>
                  <a:noFill/>
                </a:ln>
                <a:solidFill>
                  <a:srgbClr val="FF00FF"/>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t>II. Methods to control particulates</a:t>
            </a:r>
            <a:br>
              <a:rPr kumimoji="0" lang="en-US" altLang="en-US" sz="2400" b="1" i="0" u="none" strike="noStrike" kern="1200" cap="none" spc="0" normalizeH="0" baseline="0" noProof="0" dirty="0" smtClean="0">
                <a:ln>
                  <a:noFill/>
                </a:ln>
                <a:solidFill>
                  <a:srgbClr val="FF00FF"/>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br>
            <a:r>
              <a:rPr kumimoji="0" lang="en-US" altLang="en-US" sz="2400" b="1" i="0" u="none" strike="noStrike" kern="1200" cap="none" spc="0" normalizeH="0" baseline="0" noProof="0" dirty="0" smtClean="0">
                <a:ln>
                  <a:noFill/>
                </a:ln>
                <a:solidFill>
                  <a:srgbClr val="FF00FF"/>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t>	</a:t>
            </a:r>
            <a:br>
              <a:rPr kumimoji="0" lang="en-US" altLang="en-US" sz="2400" b="1" i="0" u="none" strike="noStrike" kern="1200" cap="none" spc="0" normalizeH="0" baseline="0" noProof="0" dirty="0" smtClean="0">
                <a:ln>
                  <a:noFill/>
                </a:ln>
                <a:solidFill>
                  <a:srgbClr val="FF00FF"/>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br>
            <a:endParaRPr kumimoji="0" lang="en-US" altLang="en-US" sz="2400" b="1" i="0" u="none" strike="noStrike" kern="1200" cap="none" spc="0" normalizeH="0" baseline="0" noProof="0" dirty="0" smtClean="0">
              <a:ln>
                <a:noFill/>
              </a:ln>
              <a:solidFill>
                <a:srgbClr val="FF00FF"/>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endParaRPr>
          </a:p>
        </p:txBody>
      </p:sp>
      <p:sp>
        <p:nvSpPr>
          <p:cNvPr id="28675" name="Content Placeholder 2"/>
          <p:cNvSpPr>
            <a:spLocks noGrp="1"/>
          </p:cNvSpPr>
          <p:nvPr>
            <p:ph idx="1"/>
          </p:nvPr>
        </p:nvSpPr>
        <p:spPr>
          <a:xfrm>
            <a:off x="2133600" y="2971800"/>
            <a:ext cx="3505200" cy="1933575"/>
          </a:xfrm>
          <a:ln/>
        </p:spPr>
        <p:txBody>
          <a:bodyPr vert="horz" wrap="square" anchor="t" anchorCtr="0"/>
          <a:p>
            <a:pPr marL="457200" indent="-457200">
              <a:buFont typeface="Arial" panose="020B0604020202020204" pitchFamily="34" charset="0"/>
              <a:buAutoNum type="arabicPeriod"/>
            </a:pPr>
            <a:r>
              <a:rPr lang="en-US" altLang="en-US" sz="2200" dirty="0">
                <a:solidFill>
                  <a:srgbClr val="FF0000"/>
                </a:solidFill>
                <a:latin typeface="Times New Roman" panose="02020603050405020304" pitchFamily="18" charset="0"/>
                <a:cs typeface="Times New Roman" panose="02020603050405020304" pitchFamily="18" charset="0"/>
              </a:rPr>
              <a:t>Gravity settling chamber</a:t>
            </a:r>
            <a:endParaRPr lang="en-US" altLang="en-US" sz="2200" dirty="0">
              <a:solidFill>
                <a:srgbClr val="FF0000"/>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AutoNum type="arabicPeriod"/>
            </a:pPr>
            <a:r>
              <a:rPr lang="en-US" altLang="en-US" sz="2200" dirty="0">
                <a:solidFill>
                  <a:srgbClr val="FF0000"/>
                </a:solidFill>
                <a:latin typeface="Times New Roman" panose="02020603050405020304" pitchFamily="18" charset="0"/>
                <a:cs typeface="Times New Roman" panose="02020603050405020304" pitchFamily="18" charset="0"/>
              </a:rPr>
              <a:t>Cyclone Collector</a:t>
            </a:r>
            <a:endParaRPr lang="en-US" altLang="en-US" sz="2200" dirty="0">
              <a:solidFill>
                <a:srgbClr val="FF0000"/>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AutoNum type="arabicPeriod"/>
            </a:pPr>
            <a:r>
              <a:rPr lang="en-US" altLang="en-US" sz="2200" dirty="0">
                <a:solidFill>
                  <a:srgbClr val="FF0000"/>
                </a:solidFill>
                <a:latin typeface="Times New Roman" panose="02020603050405020304" pitchFamily="18" charset="0"/>
                <a:cs typeface="Times New Roman" panose="02020603050405020304" pitchFamily="18" charset="0"/>
              </a:rPr>
              <a:t>Electrostatic Precipitator</a:t>
            </a:r>
            <a:endParaRPr lang="en-US" altLang="en-US" sz="2200" dirty="0">
              <a:solidFill>
                <a:srgbClr val="FF0000"/>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AutoNum type="arabicPeriod"/>
            </a:pPr>
            <a:r>
              <a:rPr lang="en-US" altLang="en-US" sz="2200" dirty="0">
                <a:solidFill>
                  <a:srgbClr val="FF0000"/>
                </a:solidFill>
                <a:latin typeface="Times New Roman" panose="02020603050405020304" pitchFamily="18" charset="0"/>
                <a:cs typeface="Times New Roman" panose="02020603050405020304" pitchFamily="18" charset="0"/>
              </a:rPr>
              <a:t>Wet scrubber</a:t>
            </a:r>
            <a:endParaRPr lang="en-US" altLang="en-US" sz="2200" dirty="0">
              <a:solidFill>
                <a:srgbClr val="FF0000"/>
              </a:solidFill>
              <a:latin typeface="Times New Roman" panose="02020603050405020304" pitchFamily="18" charset="0"/>
              <a:ea typeface="Times New Roman" panose="02020603050405020304" pitchFamily="18" charset="0"/>
            </a:endParaRPr>
          </a:p>
        </p:txBody>
      </p:sp>
      <p:sp>
        <p:nvSpPr>
          <p:cNvPr id="28676" name="Rectangle 3"/>
          <p:cNvSpPr/>
          <p:nvPr/>
        </p:nvSpPr>
        <p:spPr>
          <a:xfrm>
            <a:off x="1143000" y="1524000"/>
            <a:ext cx="7620000" cy="769938"/>
          </a:xfrm>
          <a:prstGeom prst="rect">
            <a:avLst/>
          </a:prstGeom>
          <a:noFill/>
          <a:ln w="9525">
            <a:noFill/>
          </a:ln>
        </p:spPr>
        <p:txBody>
          <a:bodyPr>
            <a:spAutoFit/>
          </a:bodyPr>
          <a:p>
            <a:pPr algn="just" eaLnBrk="1" hangingPunct="1">
              <a:buClr>
                <a:srgbClr val="000000"/>
              </a:buClr>
              <a:buSzPct val="100000"/>
              <a:buFont typeface="Times New Roman" panose="02020603050405020304" pitchFamily="18" charset="0"/>
            </a:pPr>
            <a:r>
              <a:rPr lang="en-US" altLang="en-US" sz="2200" dirty="0">
                <a:solidFill>
                  <a:srgbClr val="B011FF"/>
                </a:solidFill>
                <a:latin typeface="Times New Roman" panose="02020603050405020304" pitchFamily="18" charset="0"/>
                <a:cs typeface="Times New Roman" panose="02020603050405020304" pitchFamily="18" charset="0"/>
              </a:rPr>
              <a:t>	The device used is based upon the size, shape and hygroscopic properties of the particulates concerned .</a:t>
            </a:r>
            <a:endParaRPr lang="en-US" altLang="en-US" sz="2200" dirty="0">
              <a:latin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Title 1"/>
          <p:cNvSpPr>
            <a:spLocks noGrp="1" noChangeArrowheads="1"/>
          </p:cNvSpPr>
          <p:nvPr>
            <p:ph type="title"/>
          </p:nvPr>
        </p:nvSpPr>
        <p:spPr>
          <a:xfrm>
            <a:off x="1371600" y="1143000"/>
            <a:ext cx="7161213" cy="1598613"/>
          </a:xfrm>
        </p:spPr>
        <p:txBody>
          <a:bodyPr anchor="ctr">
            <a:normAutofit fontScale="90000"/>
          </a:bodyPr>
          <a:lstStyle/>
          <a:p>
            <a:pPr marL="0" marR="0" lvl="0" indent="0" algn="just" defTabSz="914400" rtl="0" eaLnBrk="1" fontAlgn="auto" latinLnBrk="0" hangingPunct="1">
              <a:lnSpc>
                <a:spcPct val="100000"/>
              </a:lnSpc>
              <a:spcBef>
                <a:spcPct val="0"/>
              </a:spcBef>
              <a:spcAft>
                <a:spcPts val="0"/>
              </a:spcAft>
              <a:buClrTx/>
              <a:buSzTx/>
              <a:buFontTx/>
              <a:buNone/>
              <a:defRPr/>
            </a:pPr>
            <a:br>
              <a:rPr kumimoji="0" lang="en-US" altLang="en-US" sz="2200" b="0" i="0" u="none" strike="noStrike" kern="1200" cap="none" spc="0" normalizeH="0" baseline="0" noProof="0" dirty="0" smtClean="0">
                <a:ln>
                  <a:noFill/>
                </a:ln>
                <a:solidFill>
                  <a:srgbClr val="B011FF"/>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br>
            <a:r>
              <a:rPr kumimoji="0" lang="en-US" altLang="en-US" sz="2200" b="0" i="0" u="none" strike="noStrike" kern="1200" cap="none" spc="0" normalizeH="0" baseline="0" noProof="0" dirty="0" smtClean="0">
                <a:ln>
                  <a:noFill/>
                </a:ln>
                <a:solidFill>
                  <a:srgbClr val="B011FF"/>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t>	This chamber collects the particulate matter by gravity. Effluent gases are led into the chamber where the velocities of these gases decrease so that dust particles get settled. This method is not suitable for finer particles which require longer settling time.</a:t>
            </a:r>
            <a:br>
              <a:rPr kumimoji="0" lang="en-US" altLang="en-US" sz="2200" b="0" i="0" u="none" strike="noStrike" kern="1200" cap="none" spc="0" normalizeH="0" baseline="0" noProof="0" dirty="0" smtClean="0">
                <a:ln>
                  <a:noFill/>
                </a:ln>
                <a:solidFill>
                  <a:srgbClr val="B011FF"/>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br>
            <a:r>
              <a:rPr kumimoji="0" lang="en-US" altLang="en-US" sz="2200" b="0" i="0" u="none" strike="noStrike" kern="1200" cap="none" spc="0" normalizeH="0" baseline="0" noProof="0" dirty="0" smtClean="0">
                <a:ln>
                  <a:noFill/>
                </a:ln>
                <a:solidFill>
                  <a:srgbClr val="B011FF"/>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t>   </a:t>
            </a:r>
            <a:br>
              <a:rPr kumimoji="0" lang="en-US" altLang="en-US" sz="2200" b="0" i="0" u="none" strike="noStrike" kern="1200" cap="none" spc="0" normalizeH="0" baseline="0" noProof="0" dirty="0" smtClean="0">
                <a:ln>
                  <a:noFill/>
                </a:ln>
                <a:solidFill>
                  <a:srgbClr val="B011FF"/>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br>
            <a:endParaRPr kumimoji="0" lang="en-US" altLang="en-US" sz="2200" b="0" i="0" u="none" strike="noStrike" kern="1200" cap="none" spc="0" normalizeH="0" baseline="0" noProof="0" dirty="0" smtClean="0">
              <a:ln>
                <a:noFill/>
              </a:ln>
              <a:solidFill>
                <a:srgbClr val="B011FF"/>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endParaRPr>
          </a:p>
        </p:txBody>
      </p:sp>
      <p:sp>
        <p:nvSpPr>
          <p:cNvPr id="29699" name="Rectangle 3"/>
          <p:cNvSpPr/>
          <p:nvPr/>
        </p:nvSpPr>
        <p:spPr>
          <a:xfrm>
            <a:off x="2743200" y="457200"/>
            <a:ext cx="3541713" cy="461963"/>
          </a:xfrm>
          <a:prstGeom prst="rect">
            <a:avLst/>
          </a:prstGeom>
          <a:noFill/>
          <a:ln w="9525">
            <a:noFill/>
          </a:ln>
        </p:spPr>
        <p:txBody>
          <a:bodyPr wrap="none">
            <a:spAutoFit/>
          </a:bodyPr>
          <a:p>
            <a:pPr marL="457200" indent="-457200" eaLnBrk="1" hangingPunct="1">
              <a:buClr>
                <a:srgbClr val="000000"/>
              </a:buClr>
              <a:buSzPct val="100000"/>
              <a:buFont typeface="Times New Roman" panose="02020603050405020304" pitchFamily="18" charset="0"/>
            </a:pPr>
            <a:r>
              <a:rPr lang="en-US" altLang="en-US" sz="2400" b="1" i="1" dirty="0">
                <a:solidFill>
                  <a:srgbClr val="FF0000"/>
                </a:solidFill>
                <a:latin typeface="Times New Roman" panose="02020603050405020304" pitchFamily="18" charset="0"/>
                <a:cs typeface="Times New Roman" panose="02020603050405020304" pitchFamily="18" charset="0"/>
              </a:rPr>
              <a:t>1.Gravity settling chamber</a:t>
            </a:r>
            <a:endParaRPr lang="en-US" altLang="en-US" sz="2400" dirty="0">
              <a:solidFill>
                <a:srgbClr val="FF0000"/>
              </a:solidFill>
              <a:latin typeface="Arial" panose="020B0604020202020204" pitchFamily="34" charset="0"/>
            </a:endParaRPr>
          </a:p>
        </p:txBody>
      </p:sp>
      <p:pic>
        <p:nvPicPr>
          <p:cNvPr id="29700" name="Picture 1"/>
          <p:cNvPicPr>
            <a:picLocks noChangeAspect="1"/>
          </p:cNvPicPr>
          <p:nvPr/>
        </p:nvPicPr>
        <p:blipFill>
          <a:blip r:embed="rId1"/>
          <a:stretch>
            <a:fillRect/>
          </a:stretch>
        </p:blipFill>
        <p:spPr>
          <a:xfrm>
            <a:off x="1600200" y="2819400"/>
            <a:ext cx="4622800" cy="3200400"/>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Title 1"/>
          <p:cNvSpPr>
            <a:spLocks noGrp="1" noChangeArrowheads="1"/>
          </p:cNvSpPr>
          <p:nvPr>
            <p:ph type="title"/>
          </p:nvPr>
        </p:nvSpPr>
        <p:spPr>
          <a:xfrm>
            <a:off x="1219200" y="76200"/>
            <a:ext cx="7466013" cy="563563"/>
          </a:xfrm>
        </p:spPr>
        <p:txBody>
          <a:bodyPr anchor="ctr">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br>
              <a:rPr kumimoji="0" lang="en-US" altLang="en-US" sz="2400" b="1" i="1"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br>
            <a:r>
              <a:rPr kumimoji="0" lang="en-US" altLang="en-US" sz="2400" b="1" i="1"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t>2.Cyclone Collector</a:t>
            </a:r>
            <a:br>
              <a:rPr kumimoji="0" lang="en-US" altLang="en-US" sz="2400" b="0" i="0"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br>
            <a:endParaRPr kumimoji="0" lang="en-US" altLang="en-US" sz="2400" b="0" i="0"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endParaRPr>
          </a:p>
        </p:txBody>
      </p:sp>
      <p:sp>
        <p:nvSpPr>
          <p:cNvPr id="30723" name="Rectangle 1"/>
          <p:cNvSpPr>
            <a:spLocks noGrp="1"/>
          </p:cNvSpPr>
          <p:nvPr>
            <p:ph idx="1"/>
          </p:nvPr>
        </p:nvSpPr>
        <p:spPr>
          <a:xfrm>
            <a:off x="1524000" y="609600"/>
            <a:ext cx="7162800" cy="3140075"/>
          </a:xfrm>
          <a:ln/>
        </p:spPr>
        <p:txBody>
          <a:bodyPr vert="horz" wrap="square" lIns="91440" tIns="45720" rIns="91440" bIns="45720" anchor="ctr" anchorCtr="0">
            <a:spAutoFit/>
          </a:bodyPr>
          <a:p>
            <a:pPr marL="0" indent="0" algn="just" defTabSz="914400">
              <a:spcBef>
                <a:spcPct val="0"/>
              </a:spcBef>
              <a:buFont typeface="Times New Roman" panose="02020603050405020304" pitchFamily="18" charset="0"/>
              <a:buNone/>
              <a:tabLst>
                <a:tab pos="1529080" algn="l"/>
              </a:tabLst>
            </a:pPr>
            <a:r>
              <a:rPr lang="en-US" altLang="en-US" sz="2200" dirty="0">
                <a:solidFill>
                  <a:srgbClr val="B011FF"/>
                </a:solidFill>
                <a:latin typeface="Times New Roman" panose="02020603050405020304" pitchFamily="18" charset="0"/>
                <a:cs typeface="Times New Roman" panose="02020603050405020304" pitchFamily="18" charset="0"/>
              </a:rPr>
              <a:t>	In this technique the polluted air is passed through a metallic chamber at high speed. The basic principle underlying the cyclone collector is that a gas flowing into a tight circular spiral at high speed produces centrifugal force on the suspended particles. The centrifugal force thus produced, forces the suspended particles to move away from the gas stream towards the wall, strike the wall of the cylinder and fall at the bottom. This method removes 50-90 % of large particulates along with a few medium and small particulates.</a:t>
            </a:r>
            <a:endParaRPr lang="en-US" altLang="en-US" sz="2200" dirty="0">
              <a:solidFill>
                <a:srgbClr val="B011FF"/>
              </a:solidFill>
            </a:endParaRPr>
          </a:p>
        </p:txBody>
      </p:sp>
      <p:pic>
        <p:nvPicPr>
          <p:cNvPr id="30724" name="Picture 2"/>
          <p:cNvPicPr>
            <a:picLocks noChangeAspect="1"/>
          </p:cNvPicPr>
          <p:nvPr/>
        </p:nvPicPr>
        <p:blipFill>
          <a:blip r:embed="rId1"/>
          <a:stretch>
            <a:fillRect/>
          </a:stretch>
        </p:blipFill>
        <p:spPr>
          <a:xfrm>
            <a:off x="2590800" y="3508375"/>
            <a:ext cx="2720975" cy="3349625"/>
          </a:xfrm>
          <a:prstGeom prst="rect">
            <a:avLst/>
          </a:prstGeom>
          <a:noFill/>
          <a:ln w="9525">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Title 1"/>
          <p:cNvSpPr>
            <a:spLocks noGrp="1" noChangeArrowheads="1"/>
          </p:cNvSpPr>
          <p:nvPr>
            <p:ph type="title"/>
          </p:nvPr>
        </p:nvSpPr>
        <p:spPr>
          <a:xfrm>
            <a:off x="1524000" y="274638"/>
            <a:ext cx="7161213" cy="715963"/>
          </a:xfrm>
        </p:spPr>
        <p:txBody>
          <a:bodyPr anchor="ctr">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br>
              <a:rPr kumimoji="0" lang="en-US" altLang="en-US" sz="2400" b="1" i="1"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br>
            <a:r>
              <a:rPr kumimoji="0" lang="en-US" altLang="en-US" sz="2400" b="1" i="1"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t>3.Electrostatic Precipitator</a:t>
            </a:r>
            <a:br>
              <a:rPr kumimoji="0" lang="en-US" altLang="en-US" sz="2400" b="0" i="0"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br>
            <a:endParaRPr kumimoji="0" lang="en-US" altLang="en-US" sz="2400" b="0" i="0"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endParaRPr>
          </a:p>
        </p:txBody>
      </p:sp>
      <p:sp>
        <p:nvSpPr>
          <p:cNvPr id="31747" name="Rectangle 1"/>
          <p:cNvSpPr>
            <a:spLocks noGrp="1"/>
          </p:cNvSpPr>
          <p:nvPr>
            <p:ph idx="1"/>
          </p:nvPr>
        </p:nvSpPr>
        <p:spPr>
          <a:xfrm>
            <a:off x="1524000" y="914400"/>
            <a:ext cx="7467600" cy="3478213"/>
          </a:xfrm>
          <a:ln/>
        </p:spPr>
        <p:txBody>
          <a:bodyPr vert="horz" wrap="square" lIns="91440" tIns="45720" rIns="91440" bIns="45720" anchor="ctr" anchorCtr="0">
            <a:spAutoFit/>
          </a:bodyPr>
          <a:p>
            <a:pPr marL="0" indent="0" algn="just" defTabSz="914400">
              <a:spcBef>
                <a:spcPct val="0"/>
              </a:spcBef>
              <a:buFont typeface="Times New Roman" panose="02020603050405020304" pitchFamily="18" charset="0"/>
              <a:buNone/>
              <a:tabLst>
                <a:tab pos="269875" algn="l"/>
              </a:tabLst>
            </a:pPr>
            <a:r>
              <a:rPr lang="en-US" altLang="en-US" sz="2200" dirty="0">
                <a:solidFill>
                  <a:srgbClr val="B011FF"/>
                </a:solidFill>
                <a:latin typeface="Times New Roman" panose="02020603050405020304" pitchFamily="18" charset="0"/>
                <a:cs typeface="Times New Roman" panose="02020603050405020304" pitchFamily="18" charset="0"/>
              </a:rPr>
              <a:t>	In electrostatic precipitators, the flue gases are passed through tall chamber fitted with two electrodes. Out of these electrodes the peripheral electrode is earth connected while the central one is subjected to a very high potential. Due to very high potential difference, the air inside get ionised to give free electrons and positively charged ions, This free electrons are taken up by the particulates and acquire negative charge. These negatively charged particles get attracted towards the positively charged peripheral electrode, lose their charge and fall down at the bottom.</a:t>
            </a:r>
            <a:endParaRPr lang="en-US" altLang="en-US" sz="2200" dirty="0">
              <a:solidFill>
                <a:srgbClr val="B011FF"/>
              </a:solidFill>
            </a:endParaRPr>
          </a:p>
        </p:txBody>
      </p:sp>
      <p:pic>
        <p:nvPicPr>
          <p:cNvPr id="31748" name="Picture 2"/>
          <p:cNvPicPr>
            <a:picLocks noChangeAspect="1"/>
          </p:cNvPicPr>
          <p:nvPr/>
        </p:nvPicPr>
        <p:blipFill>
          <a:blip r:embed="rId1"/>
          <a:stretch>
            <a:fillRect/>
          </a:stretch>
        </p:blipFill>
        <p:spPr>
          <a:xfrm>
            <a:off x="2590800" y="3859213"/>
            <a:ext cx="3429000" cy="2868612"/>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1"/>
          <p:cNvSpPr>
            <a:spLocks noGrp="1" noChangeArrowheads="1"/>
          </p:cNvSpPr>
          <p:nvPr>
            <p:ph type="title"/>
          </p:nvPr>
        </p:nvSpPr>
        <p:spPr>
          <a:xfrm>
            <a:off x="1905000" y="1981200"/>
            <a:ext cx="6553200" cy="1016000"/>
          </a:xfrm>
          <a:noFill/>
        </p:spPr>
        <p:txBody>
          <a:bodyPr wrap="square" lIns="91440" tIns="45720" rIns="91440" bIns="45720" anchor="ctr">
            <a:spAutoFit/>
          </a:bodyPr>
          <a:lstStyle/>
          <a:p>
            <a:pPr marL="0" marR="0" lvl="0" indent="0" algn="just" defTabSz="914400" rtl="0" eaLnBrk="1" fontAlgn="auto" latinLnBrk="0" hangingPunct="1">
              <a:lnSpc>
                <a:spcPct val="100000"/>
              </a:lnSpc>
              <a:spcBef>
                <a:spcPct val="0"/>
              </a:spcBef>
              <a:spcAft>
                <a:spcPts val="0"/>
              </a:spcAft>
              <a:buClrTx/>
              <a:buSzTx/>
              <a:buFontTx/>
              <a:buNone/>
              <a:tabLst>
                <a:tab pos="269875" algn="l"/>
              </a:tabLst>
              <a:defRPr/>
            </a:pPr>
            <a:r>
              <a:rPr kumimoji="0" lang="en-US" altLang="en-US" sz="2000" b="0" i="0" u="none" strike="noStrike" kern="1200" cap="none" spc="0" normalizeH="0" baseline="0" noProof="0" dirty="0" smtClean="0">
                <a:ln>
                  <a:noFill/>
                </a:ln>
                <a:solidFill>
                  <a:srgbClr val="B011FF"/>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t>	Here the exhaust gases stream containing the particulates is allowed to pass through a fine spring of water. This helps to remove particulate matter as well as some gaseous pollutants.</a:t>
            </a:r>
            <a:endParaRPr kumimoji="0" lang="en-US" altLang="en-US" sz="2000" b="0" i="0" u="none" strike="noStrike" kern="1200" cap="none" spc="0" normalizeH="0" baseline="0" noProof="0" dirty="0" smtClean="0">
              <a:ln>
                <a:noFill/>
              </a:ln>
              <a:solidFill>
                <a:srgbClr val="B011FF"/>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endParaRPr>
          </a:p>
        </p:txBody>
      </p:sp>
      <p:sp>
        <p:nvSpPr>
          <p:cNvPr id="32771" name="Rectangle 4"/>
          <p:cNvSpPr/>
          <p:nvPr/>
        </p:nvSpPr>
        <p:spPr>
          <a:xfrm>
            <a:off x="2743200" y="1143000"/>
            <a:ext cx="2179638" cy="461963"/>
          </a:xfrm>
          <a:prstGeom prst="rect">
            <a:avLst/>
          </a:prstGeom>
          <a:noFill/>
          <a:ln w="9525">
            <a:noFill/>
          </a:ln>
        </p:spPr>
        <p:txBody>
          <a:bodyPr wrap="none">
            <a:spAutoFit/>
          </a:bodyPr>
          <a:p>
            <a:pPr eaLnBrk="1" hangingPunct="1">
              <a:buClr>
                <a:srgbClr val="000000"/>
              </a:buClr>
              <a:buSzPct val="100000"/>
              <a:buFont typeface="Times New Roman" panose="02020603050405020304" pitchFamily="18" charset="0"/>
            </a:pPr>
            <a:r>
              <a:rPr lang="en-US" altLang="en-US" sz="2400" b="1" i="1" dirty="0">
                <a:solidFill>
                  <a:srgbClr val="FF0000"/>
                </a:solidFill>
                <a:latin typeface="Times New Roman" panose="02020603050405020304" pitchFamily="18" charset="0"/>
                <a:cs typeface="Times New Roman" panose="02020603050405020304" pitchFamily="18" charset="0"/>
              </a:rPr>
              <a:t>4.Wet scrubber:</a:t>
            </a:r>
            <a:endParaRPr lang="en-US" altLang="en-US" sz="2400" dirty="0">
              <a:solidFill>
                <a:srgbClr val="FF0000"/>
              </a:solidFill>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Title 1"/>
          <p:cNvSpPr>
            <a:spLocks noGrp="1" noChangeArrowheads="1"/>
          </p:cNvSpPr>
          <p:nvPr>
            <p:ph type="title"/>
          </p:nvPr>
        </p:nvSpPr>
        <p:spPr>
          <a:xfrm>
            <a:off x="228600" y="655638"/>
            <a:ext cx="8228013" cy="792163"/>
          </a:xfrm>
        </p:spPr>
        <p:txBody>
          <a:bodyPr anchor="ctr">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en-US" sz="2400" b="1" i="0" u="none" strike="noStrike" kern="1200" cap="none" spc="0" normalizeH="0" baseline="0" noProof="0" dirty="0" smtClean="0">
                <a:ln>
                  <a:noFill/>
                </a:ln>
                <a:solidFill>
                  <a:srgbClr val="FF00FF"/>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t>                   III. Methods to control automobile pollution</a:t>
            </a:r>
            <a:br>
              <a:rPr kumimoji="0" lang="en-US" altLang="en-US" sz="2400" b="0" i="0" u="none" strike="noStrike" kern="1200" cap="none" spc="0" normalizeH="0" baseline="0" noProof="0" dirty="0" smtClean="0">
                <a:ln>
                  <a:noFill/>
                </a:ln>
                <a:solidFill>
                  <a:srgbClr val="FF00FF"/>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br>
            <a:endParaRPr kumimoji="0" lang="en-US" altLang="en-US" sz="2400" b="0" i="0" u="none" strike="noStrike" kern="1200" cap="none" spc="0" normalizeH="0" baseline="0" noProof="0" dirty="0" smtClean="0">
              <a:ln>
                <a:noFill/>
              </a:ln>
              <a:solidFill>
                <a:srgbClr val="FF00FF"/>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endParaRPr>
          </a:p>
        </p:txBody>
      </p:sp>
      <p:sp>
        <p:nvSpPr>
          <p:cNvPr id="34819" name="Content Placeholder 2"/>
          <p:cNvSpPr>
            <a:spLocks noGrp="1" noChangeArrowheads="1"/>
          </p:cNvSpPr>
          <p:nvPr>
            <p:ph idx="1"/>
          </p:nvPr>
        </p:nvSpPr>
        <p:spPr>
          <a:xfrm>
            <a:off x="1676400" y="1371600"/>
            <a:ext cx="7008813" cy="4524375"/>
          </a:xfrm>
        </p:spPr>
        <p:txBody>
          <a:bodyPr>
            <a:normAutofit lnSpcReduction="10000"/>
          </a:bodyPr>
          <a:lstStyle/>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Times New Roman" panose="02020603050405020304" pitchFamily="18" charset="0"/>
              <a:buNone/>
              <a:defRPr/>
            </a:pPr>
            <a:r>
              <a:rPr kumimoji="0" lang="en-US" altLang="en-US" sz="2200" b="1" i="1"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1. Modification of engine design</a:t>
            </a:r>
            <a:endParaRPr kumimoji="0" lang="en-US" altLang="en-US" sz="2200" b="1" i="1"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Times New Roman" panose="02020603050405020304" pitchFamily="18" charset="0"/>
              <a:buNone/>
              <a:defRPr/>
            </a:pPr>
            <a:r>
              <a:rPr kumimoji="0" lang="en-US" altLang="en-US" sz="2200" b="0" i="0" u="none" strike="noStrike" kern="1200" cap="none" spc="0" normalizeH="0" baseline="0" noProof="0" dirty="0" smtClean="0">
                <a:ln>
                  <a:noFill/>
                </a:ln>
                <a:solidFill>
                  <a:srgbClr val="B011FF"/>
                </a:solidFill>
                <a:effectLst/>
                <a:uLnTx/>
                <a:uFillTx/>
                <a:latin typeface="Times New Roman" panose="02020603050405020304" pitchFamily="18" charset="0"/>
                <a:ea typeface="+mn-ea"/>
                <a:cs typeface="Times New Roman" panose="02020603050405020304" pitchFamily="18" charset="0"/>
              </a:rPr>
              <a:t>                 The emission from automobile engines is due to the incomplete combustion of fuel. Thus engine designs are modified so as to avoid the incomplete combustion of fuel.</a:t>
            </a:r>
            <a:endParaRPr kumimoji="0" lang="en-US" altLang="en-US" sz="2200" b="0" i="0" u="none" strike="noStrike" kern="1200" cap="none" spc="0" normalizeH="0" baseline="0" noProof="0" dirty="0" smtClean="0">
              <a:ln>
                <a:noFill/>
              </a:ln>
              <a:solidFill>
                <a:srgbClr val="B011FF"/>
              </a:solidFill>
              <a:effectLst/>
              <a:uLnTx/>
              <a:uFillTx/>
              <a:latin typeface="Times New Roman" panose="02020603050405020304" pitchFamily="18" charset="0"/>
              <a:ea typeface="+mn-ea"/>
              <a:cs typeface="Times New Roman" panose="02020603050405020304" pitchFamily="18" charset="0"/>
            </a:endParaRPr>
          </a:p>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Times New Roman" panose="02020603050405020304" pitchFamily="18" charset="0"/>
              <a:buNone/>
              <a:defRPr/>
            </a:pPr>
            <a:r>
              <a:rPr kumimoji="0" lang="en-US" altLang="en-US" sz="2200" b="1" i="1"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rPr>
              <a:t>2.  Use of catalytic converter</a:t>
            </a:r>
            <a:endParaRPr kumimoji="0" lang="en-US" altLang="en-US" sz="2200" b="0"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Times New Roman" panose="02020603050405020304" pitchFamily="18" charset="0"/>
              <a:buNone/>
              <a:defRPr/>
            </a:pPr>
            <a:r>
              <a:rPr kumimoji="0" lang="en-US" altLang="en-US" sz="2200" b="0" i="0" u="none" strike="noStrike" kern="1200" cap="none" spc="0" normalizeH="0" baseline="0" noProof="0" dirty="0" smtClean="0">
                <a:ln>
                  <a:noFill/>
                </a:ln>
                <a:solidFill>
                  <a:srgbClr val="B011FF"/>
                </a:solidFill>
                <a:effectLst/>
                <a:uLnTx/>
                <a:uFillTx/>
                <a:latin typeface="Times New Roman" panose="02020603050405020304" pitchFamily="18" charset="0"/>
                <a:ea typeface="+mn-ea"/>
                <a:cs typeface="Times New Roman" panose="02020603050405020304" pitchFamily="18" charset="0"/>
              </a:rPr>
              <a:t>                 Automotive exhausts pollutants can also be controlled by installing catalytic converters in the exhaust system. It is a device which runs exhaust gases of automobiles through a bed of alumina pellets coated with platinum or palladium catalyst. This will convert CO, and </a:t>
            </a:r>
            <a:r>
              <a:rPr kumimoji="0" lang="en-US" altLang="en-US" sz="2200" b="0" i="0" u="none" strike="noStrike" kern="1200" cap="none" spc="0" normalizeH="0" baseline="0" noProof="0" dirty="0" err="1" smtClean="0">
                <a:ln>
                  <a:noFill/>
                </a:ln>
                <a:solidFill>
                  <a:srgbClr val="B011FF"/>
                </a:solidFill>
                <a:effectLst/>
                <a:uLnTx/>
                <a:uFillTx/>
                <a:latin typeface="Times New Roman" panose="02020603050405020304" pitchFamily="18" charset="0"/>
                <a:ea typeface="+mn-ea"/>
                <a:cs typeface="Times New Roman" panose="02020603050405020304" pitchFamily="18" charset="0"/>
              </a:rPr>
              <a:t>unburnt</a:t>
            </a:r>
            <a:r>
              <a:rPr kumimoji="0" lang="en-US" altLang="en-US" sz="2200" b="0" i="0" u="none" strike="noStrike" kern="1200" cap="none" spc="0" normalizeH="0" baseline="0" noProof="0" dirty="0" smtClean="0">
                <a:ln>
                  <a:noFill/>
                </a:ln>
                <a:solidFill>
                  <a:srgbClr val="B011FF"/>
                </a:solidFill>
                <a:effectLst/>
                <a:uLnTx/>
                <a:uFillTx/>
                <a:latin typeface="Times New Roman" panose="02020603050405020304" pitchFamily="18" charset="0"/>
                <a:ea typeface="+mn-ea"/>
                <a:cs typeface="Times New Roman" panose="02020603050405020304" pitchFamily="18" charset="0"/>
              </a:rPr>
              <a:t> hydrocarbons into CO</a:t>
            </a:r>
            <a:r>
              <a:rPr kumimoji="0" lang="en-US" altLang="en-US" sz="2200" b="0" i="0" u="none" strike="noStrike" kern="1200" cap="none" spc="0" normalizeH="0" baseline="-25000" noProof="0" dirty="0" smtClean="0">
                <a:ln>
                  <a:noFill/>
                </a:ln>
                <a:solidFill>
                  <a:srgbClr val="B011FF"/>
                </a:solidFill>
                <a:effectLst/>
                <a:uLnTx/>
                <a:uFillTx/>
                <a:latin typeface="Times New Roman" panose="02020603050405020304" pitchFamily="18" charset="0"/>
                <a:ea typeface="+mn-ea"/>
                <a:cs typeface="Times New Roman" panose="02020603050405020304" pitchFamily="18" charset="0"/>
              </a:rPr>
              <a:t>2</a:t>
            </a:r>
            <a:r>
              <a:rPr kumimoji="0" lang="en-US" altLang="en-US" sz="2200" b="0" i="0" u="none" strike="noStrike" kern="1200" cap="none" spc="0" normalizeH="0" baseline="0" noProof="0" dirty="0" smtClean="0">
                <a:ln>
                  <a:noFill/>
                </a:ln>
                <a:solidFill>
                  <a:srgbClr val="B011FF"/>
                </a:solidFill>
                <a:effectLst/>
                <a:uLnTx/>
                <a:uFillTx/>
                <a:latin typeface="Times New Roman" panose="02020603050405020304" pitchFamily="18" charset="0"/>
                <a:ea typeface="+mn-ea"/>
                <a:cs typeface="Times New Roman" panose="02020603050405020304" pitchFamily="18" charset="0"/>
              </a:rPr>
              <a:t> and H</a:t>
            </a:r>
            <a:r>
              <a:rPr kumimoji="0" lang="en-US" altLang="en-US" sz="2200" b="0" i="0" u="none" strike="noStrike" kern="1200" cap="none" spc="0" normalizeH="0" baseline="-25000" noProof="0" dirty="0" smtClean="0">
                <a:ln>
                  <a:noFill/>
                </a:ln>
                <a:solidFill>
                  <a:srgbClr val="B011FF"/>
                </a:solidFill>
                <a:effectLst/>
                <a:uLnTx/>
                <a:uFillTx/>
                <a:latin typeface="Times New Roman" panose="02020603050405020304" pitchFamily="18" charset="0"/>
                <a:ea typeface="+mn-ea"/>
                <a:cs typeface="Times New Roman" panose="02020603050405020304" pitchFamily="18" charset="0"/>
              </a:rPr>
              <a:t>2</a:t>
            </a:r>
            <a:r>
              <a:rPr kumimoji="0" lang="en-US" altLang="en-US" sz="2200" b="0" i="0" u="none" strike="noStrike" kern="1200" cap="none" spc="0" normalizeH="0" baseline="0" noProof="0" dirty="0" smtClean="0">
                <a:ln>
                  <a:noFill/>
                </a:ln>
                <a:solidFill>
                  <a:srgbClr val="B011FF"/>
                </a:solidFill>
                <a:effectLst/>
                <a:uLnTx/>
                <a:uFillTx/>
                <a:latin typeface="Times New Roman" panose="02020603050405020304" pitchFamily="18" charset="0"/>
                <a:ea typeface="+mn-ea"/>
                <a:cs typeface="Times New Roman" panose="02020603050405020304" pitchFamily="18" charset="0"/>
              </a:rPr>
              <a:t>O and nitrogen oxides into nitrogen.</a:t>
            </a:r>
            <a:endParaRPr kumimoji="0" lang="en-US" altLang="en-US" sz="2200" b="0" i="0" u="none" strike="noStrike" kern="1200" cap="none" spc="0" normalizeH="0" baseline="0" noProof="0" dirty="0" smtClean="0">
              <a:ln>
                <a:noFill/>
              </a:ln>
              <a:solidFill>
                <a:srgbClr val="B011FF"/>
              </a:solidFill>
              <a:effectLst/>
              <a:uLnTx/>
              <a:uFillTx/>
              <a:latin typeface="Times New Roman" panose="02020603050405020304" pitchFamily="18" charset="0"/>
              <a:ea typeface="+mn-ea"/>
              <a:cs typeface="Times New Roman" panose="02020603050405020304" pitchFamily="18" charset="0"/>
            </a:endParaRPr>
          </a:p>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Wingdings 2"/>
              <a:buChar char=""/>
              <a:defRPr/>
            </a:pPr>
            <a:endParaRPr kumimoji="0" lang="en-US" altLang="en-US" sz="2200" b="0" i="0" u="none" strike="noStrike" kern="1200" cap="none" spc="0" normalizeH="0" baseline="0" noProof="0" dirty="0" smtClean="0">
              <a:ln>
                <a:noFill/>
              </a:ln>
              <a:solidFill>
                <a:srgbClr val="B011FF"/>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Title 1"/>
          <p:cNvSpPr>
            <a:spLocks noGrp="1" noChangeArrowheads="1"/>
          </p:cNvSpPr>
          <p:nvPr>
            <p:ph type="title"/>
          </p:nvPr>
        </p:nvSpPr>
        <p:spPr>
          <a:xfrm>
            <a:off x="304800" y="609600"/>
            <a:ext cx="8228013" cy="639763"/>
          </a:xfrm>
        </p:spPr>
        <p:txBody>
          <a:bodyPr anchor="ctr">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br>
              <a:rPr kumimoji="0" lang="en-US" altLang="en-US" sz="2400" b="1" i="0" u="none" strike="noStrike" kern="1200" cap="none" spc="0" normalizeH="0" baseline="0" noProof="0" dirty="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br>
            <a:r>
              <a:rPr kumimoji="0" lang="en-US" altLang="en-US" sz="2400" b="1" i="0" u="none" strike="noStrike" kern="1200" cap="none" spc="0" normalizeH="0" baseline="0" noProof="0" dirty="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t>           Water Pollution</a:t>
            </a:r>
            <a:br>
              <a:rPr kumimoji="0" lang="en-US" altLang="en-US" sz="2400" b="1" i="0" u="none" strike="noStrike" kern="1200" cap="none" spc="0" normalizeH="0" baseline="0" noProof="0" dirty="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br>
            <a:endParaRPr kumimoji="0" lang="en-US" altLang="en-US" sz="2400" b="1" i="0" u="none" strike="noStrike" kern="1200" cap="none" spc="0" normalizeH="0" baseline="0" noProof="0" dirty="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endParaRPr>
          </a:p>
        </p:txBody>
      </p:sp>
      <p:sp>
        <p:nvSpPr>
          <p:cNvPr id="34819" name="Content Placeholder 2"/>
          <p:cNvSpPr>
            <a:spLocks noGrp="1"/>
          </p:cNvSpPr>
          <p:nvPr>
            <p:ph idx="1"/>
          </p:nvPr>
        </p:nvSpPr>
        <p:spPr>
          <a:xfrm>
            <a:off x="1219200" y="1600200"/>
            <a:ext cx="7772400" cy="990600"/>
          </a:xfrm>
          <a:ln/>
        </p:spPr>
        <p:txBody>
          <a:bodyPr vert="horz" wrap="square" anchor="t" anchorCtr="0"/>
          <a:p>
            <a:pPr>
              <a:buFont typeface="Times New Roman" panose="02020603050405020304" pitchFamily="18" charset="0"/>
              <a:buNone/>
            </a:pPr>
            <a:r>
              <a:rPr lang="en-US" altLang="en-US" sz="2200" dirty="0">
                <a:solidFill>
                  <a:srgbClr val="B829FF"/>
                </a:solidFill>
                <a:latin typeface="Times New Roman" panose="02020603050405020304" pitchFamily="18" charset="0"/>
                <a:cs typeface="Times New Roman" panose="02020603050405020304" pitchFamily="18" charset="0"/>
              </a:rPr>
              <a:t>    Water pollution is defined as the contamination with any foreign substances or heat that is harmful to the living organisms.</a:t>
            </a:r>
            <a:endParaRPr lang="en-US" altLang="en-US" sz="2200" dirty="0">
              <a:solidFill>
                <a:srgbClr val="B829FF"/>
              </a:solidFill>
              <a:latin typeface="Times New Roman" panose="02020603050405020304" pitchFamily="18" charset="0"/>
              <a:cs typeface="Times New Roman" panose="02020603050405020304" pitchFamily="18" charset="0"/>
            </a:endParaRPr>
          </a:p>
          <a:p>
            <a:pPr>
              <a:buFont typeface="Wingdings 2" pitchFamily="18" charset="2"/>
              <a:buChar char=""/>
            </a:pPr>
            <a:endParaRPr lang="en-US" altLang="en-US" sz="2200" dirty="0">
              <a:solidFill>
                <a:srgbClr val="B829FF"/>
              </a:solidFill>
              <a:latin typeface="Times New Roman" panose="02020603050405020304" pitchFamily="18" charset="0"/>
              <a:ea typeface="Times New Roman" panose="02020603050405020304" pitchFamily="18" charset="0"/>
            </a:endParaRPr>
          </a:p>
        </p:txBody>
      </p:sp>
      <p:sp>
        <p:nvSpPr>
          <p:cNvPr id="34820" name="Rectangle 2"/>
          <p:cNvSpPr/>
          <p:nvPr/>
        </p:nvSpPr>
        <p:spPr>
          <a:xfrm>
            <a:off x="1219200" y="2819400"/>
            <a:ext cx="5334000" cy="2446338"/>
          </a:xfrm>
          <a:prstGeom prst="rect">
            <a:avLst/>
          </a:prstGeom>
          <a:noFill/>
          <a:ln w="9525">
            <a:noFill/>
          </a:ln>
        </p:spPr>
        <p:txBody>
          <a:bodyPr anchor="ctr" anchorCtr="0">
            <a:spAutoFit/>
          </a:bodyPr>
          <a:p>
            <a:pPr algn="just">
              <a:lnSpc>
                <a:spcPct val="150000"/>
              </a:lnSpc>
              <a:buClr>
                <a:srgbClr val="000000"/>
              </a:buClr>
              <a:buSzPct val="100000"/>
              <a:buFont typeface="Times New Roman" panose="02020603050405020304" pitchFamily="18" charset="0"/>
              <a:buNone/>
            </a:pPr>
            <a:r>
              <a:rPr lang="en-US" altLang="en-US" sz="2200" b="1" dirty="0">
                <a:solidFill>
                  <a:srgbClr val="FF00FF"/>
                </a:solidFill>
                <a:latin typeface="Times New Roman" panose="02020603050405020304" pitchFamily="18" charset="0"/>
                <a:cs typeface="Times New Roman" panose="02020603050405020304" pitchFamily="18" charset="0"/>
              </a:rPr>
              <a:t>Types of water pollutants</a:t>
            </a:r>
            <a:endParaRPr lang="en-US" altLang="en-US" sz="2200" dirty="0">
              <a:solidFill>
                <a:srgbClr val="FF00FF"/>
              </a:solidFill>
              <a:latin typeface="Times New Roman" panose="02020603050405020304" pitchFamily="18" charset="0"/>
              <a:cs typeface="Times New Roman" panose="02020603050405020304" pitchFamily="18" charset="0"/>
            </a:endParaRPr>
          </a:p>
          <a:p>
            <a:pPr marL="1600200" lvl="2" indent="-457200" algn="just">
              <a:lnSpc>
                <a:spcPct val="150000"/>
              </a:lnSpc>
              <a:buFont typeface="Arial" panose="020B0604020202020204" pitchFamily="34" charset="0"/>
              <a:buAutoNum type="arabicPeriod"/>
            </a:pPr>
            <a:r>
              <a:rPr lang="en-US" altLang="en-US" sz="2000" dirty="0">
                <a:solidFill>
                  <a:srgbClr val="B829FF"/>
                </a:solidFill>
                <a:latin typeface="Times New Roman" panose="02020603050405020304" pitchFamily="18" charset="0"/>
                <a:cs typeface="Times New Roman" panose="02020603050405020304" pitchFamily="18" charset="0"/>
              </a:rPr>
              <a:t>Inorganic pollutants                </a:t>
            </a:r>
            <a:endParaRPr lang="en-US" altLang="en-US" sz="2000" dirty="0">
              <a:solidFill>
                <a:srgbClr val="B829FF"/>
              </a:solidFill>
              <a:latin typeface="Times New Roman" panose="02020603050405020304" pitchFamily="18" charset="0"/>
              <a:cs typeface="Times New Roman" panose="02020603050405020304" pitchFamily="18" charset="0"/>
            </a:endParaRPr>
          </a:p>
          <a:p>
            <a:pPr marL="1600200" lvl="2" indent="-457200" algn="just">
              <a:lnSpc>
                <a:spcPct val="150000"/>
              </a:lnSpc>
              <a:buFont typeface="Arial" panose="020B0604020202020204" pitchFamily="34" charset="0"/>
              <a:buAutoNum type="arabicPeriod"/>
            </a:pPr>
            <a:r>
              <a:rPr lang="en-US" altLang="en-US" sz="2000" dirty="0">
                <a:solidFill>
                  <a:srgbClr val="B829FF"/>
                </a:solidFill>
                <a:latin typeface="Times New Roman" panose="02020603050405020304" pitchFamily="18" charset="0"/>
                <a:cs typeface="Times New Roman" panose="02020603050405020304" pitchFamily="18" charset="0"/>
              </a:rPr>
              <a:t>Organic pollutants               </a:t>
            </a:r>
            <a:endParaRPr lang="en-US" altLang="en-US" sz="2000" dirty="0">
              <a:solidFill>
                <a:srgbClr val="B829FF"/>
              </a:solidFill>
              <a:latin typeface="Times New Roman" panose="02020603050405020304" pitchFamily="18" charset="0"/>
              <a:cs typeface="Times New Roman" panose="02020603050405020304" pitchFamily="18" charset="0"/>
            </a:endParaRPr>
          </a:p>
          <a:p>
            <a:pPr marL="1600200" lvl="2" indent="-457200" algn="just">
              <a:lnSpc>
                <a:spcPct val="150000"/>
              </a:lnSpc>
              <a:buFont typeface="Arial" panose="020B0604020202020204" pitchFamily="34" charset="0"/>
              <a:buAutoNum type="arabicPeriod"/>
            </a:pPr>
            <a:r>
              <a:rPr lang="en-US" altLang="en-US" sz="2000" dirty="0">
                <a:solidFill>
                  <a:srgbClr val="B829FF"/>
                </a:solidFill>
                <a:latin typeface="Times New Roman" panose="02020603050405020304" pitchFamily="18" charset="0"/>
                <a:cs typeface="Times New Roman" panose="02020603050405020304" pitchFamily="18" charset="0"/>
              </a:rPr>
              <a:t>Radioactive pollutants</a:t>
            </a:r>
            <a:endParaRPr lang="en-US" altLang="en-US" sz="2000" dirty="0">
              <a:solidFill>
                <a:srgbClr val="B829FF"/>
              </a:solidFill>
              <a:latin typeface="Times New Roman" panose="02020603050405020304" pitchFamily="18" charset="0"/>
              <a:cs typeface="Times New Roman" panose="02020603050405020304" pitchFamily="18" charset="0"/>
            </a:endParaRPr>
          </a:p>
          <a:p>
            <a:pPr marL="1600200" lvl="2" indent="-457200" algn="just">
              <a:lnSpc>
                <a:spcPct val="150000"/>
              </a:lnSpc>
              <a:buFont typeface="Arial" panose="020B0604020202020204" pitchFamily="34" charset="0"/>
              <a:buAutoNum type="arabicPeriod"/>
            </a:pPr>
            <a:r>
              <a:rPr lang="en-US" altLang="en-US" sz="2000" dirty="0">
                <a:solidFill>
                  <a:srgbClr val="B829FF"/>
                </a:solidFill>
                <a:latin typeface="Times New Roman" panose="02020603050405020304" pitchFamily="18" charset="0"/>
                <a:cs typeface="Times New Roman" panose="02020603050405020304" pitchFamily="18" charset="0"/>
              </a:rPr>
              <a:t>Thermal pollutants</a:t>
            </a:r>
            <a:endParaRPr lang="en-US" altLang="en-US" sz="2000" dirty="0">
              <a:solidFill>
                <a:srgbClr val="B829FF"/>
              </a:solidFill>
              <a:latin typeface="Times New Roman" panose="02020603050405020304" pitchFamily="18" charset="0"/>
              <a:ea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Title 1"/>
          <p:cNvSpPr>
            <a:spLocks noGrp="1" noChangeArrowheads="1"/>
          </p:cNvSpPr>
          <p:nvPr>
            <p:ph type="title"/>
          </p:nvPr>
        </p:nvSpPr>
        <p:spPr>
          <a:xfrm>
            <a:off x="457200" y="152400"/>
            <a:ext cx="8228013" cy="639763"/>
          </a:xfrm>
        </p:spPr>
        <p:txBody>
          <a:bodyPr anchor="ctr">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br>
              <a:rPr kumimoji="0" lang="en-US" altLang="en-US" sz="2400" b="1" i="0"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br>
            <a:r>
              <a:rPr kumimoji="0" lang="en-US" altLang="en-US" sz="2400" b="1" i="0"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t>1.Inorganic Pollutants</a:t>
            </a:r>
            <a:br>
              <a:rPr kumimoji="0" lang="en-US" altLang="en-US" sz="2400" b="0" i="0"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br>
            <a:r>
              <a:rPr kumimoji="0" lang="en-US" altLang="en-US" sz="2400" b="0" i="0"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t>	</a:t>
            </a:r>
            <a:endParaRPr kumimoji="0" lang="en-US" altLang="en-US" sz="2400" b="0" i="0"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endParaRPr>
          </a:p>
        </p:txBody>
      </p:sp>
      <p:sp>
        <p:nvSpPr>
          <p:cNvPr id="36867" name="Content Placeholder 2"/>
          <p:cNvSpPr>
            <a:spLocks noGrp="1" noChangeArrowheads="1"/>
          </p:cNvSpPr>
          <p:nvPr>
            <p:ph idx="1"/>
          </p:nvPr>
        </p:nvSpPr>
        <p:spPr>
          <a:xfrm>
            <a:off x="0" y="762000"/>
            <a:ext cx="9144000" cy="685800"/>
          </a:xfrm>
        </p:spPr>
        <p:txBody>
          <a:bodyPr>
            <a:normAutofit fontScale="70000" lnSpcReduction="20000"/>
          </a:bodyPr>
          <a:lstStyle/>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Times New Roman" panose="02020603050405020304" pitchFamily="18" charset="0"/>
              <a:buNone/>
              <a:defRPr/>
            </a:pPr>
            <a:r>
              <a:rPr kumimoji="0" lang="en-US" alt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en-US" sz="2200" b="0" i="0" u="none" strike="noStrike" kern="1200" cap="none" spc="0" normalizeH="0" baseline="0" noProof="0" smtClean="0">
                <a:ln>
                  <a:noFill/>
                </a:ln>
                <a:solidFill>
                  <a:srgbClr val="00B0F0"/>
                </a:solidFill>
                <a:effectLst/>
                <a:uLnTx/>
                <a:uFillTx/>
                <a:latin typeface="Times New Roman" panose="02020603050405020304" pitchFamily="18" charset="0"/>
                <a:ea typeface="+mn-ea"/>
                <a:cs typeface="Times New Roman" panose="02020603050405020304" pitchFamily="18" charset="0"/>
              </a:rPr>
              <a:t>These include heavy metals such as Cd, Pb, Hg, metal salts, ammonia, fertilizers, sediments etc.</a:t>
            </a:r>
            <a:br>
              <a:rPr kumimoji="0" lang="en-US" altLang="en-US" sz="2200" b="0" i="0" u="none" strike="noStrike" kern="1200" cap="none" spc="0" normalizeH="0" baseline="0" noProof="0" smtClean="0">
                <a:ln>
                  <a:noFill/>
                </a:ln>
                <a:solidFill>
                  <a:schemeClr val="tx1"/>
                </a:solidFill>
                <a:effectLst/>
                <a:uLnTx/>
                <a:uFillTx/>
                <a:latin typeface="Times New Roman" panose="02020603050405020304" pitchFamily="18" charset="0"/>
                <a:ea typeface="+mn-ea"/>
                <a:cs typeface="Times New Roman" panose="02020603050405020304" pitchFamily="18" charset="0"/>
              </a:rPr>
            </a:br>
            <a:endParaRPr kumimoji="0" lang="en-US" altLang="en-US" sz="2200" b="0" i="0" u="none" strike="noStrike" kern="1200" cap="none" spc="0" normalizeH="0" baseline="0" noProof="0" smtClean="0">
              <a:ln>
                <a:noFill/>
              </a:ln>
              <a:solidFill>
                <a:schemeClr val="tx1"/>
              </a:solidFill>
              <a:effectLst/>
              <a:uLnTx/>
              <a:uFillTx/>
              <a:latin typeface="+mn-lt"/>
              <a:ea typeface="+mn-ea"/>
              <a:cs typeface="+mn-cs"/>
            </a:endParaRPr>
          </a:p>
        </p:txBody>
      </p:sp>
      <p:sp>
        <p:nvSpPr>
          <p:cNvPr id="35844" name="Rectangle 2"/>
          <p:cNvSpPr/>
          <p:nvPr/>
        </p:nvSpPr>
        <p:spPr>
          <a:xfrm>
            <a:off x="990600" y="1143000"/>
            <a:ext cx="7848600" cy="5540375"/>
          </a:xfrm>
          <a:prstGeom prst="rect">
            <a:avLst/>
          </a:prstGeom>
          <a:noFill/>
          <a:ln w="9525">
            <a:noFill/>
          </a:ln>
        </p:spPr>
        <p:txBody>
          <a:bodyPr anchor="ctr" anchorCtr="0">
            <a:spAutoFit/>
          </a:bodyPr>
          <a:p>
            <a:pPr algn="ctr">
              <a:buClr>
                <a:srgbClr val="000000"/>
              </a:buClr>
              <a:buSzPct val="100000"/>
              <a:buFont typeface="Times New Roman" panose="02020603050405020304" pitchFamily="18" charset="0"/>
            </a:pPr>
            <a:r>
              <a:rPr lang="en-US" altLang="en-US" sz="2400" b="1" dirty="0">
                <a:solidFill>
                  <a:srgbClr val="FF00FF"/>
                </a:solidFill>
                <a:latin typeface="Times New Roman" panose="02020603050405020304" pitchFamily="18" charset="0"/>
                <a:cs typeface="Times New Roman" panose="02020603050405020304" pitchFamily="18" charset="0"/>
              </a:rPr>
              <a:t>1.Cadmium</a:t>
            </a:r>
            <a:endParaRPr lang="en-US" altLang="en-US" sz="2400" dirty="0">
              <a:solidFill>
                <a:srgbClr val="FF00FF"/>
              </a:solidFill>
              <a:latin typeface="Times New Roman" panose="02020603050405020304" pitchFamily="18" charset="0"/>
              <a:cs typeface="Times New Roman" panose="02020603050405020304" pitchFamily="18" charset="0"/>
            </a:endParaRPr>
          </a:p>
          <a:p>
            <a:pPr algn="just"/>
            <a:r>
              <a:rPr lang="en-US" altLang="en-US" sz="2200" dirty="0">
                <a:solidFill>
                  <a:srgbClr val="B011FF"/>
                </a:solidFill>
                <a:latin typeface="Times New Roman" panose="02020603050405020304" pitchFamily="18" charset="0"/>
                <a:cs typeface="Times New Roman" panose="02020603050405020304" pitchFamily="18" charset="0"/>
              </a:rPr>
              <a:t>	Water containing more than 0.01ppm Cd is unfit for drinking.</a:t>
            </a:r>
            <a:endParaRPr lang="en-US" altLang="en-US" sz="2200" dirty="0">
              <a:solidFill>
                <a:srgbClr val="B011FF"/>
              </a:solidFill>
              <a:latin typeface="Times New Roman" panose="02020603050405020304" pitchFamily="18" charset="0"/>
              <a:cs typeface="Times New Roman" panose="02020603050405020304" pitchFamily="18" charset="0"/>
            </a:endParaRPr>
          </a:p>
          <a:p>
            <a:pPr algn="just"/>
            <a:r>
              <a:rPr lang="en-US" altLang="en-US" sz="2200" b="1" i="1" dirty="0">
                <a:solidFill>
                  <a:srgbClr val="FF00FF"/>
                </a:solidFill>
                <a:latin typeface="Times New Roman" panose="02020603050405020304" pitchFamily="18" charset="0"/>
                <a:cs typeface="Times New Roman" panose="02020603050405020304" pitchFamily="18" charset="0"/>
              </a:rPr>
              <a:t>Sources </a:t>
            </a:r>
            <a:endParaRPr lang="en-US" altLang="en-US" sz="2200" dirty="0">
              <a:solidFill>
                <a:srgbClr val="FF00FF"/>
              </a:solidFill>
              <a:latin typeface="Times New Roman" panose="02020603050405020304" pitchFamily="18" charset="0"/>
              <a:cs typeface="Times New Roman" panose="02020603050405020304" pitchFamily="18" charset="0"/>
            </a:endParaRPr>
          </a:p>
          <a:p>
            <a:pPr algn="just"/>
            <a:r>
              <a:rPr lang="en-US" altLang="en-US" sz="2200" dirty="0">
                <a:solidFill>
                  <a:srgbClr val="B011FF"/>
                </a:solidFill>
                <a:latin typeface="Times New Roman" panose="02020603050405020304" pitchFamily="18" charset="0"/>
                <a:cs typeface="Times New Roman" panose="02020603050405020304" pitchFamily="18" charset="0"/>
              </a:rPr>
              <a:t>	During extraction of Zinc, cadmium is released to the environment as a by-product. Rechargeable Nicad batteries are used in calculators, satellites, missiles etc. Cadmium alloys are used in solders, valve seals, and high pressure containers. These utilities after serving their term are disposed of by burning in waste incinerators. As a result, Cd is released to the atmosphere but subsequently rained down into aquatic systems.</a:t>
            </a:r>
            <a:endParaRPr lang="en-US" altLang="en-US" sz="2200" dirty="0">
              <a:solidFill>
                <a:srgbClr val="B011FF"/>
              </a:solidFill>
              <a:latin typeface="Times New Roman" panose="02020603050405020304" pitchFamily="18" charset="0"/>
              <a:cs typeface="Times New Roman" panose="02020603050405020304" pitchFamily="18" charset="0"/>
            </a:endParaRPr>
          </a:p>
          <a:p>
            <a:pPr algn="just"/>
            <a:endParaRPr lang="en-US" altLang="en-US" sz="2200" dirty="0">
              <a:solidFill>
                <a:srgbClr val="B011FF"/>
              </a:solidFill>
              <a:latin typeface="Times New Roman" panose="02020603050405020304" pitchFamily="18" charset="0"/>
              <a:cs typeface="Times New Roman" panose="02020603050405020304" pitchFamily="18" charset="0"/>
            </a:endParaRPr>
          </a:p>
          <a:p>
            <a:pPr algn="just"/>
            <a:r>
              <a:rPr lang="en-US" altLang="en-US" sz="2200" b="1" i="1" dirty="0">
                <a:solidFill>
                  <a:srgbClr val="FF00FF"/>
                </a:solidFill>
                <a:latin typeface="Times New Roman" panose="02020603050405020304" pitchFamily="18" charset="0"/>
                <a:cs typeface="Times New Roman" panose="02020603050405020304" pitchFamily="18" charset="0"/>
              </a:rPr>
              <a:t>Effects:</a:t>
            </a:r>
            <a:endParaRPr lang="en-US" altLang="en-US" sz="2200" dirty="0">
              <a:solidFill>
                <a:srgbClr val="FF00FF"/>
              </a:solidFill>
              <a:latin typeface="Times New Roman" panose="02020603050405020304" pitchFamily="18" charset="0"/>
              <a:cs typeface="Times New Roman" panose="02020603050405020304" pitchFamily="18" charset="0"/>
            </a:endParaRPr>
          </a:p>
          <a:p>
            <a:pPr algn="just"/>
            <a:r>
              <a:rPr lang="en-US" altLang="en-US" sz="2200" dirty="0">
                <a:solidFill>
                  <a:srgbClr val="B011FF"/>
                </a:solidFill>
                <a:latin typeface="Times New Roman" panose="02020603050405020304" pitchFamily="18" charset="0"/>
                <a:cs typeface="Times New Roman" panose="02020603050405020304" pitchFamily="18" charset="0"/>
              </a:rPr>
              <a:t>	Cd-Replaces Ca in the bones and rheumatism set in. Consumption of sea food contaminated with Cd leads to enzyme poisoning. Workers engaged in Cd related industries are more likely to suffer from cancer.</a:t>
            </a:r>
            <a:endParaRPr lang="en-US" altLang="en-US" sz="2200" dirty="0">
              <a:solidFill>
                <a:srgbClr val="B011FF"/>
              </a:solidFill>
              <a:latin typeface="Times New Roman" panose="02020603050405020304" pitchFamily="18" charset="0"/>
              <a:ea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Content Placeholder 2"/>
          <p:cNvSpPr>
            <a:spLocks noGrp="1" noChangeArrowheads="1"/>
          </p:cNvSpPr>
          <p:nvPr>
            <p:ph idx="1"/>
          </p:nvPr>
        </p:nvSpPr>
        <p:spPr>
          <a:xfrm>
            <a:off x="1524000" y="1219200"/>
            <a:ext cx="7391400" cy="4876800"/>
          </a:xfrm>
        </p:spPr>
        <p:txBody>
          <a:bodyPr>
            <a:normAutofit lnSpcReduction="10000"/>
          </a:bodyPr>
          <a:lstStyle/>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Times New Roman" panose="02020603050405020304" pitchFamily="18" charset="0"/>
              <a:buNone/>
              <a:defRPr/>
            </a:pPr>
            <a:r>
              <a:rPr kumimoji="0" lang="en-US" altLang="en-US" sz="2400" b="1" i="1" u="none" strike="noStrike" kern="1200" cap="none" spc="0" normalizeH="0" baseline="0" noProof="0" dirty="0" smtClean="0">
                <a:ln>
                  <a:noFill/>
                </a:ln>
                <a:solidFill>
                  <a:srgbClr val="FF00FF"/>
                </a:solidFill>
                <a:effectLst/>
                <a:uLnTx/>
                <a:uFillTx/>
                <a:latin typeface="Times New Roman" panose="02020603050405020304" pitchFamily="18" charset="0"/>
                <a:ea typeface="+mn-ea"/>
                <a:cs typeface="Times New Roman" panose="02020603050405020304" pitchFamily="18" charset="0"/>
              </a:rPr>
              <a:t>Sources </a:t>
            </a:r>
            <a:endParaRPr kumimoji="0" lang="en-US" altLang="en-US" sz="2400" b="0" i="0" u="none" strike="noStrike" kern="1200" cap="none" spc="0" normalizeH="0" baseline="0" noProof="0" dirty="0" smtClean="0">
              <a:ln>
                <a:noFill/>
              </a:ln>
              <a:solidFill>
                <a:srgbClr val="FF00FF"/>
              </a:solidFill>
              <a:effectLst/>
              <a:uLnTx/>
              <a:uFillTx/>
              <a:latin typeface="Times New Roman" panose="02020603050405020304" pitchFamily="18" charset="0"/>
              <a:ea typeface="+mn-ea"/>
              <a:cs typeface="Times New Roman" panose="02020603050405020304" pitchFamily="18" charset="0"/>
            </a:endParaRPr>
          </a:p>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Times New Roman" panose="02020603050405020304" pitchFamily="18" charset="0"/>
              <a:buNone/>
              <a:defRPr/>
            </a:pPr>
            <a:r>
              <a:rPr kumimoji="0" lang="en-US" altLang="en-US" sz="2400" b="0" i="0" u="none" strike="noStrike" kern="1200" cap="none" spc="0" normalizeH="0" baseline="0" noProof="0" dirty="0" smtClean="0">
                <a:ln>
                  <a:noFill/>
                </a:ln>
                <a:solidFill>
                  <a:srgbClr val="B011FF"/>
                </a:solidFill>
                <a:effectLst/>
                <a:uLnTx/>
                <a:uFillTx/>
                <a:latin typeface="Times New Roman" panose="02020603050405020304" pitchFamily="18" charset="0"/>
                <a:ea typeface="+mn-ea"/>
                <a:cs typeface="Times New Roman" panose="02020603050405020304" pitchFamily="18" charset="0"/>
              </a:rPr>
              <a:t>		</a:t>
            </a:r>
            <a:r>
              <a:rPr kumimoji="0" lang="en-US" altLang="en-US" sz="2200" b="0" i="0" u="none" strike="noStrike" kern="1200" cap="none" spc="0" normalizeH="0" baseline="0" noProof="0" dirty="0" smtClean="0">
                <a:ln>
                  <a:noFill/>
                </a:ln>
                <a:solidFill>
                  <a:srgbClr val="B011FF"/>
                </a:solidFill>
                <a:effectLst/>
                <a:uLnTx/>
                <a:uFillTx/>
                <a:latin typeface="Times New Roman" panose="02020603050405020304" pitchFamily="18" charset="0"/>
                <a:ea typeface="+mn-ea"/>
                <a:cs typeface="Times New Roman" panose="02020603050405020304" pitchFamily="18" charset="0"/>
              </a:rPr>
              <a:t>The main sources of lead pollution are,</a:t>
            </a:r>
            <a:endParaRPr kumimoji="0" lang="en-US" altLang="en-US" sz="2200" b="0" i="0" u="none" strike="noStrike" kern="1200" cap="none" spc="0" normalizeH="0" baseline="0" noProof="0" dirty="0" smtClean="0">
              <a:ln>
                <a:noFill/>
              </a:ln>
              <a:solidFill>
                <a:srgbClr val="B011FF"/>
              </a:solidFill>
              <a:effectLst/>
              <a:uLnTx/>
              <a:uFillTx/>
              <a:latin typeface="Times New Roman" panose="02020603050405020304" pitchFamily="18" charset="0"/>
              <a:ea typeface="+mn-ea"/>
              <a:cs typeface="Times New Roman" panose="02020603050405020304" pitchFamily="18" charset="0"/>
            </a:endParaRPr>
          </a:p>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Times New Roman" panose="02020603050405020304" pitchFamily="18" charset="0"/>
              <a:buNone/>
              <a:defRPr/>
            </a:pPr>
            <a:r>
              <a:rPr kumimoji="0" lang="en-US" altLang="en-US" sz="2200" b="0" i="0" u="none" strike="noStrike" kern="1200" cap="none" spc="0" normalizeH="0" baseline="0" noProof="0" dirty="0" smtClean="0">
                <a:ln>
                  <a:noFill/>
                </a:ln>
                <a:solidFill>
                  <a:srgbClr val="B011FF"/>
                </a:solidFill>
                <a:effectLst/>
                <a:uLnTx/>
                <a:uFillTx/>
                <a:latin typeface="Times New Roman" panose="02020603050405020304" pitchFamily="18" charset="0"/>
                <a:ea typeface="+mn-ea"/>
                <a:cs typeface="Times New Roman" panose="02020603050405020304" pitchFamily="18" charset="0"/>
              </a:rPr>
              <a:t>				1.automobile emissions    		2. Mining          </a:t>
            </a:r>
            <a:endParaRPr kumimoji="0" lang="en-US" altLang="en-US" sz="2200" b="0" i="0" u="none" strike="noStrike" kern="1200" cap="none" spc="0" normalizeH="0" baseline="0" noProof="0" dirty="0" smtClean="0">
              <a:ln>
                <a:noFill/>
              </a:ln>
              <a:solidFill>
                <a:srgbClr val="B011FF"/>
              </a:solidFill>
              <a:effectLst/>
              <a:uLnTx/>
              <a:uFillTx/>
              <a:latin typeface="Times New Roman" panose="02020603050405020304" pitchFamily="18" charset="0"/>
              <a:ea typeface="+mn-ea"/>
              <a:cs typeface="Times New Roman" panose="02020603050405020304" pitchFamily="18" charset="0"/>
            </a:endParaRPr>
          </a:p>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Times New Roman" panose="02020603050405020304" pitchFamily="18" charset="0"/>
              <a:buNone/>
              <a:defRPr/>
            </a:pPr>
            <a:r>
              <a:rPr kumimoji="0" lang="en-US" altLang="en-US" sz="2200" b="0" i="0" u="none" strike="noStrike" kern="1200" cap="none" spc="0" normalizeH="0" baseline="0" noProof="0" dirty="0" smtClean="0">
                <a:ln>
                  <a:noFill/>
                </a:ln>
                <a:solidFill>
                  <a:srgbClr val="B011FF"/>
                </a:solidFill>
                <a:effectLst/>
                <a:uLnTx/>
                <a:uFillTx/>
                <a:latin typeface="Times New Roman" panose="02020603050405020304" pitchFamily="18" charset="0"/>
                <a:ea typeface="+mn-ea"/>
                <a:cs typeface="Times New Roman" panose="02020603050405020304" pitchFamily="18" charset="0"/>
              </a:rPr>
              <a:t>				3. burning of coal and oil           4.lead smelters</a:t>
            </a:r>
            <a:endParaRPr kumimoji="0" lang="en-US" altLang="en-US" sz="2200" b="0" i="0" u="none" strike="noStrike" kern="1200" cap="none" spc="0" normalizeH="0" baseline="0" noProof="0" dirty="0" smtClean="0">
              <a:ln>
                <a:noFill/>
              </a:ln>
              <a:solidFill>
                <a:srgbClr val="B011FF"/>
              </a:solidFill>
              <a:effectLst/>
              <a:uLnTx/>
              <a:uFillTx/>
              <a:latin typeface="Times New Roman" panose="02020603050405020304" pitchFamily="18" charset="0"/>
              <a:ea typeface="+mn-ea"/>
              <a:cs typeface="Times New Roman" panose="02020603050405020304" pitchFamily="18" charset="0"/>
            </a:endParaRPr>
          </a:p>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Times New Roman" panose="02020603050405020304" pitchFamily="18" charset="0"/>
              <a:buNone/>
              <a:defRPr/>
            </a:pPr>
            <a:endParaRPr kumimoji="0" lang="en-US" altLang="en-US" sz="2400" b="0" i="0" u="none" strike="noStrike" kern="1200" cap="none" spc="0" normalizeH="0" baseline="0" noProof="0" dirty="0" smtClean="0">
              <a:ln>
                <a:noFill/>
              </a:ln>
              <a:solidFill>
                <a:srgbClr val="B011FF"/>
              </a:solidFill>
              <a:effectLst/>
              <a:uLnTx/>
              <a:uFillTx/>
              <a:latin typeface="Times New Roman" panose="02020603050405020304" pitchFamily="18" charset="0"/>
              <a:ea typeface="+mn-ea"/>
              <a:cs typeface="Times New Roman" panose="02020603050405020304" pitchFamily="18" charset="0"/>
            </a:endParaRPr>
          </a:p>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Times New Roman" panose="02020603050405020304" pitchFamily="18" charset="0"/>
              <a:buNone/>
              <a:defRPr/>
            </a:pPr>
            <a:r>
              <a:rPr kumimoji="0" lang="en-US" altLang="en-US" sz="2400" b="1" i="1" u="none" strike="noStrike" kern="1200" cap="none" spc="0" normalizeH="0" baseline="0" noProof="0" dirty="0" smtClean="0">
                <a:ln>
                  <a:noFill/>
                </a:ln>
                <a:solidFill>
                  <a:srgbClr val="FF00FF"/>
                </a:solidFill>
                <a:effectLst/>
                <a:uLnTx/>
                <a:uFillTx/>
                <a:latin typeface="Times New Roman" panose="02020603050405020304" pitchFamily="18" charset="0"/>
                <a:ea typeface="+mn-ea"/>
                <a:cs typeface="Times New Roman" panose="02020603050405020304" pitchFamily="18" charset="0"/>
              </a:rPr>
              <a:t>Effects</a:t>
            </a:r>
            <a:endParaRPr kumimoji="0" lang="en-US" altLang="en-US" sz="2400" b="0" i="0" u="none" strike="noStrike" kern="1200" cap="none" spc="0" normalizeH="0" baseline="0" noProof="0" dirty="0" smtClean="0">
              <a:ln>
                <a:noFill/>
              </a:ln>
              <a:solidFill>
                <a:srgbClr val="FF00FF"/>
              </a:solidFill>
              <a:effectLst/>
              <a:uLnTx/>
              <a:uFillTx/>
              <a:latin typeface="Times New Roman" panose="02020603050405020304" pitchFamily="18" charset="0"/>
              <a:ea typeface="+mn-ea"/>
              <a:cs typeface="Times New Roman" panose="02020603050405020304" pitchFamily="18" charset="0"/>
            </a:endParaRPr>
          </a:p>
          <a:p>
            <a:pPr marL="887095" marR="0" lvl="2" indent="-228600" algn="l" defTabSz="914400" rtl="0" eaLnBrk="1" fontAlgn="auto" latinLnBrk="0" hangingPunct="1">
              <a:lnSpc>
                <a:spcPct val="100000"/>
              </a:lnSpc>
              <a:spcBef>
                <a:spcPct val="20000"/>
              </a:spcBef>
              <a:spcAft>
                <a:spcPts val="0"/>
              </a:spcAft>
              <a:buClr>
                <a:schemeClr val="accent2"/>
              </a:buClr>
              <a:buSzTx/>
              <a:buFont typeface="Wingdings 2"/>
              <a:buChar char=""/>
              <a:defRPr/>
            </a:pPr>
            <a:r>
              <a:rPr kumimoji="0" lang="en-US" altLang="en-US" sz="2200" b="0" i="0" u="none" strike="noStrike" kern="1200" cap="none" spc="0" normalizeH="0" baseline="0" noProof="0" dirty="0" smtClean="0">
                <a:ln>
                  <a:noFill/>
                </a:ln>
                <a:solidFill>
                  <a:srgbClr val="B011FF"/>
                </a:solidFill>
                <a:effectLst/>
                <a:uLnTx/>
                <a:uFillTx/>
                <a:latin typeface="Times New Roman" panose="02020603050405020304" pitchFamily="18" charset="0"/>
                <a:ea typeface="+mn-ea"/>
                <a:cs typeface="Times New Roman" panose="02020603050405020304" pitchFamily="18" charset="0"/>
              </a:rPr>
              <a:t>Liver-kidney damage</a:t>
            </a:r>
            <a:endParaRPr kumimoji="0" lang="en-US" altLang="en-US" sz="2200" b="0" i="0" u="none" strike="noStrike" kern="1200" cap="none" spc="0" normalizeH="0" baseline="0" noProof="0" dirty="0" smtClean="0">
              <a:ln>
                <a:noFill/>
              </a:ln>
              <a:solidFill>
                <a:srgbClr val="B011FF"/>
              </a:solidFill>
              <a:effectLst/>
              <a:uLnTx/>
              <a:uFillTx/>
              <a:latin typeface="Times New Roman" panose="02020603050405020304" pitchFamily="18" charset="0"/>
              <a:ea typeface="+mn-ea"/>
              <a:cs typeface="Times New Roman" panose="02020603050405020304" pitchFamily="18" charset="0"/>
            </a:endParaRPr>
          </a:p>
          <a:p>
            <a:pPr marL="887095" marR="0" lvl="2" indent="-228600" algn="l" defTabSz="914400" rtl="0" eaLnBrk="1" fontAlgn="auto" latinLnBrk="0" hangingPunct="1">
              <a:lnSpc>
                <a:spcPct val="100000"/>
              </a:lnSpc>
              <a:spcBef>
                <a:spcPct val="20000"/>
              </a:spcBef>
              <a:spcAft>
                <a:spcPts val="0"/>
              </a:spcAft>
              <a:buClr>
                <a:schemeClr val="accent2"/>
              </a:buClr>
              <a:buSzTx/>
              <a:buFont typeface="Wingdings 2"/>
              <a:buChar char=""/>
              <a:defRPr/>
            </a:pPr>
            <a:r>
              <a:rPr kumimoji="0" lang="en-US" altLang="en-US" sz="2200" b="0" i="0" u="none" strike="noStrike" kern="1200" cap="none" spc="0" normalizeH="0" baseline="0" noProof="0" dirty="0" smtClean="0">
                <a:ln>
                  <a:noFill/>
                </a:ln>
                <a:solidFill>
                  <a:srgbClr val="B011FF"/>
                </a:solidFill>
                <a:effectLst/>
                <a:uLnTx/>
                <a:uFillTx/>
                <a:latin typeface="Times New Roman" panose="02020603050405020304" pitchFamily="18" charset="0"/>
                <a:ea typeface="+mn-ea"/>
                <a:cs typeface="Times New Roman" panose="02020603050405020304" pitchFamily="18" charset="0"/>
              </a:rPr>
              <a:t>Gastrointestinal damage</a:t>
            </a:r>
            <a:endParaRPr kumimoji="0" lang="en-US" altLang="en-US" sz="2200" b="0" i="0" u="none" strike="noStrike" kern="1200" cap="none" spc="0" normalizeH="0" baseline="0" noProof="0" dirty="0" smtClean="0">
              <a:ln>
                <a:noFill/>
              </a:ln>
              <a:solidFill>
                <a:srgbClr val="B011FF"/>
              </a:solidFill>
              <a:effectLst/>
              <a:uLnTx/>
              <a:uFillTx/>
              <a:latin typeface="Times New Roman" panose="02020603050405020304" pitchFamily="18" charset="0"/>
              <a:ea typeface="+mn-ea"/>
              <a:cs typeface="Times New Roman" panose="02020603050405020304" pitchFamily="18" charset="0"/>
            </a:endParaRPr>
          </a:p>
          <a:p>
            <a:pPr marL="887095" marR="0" lvl="2" indent="-228600" algn="l" defTabSz="914400" rtl="0" eaLnBrk="1" fontAlgn="auto" latinLnBrk="0" hangingPunct="1">
              <a:lnSpc>
                <a:spcPct val="100000"/>
              </a:lnSpc>
              <a:spcBef>
                <a:spcPct val="20000"/>
              </a:spcBef>
              <a:spcAft>
                <a:spcPts val="0"/>
              </a:spcAft>
              <a:buClr>
                <a:schemeClr val="accent2"/>
              </a:buClr>
              <a:buSzTx/>
              <a:buFont typeface="Wingdings 2"/>
              <a:buChar char=""/>
              <a:defRPr/>
            </a:pPr>
            <a:r>
              <a:rPr kumimoji="0" lang="en-US" altLang="en-US" sz="2200" b="0" i="0" u="none" strike="noStrike" kern="1200" cap="none" spc="0" normalizeH="0" baseline="0" noProof="0" dirty="0" smtClean="0">
                <a:ln>
                  <a:noFill/>
                </a:ln>
                <a:solidFill>
                  <a:srgbClr val="B011FF"/>
                </a:solidFill>
                <a:effectLst/>
                <a:uLnTx/>
                <a:uFillTx/>
                <a:latin typeface="Times New Roman" panose="02020603050405020304" pitchFamily="18" charset="0"/>
                <a:ea typeface="+mn-ea"/>
                <a:cs typeface="Times New Roman" panose="02020603050405020304" pitchFamily="18" charset="0"/>
              </a:rPr>
              <a:t>Mental retardation in children </a:t>
            </a:r>
            <a:endParaRPr kumimoji="0" lang="en-US" altLang="en-US" sz="2200" b="0" i="0" u="none" strike="noStrike" kern="1200" cap="none" spc="0" normalizeH="0" baseline="0" noProof="0" dirty="0" smtClean="0">
              <a:ln>
                <a:noFill/>
              </a:ln>
              <a:solidFill>
                <a:srgbClr val="B011FF"/>
              </a:solidFill>
              <a:effectLst/>
              <a:uLnTx/>
              <a:uFillTx/>
              <a:latin typeface="Times New Roman" panose="02020603050405020304" pitchFamily="18" charset="0"/>
              <a:ea typeface="+mn-ea"/>
              <a:cs typeface="Times New Roman" panose="02020603050405020304" pitchFamily="18" charset="0"/>
            </a:endParaRPr>
          </a:p>
          <a:p>
            <a:pPr marL="887095" marR="0" lvl="2" indent="-228600" algn="l" defTabSz="914400" rtl="0" eaLnBrk="1" fontAlgn="auto" latinLnBrk="0" hangingPunct="1">
              <a:lnSpc>
                <a:spcPct val="100000"/>
              </a:lnSpc>
              <a:spcBef>
                <a:spcPct val="20000"/>
              </a:spcBef>
              <a:spcAft>
                <a:spcPts val="0"/>
              </a:spcAft>
              <a:buClr>
                <a:schemeClr val="accent2"/>
              </a:buClr>
              <a:buSzTx/>
              <a:buFont typeface="Wingdings 2"/>
              <a:buChar char=""/>
              <a:defRPr/>
            </a:pPr>
            <a:r>
              <a:rPr kumimoji="0" lang="en-US" altLang="en-US" sz="2200" b="0" i="0" u="none" strike="noStrike" kern="1200" cap="none" spc="0" normalizeH="0" baseline="0" noProof="0" dirty="0" smtClean="0">
                <a:ln>
                  <a:noFill/>
                </a:ln>
                <a:solidFill>
                  <a:srgbClr val="B011FF"/>
                </a:solidFill>
                <a:effectLst/>
                <a:uLnTx/>
                <a:uFillTx/>
                <a:latin typeface="Times New Roman" panose="02020603050405020304" pitchFamily="18" charset="0"/>
                <a:ea typeface="+mn-ea"/>
                <a:cs typeface="Times New Roman" panose="02020603050405020304" pitchFamily="18" charset="0"/>
              </a:rPr>
              <a:t>Abnormalities in fertility and pregnancy</a:t>
            </a:r>
            <a:endParaRPr kumimoji="0" lang="en-US" altLang="en-US" sz="2200" b="0" i="0" u="none" strike="noStrike" kern="1200" cap="none" spc="0" normalizeH="0" baseline="0" noProof="0" dirty="0" smtClean="0">
              <a:ln>
                <a:noFill/>
              </a:ln>
              <a:solidFill>
                <a:srgbClr val="B011FF"/>
              </a:solidFill>
              <a:effectLst/>
              <a:uLnTx/>
              <a:uFillTx/>
              <a:latin typeface="Times New Roman" panose="02020603050405020304" pitchFamily="18" charset="0"/>
              <a:ea typeface="+mn-ea"/>
              <a:cs typeface="Times New Roman" panose="02020603050405020304" pitchFamily="18" charset="0"/>
            </a:endParaRPr>
          </a:p>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Wingdings 2"/>
              <a:buChar char=""/>
              <a:defRPr/>
            </a:pPr>
            <a:endParaRPr kumimoji="0" lang="en-US" altLang="en-US" sz="2400" b="0" i="0" u="none" strike="noStrike" kern="1200" cap="none" spc="0" normalizeH="0" baseline="0" noProof="0" dirty="0" smtClean="0">
              <a:ln>
                <a:noFill/>
              </a:ln>
              <a:solidFill>
                <a:srgbClr val="B011FF"/>
              </a:solidFill>
              <a:effectLst/>
              <a:uLnTx/>
              <a:uFillTx/>
              <a:latin typeface="Times New Roman" panose="02020603050405020304" pitchFamily="18" charset="0"/>
              <a:ea typeface="+mn-ea"/>
              <a:cs typeface="Times New Roman" panose="02020603050405020304" pitchFamily="18" charset="0"/>
            </a:endParaRPr>
          </a:p>
        </p:txBody>
      </p:sp>
      <p:sp>
        <p:nvSpPr>
          <p:cNvPr id="36867" name="Rectangle 4"/>
          <p:cNvSpPr/>
          <p:nvPr/>
        </p:nvSpPr>
        <p:spPr>
          <a:xfrm>
            <a:off x="3657600" y="381000"/>
            <a:ext cx="1371600" cy="523875"/>
          </a:xfrm>
          <a:prstGeom prst="rect">
            <a:avLst/>
          </a:prstGeom>
          <a:noFill/>
          <a:ln w="9525">
            <a:noFill/>
          </a:ln>
        </p:spPr>
        <p:txBody>
          <a:bodyPr wrap="none">
            <a:spAutoFit/>
          </a:bodyPr>
          <a:p>
            <a:pPr eaLnBrk="1" hangingPunct="1">
              <a:buClr>
                <a:srgbClr val="000000"/>
              </a:buClr>
              <a:buSzPct val="100000"/>
              <a:buFont typeface="Times New Roman" panose="02020603050405020304" pitchFamily="18" charset="0"/>
            </a:pPr>
            <a:r>
              <a:rPr lang="en-US" altLang="en-US" sz="2800" b="1" i="1" dirty="0">
                <a:solidFill>
                  <a:srgbClr val="FF0000"/>
                </a:solidFill>
                <a:latin typeface="Times New Roman" panose="02020603050405020304" pitchFamily="18" charset="0"/>
                <a:cs typeface="Times New Roman" panose="02020603050405020304" pitchFamily="18" charset="0"/>
              </a:rPr>
              <a:t> 2. Lead</a:t>
            </a:r>
            <a:endParaRPr lang="en-US" altLang="en-US" sz="2800" dirty="0">
              <a:solidFill>
                <a:srgbClr val="FF0000"/>
              </a:solidFill>
              <a:latin typeface="Times New Roman" panose="02020603050405020304" pitchFamily="18" charset="0"/>
              <a:ea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Title 1"/>
          <p:cNvSpPr>
            <a:spLocks noGrp="1" noChangeArrowheads="1"/>
          </p:cNvSpPr>
          <p:nvPr>
            <p:ph type="title"/>
          </p:nvPr>
        </p:nvSpPr>
        <p:spPr/>
        <p:txBody>
          <a:bodyPr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en-US" sz="2400" b="1" i="0"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t>3.Mercury</a:t>
            </a:r>
            <a:br>
              <a:rPr kumimoji="0" lang="en-US" altLang="en-US" sz="2400" b="1" i="0"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br>
            <a:endParaRPr kumimoji="0" lang="en-US" altLang="en-US" sz="2400" b="1" i="0"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endParaRPr>
          </a:p>
        </p:txBody>
      </p:sp>
      <p:sp>
        <p:nvSpPr>
          <p:cNvPr id="3" name="Content Placeholder 2"/>
          <p:cNvSpPr>
            <a:spLocks noGrp="1"/>
          </p:cNvSpPr>
          <p:nvPr>
            <p:ph idx="1"/>
          </p:nvPr>
        </p:nvSpPr>
        <p:spPr>
          <a:xfrm>
            <a:off x="1371600" y="1447800"/>
            <a:ext cx="7620000" cy="4524375"/>
          </a:xfrm>
        </p:spPr>
        <p:txBody>
          <a:bodyPr>
            <a:normAutofit/>
          </a:bodyPr>
          <a:lstStyle/>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Times New Roman" panose="02020603050405020304" pitchFamily="18" charset="0"/>
              <a:buNone/>
              <a:defRPr/>
            </a:pPr>
            <a:r>
              <a:rPr kumimoji="0" lang="en-US" sz="2200" b="1" i="1" u="none" strike="noStrike" kern="1200" cap="none" spc="0" normalizeH="0" baseline="0" noProof="0" dirty="0">
                <a:ln>
                  <a:noFill/>
                </a:ln>
                <a:solidFill>
                  <a:srgbClr val="FF00FF"/>
                </a:solidFill>
                <a:effectLst/>
                <a:uLnTx/>
                <a:uFillTx/>
                <a:latin typeface="Times New Roman" panose="02020603050405020304" pitchFamily="18" charset="0"/>
                <a:ea typeface="+mn-ea"/>
                <a:cs typeface="Times New Roman" panose="02020603050405020304" pitchFamily="18" charset="0"/>
              </a:rPr>
              <a:t>Sources:</a:t>
            </a:r>
            <a:endParaRPr kumimoji="0" lang="en-US" sz="2200" b="0" i="0" u="none" strike="noStrike" kern="1200" cap="none" spc="0" normalizeH="0" baseline="0" noProof="0" dirty="0">
              <a:ln>
                <a:noFill/>
              </a:ln>
              <a:solidFill>
                <a:srgbClr val="FF00FF"/>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ts val="600"/>
              </a:spcBef>
              <a:spcAft>
                <a:spcPts val="0"/>
              </a:spcAft>
              <a:buClr>
                <a:schemeClr val="accent1"/>
              </a:buClr>
              <a:buSzPct val="80000"/>
              <a:buFont typeface="Times New Roman" panose="02020603050405020304" pitchFamily="18" charset="0"/>
              <a:buAutoNum type="arabicPeriod"/>
              <a:defRPr/>
            </a:pPr>
            <a:r>
              <a:rPr kumimoji="0" lang="en-US" sz="2200" b="0" i="0" u="none" strike="noStrike" kern="1200" cap="none" spc="0" normalizeH="0" baseline="0" noProof="0" dirty="0">
                <a:ln>
                  <a:noFill/>
                </a:ln>
                <a:solidFill>
                  <a:srgbClr val="B829FF"/>
                </a:solidFill>
                <a:effectLst/>
                <a:uLnTx/>
                <a:uFillTx/>
                <a:latin typeface="Times New Roman" panose="02020603050405020304" pitchFamily="18" charset="0"/>
                <a:ea typeface="+mn-ea"/>
                <a:cs typeface="Times New Roman" panose="02020603050405020304" pitchFamily="18" charset="0"/>
              </a:rPr>
              <a:t>volcanic lava    </a:t>
            </a:r>
            <a:endParaRPr kumimoji="0" lang="en-US" sz="2200" b="0" i="0" u="none" strike="noStrike" kern="1200" cap="none" spc="0" normalizeH="0" baseline="0" noProof="0" dirty="0">
              <a:ln>
                <a:noFill/>
              </a:ln>
              <a:solidFill>
                <a:srgbClr val="B829FF"/>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ts val="600"/>
              </a:spcBef>
              <a:spcAft>
                <a:spcPts val="0"/>
              </a:spcAft>
              <a:buClr>
                <a:schemeClr val="accent1"/>
              </a:buClr>
              <a:buSzPct val="80000"/>
              <a:buFont typeface="Times New Roman" panose="02020603050405020304" pitchFamily="18" charset="0"/>
              <a:buNone/>
              <a:defRPr/>
            </a:pPr>
            <a:r>
              <a:rPr kumimoji="0" lang="en-US" sz="2200" b="0" i="0" u="none" strike="noStrike" kern="1200" cap="none" spc="0" normalizeH="0" baseline="0" noProof="0" dirty="0">
                <a:ln>
                  <a:noFill/>
                </a:ln>
                <a:solidFill>
                  <a:srgbClr val="B829FF"/>
                </a:solidFill>
                <a:effectLst/>
                <a:uLnTx/>
                <a:uFillTx/>
                <a:latin typeface="Times New Roman" panose="02020603050405020304" pitchFamily="18" charset="0"/>
                <a:ea typeface="+mn-ea"/>
                <a:cs typeface="Times New Roman" panose="02020603050405020304" pitchFamily="18" charset="0"/>
              </a:rPr>
              <a:t>2. electronic equipments  </a:t>
            </a:r>
            <a:endParaRPr kumimoji="0" lang="en-US" sz="2200" b="0" i="0" u="none" strike="noStrike" kern="1200" cap="none" spc="0" normalizeH="0" baseline="0" noProof="0" dirty="0">
              <a:ln>
                <a:noFill/>
              </a:ln>
              <a:solidFill>
                <a:srgbClr val="B829FF"/>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auto" latinLnBrk="0" hangingPunct="1">
              <a:lnSpc>
                <a:spcPct val="100000"/>
              </a:lnSpc>
              <a:spcBef>
                <a:spcPts val="600"/>
              </a:spcBef>
              <a:spcAft>
                <a:spcPts val="0"/>
              </a:spcAft>
              <a:buClr>
                <a:schemeClr val="accent1"/>
              </a:buClr>
              <a:buSzPct val="80000"/>
              <a:buFont typeface="Times New Roman" panose="02020603050405020304" pitchFamily="18" charset="0"/>
              <a:buNone/>
              <a:defRPr/>
            </a:pPr>
            <a:r>
              <a:rPr kumimoji="0" lang="en-US" sz="2200" b="0" i="0" u="none" strike="noStrike" kern="1200" cap="none" spc="0" normalizeH="0" baseline="0" noProof="0" dirty="0">
                <a:ln>
                  <a:noFill/>
                </a:ln>
                <a:solidFill>
                  <a:srgbClr val="B829FF"/>
                </a:solidFill>
                <a:effectLst/>
                <a:uLnTx/>
                <a:uFillTx/>
                <a:latin typeface="Times New Roman" panose="02020603050405020304" pitchFamily="18" charset="0"/>
                <a:ea typeface="+mn-ea"/>
                <a:cs typeface="Times New Roman" panose="02020603050405020304" pitchFamily="18" charset="0"/>
              </a:rPr>
              <a:t>3. plastic and paper industries</a:t>
            </a:r>
            <a:endParaRPr kumimoji="0" lang="en-US" sz="2200" b="0" i="0" u="none" strike="noStrike" kern="1200" cap="none" spc="0" normalizeH="0" baseline="0" noProof="0" dirty="0">
              <a:ln>
                <a:noFill/>
              </a:ln>
              <a:solidFill>
                <a:srgbClr val="B829FF"/>
              </a:solidFill>
              <a:effectLst/>
              <a:uLnTx/>
              <a:uFillTx/>
              <a:latin typeface="Times New Roman" panose="02020603050405020304" pitchFamily="18" charset="0"/>
              <a:ea typeface="+mn-ea"/>
              <a:cs typeface="Times New Roman" panose="02020603050405020304" pitchFamily="18" charset="0"/>
            </a:endParaRPr>
          </a:p>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Times New Roman" panose="02020603050405020304" pitchFamily="18" charset="0"/>
              <a:buNone/>
              <a:defRPr/>
            </a:pPr>
            <a:r>
              <a:rPr kumimoji="0" lang="en-US" sz="2200" b="0" i="0" u="none" strike="noStrike" kern="1200" cap="none" spc="0" normalizeH="0" baseline="0" noProof="0" dirty="0">
                <a:ln>
                  <a:noFill/>
                </a:ln>
                <a:solidFill>
                  <a:srgbClr val="B829FF"/>
                </a:solidFill>
                <a:effectLst/>
                <a:uLnTx/>
                <a:uFillTx/>
                <a:latin typeface="Times New Roman" panose="02020603050405020304" pitchFamily="18" charset="0"/>
                <a:ea typeface="+mn-ea"/>
                <a:cs typeface="Times New Roman" panose="02020603050405020304" pitchFamily="18" charset="0"/>
              </a:rPr>
              <a:t>4. fungicides         </a:t>
            </a:r>
            <a:endParaRPr kumimoji="0" lang="en-US" sz="2200" b="0" i="0" u="none" strike="noStrike" kern="1200" cap="none" spc="0" normalizeH="0" baseline="0" noProof="0" dirty="0">
              <a:ln>
                <a:noFill/>
              </a:ln>
              <a:solidFill>
                <a:srgbClr val="B829FF"/>
              </a:solidFill>
              <a:effectLst/>
              <a:uLnTx/>
              <a:uFillTx/>
              <a:latin typeface="Times New Roman" panose="02020603050405020304" pitchFamily="18" charset="0"/>
              <a:ea typeface="+mn-ea"/>
              <a:cs typeface="Times New Roman" panose="02020603050405020304" pitchFamily="18" charset="0"/>
            </a:endParaRPr>
          </a:p>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Times New Roman" panose="02020603050405020304" pitchFamily="18" charset="0"/>
              <a:buNone/>
              <a:defRPr/>
            </a:pPr>
            <a:r>
              <a:rPr kumimoji="0" lang="en-US" sz="2200" b="0" i="0" u="none" strike="noStrike" kern="1200" cap="none" spc="0" normalizeH="0" baseline="0" noProof="0" dirty="0">
                <a:ln>
                  <a:noFill/>
                </a:ln>
                <a:solidFill>
                  <a:srgbClr val="B829FF"/>
                </a:solidFill>
                <a:effectLst/>
                <a:uLnTx/>
                <a:uFillTx/>
                <a:latin typeface="Times New Roman" panose="02020603050405020304" pitchFamily="18" charset="0"/>
                <a:ea typeface="+mn-ea"/>
                <a:cs typeface="Times New Roman" panose="02020603050405020304" pitchFamily="18" charset="0"/>
              </a:rPr>
              <a:t>5. amalgam tooth fillings, broken thermometers</a:t>
            </a:r>
            <a:endParaRPr kumimoji="0" lang="en-US" sz="2200" b="0" i="0" u="none" strike="noStrike" kern="1200" cap="none" spc="0" normalizeH="0" baseline="0" noProof="0" dirty="0">
              <a:ln>
                <a:noFill/>
              </a:ln>
              <a:solidFill>
                <a:srgbClr val="B829FF"/>
              </a:solidFill>
              <a:effectLst/>
              <a:uLnTx/>
              <a:uFillTx/>
              <a:latin typeface="Times New Roman" panose="02020603050405020304" pitchFamily="18" charset="0"/>
              <a:ea typeface="+mn-ea"/>
              <a:cs typeface="Times New Roman" panose="02020603050405020304" pitchFamily="18" charset="0"/>
            </a:endParaRPr>
          </a:p>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Times New Roman" panose="02020603050405020304" pitchFamily="18" charset="0"/>
              <a:buNone/>
              <a:defRPr/>
            </a:pPr>
            <a:r>
              <a:rPr kumimoji="0" lang="en-US" sz="2200" b="1" i="1" u="none" strike="noStrike" kern="1200" cap="none" spc="0" normalizeH="0" baseline="0" noProof="0" dirty="0">
                <a:ln>
                  <a:noFill/>
                </a:ln>
                <a:solidFill>
                  <a:srgbClr val="FF00FF"/>
                </a:solidFill>
                <a:effectLst/>
                <a:uLnTx/>
                <a:uFillTx/>
                <a:latin typeface="Times New Roman" panose="02020603050405020304" pitchFamily="18" charset="0"/>
                <a:ea typeface="+mn-ea"/>
                <a:cs typeface="Times New Roman" panose="02020603050405020304" pitchFamily="18" charset="0"/>
              </a:rPr>
              <a:t>Effects:</a:t>
            </a:r>
            <a:endParaRPr kumimoji="0" lang="en-US" sz="2200" b="0" i="0" u="none" strike="noStrike" kern="1200" cap="none" spc="0" normalizeH="0" baseline="0" noProof="0" dirty="0">
              <a:ln>
                <a:noFill/>
              </a:ln>
              <a:solidFill>
                <a:srgbClr val="FF00FF"/>
              </a:solidFill>
              <a:effectLst/>
              <a:uLnTx/>
              <a:uFillTx/>
              <a:latin typeface="Times New Roman" panose="02020603050405020304" pitchFamily="18" charset="0"/>
              <a:ea typeface="+mn-ea"/>
              <a:cs typeface="Times New Roman" panose="02020603050405020304" pitchFamily="18" charset="0"/>
            </a:endParaRPr>
          </a:p>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Wingdings 2"/>
              <a:buChar char=""/>
              <a:defRPr/>
            </a:pPr>
            <a:r>
              <a:rPr kumimoji="0" lang="en-US" sz="2200" b="0" i="0" u="none" strike="noStrike" kern="1200" cap="none" spc="0" normalizeH="0" baseline="0" noProof="0" dirty="0">
                <a:ln>
                  <a:noFill/>
                </a:ln>
                <a:solidFill>
                  <a:srgbClr val="B829FF"/>
                </a:solidFill>
                <a:effectLst/>
                <a:uLnTx/>
                <a:uFillTx/>
                <a:latin typeface="Times New Roman" panose="02020603050405020304" pitchFamily="18" charset="0"/>
                <a:ea typeface="+mn-ea"/>
                <a:cs typeface="Times New Roman" panose="02020603050405020304" pitchFamily="18" charset="0"/>
              </a:rPr>
              <a:t>Paralysis, blindness, chromosome breakage , birth defects, depression</a:t>
            </a:r>
            <a:endParaRPr kumimoji="0" lang="en-US" sz="2200" b="0" i="0" u="none" strike="noStrike" kern="1200" cap="none" spc="0" normalizeH="0" baseline="0" noProof="0" dirty="0">
              <a:ln>
                <a:noFill/>
              </a:ln>
              <a:solidFill>
                <a:srgbClr val="B829FF"/>
              </a:solidFill>
              <a:effectLst/>
              <a:uLnTx/>
              <a:uFillTx/>
              <a:latin typeface="Times New Roman" panose="02020603050405020304" pitchFamily="18" charset="0"/>
              <a:ea typeface="+mn-ea"/>
              <a:cs typeface="Times New Roman" panose="02020603050405020304" pitchFamily="18" charset="0"/>
            </a:endParaRPr>
          </a:p>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Wingdings 2"/>
              <a:buChar char=""/>
              <a:defRPr/>
            </a:pPr>
            <a:r>
              <a:rPr kumimoji="0" lang="en-US" sz="2200" b="0" i="0" u="none" strike="noStrike" kern="1200" cap="none" spc="0" normalizeH="0" baseline="0" noProof="0" dirty="0" err="1">
                <a:ln>
                  <a:noFill/>
                </a:ln>
                <a:solidFill>
                  <a:srgbClr val="B829FF"/>
                </a:solidFill>
                <a:effectLst/>
                <a:uLnTx/>
                <a:uFillTx/>
                <a:latin typeface="Times New Roman" panose="02020603050405020304" pitchFamily="18" charset="0"/>
                <a:ea typeface="+mn-ea"/>
                <a:cs typeface="Times New Roman" panose="02020603050405020304" pitchFamily="18" charset="0"/>
              </a:rPr>
              <a:t>Minnamata</a:t>
            </a:r>
            <a:r>
              <a:rPr kumimoji="0" lang="en-US" sz="2200" b="0" i="0" u="none" strike="noStrike" kern="1200" cap="none" spc="0" normalizeH="0" baseline="0" noProof="0" dirty="0">
                <a:ln>
                  <a:noFill/>
                </a:ln>
                <a:solidFill>
                  <a:srgbClr val="B829FF"/>
                </a:solidFill>
                <a:effectLst/>
                <a:uLnTx/>
                <a:uFillTx/>
                <a:latin typeface="Times New Roman" panose="02020603050405020304" pitchFamily="18" charset="0"/>
                <a:ea typeface="+mn-ea"/>
                <a:cs typeface="Times New Roman" panose="02020603050405020304" pitchFamily="18" charset="0"/>
              </a:rPr>
              <a:t> disease is due to mercury poisoning.</a:t>
            </a:r>
            <a:endParaRPr kumimoji="0" lang="en-US" sz="2200" b="0" i="0" u="none" strike="noStrike" kern="1200" cap="none" spc="0" normalizeH="0" baseline="0" noProof="0" dirty="0">
              <a:ln>
                <a:noFill/>
              </a:ln>
              <a:solidFill>
                <a:srgbClr val="B829FF"/>
              </a:solidFill>
              <a:effectLst/>
              <a:uLnTx/>
              <a:uFillTx/>
              <a:latin typeface="Times New Roman" panose="02020603050405020304" pitchFamily="18" charset="0"/>
              <a:ea typeface="+mn-ea"/>
              <a:cs typeface="Times New Roman" panose="02020603050405020304" pitchFamily="18" charset="0"/>
            </a:endParaRPr>
          </a:p>
          <a:p>
            <a:pPr marL="365760" marR="0" lvl="0" indent="-283210" algn="l" defTabSz="914400" rtl="0" eaLnBrk="1" fontAlgn="auto" latinLnBrk="0" hangingPunct="1">
              <a:lnSpc>
                <a:spcPct val="100000"/>
              </a:lnSpc>
              <a:spcBef>
                <a:spcPts val="600"/>
              </a:spcBef>
              <a:spcAft>
                <a:spcPts val="0"/>
              </a:spcAft>
              <a:buClr>
                <a:schemeClr val="accent1"/>
              </a:buClr>
              <a:buSzPct val="80000"/>
              <a:buFont typeface="Wingdings 2"/>
              <a:buChar char=""/>
              <a:defRPr/>
            </a:pP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1"/>
          <p:cNvSpPr>
            <a:spLocks noGrp="1"/>
          </p:cNvSpPr>
          <p:nvPr>
            <p:ph idx="1"/>
          </p:nvPr>
        </p:nvSpPr>
        <p:spPr>
          <a:xfrm>
            <a:off x="1447800" y="1600200"/>
            <a:ext cx="7543800" cy="3478213"/>
          </a:xfrm>
          <a:ln/>
        </p:spPr>
        <p:txBody>
          <a:bodyPr vert="horz" wrap="square" lIns="91440" tIns="45720" rIns="91440" bIns="45720" anchor="ctr" anchorCtr="0">
            <a:spAutoFit/>
          </a:bodyPr>
          <a:p>
            <a:pPr marL="0" indent="0" algn="just">
              <a:spcBef>
                <a:spcPct val="0"/>
              </a:spcBef>
              <a:buClrTx/>
              <a:buSzTx/>
              <a:buFontTx/>
              <a:buNone/>
            </a:pPr>
            <a:r>
              <a:rPr lang="en-US" altLang="en-US" sz="2200" b="1" i="1" dirty="0">
                <a:solidFill>
                  <a:srgbClr val="FF00FF"/>
                </a:solidFill>
                <a:latin typeface="Times New Roman" panose="02020603050405020304" pitchFamily="18" charset="0"/>
                <a:cs typeface="Times New Roman" panose="02020603050405020304" pitchFamily="18" charset="0"/>
              </a:rPr>
              <a:t>Sources:</a:t>
            </a:r>
            <a:endParaRPr lang="en-US" altLang="en-US" sz="2200" dirty="0">
              <a:solidFill>
                <a:srgbClr val="FF00FF"/>
              </a:solidFill>
              <a:latin typeface="Times New Roman" panose="02020603050405020304" pitchFamily="18" charset="0"/>
              <a:cs typeface="Times New Roman" panose="02020603050405020304" pitchFamily="18" charset="0"/>
            </a:endParaRPr>
          </a:p>
          <a:p>
            <a:pPr marL="0" indent="0" algn="just">
              <a:spcBef>
                <a:spcPct val="0"/>
              </a:spcBef>
              <a:buClrTx/>
              <a:buSzTx/>
              <a:buFontTx/>
              <a:buNone/>
            </a:pPr>
            <a:r>
              <a:rPr lang="en-US" altLang="en-US" sz="2200" dirty="0">
                <a:solidFill>
                  <a:srgbClr val="B829FF"/>
                </a:solidFill>
                <a:latin typeface="Times New Roman" panose="02020603050405020304" pitchFamily="18" charset="0"/>
                <a:cs typeface="Times New Roman" panose="02020603050405020304" pitchFamily="18" charset="0"/>
              </a:rPr>
              <a:t> 	Wastes from fertilizer plants contain ammonia, nitrates, phosphates etc.</a:t>
            </a:r>
            <a:endParaRPr lang="en-US" altLang="en-US" sz="2200" dirty="0">
              <a:solidFill>
                <a:srgbClr val="B829FF"/>
              </a:solidFill>
              <a:latin typeface="Times New Roman" panose="02020603050405020304" pitchFamily="18" charset="0"/>
              <a:cs typeface="Times New Roman" panose="02020603050405020304" pitchFamily="18" charset="0"/>
            </a:endParaRPr>
          </a:p>
          <a:p>
            <a:pPr marL="0" indent="0" algn="just">
              <a:spcBef>
                <a:spcPct val="0"/>
              </a:spcBef>
              <a:buClrTx/>
              <a:buSzTx/>
              <a:buFontTx/>
              <a:buNone/>
            </a:pPr>
            <a:endParaRPr lang="en-US" altLang="en-US" sz="2200" dirty="0">
              <a:solidFill>
                <a:srgbClr val="B829FF"/>
              </a:solidFill>
              <a:latin typeface="Times New Roman" panose="02020603050405020304" pitchFamily="18" charset="0"/>
              <a:cs typeface="Times New Roman" panose="02020603050405020304" pitchFamily="18" charset="0"/>
            </a:endParaRPr>
          </a:p>
          <a:p>
            <a:pPr marL="0" indent="0" algn="just">
              <a:spcBef>
                <a:spcPct val="0"/>
              </a:spcBef>
              <a:buClrTx/>
              <a:buSzTx/>
              <a:buFontTx/>
              <a:buNone/>
            </a:pPr>
            <a:r>
              <a:rPr lang="en-US" altLang="en-US" sz="2200" b="1" i="1" dirty="0">
                <a:solidFill>
                  <a:srgbClr val="FF00FF"/>
                </a:solidFill>
                <a:latin typeface="Times New Roman" panose="02020603050405020304" pitchFamily="18" charset="0"/>
                <a:cs typeface="Times New Roman" panose="02020603050405020304" pitchFamily="18" charset="0"/>
              </a:rPr>
              <a:t>Effects: </a:t>
            </a:r>
            <a:endParaRPr lang="en-US" altLang="en-US" sz="2200" dirty="0">
              <a:solidFill>
                <a:srgbClr val="FF00FF"/>
              </a:solidFill>
              <a:latin typeface="Times New Roman" panose="02020603050405020304" pitchFamily="18" charset="0"/>
              <a:cs typeface="Times New Roman" panose="02020603050405020304" pitchFamily="18" charset="0"/>
            </a:endParaRPr>
          </a:p>
          <a:p>
            <a:pPr marL="0" indent="0" algn="just">
              <a:spcBef>
                <a:spcPct val="0"/>
              </a:spcBef>
              <a:buClrTx/>
              <a:buSzTx/>
              <a:buFontTx/>
              <a:buNone/>
            </a:pPr>
            <a:r>
              <a:rPr lang="en-US" altLang="en-US" sz="2200" dirty="0">
                <a:solidFill>
                  <a:srgbClr val="B829FF"/>
                </a:solidFill>
                <a:latin typeface="Times New Roman" panose="02020603050405020304" pitchFamily="18" charset="0"/>
                <a:cs typeface="Times New Roman" panose="02020603050405020304" pitchFamily="18" charset="0"/>
              </a:rPr>
              <a:t>	When released into water system, they lead to accumulation of nitrates and phosphates in water and causes eutrophication. When such water is used by human beings, nitrates are reduced to nitrites by intestinal bacteria which cause methomoglobinaemia in children.</a:t>
            </a:r>
            <a:endParaRPr lang="en-US" altLang="en-US" sz="2200" dirty="0">
              <a:solidFill>
                <a:srgbClr val="B829FF"/>
              </a:solidFill>
              <a:latin typeface="Times New Roman" panose="02020603050405020304" pitchFamily="18" charset="0"/>
              <a:ea typeface="Times New Roman" panose="02020603050405020304" pitchFamily="18" charset="0"/>
            </a:endParaRPr>
          </a:p>
        </p:txBody>
      </p:sp>
      <p:sp>
        <p:nvSpPr>
          <p:cNvPr id="38915" name="Rectangle 4"/>
          <p:cNvSpPr/>
          <p:nvPr/>
        </p:nvSpPr>
        <p:spPr>
          <a:xfrm>
            <a:off x="2362200" y="838200"/>
            <a:ext cx="3956050" cy="461963"/>
          </a:xfrm>
          <a:prstGeom prst="rect">
            <a:avLst/>
          </a:prstGeom>
          <a:noFill/>
          <a:ln w="9525">
            <a:noFill/>
          </a:ln>
        </p:spPr>
        <p:txBody>
          <a:bodyPr wrap="none">
            <a:spAutoFit/>
          </a:bodyPr>
          <a:p>
            <a:pPr algn="just">
              <a:buClr>
                <a:srgbClr val="000000"/>
              </a:buClr>
              <a:buSzPct val="100000"/>
              <a:buFont typeface="Times New Roman" panose="02020603050405020304" pitchFamily="18" charset="0"/>
            </a:pPr>
            <a:r>
              <a:rPr lang="en-US" altLang="en-US" sz="2400" b="1" i="1" dirty="0">
                <a:solidFill>
                  <a:srgbClr val="FF0000"/>
                </a:solidFill>
                <a:latin typeface="Times New Roman" panose="02020603050405020304" pitchFamily="18" charset="0"/>
                <a:cs typeface="Times New Roman" panose="02020603050405020304" pitchFamily="18" charset="0"/>
              </a:rPr>
              <a:t>4.Waste from Fertilizer plants</a:t>
            </a:r>
            <a:endParaRPr lang="en-US" altLang="en-US" sz="2400" dirty="0">
              <a:solidFill>
                <a:srgbClr val="FF0000"/>
              </a:solidFill>
              <a:latin typeface="Times New Roman" panose="02020603050405020304" pitchFamily="18" charset="0"/>
              <a:ea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Title 1"/>
          <p:cNvSpPr>
            <a:spLocks noGrp="1" noChangeArrowheads="1"/>
          </p:cNvSpPr>
          <p:nvPr>
            <p:ph type="title"/>
          </p:nvPr>
        </p:nvSpPr>
        <p:spPr>
          <a:xfrm>
            <a:off x="1828800" y="685800"/>
            <a:ext cx="5029200" cy="792163"/>
          </a:xfrm>
        </p:spPr>
        <p:txBody>
          <a:bodyPr anchor="ctr">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en-US" sz="2400" b="1" i="1"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t>5.Sediments</a:t>
            </a:r>
            <a:r>
              <a:rPr kumimoji="0" lang="en-US" altLang="en-US" sz="2400" b="1" i="0"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t>:</a:t>
            </a:r>
            <a:r>
              <a:rPr kumimoji="0" lang="en-US" altLang="en-US" sz="2400" b="0" i="0"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t> </a:t>
            </a:r>
            <a:br>
              <a:rPr kumimoji="0" lang="en-US" altLang="en-US" sz="2400" b="0" i="0"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br>
            <a:endParaRPr kumimoji="0" lang="en-US" altLang="en-US" sz="2400" b="0" i="0"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mj-lt"/>
              <a:ea typeface="+mj-ea"/>
              <a:cs typeface="+mj-cs"/>
            </a:endParaRPr>
          </a:p>
        </p:txBody>
      </p:sp>
      <p:sp>
        <p:nvSpPr>
          <p:cNvPr id="39939" name="Content Placeholder 2"/>
          <p:cNvSpPr>
            <a:spLocks noGrp="1"/>
          </p:cNvSpPr>
          <p:nvPr>
            <p:ph idx="1"/>
          </p:nvPr>
        </p:nvSpPr>
        <p:spPr>
          <a:xfrm>
            <a:off x="1752600" y="1600200"/>
            <a:ext cx="6932613" cy="2514600"/>
          </a:xfrm>
          <a:ln/>
        </p:spPr>
        <p:txBody>
          <a:bodyPr vert="horz" wrap="square" anchor="t" anchorCtr="0"/>
          <a:p>
            <a:pPr>
              <a:buFont typeface="Times New Roman" panose="02020603050405020304" pitchFamily="18" charset="0"/>
              <a:buNone/>
            </a:pPr>
            <a:r>
              <a:rPr lang="en-US" altLang="en-US" sz="2200" b="1" i="1" dirty="0">
                <a:solidFill>
                  <a:srgbClr val="B011FF"/>
                </a:solidFill>
                <a:latin typeface="Times New Roman" panose="02020603050405020304" pitchFamily="18" charset="0"/>
                <a:cs typeface="Times New Roman" panose="02020603050405020304" pitchFamily="18" charset="0"/>
              </a:rPr>
              <a:t>Sources:</a:t>
            </a:r>
            <a:endParaRPr lang="en-US" altLang="en-US" sz="2200" dirty="0">
              <a:solidFill>
                <a:srgbClr val="B011FF"/>
              </a:solidFill>
              <a:latin typeface="Times New Roman" panose="02020603050405020304" pitchFamily="18" charset="0"/>
              <a:cs typeface="Times New Roman" panose="02020603050405020304" pitchFamily="18" charset="0"/>
            </a:endParaRPr>
          </a:p>
          <a:p>
            <a:pPr>
              <a:buFont typeface="Times New Roman" panose="02020603050405020304" pitchFamily="18" charset="0"/>
              <a:buNone/>
            </a:pPr>
            <a:r>
              <a:rPr lang="en-US" altLang="en-US" sz="2200" dirty="0">
                <a:solidFill>
                  <a:srgbClr val="B011FF"/>
                </a:solidFill>
                <a:latin typeface="Times New Roman" panose="02020603050405020304" pitchFamily="18" charset="0"/>
                <a:cs typeface="Times New Roman" panose="02020603050405020304" pitchFamily="18" charset="0"/>
              </a:rPr>
              <a:t>	Organic and mineral solids etc</a:t>
            </a:r>
            <a:endParaRPr lang="en-US" altLang="en-US" sz="2200" dirty="0">
              <a:solidFill>
                <a:srgbClr val="B011FF"/>
              </a:solidFill>
              <a:latin typeface="Times New Roman" panose="02020603050405020304" pitchFamily="18" charset="0"/>
              <a:cs typeface="Times New Roman" panose="02020603050405020304" pitchFamily="18" charset="0"/>
            </a:endParaRPr>
          </a:p>
          <a:p>
            <a:pPr>
              <a:buFont typeface="Times New Roman" panose="02020603050405020304" pitchFamily="18" charset="0"/>
              <a:buNone/>
            </a:pPr>
            <a:r>
              <a:rPr lang="en-US" altLang="en-US" sz="2200" b="1" i="1" dirty="0">
                <a:solidFill>
                  <a:srgbClr val="B011FF"/>
                </a:solidFill>
                <a:latin typeface="Times New Roman" panose="02020603050405020304" pitchFamily="18" charset="0"/>
                <a:cs typeface="Times New Roman" panose="02020603050405020304" pitchFamily="18" charset="0"/>
              </a:rPr>
              <a:t>Effects: </a:t>
            </a:r>
            <a:endParaRPr lang="en-US" altLang="en-US" sz="2200" dirty="0">
              <a:solidFill>
                <a:srgbClr val="B011FF"/>
              </a:solidFill>
              <a:latin typeface="Times New Roman" panose="02020603050405020304" pitchFamily="18" charset="0"/>
              <a:cs typeface="Times New Roman" panose="02020603050405020304" pitchFamily="18" charset="0"/>
            </a:endParaRPr>
          </a:p>
          <a:p>
            <a:pPr>
              <a:buFont typeface="Times New Roman" panose="02020603050405020304" pitchFamily="18" charset="0"/>
              <a:buNone/>
            </a:pPr>
            <a:r>
              <a:rPr lang="en-US" altLang="en-US" sz="2200" dirty="0">
                <a:solidFill>
                  <a:srgbClr val="B011FF"/>
                </a:solidFill>
                <a:latin typeface="Times New Roman" panose="02020603050405020304" pitchFamily="18" charset="0"/>
                <a:cs typeface="Times New Roman" panose="02020603050405020304" pitchFamily="18" charset="0"/>
              </a:rPr>
              <a:t>	These can block water flow and make water muddy and cloudy and make unfit for domestic and industrial purposes</a:t>
            </a:r>
            <a:endParaRPr lang="en-US" altLang="en-US" sz="2200" dirty="0">
              <a:solidFill>
                <a:srgbClr val="B011FF"/>
              </a:solidFill>
              <a:latin typeface="Times New Roman" panose="02020603050405020304" pitchFamily="18" charset="0"/>
              <a:cs typeface="Times New Roman" panose="02020603050405020304" pitchFamily="18" charset="0"/>
            </a:endParaRPr>
          </a:p>
          <a:p>
            <a:pPr>
              <a:buFont typeface="Times New Roman" panose="02020603050405020304" pitchFamily="18" charset="0"/>
              <a:buNone/>
            </a:pPr>
            <a:endParaRPr lang="en-US" altLang="en-US" sz="2200" dirty="0">
              <a:solidFill>
                <a:srgbClr val="B011FF"/>
              </a:solidFill>
              <a:latin typeface="Times New Roman" panose="02020603050405020304" pitchFamily="18" charset="0"/>
              <a:cs typeface="Times New Roman" panose="02020603050405020304" pitchFamily="18" charset="0"/>
            </a:endParaRPr>
          </a:p>
          <a:p>
            <a:pPr>
              <a:buFont typeface="Wingdings 2" pitchFamily="18" charset="2"/>
              <a:buChar char=""/>
            </a:pPr>
            <a:endParaRPr lang="en-US" altLang="en-US" sz="2200" dirty="0">
              <a:solidFill>
                <a:srgbClr val="B011FF"/>
              </a:solidFill>
              <a:latin typeface="Times New Roman" panose="02020603050405020304" pitchFamily="18" charset="0"/>
              <a:ea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447800" y="914400"/>
            <a:ext cx="7467600" cy="5257800"/>
          </a:xfrm>
        </p:spPr>
        <p:txBody>
          <a:bodyPr>
            <a:normAutofit/>
          </a:bodyPr>
          <a:lstStyle/>
          <a:p>
            <a:pPr marL="365760" marR="0" lvl="0" indent="-283210" algn="just" defTabSz="914400" rtl="0" eaLnBrk="1" fontAlgn="auto" latinLnBrk="0" hangingPunct="1">
              <a:lnSpc>
                <a:spcPct val="100000"/>
              </a:lnSpc>
              <a:spcBef>
                <a:spcPts val="600"/>
              </a:spcBef>
              <a:spcAft>
                <a:spcPts val="0"/>
              </a:spcAft>
              <a:buClr>
                <a:schemeClr val="accent1"/>
              </a:buClr>
              <a:buSzPct val="80000"/>
              <a:buFont typeface="Times New Roman" panose="02020603050405020304" pitchFamily="18" charset="0"/>
              <a:buNone/>
              <a:defRPr/>
            </a:pPr>
            <a:r>
              <a:rPr kumimoji="0" lang="en-US" sz="2200" b="0" i="0" u="none" strike="noStrike" kern="1200" cap="none" spc="0" normalizeH="0" baseline="0" noProof="0" dirty="0">
                <a:ln>
                  <a:noFill/>
                </a:ln>
                <a:solidFill>
                  <a:srgbClr val="B011FF"/>
                </a:solidFill>
                <a:effectLst/>
                <a:uLnTx/>
                <a:uFillTx/>
                <a:latin typeface="Times New Roman" panose="02020603050405020304" pitchFamily="18" charset="0"/>
                <a:ea typeface="+mn-ea"/>
                <a:cs typeface="Times New Roman" panose="02020603050405020304" pitchFamily="18" charset="0"/>
              </a:rPr>
              <a:t>			Organic pollution is the most common form of water pollution. It is caused by the naturally occurring compounds like proteins, carbohydrates, fats etc. as well as by synthetic compounds like pesticides, herbicides etc. The organic pollutants originate mainly from domestic sewage, industrial effluents and farm wastes.</a:t>
            </a:r>
            <a:endParaRPr kumimoji="0" lang="en-US" sz="2200" b="0" i="0" u="none" strike="noStrike" kern="1200" cap="none" spc="0" normalizeH="0" baseline="0" noProof="0" dirty="0">
              <a:ln>
                <a:noFill/>
              </a:ln>
              <a:solidFill>
                <a:srgbClr val="B011FF"/>
              </a:solidFill>
              <a:effectLst/>
              <a:uLnTx/>
              <a:uFillTx/>
              <a:latin typeface="Times New Roman" panose="02020603050405020304" pitchFamily="18" charset="0"/>
              <a:ea typeface="+mn-ea"/>
              <a:cs typeface="Times New Roman" panose="02020603050405020304" pitchFamily="18" charset="0"/>
            </a:endParaRPr>
          </a:p>
          <a:p>
            <a:pPr marL="514350" marR="0" lvl="0" indent="-514350" algn="just" defTabSz="914400" rtl="0" eaLnBrk="1" fontAlgn="auto" latinLnBrk="0" hangingPunct="1">
              <a:lnSpc>
                <a:spcPct val="100000"/>
              </a:lnSpc>
              <a:spcBef>
                <a:spcPts val="600"/>
              </a:spcBef>
              <a:spcAft>
                <a:spcPts val="0"/>
              </a:spcAft>
              <a:buClr>
                <a:schemeClr val="accent1"/>
              </a:buClr>
              <a:buSzPct val="80000"/>
              <a:buFont typeface="+mj-lt"/>
              <a:buAutoNum type="romanLcPeriod"/>
              <a:defRPr/>
            </a:pPr>
            <a:r>
              <a:rPr kumimoji="0" lang="en-US" sz="2200" b="0" i="1" u="none" strike="noStrike" kern="1200" cap="none" spc="0" normalizeH="0" baseline="0" noProof="0" dirty="0">
                <a:ln>
                  <a:noFill/>
                </a:ln>
                <a:solidFill>
                  <a:srgbClr val="B011FF"/>
                </a:solidFill>
                <a:effectLst/>
                <a:uLnTx/>
                <a:uFillTx/>
                <a:latin typeface="Times New Roman" panose="02020603050405020304" pitchFamily="18" charset="0"/>
                <a:ea typeface="+mn-ea"/>
                <a:cs typeface="Times New Roman" panose="02020603050405020304" pitchFamily="18" charset="0"/>
              </a:rPr>
              <a:t>Domestic waste:</a:t>
            </a:r>
            <a:r>
              <a:rPr kumimoji="0" lang="en-US" sz="2200" b="0" i="0" u="none" strike="noStrike" kern="1200" cap="none" spc="0" normalizeH="0" baseline="0" noProof="0" dirty="0">
                <a:ln>
                  <a:noFill/>
                </a:ln>
                <a:solidFill>
                  <a:srgbClr val="B011FF"/>
                </a:solidFill>
                <a:effectLst/>
                <a:uLnTx/>
                <a:uFillTx/>
                <a:latin typeface="Times New Roman" panose="02020603050405020304" pitchFamily="18" charset="0"/>
                <a:ea typeface="+mn-ea"/>
                <a:cs typeface="Times New Roman" panose="02020603050405020304" pitchFamily="18" charset="0"/>
              </a:rPr>
              <a:t> It consists mainly sewage which has largely organic matter in it.</a:t>
            </a:r>
            <a:endParaRPr kumimoji="0" lang="en-US" sz="2200" b="0" i="0" u="none" strike="noStrike" kern="1200" cap="none" spc="0" normalizeH="0" baseline="0" noProof="0" dirty="0">
              <a:ln>
                <a:noFill/>
              </a:ln>
              <a:solidFill>
                <a:srgbClr val="B011FF"/>
              </a:solidFill>
              <a:effectLst/>
              <a:uLnTx/>
              <a:uFillTx/>
              <a:latin typeface="Times New Roman" panose="02020603050405020304" pitchFamily="18" charset="0"/>
              <a:ea typeface="+mn-ea"/>
              <a:cs typeface="Times New Roman" panose="02020603050405020304" pitchFamily="18" charset="0"/>
            </a:endParaRPr>
          </a:p>
          <a:p>
            <a:pPr marL="514350" marR="0" lvl="0" indent="-514350" algn="just" defTabSz="914400" rtl="0" eaLnBrk="1" fontAlgn="auto" latinLnBrk="0" hangingPunct="1">
              <a:lnSpc>
                <a:spcPct val="100000"/>
              </a:lnSpc>
              <a:spcBef>
                <a:spcPts val="600"/>
              </a:spcBef>
              <a:spcAft>
                <a:spcPts val="0"/>
              </a:spcAft>
              <a:buClr>
                <a:schemeClr val="accent1"/>
              </a:buClr>
              <a:buSzPct val="80000"/>
              <a:buFont typeface="+mj-lt"/>
              <a:buAutoNum type="romanLcPeriod"/>
              <a:defRPr/>
            </a:pPr>
            <a:r>
              <a:rPr kumimoji="0" lang="en-US" sz="2200" b="0" i="1" u="none" strike="noStrike" kern="1200" cap="none" spc="0" normalizeH="0" baseline="0" noProof="0" dirty="0">
                <a:ln>
                  <a:noFill/>
                </a:ln>
                <a:solidFill>
                  <a:srgbClr val="B011FF"/>
                </a:solidFill>
                <a:effectLst/>
                <a:uLnTx/>
                <a:uFillTx/>
                <a:latin typeface="Times New Roman" panose="02020603050405020304" pitchFamily="18" charset="0"/>
                <a:ea typeface="+mn-ea"/>
                <a:cs typeface="Times New Roman" panose="02020603050405020304" pitchFamily="18" charset="0"/>
              </a:rPr>
              <a:t>Infectious agents</a:t>
            </a:r>
            <a:r>
              <a:rPr kumimoji="0" lang="en-US" sz="2200" b="0" i="0" u="none" strike="noStrike" kern="1200" cap="none" spc="0" normalizeH="0" baseline="0" noProof="0" dirty="0">
                <a:ln>
                  <a:noFill/>
                </a:ln>
                <a:solidFill>
                  <a:srgbClr val="B011FF"/>
                </a:solidFill>
                <a:effectLst/>
                <a:uLnTx/>
                <a:uFillTx/>
                <a:latin typeface="Times New Roman" panose="02020603050405020304" pitchFamily="18" charset="0"/>
                <a:ea typeface="+mn-ea"/>
                <a:cs typeface="Times New Roman" panose="02020603050405020304" pitchFamily="18" charset="0"/>
              </a:rPr>
              <a:t>: sewage from municipalities is associated with disease causing microorganisms which causes Typhoid, cholera, </a:t>
            </a:r>
            <a:r>
              <a:rPr kumimoji="0" lang="en-US" sz="2200" b="0" i="0" u="none" strike="noStrike" kern="1200" cap="none" spc="0" normalizeH="0" baseline="0" noProof="0" dirty="0" err="1">
                <a:ln>
                  <a:noFill/>
                </a:ln>
                <a:solidFill>
                  <a:srgbClr val="B011FF"/>
                </a:solidFill>
                <a:effectLst/>
                <a:uLnTx/>
                <a:uFillTx/>
                <a:latin typeface="Times New Roman" panose="02020603050405020304" pitchFamily="18" charset="0"/>
                <a:ea typeface="+mn-ea"/>
                <a:cs typeface="Times New Roman" panose="02020603050405020304" pitchFamily="18" charset="0"/>
              </a:rPr>
              <a:t>dysentry</a:t>
            </a:r>
            <a:r>
              <a:rPr kumimoji="0" lang="en-US" sz="2200" b="0" i="0" u="none" strike="noStrike" kern="1200" cap="none" spc="0" normalizeH="0" baseline="0" noProof="0" dirty="0">
                <a:ln>
                  <a:noFill/>
                </a:ln>
                <a:solidFill>
                  <a:srgbClr val="B011FF"/>
                </a:solidFill>
                <a:effectLst/>
                <a:uLnTx/>
                <a:uFillTx/>
                <a:latin typeface="Times New Roman" panose="02020603050405020304" pitchFamily="18" charset="0"/>
                <a:ea typeface="+mn-ea"/>
                <a:cs typeface="Times New Roman" panose="02020603050405020304" pitchFamily="18" charset="0"/>
              </a:rPr>
              <a:t> etc</a:t>
            </a:r>
            <a:endParaRPr kumimoji="0" lang="en-US" sz="2200" b="0" i="0" u="none" strike="noStrike" kern="1200" cap="none" spc="0" normalizeH="0" baseline="0" noProof="0" dirty="0">
              <a:ln>
                <a:noFill/>
              </a:ln>
              <a:solidFill>
                <a:srgbClr val="B011FF"/>
              </a:solidFill>
              <a:effectLst/>
              <a:uLnTx/>
              <a:uFillTx/>
              <a:latin typeface="Times New Roman" panose="02020603050405020304" pitchFamily="18" charset="0"/>
              <a:ea typeface="+mn-ea"/>
              <a:cs typeface="Times New Roman" panose="02020603050405020304" pitchFamily="18" charset="0"/>
            </a:endParaRPr>
          </a:p>
          <a:p>
            <a:pPr marL="514350" marR="0" lvl="0" indent="-514350" algn="just" defTabSz="914400" rtl="0" eaLnBrk="1" fontAlgn="auto" latinLnBrk="0" hangingPunct="1">
              <a:lnSpc>
                <a:spcPct val="100000"/>
              </a:lnSpc>
              <a:spcBef>
                <a:spcPts val="600"/>
              </a:spcBef>
              <a:spcAft>
                <a:spcPts val="0"/>
              </a:spcAft>
              <a:buClr>
                <a:schemeClr val="accent1"/>
              </a:buClr>
              <a:buSzPct val="80000"/>
              <a:buFont typeface="+mj-lt"/>
              <a:buAutoNum type="romanLcPeriod"/>
              <a:defRPr/>
            </a:pPr>
            <a:r>
              <a:rPr kumimoji="0" lang="en-US" sz="2200" b="0" i="1" u="none" strike="noStrike" kern="1200" cap="none" spc="0" normalizeH="0" baseline="0" noProof="0" dirty="0">
                <a:ln>
                  <a:noFill/>
                </a:ln>
                <a:solidFill>
                  <a:srgbClr val="B011FF"/>
                </a:solidFill>
                <a:effectLst/>
                <a:uLnTx/>
                <a:uFillTx/>
                <a:latin typeface="Times New Roman" panose="02020603050405020304" pitchFamily="18" charset="0"/>
                <a:ea typeface="+mn-ea"/>
                <a:cs typeface="Times New Roman" panose="02020603050405020304" pitchFamily="18" charset="0"/>
              </a:rPr>
              <a:t>Organic chemicals</a:t>
            </a:r>
            <a:r>
              <a:rPr kumimoji="0" lang="en-US" sz="2200" b="0" i="0" u="none" strike="noStrike" kern="1200" cap="none" spc="0" normalizeH="0" baseline="0" noProof="0" dirty="0">
                <a:ln>
                  <a:noFill/>
                </a:ln>
                <a:solidFill>
                  <a:srgbClr val="B011FF"/>
                </a:solidFill>
                <a:effectLst/>
                <a:uLnTx/>
                <a:uFillTx/>
                <a:latin typeface="Times New Roman" panose="02020603050405020304" pitchFamily="18" charset="0"/>
                <a:ea typeface="+mn-ea"/>
                <a:cs typeface="Times New Roman" panose="02020603050405020304" pitchFamily="18" charset="0"/>
              </a:rPr>
              <a:t>: These include organic chemicals like </a:t>
            </a:r>
            <a:r>
              <a:rPr kumimoji="0" lang="en-US" sz="2200" b="0" i="0" u="none" strike="noStrike" kern="1200" cap="none" spc="0" normalizeH="0" baseline="0" noProof="0" dirty="0" err="1">
                <a:ln>
                  <a:noFill/>
                </a:ln>
                <a:solidFill>
                  <a:srgbClr val="B011FF"/>
                </a:solidFill>
                <a:effectLst/>
                <a:uLnTx/>
                <a:uFillTx/>
                <a:latin typeface="Times New Roman" panose="02020603050405020304" pitchFamily="18" charset="0"/>
                <a:ea typeface="+mn-ea"/>
                <a:cs typeface="Times New Roman" panose="02020603050405020304" pitchFamily="18" charset="0"/>
              </a:rPr>
              <a:t>Pesticides,fertilizers</a:t>
            </a:r>
            <a:r>
              <a:rPr kumimoji="0" lang="en-US" sz="2200" b="0" i="0" u="none" strike="noStrike" kern="1200" cap="none" spc="0" normalizeH="0" baseline="0" noProof="0" dirty="0">
                <a:ln>
                  <a:noFill/>
                </a:ln>
                <a:solidFill>
                  <a:srgbClr val="B011FF"/>
                </a:solidFill>
                <a:effectLst/>
                <a:uLnTx/>
                <a:uFillTx/>
                <a:latin typeface="Times New Roman" panose="02020603050405020304" pitchFamily="18" charset="0"/>
                <a:ea typeface="+mn-ea"/>
                <a:cs typeface="Times New Roman" panose="02020603050405020304" pitchFamily="18" charset="0"/>
              </a:rPr>
              <a:t>, detergents,  solvents etc: Most of these chemicals are toxic in nature. </a:t>
            </a:r>
            <a:r>
              <a:rPr kumimoji="0" lang="en-US" sz="2200" b="0" i="0" u="none" strike="noStrike" kern="1200" cap="none" spc="0" normalizeH="0" baseline="0" noProof="0" dirty="0" err="1">
                <a:ln>
                  <a:noFill/>
                </a:ln>
                <a:solidFill>
                  <a:srgbClr val="B011FF"/>
                </a:solidFill>
                <a:effectLst/>
                <a:uLnTx/>
                <a:uFillTx/>
                <a:latin typeface="Times New Roman" panose="02020603050405020304" pitchFamily="18" charset="0"/>
                <a:ea typeface="+mn-ea"/>
                <a:cs typeface="Times New Roman" panose="02020603050405020304" pitchFamily="18" charset="0"/>
              </a:rPr>
              <a:t>eg</a:t>
            </a:r>
            <a:r>
              <a:rPr kumimoji="0" lang="en-US" sz="2200" b="0" i="0" u="none" strike="noStrike" kern="1200" cap="none" spc="0" normalizeH="0" baseline="0" noProof="0" dirty="0">
                <a:ln>
                  <a:noFill/>
                </a:ln>
                <a:solidFill>
                  <a:srgbClr val="B011FF"/>
                </a:solidFill>
                <a:effectLst/>
                <a:uLnTx/>
                <a:uFillTx/>
                <a:latin typeface="Times New Roman" panose="02020603050405020304" pitchFamily="18" charset="0"/>
                <a:ea typeface="+mn-ea"/>
                <a:cs typeface="Times New Roman" panose="02020603050405020304" pitchFamily="18" charset="0"/>
              </a:rPr>
              <a:t>: DDT, </a:t>
            </a:r>
            <a:r>
              <a:rPr kumimoji="0" lang="en-US" sz="2200" b="0" i="0" u="none" strike="noStrike" kern="1200" cap="none" spc="0" normalizeH="0" baseline="0" noProof="0" dirty="0" err="1">
                <a:ln>
                  <a:noFill/>
                </a:ln>
                <a:solidFill>
                  <a:srgbClr val="B011FF"/>
                </a:solidFill>
                <a:effectLst/>
                <a:uLnTx/>
                <a:uFillTx/>
                <a:latin typeface="Times New Roman" panose="02020603050405020304" pitchFamily="18" charset="0"/>
                <a:ea typeface="+mn-ea"/>
                <a:cs typeface="Times New Roman" panose="02020603050405020304" pitchFamily="18" charset="0"/>
              </a:rPr>
              <a:t>endosulphan</a:t>
            </a:r>
            <a:r>
              <a:rPr kumimoji="0" lang="en-US" sz="2200" b="0" i="0" u="none" strike="noStrike" kern="1200" cap="none" spc="0" normalizeH="0" baseline="0" noProof="0" dirty="0">
                <a:ln>
                  <a:noFill/>
                </a:ln>
                <a:solidFill>
                  <a:srgbClr val="B011FF"/>
                </a:solidFill>
                <a:effectLst/>
                <a:uLnTx/>
                <a:uFillTx/>
                <a:latin typeface="Times New Roman" panose="02020603050405020304" pitchFamily="18" charset="0"/>
                <a:ea typeface="+mn-ea"/>
                <a:cs typeface="Times New Roman" panose="02020603050405020304" pitchFamily="18" charset="0"/>
              </a:rPr>
              <a:t> etc.</a:t>
            </a:r>
            <a:endParaRPr kumimoji="0" lang="en-US" sz="2200" b="0" i="0" u="none" strike="noStrike" kern="1200" cap="none" spc="0" normalizeH="0" baseline="0" noProof="0" dirty="0">
              <a:ln>
                <a:noFill/>
              </a:ln>
              <a:solidFill>
                <a:srgbClr val="B011FF"/>
              </a:solidFill>
              <a:effectLst/>
              <a:uLnTx/>
              <a:uFillTx/>
              <a:latin typeface="Times New Roman" panose="02020603050405020304" pitchFamily="18" charset="0"/>
              <a:ea typeface="+mn-ea"/>
              <a:cs typeface="Times New Roman" panose="02020603050405020304" pitchFamily="18" charset="0"/>
            </a:endParaRPr>
          </a:p>
          <a:p>
            <a:pPr marL="514350" marR="0" lvl="0" indent="-514350" algn="just" defTabSz="914400" rtl="0" eaLnBrk="1" fontAlgn="auto" latinLnBrk="0" hangingPunct="1">
              <a:lnSpc>
                <a:spcPct val="100000"/>
              </a:lnSpc>
              <a:spcBef>
                <a:spcPts val="600"/>
              </a:spcBef>
              <a:spcAft>
                <a:spcPts val="0"/>
              </a:spcAft>
              <a:buClr>
                <a:schemeClr val="accent1"/>
              </a:buClr>
              <a:buSzPct val="80000"/>
              <a:buFont typeface="+mj-lt"/>
              <a:buAutoNum type="romanLcPeriod"/>
              <a:defRPr/>
            </a:pPr>
            <a:endParaRPr kumimoji="0" lang="en-US" sz="2200" b="0" i="0" u="none" strike="noStrike" kern="1200" cap="none" spc="0" normalizeH="0" baseline="0" noProof="0" dirty="0">
              <a:ln>
                <a:noFill/>
              </a:ln>
              <a:solidFill>
                <a:srgbClr val="B011FF"/>
              </a:solidFill>
              <a:effectLst/>
              <a:uLnTx/>
              <a:uFillTx/>
              <a:latin typeface="Times New Roman" panose="02020603050405020304" pitchFamily="18" charset="0"/>
              <a:ea typeface="+mn-ea"/>
              <a:cs typeface="Times New Roman" panose="02020603050405020304" pitchFamily="18" charset="0"/>
            </a:endParaRPr>
          </a:p>
          <a:p>
            <a:pPr marL="365760" marR="0" lvl="0" indent="-283210" algn="just" defTabSz="914400" rtl="0" eaLnBrk="1" fontAlgn="auto" latinLnBrk="0" hangingPunct="1">
              <a:lnSpc>
                <a:spcPct val="100000"/>
              </a:lnSpc>
              <a:spcBef>
                <a:spcPts val="600"/>
              </a:spcBef>
              <a:spcAft>
                <a:spcPts val="0"/>
              </a:spcAft>
              <a:buClr>
                <a:schemeClr val="accent1"/>
              </a:buClr>
              <a:buSzPct val="80000"/>
              <a:buFont typeface="Wingdings 2"/>
              <a:buChar char=""/>
              <a:defRPr/>
            </a:pPr>
            <a:endParaRPr kumimoji="0" lang="en-US" sz="2200" b="0" i="0" u="none" strike="noStrike" kern="1200" cap="none" spc="0" normalizeH="0" baseline="0" noProof="0" dirty="0">
              <a:ln>
                <a:noFill/>
              </a:ln>
              <a:solidFill>
                <a:srgbClr val="B011FF"/>
              </a:solidFill>
              <a:effectLst/>
              <a:uLnTx/>
              <a:uFillTx/>
              <a:latin typeface="Times New Roman" panose="02020603050405020304" pitchFamily="18" charset="0"/>
              <a:ea typeface="+mn-ea"/>
              <a:cs typeface="Times New Roman" panose="02020603050405020304" pitchFamily="18" charset="0"/>
            </a:endParaRPr>
          </a:p>
        </p:txBody>
      </p:sp>
      <p:sp>
        <p:nvSpPr>
          <p:cNvPr id="40963" name="Rectangle 3"/>
          <p:cNvSpPr/>
          <p:nvPr/>
        </p:nvSpPr>
        <p:spPr>
          <a:xfrm>
            <a:off x="3276600" y="304800"/>
            <a:ext cx="2901950" cy="461963"/>
          </a:xfrm>
          <a:prstGeom prst="rect">
            <a:avLst/>
          </a:prstGeom>
          <a:noFill/>
          <a:ln w="9525">
            <a:noFill/>
          </a:ln>
        </p:spPr>
        <p:txBody>
          <a:bodyPr wrap="none">
            <a:spAutoFit/>
          </a:bodyPr>
          <a:p>
            <a:pPr eaLnBrk="1" hangingPunct="1">
              <a:buClr>
                <a:srgbClr val="000000"/>
              </a:buClr>
              <a:buSzPct val="100000"/>
              <a:buFont typeface="Times New Roman" panose="02020603050405020304" pitchFamily="18" charset="0"/>
            </a:pPr>
            <a:r>
              <a:rPr lang="en-US" altLang="en-US" sz="2400" b="1" dirty="0">
                <a:solidFill>
                  <a:srgbClr val="FF0000"/>
                </a:solidFill>
                <a:latin typeface="Times New Roman" panose="02020603050405020304" pitchFamily="18" charset="0"/>
                <a:cs typeface="Times New Roman" panose="02020603050405020304" pitchFamily="18" charset="0"/>
              </a:rPr>
              <a:t>2.Organic Pollutants</a:t>
            </a:r>
            <a:endParaRPr lang="en-US" altLang="en-US" sz="2400" dirty="0">
              <a:solidFill>
                <a:srgbClr val="FF0000"/>
              </a:solidFill>
              <a:latin typeface="Times New Roman" panose="02020603050405020304" pitchFamily="18" charset="0"/>
              <a:ea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1" name="Rectangle 1"/>
          <p:cNvSpPr>
            <a:spLocks noGrp="1" noChangeArrowheads="1"/>
          </p:cNvSpPr>
          <p:nvPr>
            <p:ph type="title"/>
          </p:nvPr>
        </p:nvSpPr>
        <p:spPr>
          <a:xfrm>
            <a:off x="2819400" y="457200"/>
            <a:ext cx="3381375" cy="830263"/>
          </a:xfrm>
          <a:noFill/>
        </p:spPr>
        <p:txBody>
          <a:bodyPr lIns="91440" tIns="45720" rIns="91440" bIns="45720" anchor="ctr">
            <a:sp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en-US" sz="2400" b="1" i="0"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t>3.Radioactive Pollutants</a:t>
            </a:r>
            <a:br>
              <a:rPr kumimoji="0" lang="en-US" altLang="en-US" sz="2400" b="0" i="0" u="none" strike="noStrike" kern="1200" cap="none" spc="0" normalizeH="0" baseline="0" noProof="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br>
            <a:r>
              <a:rPr kumimoji="0" lang="en-US" altLang="en-US" sz="2400" b="1" i="0" u="none" strike="noStrike" kern="1200" cap="none" spc="0" normalizeH="0" baseline="0" noProof="0" smtClean="0">
                <a:ln>
                  <a:noFill/>
                </a:ln>
                <a:solidFill>
                  <a:schemeClr val="bg1"/>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t>3.Radioactive Pollutants</a:t>
            </a:r>
            <a:endParaRPr kumimoji="0" lang="en-US" altLang="en-US" sz="2400" b="0" i="0" u="none" strike="noStrike" kern="1200" cap="none" spc="0" normalizeH="0" baseline="0" noProof="0" smtClean="0">
              <a:ln>
                <a:noFill/>
              </a:ln>
              <a:solidFill>
                <a:schemeClr val="bg1"/>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endParaRPr>
          </a:p>
        </p:txBody>
      </p:sp>
      <p:sp>
        <p:nvSpPr>
          <p:cNvPr id="41987" name="Content Placeholder 2"/>
          <p:cNvSpPr>
            <a:spLocks noGrp="1"/>
          </p:cNvSpPr>
          <p:nvPr>
            <p:ph idx="1"/>
          </p:nvPr>
        </p:nvSpPr>
        <p:spPr>
          <a:ln/>
        </p:spPr>
        <p:txBody>
          <a:bodyPr vert="horz" wrap="square" anchor="t" anchorCtr="0"/>
          <a:p>
            <a:pPr>
              <a:buFont typeface="Times New Roman" panose="02020603050405020304" pitchFamily="18" charset="0"/>
              <a:buNone/>
            </a:pPr>
            <a:r>
              <a:rPr lang="en-US" altLang="en-US" sz="2200" dirty="0">
                <a:solidFill>
                  <a:srgbClr val="B011FF"/>
                </a:solidFill>
                <a:latin typeface="Times New Roman" panose="02020603050405020304" pitchFamily="18" charset="0"/>
                <a:cs typeface="Times New Roman" panose="02020603050405020304" pitchFamily="18" charset="0"/>
              </a:rPr>
              <a:t>Radioactive pollutants: Sr</a:t>
            </a:r>
            <a:r>
              <a:rPr lang="en-US" altLang="en-US" sz="2200" baseline="30000" dirty="0">
                <a:solidFill>
                  <a:srgbClr val="B011FF"/>
                </a:solidFill>
                <a:latin typeface="Times New Roman" panose="02020603050405020304" pitchFamily="18" charset="0"/>
                <a:cs typeface="Times New Roman" panose="02020603050405020304" pitchFamily="18" charset="0"/>
              </a:rPr>
              <a:t>90</a:t>
            </a:r>
            <a:r>
              <a:rPr lang="en-US" altLang="en-US" sz="2200" dirty="0">
                <a:solidFill>
                  <a:srgbClr val="B011FF"/>
                </a:solidFill>
                <a:latin typeface="Times New Roman" panose="02020603050405020304" pitchFamily="18" charset="0"/>
                <a:cs typeface="Times New Roman" panose="02020603050405020304" pitchFamily="18" charset="0"/>
              </a:rPr>
              <a:t>, Cs</a:t>
            </a:r>
            <a:r>
              <a:rPr lang="en-US" altLang="en-US" sz="2200" baseline="30000" dirty="0">
                <a:solidFill>
                  <a:srgbClr val="B011FF"/>
                </a:solidFill>
                <a:latin typeface="Times New Roman" panose="02020603050405020304" pitchFamily="18" charset="0"/>
                <a:cs typeface="Times New Roman" panose="02020603050405020304" pitchFamily="18" charset="0"/>
              </a:rPr>
              <a:t>137</a:t>
            </a:r>
            <a:r>
              <a:rPr lang="en-US" altLang="en-US" sz="2200" dirty="0">
                <a:solidFill>
                  <a:srgbClr val="B011FF"/>
                </a:solidFill>
                <a:latin typeface="Times New Roman" panose="02020603050405020304" pitchFamily="18" charset="0"/>
                <a:cs typeface="Times New Roman" panose="02020603050405020304" pitchFamily="18" charset="0"/>
              </a:rPr>
              <a:t>, Pu</a:t>
            </a:r>
            <a:r>
              <a:rPr lang="en-US" altLang="en-US" sz="2200" baseline="30000" dirty="0">
                <a:solidFill>
                  <a:srgbClr val="B011FF"/>
                </a:solidFill>
                <a:latin typeface="Times New Roman" panose="02020603050405020304" pitchFamily="18" charset="0"/>
                <a:cs typeface="Times New Roman" panose="02020603050405020304" pitchFamily="18" charset="0"/>
              </a:rPr>
              <a:t>248 </a:t>
            </a:r>
            <a:r>
              <a:rPr lang="en-US" altLang="en-US" sz="2200" dirty="0">
                <a:solidFill>
                  <a:srgbClr val="B011FF"/>
                </a:solidFill>
                <a:latin typeface="Times New Roman" panose="02020603050405020304" pitchFamily="18" charset="0"/>
                <a:cs typeface="Times New Roman" panose="02020603050405020304" pitchFamily="18" charset="0"/>
              </a:rPr>
              <a:t>etc</a:t>
            </a:r>
            <a:endParaRPr lang="en-US" altLang="en-US" sz="2200" dirty="0">
              <a:solidFill>
                <a:srgbClr val="B011FF"/>
              </a:solidFill>
              <a:latin typeface="Times New Roman" panose="02020603050405020304" pitchFamily="18" charset="0"/>
              <a:cs typeface="Times New Roman" panose="02020603050405020304" pitchFamily="18" charset="0"/>
            </a:endParaRPr>
          </a:p>
          <a:p>
            <a:pPr>
              <a:buFont typeface="Times New Roman" panose="02020603050405020304" pitchFamily="18" charset="0"/>
              <a:buNone/>
            </a:pPr>
            <a:r>
              <a:rPr lang="en-US" altLang="en-US" sz="2200" b="1" i="1" dirty="0">
                <a:solidFill>
                  <a:srgbClr val="FF00FF"/>
                </a:solidFill>
                <a:latin typeface="Times New Roman" panose="02020603050405020304" pitchFamily="18" charset="0"/>
                <a:cs typeface="Times New Roman" panose="02020603050405020304" pitchFamily="18" charset="0"/>
              </a:rPr>
              <a:t>Sources:</a:t>
            </a:r>
            <a:r>
              <a:rPr lang="en-US" altLang="en-US" sz="2200" dirty="0">
                <a:solidFill>
                  <a:srgbClr val="FF00FF"/>
                </a:solidFill>
                <a:latin typeface="Times New Roman" panose="02020603050405020304" pitchFamily="18" charset="0"/>
                <a:cs typeface="Times New Roman" panose="02020603050405020304" pitchFamily="18" charset="0"/>
              </a:rPr>
              <a:t> </a:t>
            </a:r>
            <a:endParaRPr lang="en-US" altLang="en-US" sz="2200" dirty="0">
              <a:solidFill>
                <a:srgbClr val="FF00FF"/>
              </a:solidFill>
              <a:latin typeface="Times New Roman" panose="02020603050405020304" pitchFamily="18" charset="0"/>
              <a:cs typeface="Times New Roman" panose="02020603050405020304" pitchFamily="18" charset="0"/>
            </a:endParaRPr>
          </a:p>
          <a:p>
            <a:pPr>
              <a:buFont typeface="Times New Roman" panose="02020603050405020304" pitchFamily="18" charset="0"/>
              <a:buNone/>
            </a:pPr>
            <a:r>
              <a:rPr lang="en-US" altLang="en-US" sz="2200" dirty="0">
                <a:solidFill>
                  <a:srgbClr val="B011FF"/>
                </a:solidFill>
                <a:latin typeface="Times New Roman" panose="02020603050405020304" pitchFamily="18" charset="0"/>
                <a:cs typeface="Times New Roman" panose="02020603050405020304" pitchFamily="18" charset="0"/>
              </a:rPr>
              <a:t>	Nuclear power plants, nuclear reactors, wastes of uranium and thorium mining and refining, use of radio isotopes in research, agricultural, industrial and medical applications eg: C</a:t>
            </a:r>
            <a:r>
              <a:rPr lang="en-US" altLang="en-US" sz="2200" baseline="30000" dirty="0">
                <a:solidFill>
                  <a:srgbClr val="B011FF"/>
                </a:solidFill>
                <a:latin typeface="Times New Roman" panose="02020603050405020304" pitchFamily="18" charset="0"/>
                <a:cs typeface="Times New Roman" panose="02020603050405020304" pitchFamily="18" charset="0"/>
              </a:rPr>
              <a:t>14</a:t>
            </a:r>
            <a:r>
              <a:rPr lang="en-US" altLang="en-US" sz="2200" dirty="0">
                <a:solidFill>
                  <a:srgbClr val="B011FF"/>
                </a:solidFill>
                <a:latin typeface="Times New Roman" panose="02020603050405020304" pitchFamily="18" charset="0"/>
                <a:cs typeface="Times New Roman" panose="02020603050405020304" pitchFamily="18" charset="0"/>
              </a:rPr>
              <a:t>, P</a:t>
            </a:r>
            <a:r>
              <a:rPr lang="en-US" altLang="en-US" sz="2200" baseline="30000" dirty="0">
                <a:solidFill>
                  <a:srgbClr val="B011FF"/>
                </a:solidFill>
                <a:latin typeface="Times New Roman" panose="02020603050405020304" pitchFamily="18" charset="0"/>
                <a:cs typeface="Times New Roman" panose="02020603050405020304" pitchFamily="18" charset="0"/>
              </a:rPr>
              <a:t>32</a:t>
            </a:r>
            <a:r>
              <a:rPr lang="en-US" altLang="en-US" sz="2200" dirty="0">
                <a:solidFill>
                  <a:srgbClr val="B011FF"/>
                </a:solidFill>
                <a:latin typeface="Times New Roman" panose="02020603050405020304" pitchFamily="18" charset="0"/>
                <a:cs typeface="Times New Roman" panose="02020603050405020304" pitchFamily="18" charset="0"/>
              </a:rPr>
              <a:t>, Co</a:t>
            </a:r>
            <a:r>
              <a:rPr lang="en-US" altLang="en-US" sz="2200" baseline="30000" dirty="0">
                <a:solidFill>
                  <a:srgbClr val="B011FF"/>
                </a:solidFill>
                <a:latin typeface="Times New Roman" panose="02020603050405020304" pitchFamily="18" charset="0"/>
                <a:cs typeface="Times New Roman" panose="02020603050405020304" pitchFamily="18" charset="0"/>
              </a:rPr>
              <a:t>60</a:t>
            </a:r>
            <a:r>
              <a:rPr lang="en-US" altLang="en-US" sz="2200" dirty="0">
                <a:solidFill>
                  <a:srgbClr val="B011FF"/>
                </a:solidFill>
                <a:latin typeface="Times New Roman" panose="02020603050405020304" pitchFamily="18" charset="0"/>
                <a:cs typeface="Times New Roman" panose="02020603050405020304" pitchFamily="18" charset="0"/>
              </a:rPr>
              <a:t>, I</a:t>
            </a:r>
            <a:r>
              <a:rPr lang="en-US" altLang="en-US" sz="2200" baseline="30000" dirty="0">
                <a:solidFill>
                  <a:srgbClr val="B011FF"/>
                </a:solidFill>
                <a:latin typeface="Times New Roman" panose="02020603050405020304" pitchFamily="18" charset="0"/>
                <a:cs typeface="Times New Roman" panose="02020603050405020304" pitchFamily="18" charset="0"/>
              </a:rPr>
              <a:t>131</a:t>
            </a:r>
            <a:r>
              <a:rPr lang="en-US" altLang="en-US" sz="2200" dirty="0">
                <a:solidFill>
                  <a:srgbClr val="B011FF"/>
                </a:solidFill>
                <a:latin typeface="Times New Roman" panose="02020603050405020304" pitchFamily="18" charset="0"/>
                <a:cs typeface="Times New Roman" panose="02020603050405020304" pitchFamily="18" charset="0"/>
              </a:rPr>
              <a:t> etc</a:t>
            </a:r>
            <a:endParaRPr lang="en-US" altLang="en-US" sz="2200" dirty="0">
              <a:solidFill>
                <a:srgbClr val="B011FF"/>
              </a:solidFill>
              <a:latin typeface="Times New Roman" panose="02020603050405020304" pitchFamily="18" charset="0"/>
              <a:cs typeface="Times New Roman" panose="02020603050405020304" pitchFamily="18" charset="0"/>
            </a:endParaRPr>
          </a:p>
          <a:p>
            <a:pPr>
              <a:buFont typeface="Times New Roman" panose="02020603050405020304" pitchFamily="18" charset="0"/>
              <a:buNone/>
            </a:pPr>
            <a:r>
              <a:rPr lang="en-US" altLang="en-US" sz="2200" b="1" i="1" dirty="0">
                <a:solidFill>
                  <a:srgbClr val="FF00FF"/>
                </a:solidFill>
                <a:latin typeface="Times New Roman" panose="02020603050405020304" pitchFamily="18" charset="0"/>
                <a:cs typeface="Times New Roman" panose="02020603050405020304" pitchFamily="18" charset="0"/>
              </a:rPr>
              <a:t>Effects:</a:t>
            </a:r>
            <a:endParaRPr lang="en-US" altLang="en-US" sz="2200" dirty="0">
              <a:solidFill>
                <a:srgbClr val="FF00FF"/>
              </a:solidFill>
              <a:latin typeface="Times New Roman" panose="02020603050405020304" pitchFamily="18" charset="0"/>
              <a:cs typeface="Times New Roman" panose="02020603050405020304" pitchFamily="18" charset="0"/>
            </a:endParaRPr>
          </a:p>
          <a:p>
            <a:pPr>
              <a:buFont typeface="Times New Roman" panose="02020603050405020304" pitchFamily="18" charset="0"/>
              <a:buNone/>
            </a:pPr>
            <a:r>
              <a:rPr lang="en-US" altLang="en-US" sz="2200" dirty="0">
                <a:solidFill>
                  <a:srgbClr val="B011FF"/>
                </a:solidFill>
                <a:latin typeface="Times New Roman" panose="02020603050405020304" pitchFamily="18" charset="0"/>
                <a:cs typeface="Times New Roman" panose="02020603050405020304" pitchFamily="18" charset="0"/>
              </a:rPr>
              <a:t>	Radiations from radioactive materials can affect cancer, burns and molecular disruptions. High energy radiations can harm the genetic material, especially the chromosomes of the living organisms.</a:t>
            </a:r>
            <a:endParaRPr lang="en-US" altLang="en-US" sz="2200" dirty="0">
              <a:solidFill>
                <a:srgbClr val="B011FF"/>
              </a:solidFill>
              <a:latin typeface="Times New Roman" panose="02020603050405020304" pitchFamily="18" charset="0"/>
              <a:cs typeface="Times New Roman" panose="02020603050405020304" pitchFamily="18" charset="0"/>
            </a:endParaRPr>
          </a:p>
          <a:p>
            <a:pPr>
              <a:buFont typeface="Wingdings 2" pitchFamily="18" charset="2"/>
              <a:buChar char=""/>
            </a:pPr>
            <a:endParaRPr lang="en-US" altLang="en-US" sz="2200" dirty="0">
              <a:solidFill>
                <a:srgbClr val="B011FF"/>
              </a:solidFill>
              <a:latin typeface="Times New Roman" panose="02020603050405020304" pitchFamily="18" charset="0"/>
              <a:ea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Title 1"/>
          <p:cNvSpPr>
            <a:spLocks noGrp="1" noChangeArrowheads="1"/>
          </p:cNvSpPr>
          <p:nvPr>
            <p:ph type="title"/>
          </p:nvPr>
        </p:nvSpPr>
        <p:spPr>
          <a:xfrm>
            <a:off x="457200" y="274638"/>
            <a:ext cx="8228013" cy="868363"/>
          </a:xfrm>
        </p:spPr>
        <p:txBody>
          <a:bodyPr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en-US" sz="2400" b="1" i="0" u="none" strike="noStrike" kern="1200" cap="none" spc="0" normalizeH="0" baseline="0" noProof="0" dirty="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t>          4.Thermal Pollutants</a:t>
            </a:r>
            <a:endParaRPr kumimoji="0" lang="en-US" altLang="en-US" sz="2400" b="0" i="0" u="none" strike="noStrike" kern="1200" cap="none" spc="0" normalizeH="0" baseline="0" noProof="0" dirty="0" smtClean="0">
              <a:ln>
                <a:noFill/>
              </a:ln>
              <a:solidFill>
                <a:srgbClr val="FF0000"/>
              </a:solidFill>
              <a:effectLst>
                <a:outerShdw blurRad="50000" dist="30000" dir="5400000" algn="tl" rotWithShape="0">
                  <a:srgbClr val="000000">
                    <a:alpha val="30000"/>
                  </a:srgbClr>
                </a:outerShdw>
              </a:effectLst>
              <a:uLnTx/>
              <a:uFillTx/>
              <a:latin typeface="+mj-lt"/>
              <a:ea typeface="+mj-ea"/>
              <a:cs typeface="+mj-cs"/>
            </a:endParaRPr>
          </a:p>
        </p:txBody>
      </p:sp>
      <p:sp>
        <p:nvSpPr>
          <p:cNvPr id="43011" name="Content Placeholder 2"/>
          <p:cNvSpPr>
            <a:spLocks noGrp="1"/>
          </p:cNvSpPr>
          <p:nvPr>
            <p:ph idx="1"/>
          </p:nvPr>
        </p:nvSpPr>
        <p:spPr>
          <a:xfrm>
            <a:off x="1295400" y="1371600"/>
            <a:ext cx="7389813" cy="4876800"/>
          </a:xfrm>
          <a:ln/>
        </p:spPr>
        <p:txBody>
          <a:bodyPr vert="horz" wrap="square" anchor="t" anchorCtr="0"/>
          <a:p>
            <a:pPr>
              <a:buFont typeface="Times New Roman" panose="02020603050405020304" pitchFamily="18" charset="0"/>
              <a:buNone/>
            </a:pPr>
            <a:r>
              <a:rPr lang="en-US" altLang="en-US" sz="2200" dirty="0">
                <a:solidFill>
                  <a:srgbClr val="B011FF"/>
                </a:solidFill>
                <a:latin typeface="Times New Roman" panose="02020603050405020304" pitchFamily="18" charset="0"/>
                <a:cs typeface="Times New Roman" panose="02020603050405020304" pitchFamily="18" charset="0"/>
              </a:rPr>
              <a:t>	The discharge of waste heat into natural waters is termed as thermal pollution.</a:t>
            </a:r>
            <a:endParaRPr lang="en-US" altLang="en-US" sz="2200" dirty="0">
              <a:solidFill>
                <a:srgbClr val="B011FF"/>
              </a:solidFill>
              <a:latin typeface="Times New Roman" panose="02020603050405020304" pitchFamily="18" charset="0"/>
              <a:cs typeface="Times New Roman" panose="02020603050405020304" pitchFamily="18" charset="0"/>
            </a:endParaRPr>
          </a:p>
          <a:p>
            <a:pPr>
              <a:buFont typeface="Times New Roman" panose="02020603050405020304" pitchFamily="18" charset="0"/>
              <a:buNone/>
            </a:pPr>
            <a:r>
              <a:rPr lang="en-US" altLang="en-US" sz="2200" b="1" i="1" dirty="0">
                <a:solidFill>
                  <a:srgbClr val="FF00FF"/>
                </a:solidFill>
                <a:latin typeface="Times New Roman" panose="02020603050405020304" pitchFamily="18" charset="0"/>
                <a:cs typeface="Times New Roman" panose="02020603050405020304" pitchFamily="18" charset="0"/>
              </a:rPr>
              <a:t>Sources:</a:t>
            </a:r>
            <a:r>
              <a:rPr lang="en-US" altLang="en-US" sz="2200" dirty="0">
                <a:solidFill>
                  <a:srgbClr val="FF00FF"/>
                </a:solidFill>
                <a:latin typeface="Times New Roman" panose="02020603050405020304" pitchFamily="18" charset="0"/>
                <a:cs typeface="Times New Roman" panose="02020603050405020304" pitchFamily="18" charset="0"/>
              </a:rPr>
              <a:t> </a:t>
            </a:r>
            <a:endParaRPr lang="en-US" altLang="en-US" sz="2200" dirty="0">
              <a:solidFill>
                <a:srgbClr val="FF00FF"/>
              </a:solidFill>
              <a:latin typeface="Times New Roman" panose="02020603050405020304" pitchFamily="18" charset="0"/>
              <a:cs typeface="Times New Roman" panose="02020603050405020304" pitchFamily="18" charset="0"/>
            </a:endParaRPr>
          </a:p>
          <a:p>
            <a:pPr>
              <a:buFont typeface="Times New Roman" panose="02020603050405020304" pitchFamily="18" charset="0"/>
              <a:buNone/>
            </a:pPr>
            <a:r>
              <a:rPr lang="en-US" altLang="en-US" sz="2200" dirty="0">
                <a:solidFill>
                  <a:srgbClr val="B011FF"/>
                </a:solidFill>
                <a:latin typeface="Times New Roman" panose="02020603050405020304" pitchFamily="18" charset="0"/>
                <a:cs typeface="Times New Roman" panose="02020603050405020304" pitchFamily="18" charset="0"/>
              </a:rPr>
              <a:t>	Water used as coolants in nuclear power plants, thermal power plants, industries is returned to water body at a high temperature. Thus causing a progressive warming of the water body. This phenomenon is known as thermal pollution.</a:t>
            </a:r>
            <a:endParaRPr lang="en-US" altLang="en-US" sz="2200" dirty="0">
              <a:solidFill>
                <a:srgbClr val="B011FF"/>
              </a:solidFill>
              <a:latin typeface="Times New Roman" panose="02020603050405020304" pitchFamily="18" charset="0"/>
              <a:cs typeface="Times New Roman" panose="02020603050405020304" pitchFamily="18" charset="0"/>
            </a:endParaRPr>
          </a:p>
          <a:p>
            <a:pPr>
              <a:buFont typeface="Times New Roman" panose="02020603050405020304" pitchFamily="18" charset="0"/>
              <a:buNone/>
            </a:pPr>
            <a:r>
              <a:rPr lang="en-US" altLang="en-US" sz="2200" b="1" i="1" dirty="0">
                <a:solidFill>
                  <a:srgbClr val="FF00FF"/>
                </a:solidFill>
                <a:latin typeface="Times New Roman" panose="02020603050405020304" pitchFamily="18" charset="0"/>
                <a:cs typeface="Times New Roman" panose="02020603050405020304" pitchFamily="18" charset="0"/>
              </a:rPr>
              <a:t>Effects:</a:t>
            </a:r>
            <a:endParaRPr lang="en-US" altLang="en-US" sz="2200" dirty="0">
              <a:solidFill>
                <a:srgbClr val="FF00FF"/>
              </a:solidFill>
              <a:latin typeface="Times New Roman" panose="02020603050405020304" pitchFamily="18" charset="0"/>
              <a:cs typeface="Times New Roman" panose="02020603050405020304" pitchFamily="18" charset="0"/>
            </a:endParaRPr>
          </a:p>
          <a:p>
            <a:pPr>
              <a:buFont typeface="Times New Roman" panose="02020603050405020304" pitchFamily="18" charset="0"/>
              <a:buNone/>
            </a:pPr>
            <a:r>
              <a:rPr lang="en-US" altLang="en-US" sz="2200" dirty="0">
                <a:solidFill>
                  <a:srgbClr val="B011FF"/>
                </a:solidFill>
                <a:latin typeface="Times New Roman" panose="02020603050405020304" pitchFamily="18" charset="0"/>
                <a:cs typeface="Times New Roman" panose="02020603050405020304" pitchFamily="18" charset="0"/>
              </a:rPr>
              <a:t>	1. Decreases the amount of oxygen dissolved which affects aquatic life.</a:t>
            </a:r>
            <a:endParaRPr lang="en-US" altLang="en-US" sz="2200" dirty="0">
              <a:solidFill>
                <a:srgbClr val="B011FF"/>
              </a:solidFill>
              <a:latin typeface="Times New Roman" panose="02020603050405020304" pitchFamily="18" charset="0"/>
              <a:cs typeface="Times New Roman" panose="02020603050405020304" pitchFamily="18" charset="0"/>
            </a:endParaRPr>
          </a:p>
          <a:p>
            <a:pPr>
              <a:buFont typeface="Times New Roman" panose="02020603050405020304" pitchFamily="18" charset="0"/>
              <a:buNone/>
            </a:pPr>
            <a:r>
              <a:rPr lang="en-US" altLang="en-US" sz="2200" dirty="0">
                <a:solidFill>
                  <a:srgbClr val="B011FF"/>
                </a:solidFill>
                <a:latin typeface="Times New Roman" panose="02020603050405020304" pitchFamily="18" charset="0"/>
                <a:cs typeface="Times New Roman" panose="02020603050405020304" pitchFamily="18" charset="0"/>
              </a:rPr>
              <a:t>	2. Disease resistance of fish decreases.</a:t>
            </a:r>
            <a:endParaRPr lang="en-US" altLang="en-US" sz="2200" dirty="0">
              <a:solidFill>
                <a:srgbClr val="B011FF"/>
              </a:solidFill>
              <a:latin typeface="Times New Roman" panose="02020603050405020304" pitchFamily="18" charset="0"/>
              <a:cs typeface="Times New Roman" panose="02020603050405020304" pitchFamily="18" charset="0"/>
            </a:endParaRPr>
          </a:p>
          <a:p>
            <a:pPr>
              <a:buFont typeface="Times New Roman" panose="02020603050405020304" pitchFamily="18" charset="0"/>
              <a:buNone/>
            </a:pPr>
            <a:r>
              <a:rPr lang="en-US" altLang="en-US" sz="2200" dirty="0">
                <a:solidFill>
                  <a:srgbClr val="B011FF"/>
                </a:solidFill>
                <a:latin typeface="Times New Roman" panose="02020603050405020304" pitchFamily="18" charset="0"/>
                <a:cs typeface="Times New Roman" panose="02020603050405020304" pitchFamily="18" charset="0"/>
              </a:rPr>
              <a:t>	3. Pollutants in water become more toxic.</a:t>
            </a:r>
            <a:endParaRPr lang="en-US" altLang="en-US" sz="2200" dirty="0">
              <a:solidFill>
                <a:srgbClr val="B011FF"/>
              </a:solidFill>
              <a:latin typeface="Times New Roman" panose="02020603050405020304" pitchFamily="18" charset="0"/>
              <a:ea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Title 1"/>
          <p:cNvSpPr>
            <a:spLocks noGrp="1" noChangeArrowheads="1"/>
          </p:cNvSpPr>
          <p:nvPr>
            <p:ph type="title"/>
          </p:nvPr>
        </p:nvSpPr>
        <p:spPr>
          <a:xfrm>
            <a:off x="457200" y="685800"/>
            <a:ext cx="8228013" cy="563563"/>
          </a:xfrm>
        </p:spPr>
        <p:txBody>
          <a:bodyPr anchor="ctr">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br>
              <a:rPr kumimoji="0" lang="en-US" altLang="en-US" sz="2400" b="1" i="0" u="none" strike="noStrike" kern="1200" cap="none" spc="0" normalizeH="0" baseline="0" noProof="0" dirty="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br>
            <a:r>
              <a:rPr kumimoji="0" lang="en-US" altLang="en-US" sz="2400" b="1" i="0" u="none" strike="noStrike" kern="1200" cap="none" spc="0" normalizeH="0" baseline="0" noProof="0" dirty="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t>            Control of water pollution</a:t>
            </a:r>
            <a:br>
              <a:rPr kumimoji="0" lang="en-US" altLang="en-US" sz="2400" b="0" i="0" u="none" strike="noStrike" kern="1200" cap="none" spc="0" normalizeH="0" baseline="0" noProof="0" dirty="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rPr>
            </a:br>
            <a:endParaRPr kumimoji="0" lang="en-US" altLang="en-US" sz="2400" b="0" i="0" u="none" strike="noStrike" kern="1200" cap="none" spc="0" normalizeH="0" baseline="0" noProof="0" dirty="0" smtClean="0">
              <a:ln>
                <a:noFill/>
              </a:ln>
              <a:solidFill>
                <a:srgbClr val="FF0000"/>
              </a:solidFill>
              <a:effectLst>
                <a:outerShdw blurRad="50000" dist="30000" dir="5400000" algn="tl" rotWithShape="0">
                  <a:srgbClr val="000000">
                    <a:alpha val="30000"/>
                  </a:srgbClr>
                </a:outerShdw>
              </a:effectLst>
              <a:uLnTx/>
              <a:uFillTx/>
              <a:latin typeface="Times New Roman" panose="02020603050405020304" pitchFamily="18" charset="0"/>
              <a:ea typeface="+mj-ea"/>
              <a:cs typeface="Times New Roman" panose="02020603050405020304" pitchFamily="18" charset="0"/>
            </a:endParaRPr>
          </a:p>
        </p:txBody>
      </p:sp>
      <p:sp>
        <p:nvSpPr>
          <p:cNvPr id="44035" name="Content Placeholder 2"/>
          <p:cNvSpPr>
            <a:spLocks noGrp="1"/>
          </p:cNvSpPr>
          <p:nvPr>
            <p:ph idx="1"/>
          </p:nvPr>
        </p:nvSpPr>
        <p:spPr>
          <a:xfrm>
            <a:off x="1295400" y="1600200"/>
            <a:ext cx="7696200" cy="4724400"/>
          </a:xfrm>
          <a:ln/>
        </p:spPr>
        <p:txBody>
          <a:bodyPr vert="horz" wrap="square" anchor="t" anchorCtr="0"/>
          <a:p>
            <a:pPr algn="just">
              <a:buFont typeface="Times New Roman" panose="02020603050405020304" pitchFamily="18" charset="0"/>
              <a:buNone/>
            </a:pPr>
            <a:r>
              <a:rPr lang="en-US" altLang="en-US" sz="2200" dirty="0">
                <a:solidFill>
                  <a:srgbClr val="B011FF"/>
                </a:solidFill>
                <a:latin typeface="Times New Roman" panose="02020603050405020304" pitchFamily="18" charset="0"/>
                <a:cs typeface="Times New Roman" panose="02020603050405020304" pitchFamily="18" charset="0"/>
              </a:rPr>
              <a:t>1. Reduction of waste at source by trapping nutrients, proper aeration etc</a:t>
            </a:r>
            <a:endParaRPr lang="en-US" altLang="en-US" sz="2200" dirty="0">
              <a:solidFill>
                <a:srgbClr val="B011FF"/>
              </a:solidFill>
              <a:latin typeface="Times New Roman" panose="02020603050405020304" pitchFamily="18" charset="0"/>
              <a:cs typeface="Times New Roman" panose="02020603050405020304" pitchFamily="18" charset="0"/>
            </a:endParaRPr>
          </a:p>
          <a:p>
            <a:pPr algn="just">
              <a:buFont typeface="Times New Roman" panose="02020603050405020304" pitchFamily="18" charset="0"/>
              <a:buNone/>
            </a:pPr>
            <a:r>
              <a:rPr lang="en-US" altLang="en-US" sz="2200" dirty="0">
                <a:solidFill>
                  <a:srgbClr val="B011FF"/>
                </a:solidFill>
                <a:latin typeface="Times New Roman" panose="02020603050405020304" pitchFamily="18" charset="0"/>
                <a:cs typeface="Times New Roman" panose="02020603050405020304" pitchFamily="18" charset="0"/>
              </a:rPr>
              <a:t>2. Pollutants like mercury, sodium, ammonia, phenols should be removed by adsorption, electrolysis, reverse osmosis, ion exchange etc.</a:t>
            </a:r>
            <a:endParaRPr lang="en-US" altLang="en-US" sz="2200" dirty="0">
              <a:solidFill>
                <a:srgbClr val="B011FF"/>
              </a:solidFill>
              <a:latin typeface="Times New Roman" panose="02020603050405020304" pitchFamily="18" charset="0"/>
              <a:cs typeface="Times New Roman" panose="02020603050405020304" pitchFamily="18" charset="0"/>
            </a:endParaRPr>
          </a:p>
          <a:p>
            <a:pPr algn="just">
              <a:buFont typeface="Times New Roman" panose="02020603050405020304" pitchFamily="18" charset="0"/>
              <a:buNone/>
            </a:pPr>
            <a:r>
              <a:rPr lang="en-US" altLang="en-US" sz="2200" dirty="0">
                <a:solidFill>
                  <a:srgbClr val="B011FF"/>
                </a:solidFill>
                <a:latin typeface="Times New Roman" panose="02020603050405020304" pitchFamily="18" charset="0"/>
                <a:cs typeface="Times New Roman" panose="02020603050405020304" pitchFamily="18" charset="0"/>
              </a:rPr>
              <a:t>3. Sewage should be given proper treatment before its discharge into water bodies.</a:t>
            </a:r>
            <a:endParaRPr lang="en-US" altLang="en-US" sz="2200" dirty="0">
              <a:solidFill>
                <a:srgbClr val="B011FF"/>
              </a:solidFill>
              <a:latin typeface="Times New Roman" panose="02020603050405020304" pitchFamily="18" charset="0"/>
              <a:cs typeface="Times New Roman" panose="02020603050405020304" pitchFamily="18" charset="0"/>
            </a:endParaRPr>
          </a:p>
          <a:p>
            <a:pPr algn="just">
              <a:buFont typeface="Times New Roman" panose="02020603050405020304" pitchFamily="18" charset="0"/>
              <a:buNone/>
            </a:pPr>
            <a:r>
              <a:rPr lang="en-US" altLang="en-US" sz="2200" dirty="0">
                <a:solidFill>
                  <a:srgbClr val="B011FF"/>
                </a:solidFill>
                <a:latin typeface="Times New Roman" panose="02020603050405020304" pitchFamily="18" charset="0"/>
                <a:cs typeface="Times New Roman" panose="02020603050405020304" pitchFamily="18" charset="0"/>
              </a:rPr>
              <a:t>4. Pathogens are removed from water by disinfection.</a:t>
            </a:r>
            <a:endParaRPr lang="en-US" altLang="en-US" sz="2200" dirty="0">
              <a:solidFill>
                <a:srgbClr val="B011FF"/>
              </a:solidFill>
              <a:latin typeface="Times New Roman" panose="02020603050405020304" pitchFamily="18" charset="0"/>
              <a:cs typeface="Times New Roman" panose="02020603050405020304" pitchFamily="18" charset="0"/>
            </a:endParaRPr>
          </a:p>
          <a:p>
            <a:pPr algn="just">
              <a:buFont typeface="Times New Roman" panose="02020603050405020304" pitchFamily="18" charset="0"/>
              <a:buNone/>
            </a:pPr>
            <a:r>
              <a:rPr lang="en-US" altLang="en-US" sz="2200" dirty="0">
                <a:solidFill>
                  <a:srgbClr val="B011FF"/>
                </a:solidFill>
                <a:latin typeface="Times New Roman" panose="02020603050405020304" pitchFamily="18" charset="0"/>
                <a:cs typeface="Times New Roman" panose="02020603050405020304" pitchFamily="18" charset="0"/>
              </a:rPr>
              <a:t>5. To avoid thermal pollution the waste heat should be transferred by using   cooling towers</a:t>
            </a:r>
            <a:endParaRPr lang="en-US" altLang="en-US" sz="2200" dirty="0">
              <a:solidFill>
                <a:srgbClr val="B011FF"/>
              </a:solidFill>
              <a:latin typeface="Times New Roman" panose="02020603050405020304" pitchFamily="18" charset="0"/>
              <a:cs typeface="Times New Roman" panose="02020603050405020304" pitchFamily="18" charset="0"/>
            </a:endParaRPr>
          </a:p>
          <a:p>
            <a:pPr algn="just">
              <a:buFont typeface="Times New Roman" panose="02020603050405020304" pitchFamily="18" charset="0"/>
              <a:buNone/>
            </a:pPr>
            <a:r>
              <a:rPr lang="en-US" altLang="en-US" sz="2200" dirty="0">
                <a:solidFill>
                  <a:srgbClr val="B011FF"/>
                </a:solidFill>
                <a:latin typeface="Times New Roman" panose="02020603050405020304" pitchFamily="18" charset="0"/>
                <a:cs typeface="Times New Roman" panose="02020603050405020304" pitchFamily="18" charset="0"/>
              </a:rPr>
              <a:t>6.Warm water is stored in earth dike ponds, after bringing down the temperature and then discharged into water body.</a:t>
            </a:r>
            <a:endParaRPr lang="en-US" altLang="en-US" sz="2200" dirty="0">
              <a:solidFill>
                <a:srgbClr val="B011FF"/>
              </a:solidFill>
              <a:latin typeface="Times New Roman" panose="02020603050405020304" pitchFamily="18" charset="0"/>
              <a:cs typeface="Times New Roman" panose="02020603050405020304" pitchFamily="18" charset="0"/>
            </a:endParaRPr>
          </a:p>
          <a:p>
            <a:pPr algn="just">
              <a:buFont typeface="Times New Roman" panose="02020603050405020304" pitchFamily="18" charset="0"/>
              <a:buNone/>
            </a:pPr>
            <a:endParaRPr lang="en-US" altLang="en-US" sz="2200" dirty="0">
              <a:solidFill>
                <a:srgbClr val="B011FF"/>
              </a:solidFill>
              <a:latin typeface="Times New Roman" panose="02020603050405020304" pitchFamily="18" charset="0"/>
              <a:ea typeface="Times New Roman" panose="02020603050405020304"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Solstice</Template>
  <TotalTime>0</TotalTime>
  <Words>15062</Words>
  <Application>WPS Presentation</Application>
  <PresentationFormat>On-screen Show (4:3)</PresentationFormat>
  <Paragraphs>318</Paragraphs>
  <Slides>34</Slides>
  <Notes>8</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34</vt:i4>
      </vt:variant>
    </vt:vector>
  </HeadingPairs>
  <TitlesOfParts>
    <vt:vector size="47" baseType="lpstr">
      <vt:lpstr>Arial</vt:lpstr>
      <vt:lpstr>SimSun</vt:lpstr>
      <vt:lpstr>Wingdings</vt:lpstr>
      <vt:lpstr>Gill Sans MT</vt:lpstr>
      <vt:lpstr>Wingdings 2</vt:lpstr>
      <vt:lpstr>Wingdings</vt:lpstr>
      <vt:lpstr>Verdana</vt:lpstr>
      <vt:lpstr>Times New Roman</vt:lpstr>
      <vt:lpstr>Wingdings 2</vt:lpstr>
      <vt:lpstr>Verdana</vt:lpstr>
      <vt:lpstr>Microsoft YaHei</vt:lpstr>
      <vt:lpstr>Arial Unicode MS</vt:lpstr>
      <vt:lpstr>Solstice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Chavan Sir</cp:lastModifiedBy>
  <cp:revision>121</cp:revision>
  <dcterms:created xsi:type="dcterms:W3CDTF">2011-01-07T06:46:32Z</dcterms:created>
  <dcterms:modified xsi:type="dcterms:W3CDTF">2026-02-13T05:34:17Z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D1D12C97AE474327B5A665C20350E375_12</vt:lpwstr>
  </property>
  <property fmtid="{D5CDD505-2E9C-101B-9397-08002B2CF9AE}" pid="3" name="KSOProductBuildVer">
    <vt:lpwstr>2057-12.2.0.23196</vt:lpwstr>
  </property>
</Properties>
</file>