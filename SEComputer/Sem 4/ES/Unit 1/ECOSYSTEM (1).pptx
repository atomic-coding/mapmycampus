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1584" y="96"/>
      </p:cViewPr>
      <p:guideLst>
        <p:guide orient="horz" pos="216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5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jpe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jpe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jpe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1-Ecosystem-1-638.jpg"/>
          <p:cNvPicPr>
            <a:picLocks noChangeAspect="1"/>
          </p:cNvPicPr>
          <p:nvPr/>
        </p:nvPicPr>
        <p:blipFill>
          <a:blip r:embed="rId1"/>
          <a:srcRect b="29704"/>
          <a:stretch>
            <a:fillRect/>
          </a:stretch>
        </p:blipFill>
        <p:spPr>
          <a:xfrm>
            <a:off x="0" y="429260"/>
            <a:ext cx="9144000" cy="5593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2-Ecosystem-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3-Ecosystem-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4-Ecosystem-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5-Ecosystem-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6-Ecosystem-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7-Ecosystem-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8-Ecosystem-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9-Ecosystem-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0-Ecosystem-1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1-Ecosystem-1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2-Ecosystem-1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3-Ecosystem-1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4-Ecosystem-1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5-Ecosystem-1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6-Ecosystem-1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7-Ecosystem-1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8-Ecosystem-1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9-Ecosystem-1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0-Ecosystem-2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1-Ecosystem-2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2-Ecosystem-2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7734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3-Ecosystem-23-638.jpg"/>
          <p:cNvPicPr>
            <a:picLocks noChangeAspect="1"/>
          </p:cNvPicPr>
          <p:nvPr/>
        </p:nvPicPr>
        <p:blipFill>
          <a:blip r:embed="rId1"/>
          <a:srcRect b="7567"/>
          <a:stretch>
            <a:fillRect/>
          </a:stretch>
        </p:blipFill>
        <p:spPr>
          <a:xfrm>
            <a:off x="0" y="4571"/>
            <a:ext cx="9144000" cy="63390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4-Ecosystem-2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5-Ecosystem-2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6-Ecosystem-2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7-Ecosystem-2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8-Ecosystem-2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-Ecosystem-2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0-Ecosystem-3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1-Ecosystem-3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2-Ecosystem-3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3-Ecosystem-3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4-Ecosystem-3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5-Ecosystem-3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6-Ecosystem-3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7-Ecosystem-3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8-Ecosystem-3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9-Ecosystem-3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0-Ecosystem-4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1-Ecosystem-4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2-Ecosystem-4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3-Ecosystem-4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4-Ecosystem-4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5-Ecosystem-4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6-Ecosystem-4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7-Ecosystem-4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8-Ecosystem-4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9-Ecosystem-4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0-Ecosystem-5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1-Ecosystem-5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2-Ecosystem-5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3-Ecosystem-5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4-Ecosystem-5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5-Ecosystem-5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6-Ecosystem-5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7-Ecosystem-5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8-Ecosystem-5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9-Ecosystem-5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0-Ecosystem-6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1-Ecosystem-6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2-Ecosystem-6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3-Ecosystem-6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4-Ecosystem-6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5-Ecosystem-6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6-Ecosystem-6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7-Ecosystem-6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8-Ecosystem-6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9-Ecosystem-6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0-Ecosystem-7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1-Ecosystem-7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2-Ecosystem-7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3-Ecosystem-7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4-Ecosystem-7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5-Ecosystem-7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6-Ecosystem-7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7-Ecosystem-7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8-Ecosystem-7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9-Ecosystem-7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0-Ecosystem-8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1-Ecosystem-8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2-Ecosystem-8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3-Ecosystem-8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4-Ecosystem-8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5-Ecosystem-8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6-Ecosystem-8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7-Ecosystem-8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8-Ecosystem-8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9-Ecosystem-8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0-Ecosystem-9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1-Ecosystem-9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2-Ecosystem-9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3-Ecosystem-9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4-Ecosystem-9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5-Ecosystem-9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6-Ecosystem-9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7-Ecosystem-9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8-Ecosystem-9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9-Ecosystem-9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-Ecosystem-10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1-Ecosystem-10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2-Ecosystem-10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3-Ecosystem-10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4-Ecosystem-10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5-Ecosystem-10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6-Ecosystem-10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7-Ecosystem-10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107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107</vt:i4>
      </vt:variant>
    </vt:vector>
  </HeadingPairs>
  <TitlesOfParts>
    <vt:vector size="115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dc:description>generated using python-pptx</dc:description>
  <cp:lastModifiedBy>Chavan Sir</cp:lastModifiedBy>
  <cp:revision>3</cp:revision>
  <dcterms:created xsi:type="dcterms:W3CDTF">2013-01-27T09:14:00Z</dcterms:created>
  <dcterms:modified xsi:type="dcterms:W3CDTF">2026-01-29T07:30:12Z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788BC90B17474A3CB5B7A255E60AB74D_12</vt:lpwstr>
  </property>
  <property fmtid="{D5CDD505-2E9C-101B-9397-08002B2CF9AE}" pid="3" name="KSOProductBuildVer">
    <vt:lpwstr>2057-12.2.0.23196</vt:lpwstr>
  </property>
</Properties>
</file>