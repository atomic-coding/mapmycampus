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1584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What-is-Environment-Types-and-components-of-environment-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What-is-Environment-Types-and-components-of-environment-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What-is-Environment-Types-and-components-of-environment-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What-is-Environment-Types-and-components-of-environment-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What-is-Environment-Types-and-components-of-environment-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What-is-Environment-Types-and-components-of-environment-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What-is-Environment-Types-and-components-of-environment-8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What-is-Environment-Types-and-components-of-environment-9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What-is-Environment-Types-and-components-of-environment-10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What-is-Environment-Types-and-components-of-environment-11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What-is-Environment-Types-and-components-of-environment-1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What-is-Environment-Types-and-components-of-environment-1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What-is-Environment-Types-and-components-of-environment-1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What-is-Environment-Types-and-components-of-environment-1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Man-and-Environment-2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Man-and-Environment-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Man-and-Environment-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Man-and-Environment-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Man-and-Environment-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Man-and-Environment-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Public-Awareness-and-Environmental-conservatin-3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Public-Awareness-and-Environmental-conservatin-4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Public-Awareness-and-Environmental-conservatin-5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Public-Awareness-and-Environmental-conservatin-6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Public-Awareness-and-Environmental-conservatin-7-6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WPS Presentation</Application>
  <PresentationFormat>On-screen Show 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SimSun</vt:lpstr>
      <vt:lpstr>Wingdings</vt:lpstr>
      <vt:lpstr>Wingdings 3</vt:lpstr>
      <vt:lpstr>Symbol</vt:lpstr>
      <vt:lpstr>Arial</vt:lpstr>
      <vt:lpstr>Microsoft YaHei</vt:lpstr>
      <vt:lpstr>Arial Unicode MS</vt:lpstr>
      <vt:lpstr>Trebuchet MS</vt:lpstr>
      <vt:lpstr>Calibri</vt:lpstr>
      <vt:lpstr>Facet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dc:description>generated using python-pptx</dc:description>
  <cp:lastModifiedBy>Chavan Sir</cp:lastModifiedBy>
  <cp:revision>6</cp:revision>
  <dcterms:created xsi:type="dcterms:W3CDTF">2013-01-27T09:14:00Z</dcterms:created>
  <dcterms:modified xsi:type="dcterms:W3CDTF">2026-01-28T05:52:18Z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95A97EEA352B4DA0BA4C78343A374D85_12</vt:lpwstr>
  </property>
  <property fmtid="{D5CDD505-2E9C-101B-9397-08002B2CF9AE}" pid="3" name="KSOProductBuildVer">
    <vt:lpwstr>2057-12.2.0.23196</vt:lpwstr>
  </property>
</Properties>
</file>