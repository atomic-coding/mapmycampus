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42"/>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yAqOf8E4Z34/67J3v/a56y3y6b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2647B9-7BEF-4DE0-BBDB-3C29287D45CB}">
  <a:tblStyle styleId="{3B2647B9-7BEF-4DE0-BBDB-3C29287D45CB}" styleName="Table_0">
    <a:wholeTbl>
      <a:tcTxStyle b="off" i="off">
        <a:font>
          <a:latin typeface="Lucida Sans Unicode"/>
          <a:ea typeface="Lucida Sans Unicode"/>
          <a:cs typeface="Lucida Sans Unicod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744" y="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51"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23" name="Google Shape;123;p1:notes"/>
          <p:cNvSpPr txBox="1">
            <a:spLocks noGrp="1"/>
          </p:cNvSpPr>
          <p:nvPr>
            <p:ph type="sldNum" idx="12"/>
          </p:nvPr>
        </p:nvSpPr>
        <p:spPr>
          <a:xfrm>
            <a:off x="6905979" y="6513910"/>
            <a:ext cx="52832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42" name="Google Shape;142;p3: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4: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3: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4: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4: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7: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1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9: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19: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2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2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3: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23: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4: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24: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2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2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7: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2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2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29: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3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3: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3: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4: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34: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3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3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3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7: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3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3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39: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39: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4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9"/>
        <p:cNvGrpSpPr/>
        <p:nvPr/>
      </p:nvGrpSpPr>
      <p:grpSpPr>
        <a:xfrm>
          <a:off x="0" y="0"/>
          <a:ext cx="0" cy="0"/>
          <a:chOff x="0" y="0"/>
          <a:chExt cx="0" cy="0"/>
        </a:xfrm>
      </p:grpSpPr>
      <p:sp>
        <p:nvSpPr>
          <p:cNvPr id="20" name="Google Shape;20;p42"/>
          <p:cNvSpPr txBox="1">
            <a:spLocks noGrp="1"/>
          </p:cNvSpPr>
          <p:nvPr>
            <p:ph type="title"/>
          </p:nvPr>
        </p:nvSpPr>
        <p:spPr>
          <a:xfrm>
            <a:off x="0" y="200177"/>
            <a:ext cx="12192000" cy="77577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595959"/>
              </a:buClr>
              <a:buSzPts val="4800"/>
              <a:buFont typeface="Calibri"/>
              <a:buNone/>
              <a:defRPr sz="4800" b="1">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2"/>
          <p:cNvSpPr txBox="1">
            <a:spLocks noGrp="1"/>
          </p:cNvSpPr>
          <p:nvPr>
            <p:ph type="body" idx="1"/>
          </p:nvPr>
        </p:nvSpPr>
        <p:spPr>
          <a:xfrm>
            <a:off x="0" y="1005384"/>
            <a:ext cx="12192000" cy="419379"/>
          </a:xfrm>
          <a:prstGeom prst="rect">
            <a:avLst/>
          </a:prstGeom>
          <a:noFill/>
          <a:ln>
            <a:noFill/>
          </a:ln>
        </p:spPr>
        <p:txBody>
          <a:bodyPr spcFirstLastPara="1" wrap="square" lIns="91425" tIns="45700" rIns="91425" bIns="45700" anchor="ctr" anchorCtr="0">
            <a:normAutofit/>
          </a:bodyPr>
          <a:lstStyle>
            <a:lvl1pPr marL="457200" marR="0" lvl="0" indent="-228600" algn="ctr">
              <a:lnSpc>
                <a:spcPct val="90000"/>
              </a:lnSpc>
              <a:spcBef>
                <a:spcPts val="1000"/>
              </a:spcBef>
              <a:spcAft>
                <a:spcPts val="0"/>
              </a:spcAft>
              <a:buClr>
                <a:srgbClr val="595959"/>
              </a:buClr>
              <a:buSzPts val="2400"/>
              <a:buFont typeface="Calibri"/>
              <a:buNone/>
              <a:defRPr sz="2400" b="0">
                <a:solidFill>
                  <a:srgbClr val="595959"/>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Font typeface="Libre Baskerville"/>
              <a:buChar char="»"/>
              <a:defRPr/>
            </a:lvl5pPr>
            <a:lvl6pPr marL="2743200" lvl="5" indent="-342900" algn="l">
              <a:lnSpc>
                <a:spcPct val="100000"/>
              </a:lnSpc>
              <a:spcBef>
                <a:spcPts val="360"/>
              </a:spcBef>
              <a:spcAft>
                <a:spcPts val="0"/>
              </a:spcAft>
              <a:buClr>
                <a:schemeClr val="dk1"/>
              </a:buClr>
              <a:buSzPts val="1800"/>
              <a:buFont typeface="Libre Baskerville"/>
              <a:buChar char="•"/>
              <a:defRPr/>
            </a:lvl6pPr>
            <a:lvl7pPr marL="3200400" lvl="6" indent="-342900" algn="l">
              <a:lnSpc>
                <a:spcPct val="100000"/>
              </a:lnSpc>
              <a:spcBef>
                <a:spcPts val="360"/>
              </a:spcBef>
              <a:spcAft>
                <a:spcPts val="0"/>
              </a:spcAft>
              <a:buClr>
                <a:schemeClr val="dk1"/>
              </a:buClr>
              <a:buSzPts val="1800"/>
              <a:buFont typeface="Libre Baskerville"/>
              <a:buChar char="•"/>
              <a:defRPr/>
            </a:lvl7pPr>
            <a:lvl8pPr marL="3657600" lvl="7" indent="-342900" algn="l">
              <a:lnSpc>
                <a:spcPct val="100000"/>
              </a:lnSpc>
              <a:spcBef>
                <a:spcPts val="360"/>
              </a:spcBef>
              <a:spcAft>
                <a:spcPts val="0"/>
              </a:spcAft>
              <a:buClr>
                <a:schemeClr val="dk1"/>
              </a:buClr>
              <a:buSzPts val="1800"/>
              <a:buFont typeface="Libre Baskerville"/>
              <a:buChar char="•"/>
              <a:defRPr/>
            </a:lvl8pPr>
            <a:lvl9pPr marL="4114800" lvl="8" indent="-342900" algn="l">
              <a:lnSpc>
                <a:spcPct val="100000"/>
              </a:lnSpc>
              <a:spcBef>
                <a:spcPts val="360"/>
              </a:spcBef>
              <a:spcAft>
                <a:spcPts val="0"/>
              </a:spcAft>
              <a:buClr>
                <a:schemeClr val="dk1"/>
              </a:buClr>
              <a:buSzPts val="1800"/>
              <a:buFont typeface="Libre Baskerville"/>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3"/>
          <p:cNvSpPr txBox="1">
            <a:spLocks noGrp="1"/>
          </p:cNvSpPr>
          <p:nvPr>
            <p:ph type="body" idx="1"/>
          </p:nvPr>
        </p:nvSpPr>
        <p:spPr>
          <a:xfrm>
            <a:off x="609600" y="1481329"/>
            <a:ext cx="10972800" cy="4525963"/>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24" name="Google Shape;24;p43"/>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3"/>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3"/>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4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
        <p:cNvGrpSpPr/>
        <p:nvPr/>
      </p:nvGrpSpPr>
      <p:grpSpPr>
        <a:xfrm>
          <a:off x="0" y="0"/>
          <a:ext cx="0" cy="0"/>
          <a:chOff x="0" y="0"/>
          <a:chExt cx="0" cy="0"/>
        </a:xfrm>
      </p:grpSpPr>
      <p:sp>
        <p:nvSpPr>
          <p:cNvPr id="29" name="Google Shape;29;p47"/>
          <p:cNvSpPr/>
          <p:nvPr/>
        </p:nvSpPr>
        <p:spPr>
          <a:xfrm>
            <a:off x="-2" y="4664147"/>
            <a:ext cx="12201452"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30" name="Google Shape;30;p47"/>
          <p:cNvSpPr txBox="1">
            <a:spLocks noGrp="1"/>
          </p:cNvSpPr>
          <p:nvPr>
            <p:ph type="ctrTitle"/>
          </p:nvPr>
        </p:nvSpPr>
        <p:spPr>
          <a:xfrm>
            <a:off x="914400" y="1752602"/>
            <a:ext cx="10363200" cy="1829761"/>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2"/>
              </a:buClr>
              <a:buSzPts val="4800"/>
              <a:buFont typeface="Lucida Sans"/>
              <a:buNone/>
              <a:defRPr sz="48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7"/>
          <p:cNvSpPr txBox="1">
            <a:spLocks noGrp="1"/>
          </p:cNvSpPr>
          <p:nvPr>
            <p:ph type="subTitle" idx="1"/>
          </p:nvPr>
        </p:nvSpPr>
        <p:spPr>
          <a:xfrm>
            <a:off x="914400" y="3611607"/>
            <a:ext cx="10363200" cy="1199704"/>
          </a:xfrm>
          <a:prstGeom prst="rect">
            <a:avLst/>
          </a:prstGeom>
          <a:noFill/>
          <a:ln>
            <a:noFill/>
          </a:ln>
        </p:spPr>
        <p:txBody>
          <a:bodyPr spcFirstLastPara="1" wrap="square" lIns="45700" tIns="45700" rIns="45700" bIns="45700" anchor="t" anchorCtr="0">
            <a:normAutofit/>
          </a:bodyPr>
          <a:lstStyle>
            <a:lvl1pPr marR="64008" lvl="0"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a:endParaRPr/>
          </a:p>
        </p:txBody>
      </p:sp>
      <p:grpSp>
        <p:nvGrpSpPr>
          <p:cNvPr id="32" name="Google Shape;32;p47"/>
          <p:cNvGrpSpPr/>
          <p:nvPr/>
        </p:nvGrpSpPr>
        <p:grpSpPr>
          <a:xfrm>
            <a:off x="-5019" y="4953000"/>
            <a:ext cx="12197021" cy="1912088"/>
            <a:chOff x="-3765" y="4832896"/>
            <a:chExt cx="9147765" cy="2032192"/>
          </a:xfrm>
        </p:grpSpPr>
        <p:sp>
          <p:nvSpPr>
            <p:cNvPr id="33" name="Google Shape;33;p47"/>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4" name="Google Shape;34;p47"/>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5" name="Google Shape;35;p47"/>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36" name="Google Shape;36;p47"/>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37" name="Google Shape;37;p47"/>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rgbClr val="FFFFFF"/>
                </a:solidFill>
                <a:latin typeface="Lucida Sans"/>
                <a:ea typeface="Lucida Sans"/>
                <a:cs typeface="Lucida Sans"/>
                <a:sym typeface="Lucida Sans"/>
              </a:defRPr>
            </a:lvl1pPr>
            <a:lvl2pPr marL="0" lvl="1" indent="0" algn="r">
              <a:spcBef>
                <a:spcPts val="0"/>
              </a:spcBef>
              <a:buNone/>
              <a:defRPr sz="1000" b="0">
                <a:solidFill>
                  <a:srgbClr val="FFFFFF"/>
                </a:solidFill>
                <a:latin typeface="Lucida Sans"/>
                <a:ea typeface="Lucida Sans"/>
                <a:cs typeface="Lucida Sans"/>
                <a:sym typeface="Lucida Sans"/>
              </a:defRPr>
            </a:lvl2pPr>
            <a:lvl3pPr marL="0" lvl="2" indent="0" algn="r">
              <a:spcBef>
                <a:spcPts val="0"/>
              </a:spcBef>
              <a:buNone/>
              <a:defRPr sz="1000" b="0">
                <a:solidFill>
                  <a:srgbClr val="FFFFFF"/>
                </a:solidFill>
                <a:latin typeface="Lucida Sans"/>
                <a:ea typeface="Lucida Sans"/>
                <a:cs typeface="Lucida Sans"/>
                <a:sym typeface="Lucida Sans"/>
              </a:defRPr>
            </a:lvl3pPr>
            <a:lvl4pPr marL="0" lvl="3" indent="0" algn="r">
              <a:spcBef>
                <a:spcPts val="0"/>
              </a:spcBef>
              <a:buNone/>
              <a:defRPr sz="1000" b="0">
                <a:solidFill>
                  <a:srgbClr val="FFFFFF"/>
                </a:solidFill>
                <a:latin typeface="Lucida Sans"/>
                <a:ea typeface="Lucida Sans"/>
                <a:cs typeface="Lucida Sans"/>
                <a:sym typeface="Lucida Sans"/>
              </a:defRPr>
            </a:lvl4pPr>
            <a:lvl5pPr marL="0" lvl="4" indent="0" algn="r">
              <a:spcBef>
                <a:spcPts val="0"/>
              </a:spcBef>
              <a:buNone/>
              <a:defRPr sz="1000" b="0">
                <a:solidFill>
                  <a:srgbClr val="FFFFFF"/>
                </a:solidFill>
                <a:latin typeface="Lucida Sans"/>
                <a:ea typeface="Lucida Sans"/>
                <a:cs typeface="Lucida Sans"/>
                <a:sym typeface="Lucida Sans"/>
              </a:defRPr>
            </a:lvl5pPr>
            <a:lvl6pPr marL="0" lvl="5" indent="0" algn="r">
              <a:spcBef>
                <a:spcPts val="0"/>
              </a:spcBef>
              <a:buNone/>
              <a:defRPr sz="1000" b="0">
                <a:solidFill>
                  <a:srgbClr val="FFFFFF"/>
                </a:solidFill>
                <a:latin typeface="Lucida Sans"/>
                <a:ea typeface="Lucida Sans"/>
                <a:cs typeface="Lucida Sans"/>
                <a:sym typeface="Lucida Sans"/>
              </a:defRPr>
            </a:lvl6pPr>
            <a:lvl7pPr marL="0" lvl="6" indent="0" algn="r">
              <a:spcBef>
                <a:spcPts val="0"/>
              </a:spcBef>
              <a:buNone/>
              <a:defRPr sz="1000" b="0">
                <a:solidFill>
                  <a:srgbClr val="FFFFFF"/>
                </a:solidFill>
                <a:latin typeface="Lucida Sans"/>
                <a:ea typeface="Lucida Sans"/>
                <a:cs typeface="Lucida Sans"/>
                <a:sym typeface="Lucida Sans"/>
              </a:defRPr>
            </a:lvl7pPr>
            <a:lvl8pPr marL="0" lvl="7" indent="0" algn="r">
              <a:spcBef>
                <a:spcPts val="0"/>
              </a:spcBef>
              <a:buNone/>
              <a:defRPr sz="1000" b="0">
                <a:solidFill>
                  <a:srgbClr val="FFFFFF"/>
                </a:solidFill>
                <a:latin typeface="Lucida Sans"/>
                <a:ea typeface="Lucida Sans"/>
                <a:cs typeface="Lucida Sans"/>
                <a:sym typeface="Lucida Sans"/>
              </a:defRPr>
            </a:lvl8pPr>
            <a:lvl9pPr marL="0" lvl="8" indent="0" algn="r">
              <a:spcBef>
                <a:spcPts val="0"/>
              </a:spcBef>
              <a:buNone/>
              <a:defRPr sz="1000" b="0">
                <a:solidFill>
                  <a:srgbClr val="FFFFFF"/>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0"/>
        <p:cNvGrpSpPr/>
        <p:nvPr/>
      </p:nvGrpSpPr>
      <p:grpSpPr>
        <a:xfrm>
          <a:off x="0" y="0"/>
          <a:ext cx="0" cy="0"/>
          <a:chOff x="0" y="0"/>
          <a:chExt cx="0" cy="0"/>
        </a:xfrm>
      </p:grpSpPr>
      <p:sp>
        <p:nvSpPr>
          <p:cNvPr id="41" name="Google Shape;41;p48"/>
          <p:cNvSpPr txBox="1">
            <a:spLocks noGrp="1"/>
          </p:cNvSpPr>
          <p:nvPr>
            <p:ph type="title"/>
          </p:nvPr>
        </p:nvSpPr>
        <p:spPr>
          <a:xfrm>
            <a:off x="963168" y="1059712"/>
            <a:ext cx="10363200" cy="182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lt2"/>
              </a:buClr>
              <a:buSzPts val="4800"/>
              <a:buFont typeface="Lucida Sans"/>
              <a:buNone/>
              <a:defRPr sz="4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8"/>
          <p:cNvSpPr txBox="1">
            <a:spLocks noGrp="1"/>
          </p:cNvSpPr>
          <p:nvPr>
            <p:ph type="body" idx="1"/>
          </p:nvPr>
        </p:nvSpPr>
        <p:spPr>
          <a:xfrm>
            <a:off x="5230284" y="2931712"/>
            <a:ext cx="6096000" cy="1454888"/>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564"/>
              <a:buNone/>
              <a:defRPr sz="2300">
                <a:solidFill>
                  <a:schemeClr val="lt1"/>
                </a:solidFill>
              </a:defRPr>
            </a:lvl1pPr>
            <a:lvl2pPr marL="914400" lvl="1" indent="-228600" algn="l">
              <a:spcBef>
                <a:spcPts val="324"/>
              </a:spcBef>
              <a:spcAft>
                <a:spcPts val="0"/>
              </a:spcAft>
              <a:buSzPts val="1800"/>
              <a:buNone/>
              <a:defRPr sz="1800">
                <a:solidFill>
                  <a:schemeClr val="lt1"/>
                </a:solidFill>
              </a:defRPr>
            </a:lvl2pPr>
            <a:lvl3pPr marL="1371600" lvl="2" indent="-228600" algn="l">
              <a:spcBef>
                <a:spcPts val="350"/>
              </a:spcBef>
              <a:spcAft>
                <a:spcPts val="0"/>
              </a:spcAft>
              <a:buSzPts val="1600"/>
              <a:buNone/>
              <a:defRPr sz="1600">
                <a:solidFill>
                  <a:schemeClr val="lt1"/>
                </a:solidFill>
              </a:defRPr>
            </a:lvl3pPr>
            <a:lvl4pPr marL="1828800" lvl="3" indent="-228600" algn="l">
              <a:spcBef>
                <a:spcPts val="350"/>
              </a:spcBef>
              <a:spcAft>
                <a:spcPts val="0"/>
              </a:spcAft>
              <a:buSzPts val="1400"/>
              <a:buNone/>
              <a:defRPr sz="1400">
                <a:solidFill>
                  <a:schemeClr val="lt1"/>
                </a:solidFill>
              </a:defRPr>
            </a:lvl4pPr>
            <a:lvl5pPr marL="2286000" lvl="4" indent="-228600" algn="l">
              <a:spcBef>
                <a:spcPts val="350"/>
              </a:spcBef>
              <a:spcAft>
                <a:spcPts val="0"/>
              </a:spcAft>
              <a:buSzPts val="1400"/>
              <a:buNone/>
              <a:defRPr sz="1400">
                <a:solidFill>
                  <a:schemeClr val="lt1"/>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3" name="Google Shape;43;p48"/>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8"/>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8"/>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48"/>
          <p:cNvSpPr/>
          <p:nvPr/>
        </p:nvSpPr>
        <p:spPr>
          <a:xfrm>
            <a:off x="4848907" y="3005472"/>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7" name="Google Shape;47;p48"/>
          <p:cNvSpPr/>
          <p:nvPr/>
        </p:nvSpPr>
        <p:spPr>
          <a:xfrm>
            <a:off x="4600352" y="3005472"/>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8"/>
        <p:cNvGrpSpPr/>
        <p:nvPr/>
      </p:nvGrpSpPr>
      <p:grpSpPr>
        <a:xfrm>
          <a:off x="0" y="0"/>
          <a:ext cx="0" cy="0"/>
          <a:chOff x="0" y="0"/>
          <a:chExt cx="0" cy="0"/>
        </a:xfrm>
      </p:grpSpPr>
      <p:sp>
        <p:nvSpPr>
          <p:cNvPr id="49" name="Google Shape;49;p49"/>
          <p:cNvSpPr txBox="1">
            <a:spLocks noGrp="1"/>
          </p:cNvSpPr>
          <p:nvPr>
            <p:ph type="body" idx="1"/>
          </p:nvPr>
        </p:nvSpPr>
        <p:spPr>
          <a:xfrm>
            <a:off x="609600" y="1481329"/>
            <a:ext cx="53848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0" name="Google Shape;50;p49"/>
          <p:cNvSpPr txBox="1">
            <a:spLocks noGrp="1"/>
          </p:cNvSpPr>
          <p:nvPr>
            <p:ph type="body" idx="2"/>
          </p:nvPr>
        </p:nvSpPr>
        <p:spPr>
          <a:xfrm>
            <a:off x="6197600" y="1481329"/>
            <a:ext cx="53848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1" name="Google Shape;51;p49"/>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p4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bg>
      <p:bgPr>
        <a:blipFill rotWithShape="1">
          <a:blip r:embed="rId2">
            <a:alphaModFix/>
          </a:blip>
          <a:tile tx="0" ty="0" sx="50000" sy="50000" flip="none" algn="tl"/>
        </a:blipFill>
        <a:effectLst/>
      </p:bgPr>
    </p:bg>
    <p:spTree>
      <p:nvGrpSpPr>
        <p:cNvPr id="1" name="Shape 55"/>
        <p:cNvGrpSpPr/>
        <p:nvPr/>
      </p:nvGrpSpPr>
      <p:grpSpPr>
        <a:xfrm>
          <a:off x="0" y="0"/>
          <a:ext cx="0" cy="0"/>
          <a:chOff x="0" y="0"/>
          <a:chExt cx="0" cy="0"/>
        </a:xfrm>
      </p:grpSpPr>
      <p:sp>
        <p:nvSpPr>
          <p:cNvPr id="56" name="Google Shape;56;p50"/>
          <p:cNvSpPr txBox="1">
            <a:spLocks noGrp="1"/>
          </p:cNvSpPr>
          <p:nvPr>
            <p:ph type="title"/>
          </p:nvPr>
        </p:nvSpPr>
        <p:spPr>
          <a:xfrm>
            <a:off x="609600" y="273050"/>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50"/>
          <p:cNvSpPr txBox="1">
            <a:spLocks noGrp="1"/>
          </p:cNvSpPr>
          <p:nvPr>
            <p:ph type="body" idx="1"/>
          </p:nvPr>
        </p:nvSpPr>
        <p:spPr>
          <a:xfrm>
            <a:off x="609600" y="5410200"/>
            <a:ext cx="5386917"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8" name="Google Shape;58;p50"/>
          <p:cNvSpPr txBox="1">
            <a:spLocks noGrp="1"/>
          </p:cNvSpPr>
          <p:nvPr>
            <p:ph type="body" idx="2"/>
          </p:nvPr>
        </p:nvSpPr>
        <p:spPr>
          <a:xfrm>
            <a:off x="6193369" y="5410200"/>
            <a:ext cx="5389033"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9" name="Google Shape;59;p50"/>
          <p:cNvSpPr txBox="1">
            <a:spLocks noGrp="1"/>
          </p:cNvSpPr>
          <p:nvPr>
            <p:ph type="body" idx="3"/>
          </p:nvPr>
        </p:nvSpPr>
        <p:spPr>
          <a:xfrm>
            <a:off x="609600" y="1444295"/>
            <a:ext cx="5386917"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40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0" name="Google Shape;60;p50"/>
          <p:cNvSpPr txBox="1">
            <a:spLocks noGrp="1"/>
          </p:cNvSpPr>
          <p:nvPr>
            <p:ph type="body" idx="4"/>
          </p:nvPr>
        </p:nvSpPr>
        <p:spPr>
          <a:xfrm>
            <a:off x="6193368" y="1444295"/>
            <a:ext cx="5389033"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61" name="Google Shape;61;p50"/>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0"/>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0"/>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64"/>
        <p:cNvGrpSpPr/>
        <p:nvPr/>
      </p:nvGrpSpPr>
      <p:grpSpPr>
        <a:xfrm>
          <a:off x="0" y="0"/>
          <a:ext cx="0" cy="0"/>
          <a:chOff x="0" y="0"/>
          <a:chExt cx="0" cy="0"/>
        </a:xfrm>
      </p:grpSpPr>
      <p:sp>
        <p:nvSpPr>
          <p:cNvPr id="65" name="Google Shape;65;p45"/>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1"/>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1"/>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51"/>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blipFill rotWithShape="1">
          <a:blip r:embed="rId2">
            <a:alphaModFix/>
          </a:blip>
          <a:tile tx="0" ty="0" sx="50000" sy="50000" flip="none" algn="tl"/>
        </a:blipFill>
        <a:effectLst/>
      </p:bgPr>
    </p:bg>
    <p:spTree>
      <p:nvGrpSpPr>
        <p:cNvPr id="1" name="Shape 73"/>
        <p:cNvGrpSpPr/>
        <p:nvPr/>
      </p:nvGrpSpPr>
      <p:grpSpPr>
        <a:xfrm>
          <a:off x="0" y="0"/>
          <a:ext cx="0" cy="0"/>
          <a:chOff x="0" y="0"/>
          <a:chExt cx="0" cy="0"/>
        </a:xfrm>
      </p:grpSpPr>
      <p:sp>
        <p:nvSpPr>
          <p:cNvPr id="74" name="Google Shape;74;p52"/>
          <p:cNvSpPr txBox="1">
            <a:spLocks noGrp="1"/>
          </p:cNvSpPr>
          <p:nvPr>
            <p:ph type="title"/>
          </p:nvPr>
        </p:nvSpPr>
        <p:spPr>
          <a:xfrm>
            <a:off x="1219200" y="4876800"/>
            <a:ext cx="9975701"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Clr>
                <a:schemeClr val="accent1"/>
              </a:buClr>
              <a:buSzPts val="2500"/>
              <a:buFont typeface="Lucida Sans"/>
              <a:buNone/>
              <a:defRPr sz="25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52"/>
          <p:cNvSpPr txBox="1">
            <a:spLocks noGrp="1"/>
          </p:cNvSpPr>
          <p:nvPr>
            <p:ph type="body" idx="1"/>
          </p:nvPr>
        </p:nvSpPr>
        <p:spPr>
          <a:xfrm>
            <a:off x="5892800" y="5355102"/>
            <a:ext cx="5299456" cy="914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1088"/>
              <a:buNone/>
              <a:defRPr sz="1600"/>
            </a:lvl1pPr>
            <a:lvl2pPr marL="914400" lvl="1" indent="-228600" algn="l">
              <a:spcBef>
                <a:spcPts val="324"/>
              </a:spcBef>
              <a:spcAft>
                <a:spcPts val="0"/>
              </a:spcAft>
              <a:buSzPts val="1200"/>
              <a:buNone/>
              <a:defRPr sz="1200"/>
            </a:lvl2pPr>
            <a:lvl3pPr marL="1371600" lvl="2" indent="-228600" algn="l">
              <a:spcBef>
                <a:spcPts val="350"/>
              </a:spcBef>
              <a:spcAft>
                <a:spcPts val="0"/>
              </a:spcAft>
              <a:buSzPts val="1000"/>
              <a:buNone/>
              <a:defRPr sz="1000"/>
            </a:lvl3pPr>
            <a:lvl4pPr marL="1828800" lvl="3" indent="-228600" algn="l">
              <a:spcBef>
                <a:spcPts val="350"/>
              </a:spcBef>
              <a:spcAft>
                <a:spcPts val="0"/>
              </a:spcAft>
              <a:buSzPts val="900"/>
              <a:buNone/>
              <a:defRPr sz="900"/>
            </a:lvl4pPr>
            <a:lvl5pPr marL="2286000" lvl="4" indent="-228600" algn="l">
              <a:spcBef>
                <a:spcPts val="350"/>
              </a:spcBef>
              <a:spcAft>
                <a:spcPts val="0"/>
              </a:spcAft>
              <a:buSzPts val="900"/>
              <a:buNone/>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6" name="Google Shape;76;p52"/>
          <p:cNvSpPr txBox="1">
            <a:spLocks noGrp="1"/>
          </p:cNvSpPr>
          <p:nvPr>
            <p:ph type="body" idx="2"/>
          </p:nvPr>
        </p:nvSpPr>
        <p:spPr>
          <a:xfrm>
            <a:off x="1219200" y="274320"/>
            <a:ext cx="9973056" cy="4572000"/>
          </a:xfrm>
          <a:prstGeom prst="rect">
            <a:avLst/>
          </a:prstGeom>
          <a:noFill/>
          <a:ln>
            <a:noFill/>
          </a:ln>
        </p:spPr>
        <p:txBody>
          <a:bodyPr spcFirstLastPara="1" wrap="square" lIns="91425" tIns="45700" rIns="91425" bIns="45700" anchor="t" anchorCtr="0">
            <a:normAutofit/>
          </a:bodyPr>
          <a:lstStyle>
            <a:lvl1pPr marL="457200" lvl="0" indent="-366776" algn="l">
              <a:spcBef>
                <a:spcPts val="400"/>
              </a:spcBef>
              <a:spcAft>
                <a:spcPts val="0"/>
              </a:spcAft>
              <a:buSzPts val="2176"/>
              <a:buChar char="🞂"/>
              <a:defRPr sz="3200"/>
            </a:lvl1pPr>
            <a:lvl2pPr marL="914400" lvl="1" indent="-406400" algn="l">
              <a:spcBef>
                <a:spcPts val="324"/>
              </a:spcBef>
              <a:spcAft>
                <a:spcPts val="0"/>
              </a:spcAft>
              <a:buSzPts val="2800"/>
              <a:buChar char="◦"/>
              <a:defRPr sz="2800"/>
            </a:lvl2pPr>
            <a:lvl3pPr marL="1371600" lvl="2" indent="-381000" algn="l">
              <a:spcBef>
                <a:spcPts val="350"/>
              </a:spcBef>
              <a:spcAft>
                <a:spcPts val="0"/>
              </a:spcAft>
              <a:buSzPts val="2400"/>
              <a:buChar char="●"/>
              <a:defRPr sz="2400"/>
            </a:lvl3pPr>
            <a:lvl4pPr marL="1828800" lvl="3" indent="-355600" algn="l">
              <a:spcBef>
                <a:spcPts val="350"/>
              </a:spcBef>
              <a:spcAft>
                <a:spcPts val="0"/>
              </a:spcAft>
              <a:buSzPts val="2000"/>
              <a:buChar char="●"/>
              <a:defRPr sz="2000"/>
            </a:lvl4pPr>
            <a:lvl5pPr marL="2286000" lvl="4" indent="-355600" algn="l">
              <a:spcBef>
                <a:spcPts val="350"/>
              </a:spcBef>
              <a:spcAft>
                <a:spcPts val="0"/>
              </a:spcAft>
              <a:buSzPts val="2000"/>
              <a:buChar char="●"/>
              <a:defRPr sz="20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7" name="Google Shape;77;p52"/>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52"/>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2"/>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80"/>
        <p:cNvGrpSpPr/>
        <p:nvPr/>
      </p:nvGrpSpPr>
      <p:grpSpPr>
        <a:xfrm>
          <a:off x="0" y="0"/>
          <a:ext cx="0" cy="0"/>
          <a:chOff x="0" y="0"/>
          <a:chExt cx="0" cy="0"/>
        </a:xfrm>
      </p:grpSpPr>
      <p:sp>
        <p:nvSpPr>
          <p:cNvPr id="81" name="Google Shape;81;p53"/>
          <p:cNvSpPr txBox="1">
            <a:spLocks noGrp="1"/>
          </p:cNvSpPr>
          <p:nvPr>
            <p:ph type="body" idx="1"/>
          </p:nvPr>
        </p:nvSpPr>
        <p:spPr>
          <a:xfrm>
            <a:off x="1521643" y="5443402"/>
            <a:ext cx="9550400" cy="648232"/>
          </a:xfrm>
          <a:prstGeom prst="rect">
            <a:avLst/>
          </a:prstGeom>
          <a:noFill/>
          <a:ln>
            <a:noFill/>
          </a:ln>
        </p:spPr>
        <p:txBody>
          <a:bodyPr spcFirstLastPara="1" wrap="square" lIns="91425" tIns="0" rIns="91425" bIns="45700" anchor="t" anchorCtr="0">
            <a:normAutofit/>
          </a:bodyPr>
          <a:lstStyle>
            <a:lvl1pPr marL="457200" marR="18288" lvl="0" indent="-228600" algn="r">
              <a:spcBef>
                <a:spcPts val="400"/>
              </a:spcBef>
              <a:spcAft>
                <a:spcPts val="0"/>
              </a:spcAft>
              <a:buSzPts val="952"/>
              <a:buNone/>
              <a:defRPr sz="1400"/>
            </a:lvl1pPr>
            <a:lvl2pPr marL="914400" lvl="1" indent="-304800" algn="l">
              <a:spcBef>
                <a:spcPts val="324"/>
              </a:spcBef>
              <a:spcAft>
                <a:spcPts val="0"/>
              </a:spcAft>
              <a:buSzPts val="1200"/>
              <a:buChar char="◦"/>
              <a:defRPr sz="1200"/>
            </a:lvl2pPr>
            <a:lvl3pPr marL="1371600" lvl="2" indent="-292100" algn="l">
              <a:spcBef>
                <a:spcPts val="350"/>
              </a:spcBef>
              <a:spcAft>
                <a:spcPts val="0"/>
              </a:spcAft>
              <a:buSzPts val="1000"/>
              <a:buChar char="●"/>
              <a:defRPr sz="1000"/>
            </a:lvl3pPr>
            <a:lvl4pPr marL="1828800" lvl="3" indent="-285750" algn="l">
              <a:spcBef>
                <a:spcPts val="350"/>
              </a:spcBef>
              <a:spcAft>
                <a:spcPts val="0"/>
              </a:spcAft>
              <a:buSzPts val="900"/>
              <a:buChar char="●"/>
              <a:defRPr sz="900"/>
            </a:lvl4pPr>
            <a:lvl5pPr marL="2286000" lvl="4" indent="-285750" algn="l">
              <a:spcBef>
                <a:spcPts val="350"/>
              </a:spcBef>
              <a:spcAft>
                <a:spcPts val="0"/>
              </a:spcAft>
              <a:buSzPts val="900"/>
              <a:buChar char="●"/>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82" name="Google Shape;82;p53"/>
          <p:cNvSpPr>
            <a:spLocks noGrp="1"/>
          </p:cNvSpPr>
          <p:nvPr>
            <p:ph type="pic" idx="2"/>
          </p:nvPr>
        </p:nvSpPr>
        <p:spPr>
          <a:xfrm>
            <a:off x="304800" y="189968"/>
            <a:ext cx="11582400" cy="4389120"/>
          </a:xfrm>
          <a:prstGeom prst="rect">
            <a:avLst/>
          </a:prstGeom>
          <a:solidFill>
            <a:schemeClr val="dk2"/>
          </a:solidFill>
          <a:ln w="9525" cap="flat" cmpd="sng">
            <a:solidFill>
              <a:schemeClr val="dk1"/>
            </a:solidFill>
            <a:prstDash val="solid"/>
            <a:round/>
            <a:headEnd type="none" w="sm" len="sm"/>
            <a:tailEnd type="none" w="sm" len="sm"/>
          </a:ln>
        </p:spPr>
      </p:sp>
      <p:sp>
        <p:nvSpPr>
          <p:cNvPr id="83" name="Google Shape;83;p53"/>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3"/>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53"/>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chemeClr val="lt1"/>
                </a:solidFill>
                <a:latin typeface="Lucida Sans"/>
                <a:ea typeface="Lucida Sans"/>
                <a:cs typeface="Lucida Sans"/>
                <a:sym typeface="Lucida Sans"/>
              </a:defRPr>
            </a:lvl1pPr>
            <a:lvl2pPr marL="0" lvl="1" indent="0" algn="r">
              <a:spcBef>
                <a:spcPts val="0"/>
              </a:spcBef>
              <a:buNone/>
              <a:defRPr sz="1000" b="0">
                <a:solidFill>
                  <a:schemeClr val="lt1"/>
                </a:solidFill>
                <a:latin typeface="Lucida Sans"/>
                <a:ea typeface="Lucida Sans"/>
                <a:cs typeface="Lucida Sans"/>
                <a:sym typeface="Lucida Sans"/>
              </a:defRPr>
            </a:lvl2pPr>
            <a:lvl3pPr marL="0" lvl="2" indent="0" algn="r">
              <a:spcBef>
                <a:spcPts val="0"/>
              </a:spcBef>
              <a:buNone/>
              <a:defRPr sz="1000" b="0">
                <a:solidFill>
                  <a:schemeClr val="lt1"/>
                </a:solidFill>
                <a:latin typeface="Lucida Sans"/>
                <a:ea typeface="Lucida Sans"/>
                <a:cs typeface="Lucida Sans"/>
                <a:sym typeface="Lucida Sans"/>
              </a:defRPr>
            </a:lvl3pPr>
            <a:lvl4pPr marL="0" lvl="3" indent="0" algn="r">
              <a:spcBef>
                <a:spcPts val="0"/>
              </a:spcBef>
              <a:buNone/>
              <a:defRPr sz="1000" b="0">
                <a:solidFill>
                  <a:schemeClr val="lt1"/>
                </a:solidFill>
                <a:latin typeface="Lucida Sans"/>
                <a:ea typeface="Lucida Sans"/>
                <a:cs typeface="Lucida Sans"/>
                <a:sym typeface="Lucida Sans"/>
              </a:defRPr>
            </a:lvl4pPr>
            <a:lvl5pPr marL="0" lvl="4" indent="0" algn="r">
              <a:spcBef>
                <a:spcPts val="0"/>
              </a:spcBef>
              <a:buNone/>
              <a:defRPr sz="1000" b="0">
                <a:solidFill>
                  <a:schemeClr val="lt1"/>
                </a:solidFill>
                <a:latin typeface="Lucida Sans"/>
                <a:ea typeface="Lucida Sans"/>
                <a:cs typeface="Lucida Sans"/>
                <a:sym typeface="Lucida Sans"/>
              </a:defRPr>
            </a:lvl5pPr>
            <a:lvl6pPr marL="0" lvl="5" indent="0" algn="r">
              <a:spcBef>
                <a:spcPts val="0"/>
              </a:spcBef>
              <a:buNone/>
              <a:defRPr sz="1000" b="0">
                <a:solidFill>
                  <a:schemeClr val="lt1"/>
                </a:solidFill>
                <a:latin typeface="Lucida Sans"/>
                <a:ea typeface="Lucida Sans"/>
                <a:cs typeface="Lucida Sans"/>
                <a:sym typeface="Lucida Sans"/>
              </a:defRPr>
            </a:lvl6pPr>
            <a:lvl7pPr marL="0" lvl="6" indent="0" algn="r">
              <a:spcBef>
                <a:spcPts val="0"/>
              </a:spcBef>
              <a:buNone/>
              <a:defRPr sz="1000" b="0">
                <a:solidFill>
                  <a:schemeClr val="lt1"/>
                </a:solidFill>
                <a:latin typeface="Lucida Sans"/>
                <a:ea typeface="Lucida Sans"/>
                <a:cs typeface="Lucida Sans"/>
                <a:sym typeface="Lucida Sans"/>
              </a:defRPr>
            </a:lvl7pPr>
            <a:lvl8pPr marL="0" lvl="7" indent="0" algn="r">
              <a:spcBef>
                <a:spcPts val="0"/>
              </a:spcBef>
              <a:buNone/>
              <a:defRPr sz="1000" b="0">
                <a:solidFill>
                  <a:schemeClr val="lt1"/>
                </a:solidFill>
                <a:latin typeface="Lucida Sans"/>
                <a:ea typeface="Lucida Sans"/>
                <a:cs typeface="Lucida Sans"/>
                <a:sym typeface="Lucida Sans"/>
              </a:defRPr>
            </a:lvl8pPr>
            <a:lvl9pPr marL="0" lvl="8" indent="0" algn="r">
              <a:spcBef>
                <a:spcPts val="0"/>
              </a:spcBef>
              <a:buNone/>
              <a:defRPr sz="1000" b="0">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86" name="Google Shape;86;p53"/>
          <p:cNvSpPr txBox="1">
            <a:spLocks noGrp="1"/>
          </p:cNvSpPr>
          <p:nvPr>
            <p:ph type="title"/>
          </p:nvPr>
        </p:nvSpPr>
        <p:spPr>
          <a:xfrm>
            <a:off x="304800" y="4865122"/>
            <a:ext cx="10767243" cy="562672"/>
          </a:xfrm>
          <a:prstGeom prst="rect">
            <a:avLst/>
          </a:prstGeom>
          <a:noFill/>
          <a:ln>
            <a:noFill/>
          </a:ln>
        </p:spPr>
        <p:txBody>
          <a:bodyPr spcFirstLastPara="1" wrap="square" lIns="91425" tIns="45700" rIns="91425" bIns="45700" anchor="t" anchorCtr="0">
            <a:normAutofit/>
          </a:bodyPr>
          <a:lstStyle>
            <a:lvl1pPr marR="0" lvl="0" algn="r">
              <a:spcBef>
                <a:spcPts val="0"/>
              </a:spcBef>
              <a:spcAft>
                <a:spcPts val="0"/>
              </a:spcAft>
              <a:buClr>
                <a:schemeClr val="accent1"/>
              </a:buClr>
              <a:buSzPts val="3000"/>
              <a:buFont typeface="Lucida Sans"/>
              <a:buNone/>
              <a:defRPr sz="30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53"/>
          <p:cNvSpPr/>
          <p:nvPr/>
        </p:nvSpPr>
        <p:spPr>
          <a:xfrm>
            <a:off x="955249" y="5001994"/>
            <a:ext cx="506933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8" name="Google Shape;88;p53"/>
          <p:cNvSpPr/>
          <p:nvPr/>
        </p:nvSpPr>
        <p:spPr>
          <a:xfrm>
            <a:off x="-71414" y="5785023"/>
            <a:ext cx="5069337"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9" name="Google Shape;89;p53"/>
          <p:cNvSpPr/>
          <p:nvPr/>
        </p:nvSpPr>
        <p:spPr>
          <a:xfrm>
            <a:off x="-8056" y="5791253"/>
            <a:ext cx="4536419"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90" name="Google Shape;90;p53"/>
          <p:cNvCxnSpPr/>
          <p:nvPr/>
        </p:nvCxnSpPr>
        <p:spPr>
          <a:xfrm>
            <a:off x="-12316" y="5787739"/>
            <a:ext cx="4540679" cy="1084383"/>
          </a:xfrm>
          <a:prstGeom prst="straightConnector1">
            <a:avLst/>
          </a:prstGeom>
          <a:noFill/>
          <a:ln w="12050" cap="flat" cmpd="sng">
            <a:solidFill>
              <a:srgbClr val="93C5D8"/>
            </a:solidFill>
            <a:prstDash val="solid"/>
            <a:miter lim="800000"/>
            <a:headEnd type="none" w="sm" len="sm"/>
            <a:tailEnd type="none" w="sm" len="sm"/>
          </a:ln>
        </p:spPr>
      </p:cxnSp>
      <p:sp>
        <p:nvSpPr>
          <p:cNvPr id="91" name="Google Shape;91;p53"/>
          <p:cNvSpPr/>
          <p:nvPr/>
        </p:nvSpPr>
        <p:spPr>
          <a:xfrm>
            <a:off x="11552149"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92" name="Google Shape;92;p53"/>
          <p:cNvSpPr/>
          <p:nvPr/>
        </p:nvSpPr>
        <p:spPr>
          <a:xfrm>
            <a:off x="11303595"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3"/>
        <p:cNvGrpSpPr/>
        <p:nvPr/>
      </p:nvGrpSpPr>
      <p:grpSpPr>
        <a:xfrm>
          <a:off x="0" y="0"/>
          <a:ext cx="0" cy="0"/>
          <a:chOff x="0" y="0"/>
          <a:chExt cx="0" cy="0"/>
        </a:xfrm>
      </p:grpSpPr>
      <p:sp>
        <p:nvSpPr>
          <p:cNvPr id="94" name="Google Shape;94;p5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54"/>
          <p:cNvSpPr txBox="1">
            <a:spLocks noGrp="1"/>
          </p:cNvSpPr>
          <p:nvPr>
            <p:ph type="body" idx="1"/>
          </p:nvPr>
        </p:nvSpPr>
        <p:spPr>
          <a:xfrm rot="5400000">
            <a:off x="3902965" y="-1812034"/>
            <a:ext cx="4386071" cy="109728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6" name="Google Shape;96;p54"/>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54"/>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54"/>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9"/>
        <p:cNvGrpSpPr/>
        <p:nvPr/>
      </p:nvGrpSpPr>
      <p:grpSpPr>
        <a:xfrm>
          <a:off x="0" y="0"/>
          <a:ext cx="0" cy="0"/>
          <a:chOff x="0" y="0"/>
          <a:chExt cx="0" cy="0"/>
        </a:xfrm>
      </p:grpSpPr>
      <p:sp>
        <p:nvSpPr>
          <p:cNvPr id="100" name="Google Shape;100;p55"/>
          <p:cNvSpPr txBox="1">
            <a:spLocks noGrp="1"/>
          </p:cNvSpPr>
          <p:nvPr>
            <p:ph type="title"/>
          </p:nvPr>
        </p:nvSpPr>
        <p:spPr>
          <a:xfrm rot="5400000">
            <a:off x="7513950" y="1886041"/>
            <a:ext cx="5592761" cy="236996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55"/>
          <p:cNvSpPr txBox="1">
            <a:spLocks noGrp="1"/>
          </p:cNvSpPr>
          <p:nvPr>
            <p:ph type="body" idx="1"/>
          </p:nvPr>
        </p:nvSpPr>
        <p:spPr>
          <a:xfrm rot="5400000">
            <a:off x="2029620" y="-1145379"/>
            <a:ext cx="5592760" cy="84328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102" name="Google Shape;102;p55"/>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55"/>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55"/>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115"/>
        <p:cNvGrpSpPr/>
        <p:nvPr/>
      </p:nvGrpSpPr>
      <p:grpSpPr>
        <a:xfrm>
          <a:off x="0" y="0"/>
          <a:ext cx="0" cy="0"/>
          <a:chOff x="0" y="0"/>
          <a:chExt cx="0" cy="0"/>
        </a:xfrm>
      </p:grpSpPr>
      <p:sp>
        <p:nvSpPr>
          <p:cNvPr id="116" name="Google Shape;116;p46"/>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46"/>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46"/>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9" name="Google Shape;119;p4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p:nvPr/>
        </p:nvSpPr>
        <p:spPr>
          <a:xfrm>
            <a:off x="955249" y="5001994"/>
            <a:ext cx="506933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1" name="Google Shape;11;p41"/>
          <p:cNvSpPr/>
          <p:nvPr/>
        </p:nvSpPr>
        <p:spPr>
          <a:xfrm>
            <a:off x="-71414" y="5785023"/>
            <a:ext cx="5069337"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2" name="Google Shape;12;p41"/>
          <p:cNvSpPr/>
          <p:nvPr/>
        </p:nvSpPr>
        <p:spPr>
          <a:xfrm>
            <a:off x="-8056" y="5791253"/>
            <a:ext cx="4536419" cy="1080868"/>
          </a:xfrm>
          <a:prstGeom prst="rtTriangle">
            <a:avLst/>
          </a:prstGeom>
          <a:blipFill rotWithShape="1">
            <a:blip r:embed="rId14">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3" name="Google Shape;13;p41"/>
          <p:cNvCxnSpPr/>
          <p:nvPr/>
        </p:nvCxnSpPr>
        <p:spPr>
          <a:xfrm>
            <a:off x="-12316" y="5787739"/>
            <a:ext cx="4540679" cy="1084383"/>
          </a:xfrm>
          <a:prstGeom prst="straightConnector1">
            <a:avLst/>
          </a:prstGeom>
          <a:noFill/>
          <a:ln w="12050" cap="flat" cmpd="sng">
            <a:solidFill>
              <a:srgbClr val="93C5D8"/>
            </a:solidFill>
            <a:prstDash val="solid"/>
            <a:miter lim="800000"/>
            <a:headEnd type="none" w="sm" len="sm"/>
            <a:tailEnd type="none" w="sm" len="sm"/>
          </a:ln>
        </p:spPr>
      </p:cxnSp>
      <p:sp>
        <p:nvSpPr>
          <p:cNvPr id="14" name="Google Shape;14;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41"/>
          <p:cNvSpPr txBox="1">
            <a:spLocks noGrp="1"/>
          </p:cNvSpPr>
          <p:nvPr>
            <p:ph type="body" idx="1"/>
          </p:nvPr>
        </p:nvSpPr>
        <p:spPr>
          <a:xfrm>
            <a:off x="609600" y="1481329"/>
            <a:ext cx="10972800" cy="4525963"/>
          </a:xfrm>
          <a:prstGeom prst="rect">
            <a:avLst/>
          </a:prstGeom>
          <a:noFill/>
          <a:ln>
            <a:noFill/>
          </a:ln>
        </p:spPr>
        <p:txBody>
          <a:bodyPr spcFirstLastPara="1" wrap="square" lIns="91425" tIns="45700" rIns="91425" bIns="45700" anchor="t" anchorCtr="0">
            <a:norm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6" name="Google Shape;16;p41"/>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7" name="Google Shape;17;p41"/>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8" name="Google Shape;18;p41"/>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dk1"/>
                </a:solidFill>
                <a:latin typeface="Lucida Sans"/>
                <a:ea typeface="Lucida Sans"/>
                <a:cs typeface="Lucida Sans"/>
                <a:sym typeface="Lucida Sans"/>
              </a:defRPr>
            </a:lvl1pPr>
            <a:lvl2pPr marL="0" marR="0" lvl="1" indent="0" algn="r" rtl="0">
              <a:spcBef>
                <a:spcPts val="0"/>
              </a:spcBef>
              <a:buNone/>
              <a:defRPr sz="1000" b="0" u="none">
                <a:solidFill>
                  <a:schemeClr val="dk1"/>
                </a:solidFill>
                <a:latin typeface="Lucida Sans"/>
                <a:ea typeface="Lucida Sans"/>
                <a:cs typeface="Lucida Sans"/>
                <a:sym typeface="Lucida Sans"/>
              </a:defRPr>
            </a:lvl2pPr>
            <a:lvl3pPr marL="0" marR="0" lvl="2" indent="0" algn="r" rtl="0">
              <a:spcBef>
                <a:spcPts val="0"/>
              </a:spcBef>
              <a:buNone/>
              <a:defRPr sz="1000" b="0" u="none">
                <a:solidFill>
                  <a:schemeClr val="dk1"/>
                </a:solidFill>
                <a:latin typeface="Lucida Sans"/>
                <a:ea typeface="Lucida Sans"/>
                <a:cs typeface="Lucida Sans"/>
                <a:sym typeface="Lucida Sans"/>
              </a:defRPr>
            </a:lvl3pPr>
            <a:lvl4pPr marL="0" marR="0" lvl="3" indent="0" algn="r" rtl="0">
              <a:spcBef>
                <a:spcPts val="0"/>
              </a:spcBef>
              <a:buNone/>
              <a:defRPr sz="1000" b="0" u="none">
                <a:solidFill>
                  <a:schemeClr val="dk1"/>
                </a:solidFill>
                <a:latin typeface="Lucida Sans"/>
                <a:ea typeface="Lucida Sans"/>
                <a:cs typeface="Lucida Sans"/>
                <a:sym typeface="Lucida Sans"/>
              </a:defRPr>
            </a:lvl4pPr>
            <a:lvl5pPr marL="0" marR="0" lvl="4" indent="0" algn="r" rtl="0">
              <a:spcBef>
                <a:spcPts val="0"/>
              </a:spcBef>
              <a:buNone/>
              <a:defRPr sz="1000" b="0" u="none">
                <a:solidFill>
                  <a:schemeClr val="dk1"/>
                </a:solidFill>
                <a:latin typeface="Lucida Sans"/>
                <a:ea typeface="Lucida Sans"/>
                <a:cs typeface="Lucida Sans"/>
                <a:sym typeface="Lucida Sans"/>
              </a:defRPr>
            </a:lvl5pPr>
            <a:lvl6pPr marL="0" marR="0" lvl="5" indent="0" algn="r" rtl="0">
              <a:spcBef>
                <a:spcPts val="0"/>
              </a:spcBef>
              <a:buNone/>
              <a:defRPr sz="1000" b="0" u="none">
                <a:solidFill>
                  <a:schemeClr val="dk1"/>
                </a:solidFill>
                <a:latin typeface="Lucida Sans"/>
                <a:ea typeface="Lucida Sans"/>
                <a:cs typeface="Lucida Sans"/>
                <a:sym typeface="Lucida Sans"/>
              </a:defRPr>
            </a:lvl6pPr>
            <a:lvl7pPr marL="0" marR="0" lvl="6" indent="0" algn="r" rtl="0">
              <a:spcBef>
                <a:spcPts val="0"/>
              </a:spcBef>
              <a:buNone/>
              <a:defRPr sz="1000" b="0" u="none">
                <a:solidFill>
                  <a:schemeClr val="dk1"/>
                </a:solidFill>
                <a:latin typeface="Lucida Sans"/>
                <a:ea typeface="Lucida Sans"/>
                <a:cs typeface="Lucida Sans"/>
                <a:sym typeface="Lucida Sans"/>
              </a:defRPr>
            </a:lvl7pPr>
            <a:lvl8pPr marL="0" marR="0" lvl="7" indent="0" algn="r" rtl="0">
              <a:spcBef>
                <a:spcPts val="0"/>
              </a:spcBef>
              <a:buNone/>
              <a:defRPr sz="1000" b="0" u="none">
                <a:solidFill>
                  <a:schemeClr val="dk1"/>
                </a:solidFill>
                <a:latin typeface="Lucida Sans"/>
                <a:ea typeface="Lucida Sans"/>
                <a:cs typeface="Lucida Sans"/>
                <a:sym typeface="Lucida Sans"/>
              </a:defRPr>
            </a:lvl8pPr>
            <a:lvl9pPr marL="0" marR="0" lvl="8" indent="0" algn="r" rtl="0">
              <a:spcBef>
                <a:spcPts val="0"/>
              </a:spcBef>
              <a:buNone/>
              <a:defRPr sz="1000" b="0" u="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p:cNvGrpSpPr/>
        <p:nvPr/>
      </p:nvGrpSpPr>
      <p:grpSpPr>
        <a:xfrm>
          <a:off x="0" y="0"/>
          <a:ext cx="0" cy="0"/>
          <a:chOff x="0" y="0"/>
          <a:chExt cx="0" cy="0"/>
        </a:xfrm>
      </p:grpSpPr>
      <p:sp>
        <p:nvSpPr>
          <p:cNvPr id="106" name="Google Shape;106;p44"/>
          <p:cNvSpPr/>
          <p:nvPr/>
        </p:nvSpPr>
        <p:spPr>
          <a:xfrm>
            <a:off x="955249" y="5001994"/>
            <a:ext cx="506933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7" name="Google Shape;107;p44"/>
          <p:cNvSpPr/>
          <p:nvPr/>
        </p:nvSpPr>
        <p:spPr>
          <a:xfrm>
            <a:off x="-71414" y="5785023"/>
            <a:ext cx="5069337"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08" name="Google Shape;108;p44"/>
          <p:cNvSpPr/>
          <p:nvPr/>
        </p:nvSpPr>
        <p:spPr>
          <a:xfrm>
            <a:off x="-8056" y="5791253"/>
            <a:ext cx="4536419" cy="1080868"/>
          </a:xfrm>
          <a:prstGeom prst="rtTriangle">
            <a:avLst/>
          </a:prstGeom>
          <a:blipFill rotWithShape="1">
            <a:blip r:embed="rId3">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09" name="Google Shape;109;p44"/>
          <p:cNvCxnSpPr/>
          <p:nvPr/>
        </p:nvCxnSpPr>
        <p:spPr>
          <a:xfrm>
            <a:off x="-12316" y="5787739"/>
            <a:ext cx="4540679" cy="1084383"/>
          </a:xfrm>
          <a:prstGeom prst="straightConnector1">
            <a:avLst/>
          </a:prstGeom>
          <a:noFill/>
          <a:ln w="12050" cap="flat" cmpd="sng">
            <a:solidFill>
              <a:srgbClr val="93C5D8"/>
            </a:solidFill>
            <a:prstDash val="solid"/>
            <a:miter lim="800000"/>
            <a:headEnd type="none" w="sm" len="sm"/>
            <a:tailEnd type="none" w="sm" len="sm"/>
          </a:ln>
        </p:spPr>
      </p:cxnSp>
      <p:sp>
        <p:nvSpPr>
          <p:cNvPr id="110" name="Google Shape;110;p4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2"/>
              </a:buClr>
              <a:buSzPts val="4100"/>
              <a:buFont typeface="Lucida Sans"/>
              <a:buNone/>
              <a:defRPr sz="4100" b="1" i="0" u="none" strike="noStrike" cap="none">
                <a:solidFill>
                  <a:schemeClr val="lt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1" name="Google Shape;111;p44"/>
          <p:cNvSpPr txBox="1">
            <a:spLocks noGrp="1"/>
          </p:cNvSpPr>
          <p:nvPr>
            <p:ph type="body" idx="1"/>
          </p:nvPr>
        </p:nvSpPr>
        <p:spPr>
          <a:xfrm>
            <a:off x="609600" y="1481329"/>
            <a:ext cx="10972800" cy="4525963"/>
          </a:xfrm>
          <a:prstGeom prst="rect">
            <a:avLst/>
          </a:prstGeom>
          <a:noFill/>
          <a:ln>
            <a:noFill/>
          </a:ln>
        </p:spPr>
        <p:txBody>
          <a:bodyPr spcFirstLastPara="1" wrap="square" lIns="91425" tIns="45700" rIns="91425" bIns="45700" anchor="t" anchorCtr="0">
            <a:norm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lt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lt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lt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lt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lt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lt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9pPr>
          </a:lstStyle>
          <a:p>
            <a:endParaRPr/>
          </a:p>
        </p:txBody>
      </p:sp>
      <p:sp>
        <p:nvSpPr>
          <p:cNvPr id="112" name="Google Shape;112;p44"/>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113" name="Google Shape;113;p44"/>
          <p:cNvSpPr txBox="1">
            <a:spLocks noGrp="1"/>
          </p:cNvSpPr>
          <p:nvPr>
            <p:ph type="ftr" idx="11"/>
          </p:nvPr>
        </p:nvSpPr>
        <p:spPr>
          <a:xfrm>
            <a:off x="5840097" y="6407945"/>
            <a:ext cx="313424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114" name="Google Shape;114;p44"/>
          <p:cNvSpPr txBox="1">
            <a:spLocks noGrp="1"/>
          </p:cNvSpPr>
          <p:nvPr>
            <p:ph type="sldNum" idx="12"/>
          </p:nvPr>
        </p:nvSpPr>
        <p:spPr>
          <a:xfrm>
            <a:off x="11529696" y="6407945"/>
            <a:ext cx="48768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lt1"/>
                </a:solidFill>
                <a:latin typeface="Lucida Sans"/>
                <a:ea typeface="Lucida Sans"/>
                <a:cs typeface="Lucida Sans"/>
                <a:sym typeface="Lucida Sans"/>
              </a:defRPr>
            </a:lvl1pPr>
            <a:lvl2pPr marL="0" marR="0" lvl="1" indent="0" algn="r" rtl="0">
              <a:spcBef>
                <a:spcPts val="0"/>
              </a:spcBef>
              <a:buNone/>
              <a:defRPr sz="1000" b="0" u="none">
                <a:solidFill>
                  <a:schemeClr val="lt1"/>
                </a:solidFill>
                <a:latin typeface="Lucida Sans"/>
                <a:ea typeface="Lucida Sans"/>
                <a:cs typeface="Lucida Sans"/>
                <a:sym typeface="Lucida Sans"/>
              </a:defRPr>
            </a:lvl2pPr>
            <a:lvl3pPr marL="0" marR="0" lvl="2" indent="0" algn="r" rtl="0">
              <a:spcBef>
                <a:spcPts val="0"/>
              </a:spcBef>
              <a:buNone/>
              <a:defRPr sz="1000" b="0" u="none">
                <a:solidFill>
                  <a:schemeClr val="lt1"/>
                </a:solidFill>
                <a:latin typeface="Lucida Sans"/>
                <a:ea typeface="Lucida Sans"/>
                <a:cs typeface="Lucida Sans"/>
                <a:sym typeface="Lucida Sans"/>
              </a:defRPr>
            </a:lvl3pPr>
            <a:lvl4pPr marL="0" marR="0" lvl="3" indent="0" algn="r" rtl="0">
              <a:spcBef>
                <a:spcPts val="0"/>
              </a:spcBef>
              <a:buNone/>
              <a:defRPr sz="1000" b="0" u="none">
                <a:solidFill>
                  <a:schemeClr val="lt1"/>
                </a:solidFill>
                <a:latin typeface="Lucida Sans"/>
                <a:ea typeface="Lucida Sans"/>
                <a:cs typeface="Lucida Sans"/>
                <a:sym typeface="Lucida Sans"/>
              </a:defRPr>
            </a:lvl4pPr>
            <a:lvl5pPr marL="0" marR="0" lvl="4" indent="0" algn="r" rtl="0">
              <a:spcBef>
                <a:spcPts val="0"/>
              </a:spcBef>
              <a:buNone/>
              <a:defRPr sz="1000" b="0" u="none">
                <a:solidFill>
                  <a:schemeClr val="lt1"/>
                </a:solidFill>
                <a:latin typeface="Lucida Sans"/>
                <a:ea typeface="Lucida Sans"/>
                <a:cs typeface="Lucida Sans"/>
                <a:sym typeface="Lucida Sans"/>
              </a:defRPr>
            </a:lvl5pPr>
            <a:lvl6pPr marL="0" marR="0" lvl="5" indent="0" algn="r" rtl="0">
              <a:spcBef>
                <a:spcPts val="0"/>
              </a:spcBef>
              <a:buNone/>
              <a:defRPr sz="1000" b="0" u="none">
                <a:solidFill>
                  <a:schemeClr val="lt1"/>
                </a:solidFill>
                <a:latin typeface="Lucida Sans"/>
                <a:ea typeface="Lucida Sans"/>
                <a:cs typeface="Lucida Sans"/>
                <a:sym typeface="Lucida Sans"/>
              </a:defRPr>
            </a:lvl6pPr>
            <a:lvl7pPr marL="0" marR="0" lvl="6" indent="0" algn="r" rtl="0">
              <a:spcBef>
                <a:spcPts val="0"/>
              </a:spcBef>
              <a:buNone/>
              <a:defRPr sz="1000" b="0" u="none">
                <a:solidFill>
                  <a:schemeClr val="lt1"/>
                </a:solidFill>
                <a:latin typeface="Lucida Sans"/>
                <a:ea typeface="Lucida Sans"/>
                <a:cs typeface="Lucida Sans"/>
                <a:sym typeface="Lucida Sans"/>
              </a:defRPr>
            </a:lvl7pPr>
            <a:lvl8pPr marL="0" marR="0" lvl="7" indent="0" algn="r" rtl="0">
              <a:spcBef>
                <a:spcPts val="0"/>
              </a:spcBef>
              <a:buNone/>
              <a:defRPr sz="1000" b="0" u="none">
                <a:solidFill>
                  <a:schemeClr val="lt1"/>
                </a:solidFill>
                <a:latin typeface="Lucida Sans"/>
                <a:ea typeface="Lucida Sans"/>
                <a:cs typeface="Lucida Sans"/>
                <a:sym typeface="Lucida Sans"/>
              </a:defRPr>
            </a:lvl8pPr>
            <a:lvl9pPr marL="0" marR="0" lvl="8" indent="0" algn="r" rtl="0">
              <a:spcBef>
                <a:spcPts val="0"/>
              </a:spcBef>
              <a:buNone/>
              <a:defRPr sz="1000" b="0" u="none">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p:nvPr/>
        </p:nvSpPr>
        <p:spPr>
          <a:xfrm>
            <a:off x="3217333" y="3810000"/>
            <a:ext cx="5926667" cy="1143000"/>
          </a:xfrm>
          <a:prstGeom prst="roundRect">
            <a:avLst>
              <a:gd name="adj" fmla="val 16667"/>
            </a:avLst>
          </a:prstGeom>
          <a:solidFill>
            <a:srgbClr val="4F6128"/>
          </a:solid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6" name="Google Shape;126;p1"/>
          <p:cNvSpPr/>
          <p:nvPr/>
        </p:nvSpPr>
        <p:spPr>
          <a:xfrm>
            <a:off x="3302000" y="3886200"/>
            <a:ext cx="5842000" cy="990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7" name="Google Shape;127;p1"/>
          <p:cNvSpPr txBox="1">
            <a:spLocks noGrp="1"/>
          </p:cNvSpPr>
          <p:nvPr>
            <p:ph type="title"/>
          </p:nvPr>
        </p:nvSpPr>
        <p:spPr>
          <a:xfrm>
            <a:off x="0" y="1524000"/>
            <a:ext cx="12192000" cy="838200"/>
          </a:xfrm>
          <a:prstGeom prst="rect">
            <a:avLst/>
          </a:prstGeom>
          <a:noFill/>
          <a:ln>
            <a:noFill/>
          </a:ln>
          <a:effectLst>
            <a:outerShdw blurRad="149987" dist="250190" dir="8460000" algn="ctr">
              <a:srgbClr val="000000">
                <a:alpha val="25098"/>
              </a:srgbClr>
            </a:outerShdw>
          </a:effectLst>
        </p:spPr>
        <p:txBody>
          <a:bodyPr spcFirstLastPara="1" wrap="square" lIns="91425" tIns="45700" rIns="91425" bIns="45700" anchor="ctr" anchorCtr="0">
            <a:normAutofit fontScale="90000"/>
          </a:bodyPr>
          <a:lstStyle/>
          <a:p>
            <a:pPr marL="0" marR="0" lvl="0" indent="0" algn="ctr" rtl="0">
              <a:lnSpc>
                <a:spcPct val="100000"/>
              </a:lnSpc>
              <a:spcBef>
                <a:spcPts val="0"/>
              </a:spcBef>
              <a:spcAft>
                <a:spcPts val="0"/>
              </a:spcAft>
              <a:buClr>
                <a:srgbClr val="17375E"/>
              </a:buClr>
              <a:buSzPct val="100000"/>
              <a:buFont typeface="Calibri"/>
              <a:buNone/>
            </a:pPr>
            <a:r>
              <a:rPr lang="en-US" sz="2700" b="1" i="0" u="none" strike="noStrike" cap="none" dirty="0">
                <a:solidFill>
                  <a:srgbClr val="17375E"/>
                </a:solidFill>
                <a:latin typeface="Calibri"/>
                <a:ea typeface="Calibri"/>
                <a:cs typeface="Calibri"/>
                <a:sym typeface="Calibri"/>
              </a:rPr>
              <a:t/>
            </a:r>
            <a:br>
              <a:rPr lang="en-US" sz="2700" b="1" i="0" u="none" strike="noStrike" cap="none" dirty="0">
                <a:solidFill>
                  <a:srgbClr val="17375E"/>
                </a:solidFill>
                <a:latin typeface="Calibri"/>
                <a:ea typeface="Calibri"/>
                <a:cs typeface="Calibri"/>
                <a:sym typeface="Calibri"/>
              </a:rPr>
            </a:br>
            <a:r>
              <a:rPr lang="en-US" sz="2700" b="1" i="0" u="none" strike="noStrike" cap="none" dirty="0">
                <a:solidFill>
                  <a:srgbClr val="17375E"/>
                </a:solidFill>
                <a:latin typeface="Calibri"/>
                <a:ea typeface="Calibri"/>
                <a:cs typeface="Calibri"/>
                <a:sym typeface="Calibri"/>
              </a:rPr>
              <a:t/>
            </a:r>
            <a:br>
              <a:rPr lang="en-US" sz="2700" b="1" i="0" u="none" strike="noStrike" cap="none" dirty="0">
                <a:solidFill>
                  <a:srgbClr val="17375E"/>
                </a:solidFill>
                <a:latin typeface="Calibri"/>
                <a:ea typeface="Calibri"/>
                <a:cs typeface="Calibri"/>
                <a:sym typeface="Calibri"/>
              </a:rPr>
            </a:br>
            <a:r>
              <a:rPr lang="en-US" sz="2700" b="1" i="0" u="none" strike="noStrike" cap="none" dirty="0">
                <a:solidFill>
                  <a:srgbClr val="17375E"/>
                </a:solidFill>
                <a:latin typeface="Calibri"/>
                <a:ea typeface="Calibri"/>
                <a:cs typeface="Calibri"/>
                <a:sym typeface="Calibri"/>
              </a:rPr>
              <a:t/>
            </a:r>
            <a:br>
              <a:rPr lang="en-US" sz="2700" b="1" i="0" u="none" strike="noStrike" cap="none" dirty="0">
                <a:solidFill>
                  <a:srgbClr val="17375E"/>
                </a:solidFill>
                <a:latin typeface="Calibri"/>
                <a:ea typeface="Calibri"/>
                <a:cs typeface="Calibri"/>
                <a:sym typeface="Calibri"/>
              </a:rPr>
            </a:br>
            <a:r>
              <a:rPr lang="en-US" sz="2700" b="1" i="0" u="none" strike="noStrike" cap="none" dirty="0">
                <a:solidFill>
                  <a:srgbClr val="17375E"/>
                </a:solidFill>
                <a:latin typeface="Calibri"/>
                <a:ea typeface="Calibri"/>
                <a:cs typeface="Calibri"/>
                <a:sym typeface="Calibri"/>
              </a:rPr>
              <a:t>Pimpri Chinchwad Education Trust’s</a:t>
            </a:r>
            <a:r>
              <a:rPr lang="en-US" sz="4000" b="1" i="0" u="none" strike="noStrike" cap="none" dirty="0">
                <a:solidFill>
                  <a:srgbClr val="595959"/>
                </a:solidFill>
                <a:latin typeface="Calibri"/>
                <a:ea typeface="Calibri"/>
                <a:cs typeface="Calibri"/>
                <a:sym typeface="Calibri"/>
              </a:rPr>
              <a:t/>
            </a:r>
            <a:br>
              <a:rPr lang="en-US" sz="4000" b="1" i="0" u="none" strike="noStrike" cap="none" dirty="0">
                <a:solidFill>
                  <a:srgbClr val="595959"/>
                </a:solidFill>
                <a:latin typeface="Calibri"/>
                <a:ea typeface="Calibri"/>
                <a:cs typeface="Calibri"/>
                <a:sym typeface="Calibri"/>
              </a:rPr>
            </a:br>
            <a:r>
              <a:rPr lang="en-US" sz="4000" b="1" i="0" u="none" strike="noStrike" cap="none" dirty="0">
                <a:solidFill>
                  <a:srgbClr val="17375E"/>
                </a:solidFill>
                <a:latin typeface="Calibri"/>
                <a:ea typeface="Calibri"/>
                <a:cs typeface="Calibri"/>
                <a:sym typeface="Calibri"/>
              </a:rPr>
              <a:t>Pimpri Chinchwad College of Engineering and Research, </a:t>
            </a:r>
            <a:r>
              <a:rPr lang="en-US" sz="4000" b="1" i="0" u="none" strike="noStrike" cap="none" dirty="0" err="1">
                <a:solidFill>
                  <a:srgbClr val="17375E"/>
                </a:solidFill>
                <a:latin typeface="Calibri"/>
                <a:ea typeface="Calibri"/>
                <a:cs typeface="Calibri"/>
                <a:sym typeface="Calibri"/>
              </a:rPr>
              <a:t>Ravet</a:t>
            </a:r>
            <a:r>
              <a:rPr lang="en-US" sz="4000" b="1" i="0" u="none" strike="noStrike" cap="none" dirty="0">
                <a:solidFill>
                  <a:srgbClr val="17375E"/>
                </a:solidFill>
                <a:latin typeface="Calibri"/>
                <a:ea typeface="Calibri"/>
                <a:cs typeface="Calibri"/>
                <a:sym typeface="Calibri"/>
              </a:rPr>
              <a:t>, Pune</a:t>
            </a:r>
            <a:br>
              <a:rPr lang="en-US" sz="4000" b="1" i="0" u="none" strike="noStrike" cap="none" dirty="0">
                <a:solidFill>
                  <a:srgbClr val="17375E"/>
                </a:solidFill>
                <a:latin typeface="Calibri"/>
                <a:ea typeface="Calibri"/>
                <a:cs typeface="Calibri"/>
                <a:sym typeface="Calibri"/>
              </a:rPr>
            </a:br>
            <a:r>
              <a:rPr lang="en-US" sz="4400" b="1" i="0" u="none" strike="noStrike" cap="none" dirty="0">
                <a:solidFill>
                  <a:srgbClr val="0F243E"/>
                </a:solidFill>
                <a:latin typeface="Times New Roman"/>
                <a:ea typeface="Times New Roman"/>
                <a:cs typeface="Times New Roman"/>
                <a:sym typeface="Times New Roman"/>
              </a:rPr>
              <a:t>Department of Computer Engineering</a:t>
            </a:r>
            <a:br>
              <a:rPr lang="en-US" sz="4400" b="1" i="0" u="none" strike="noStrike" cap="none" dirty="0">
                <a:solidFill>
                  <a:srgbClr val="0F243E"/>
                </a:solidFill>
                <a:latin typeface="Times New Roman"/>
                <a:ea typeface="Times New Roman"/>
                <a:cs typeface="Times New Roman"/>
                <a:sym typeface="Times New Roman"/>
              </a:rPr>
            </a:br>
            <a:r>
              <a:rPr lang="en-US" sz="4400" b="1" i="0" u="none" strike="noStrike" cap="none" dirty="0">
                <a:solidFill>
                  <a:srgbClr val="17375E"/>
                </a:solidFill>
                <a:latin typeface="Calibri"/>
                <a:ea typeface="Calibri"/>
                <a:cs typeface="Calibri"/>
                <a:sym typeface="Calibri"/>
              </a:rPr>
              <a:t/>
            </a:r>
            <a:br>
              <a:rPr lang="en-US" sz="4400" b="1" i="0" u="none" strike="noStrike" cap="none" dirty="0">
                <a:solidFill>
                  <a:srgbClr val="17375E"/>
                </a:solidFill>
                <a:latin typeface="Calibri"/>
                <a:ea typeface="Calibri"/>
                <a:cs typeface="Calibri"/>
                <a:sym typeface="Calibri"/>
              </a:rPr>
            </a:br>
            <a:r>
              <a:rPr lang="en-US" sz="4000" b="1" i="0" u="none" strike="noStrike" cap="none" dirty="0">
                <a:solidFill>
                  <a:srgbClr val="17375E"/>
                </a:solidFill>
                <a:latin typeface="Calibri"/>
                <a:ea typeface="Calibri"/>
                <a:cs typeface="Calibri"/>
                <a:sym typeface="Calibri"/>
              </a:rPr>
              <a:t/>
            </a:r>
            <a:br>
              <a:rPr lang="en-US" sz="4000" b="1" i="0" u="none" strike="noStrike" cap="none" dirty="0">
                <a:solidFill>
                  <a:srgbClr val="17375E"/>
                </a:solidFill>
                <a:latin typeface="Calibri"/>
                <a:ea typeface="Calibri"/>
                <a:cs typeface="Calibri"/>
                <a:sym typeface="Calibri"/>
              </a:rPr>
            </a:br>
            <a:endParaRPr sz="4800" b="1" i="0" u="none" strike="noStrike" cap="none" dirty="0">
              <a:solidFill>
                <a:srgbClr val="595959"/>
              </a:solidFill>
              <a:latin typeface="Calibri"/>
              <a:ea typeface="Calibri"/>
              <a:cs typeface="Calibri"/>
              <a:sym typeface="Calibri"/>
            </a:endParaRPr>
          </a:p>
        </p:txBody>
      </p:sp>
      <p:pic>
        <p:nvPicPr>
          <p:cNvPr id="128" name="Google Shape;128;p1" descr="PCCOER is best engineering college in Pune"/>
          <p:cNvPicPr preferRelativeResize="0"/>
          <p:nvPr/>
        </p:nvPicPr>
        <p:blipFill rotWithShape="1">
          <a:blip r:embed="rId3">
            <a:alphaModFix/>
          </a:blip>
          <a:srcRect/>
          <a:stretch/>
        </p:blipFill>
        <p:spPr>
          <a:xfrm>
            <a:off x="10719022" y="114785"/>
            <a:ext cx="1303645" cy="723900"/>
          </a:xfrm>
          <a:prstGeom prst="rect">
            <a:avLst/>
          </a:prstGeom>
          <a:noFill/>
          <a:ln>
            <a:noFill/>
          </a:ln>
        </p:spPr>
      </p:pic>
      <p:pic>
        <p:nvPicPr>
          <p:cNvPr id="129" name="Google Shape;129;p1" descr="http://pcet.org.in/images/pcet-logo.jpg"/>
          <p:cNvPicPr preferRelativeResize="0"/>
          <p:nvPr/>
        </p:nvPicPr>
        <p:blipFill rotWithShape="1">
          <a:blip r:embed="rId4">
            <a:alphaModFix/>
          </a:blip>
          <a:srcRect/>
          <a:stretch/>
        </p:blipFill>
        <p:spPr>
          <a:xfrm>
            <a:off x="180305" y="142423"/>
            <a:ext cx="1343696" cy="771979"/>
          </a:xfrm>
          <a:prstGeom prst="rect">
            <a:avLst/>
          </a:prstGeom>
          <a:noFill/>
          <a:ln>
            <a:noFill/>
          </a:ln>
        </p:spPr>
      </p:pic>
      <p:sp>
        <p:nvSpPr>
          <p:cNvPr id="130" name="Google Shape;130;p1"/>
          <p:cNvSpPr/>
          <p:nvPr/>
        </p:nvSpPr>
        <p:spPr>
          <a:xfrm>
            <a:off x="2667000" y="2895600"/>
            <a:ext cx="7848600" cy="3514768"/>
          </a:xfrm>
          <a:prstGeom prst="rect">
            <a:avLst/>
          </a:prstGeom>
          <a:solidFill>
            <a:schemeClr val="lt1"/>
          </a:solidFill>
          <a:ln w="762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2540" lvl="0" indent="0" algn="ctr" rtl="0">
              <a:lnSpc>
                <a:spcPct val="79687"/>
              </a:lnSpc>
              <a:spcBef>
                <a:spcPts val="0"/>
              </a:spcBef>
              <a:spcAft>
                <a:spcPts val="0"/>
              </a:spcAft>
              <a:buClr>
                <a:schemeClr val="dk1"/>
              </a:buClr>
              <a:buSzPts val="4800"/>
              <a:buFont typeface="Calibri"/>
              <a:buNone/>
            </a:pPr>
            <a:endParaRPr sz="4800" b="1" i="0" u="none" strike="noStrike" cap="none" dirty="0">
              <a:solidFill>
                <a:srgbClr val="0F243E"/>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smtClean="0">
                <a:solidFill>
                  <a:srgbClr val="0F243E"/>
                </a:solidFill>
                <a:latin typeface="Times New Roman"/>
                <a:ea typeface="Times New Roman"/>
                <a:cs typeface="Times New Roman"/>
                <a:sym typeface="Times New Roman"/>
              </a:rPr>
              <a:t>Data </a:t>
            </a:r>
            <a:r>
              <a:rPr lang="en-US" sz="3600" b="1" i="0" u="none" strike="noStrike" cap="none" dirty="0">
                <a:solidFill>
                  <a:srgbClr val="0F243E"/>
                </a:solidFill>
                <a:latin typeface="Times New Roman"/>
                <a:ea typeface="Times New Roman"/>
                <a:cs typeface="Times New Roman"/>
                <a:sym typeface="Times New Roman"/>
              </a:rPr>
              <a:t>Structures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dirty="0">
              <a:solidFill>
                <a:srgbClr val="0F243E"/>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800"/>
              <a:buFont typeface="Arial"/>
              <a:buNone/>
            </a:pPr>
            <a:r>
              <a:rPr lang="en-US" sz="2800" b="1" dirty="0">
                <a:solidFill>
                  <a:srgbClr val="0F243E"/>
                </a:solidFill>
                <a:latin typeface="Times New Roman"/>
                <a:ea typeface="Times New Roman"/>
                <a:cs typeface="Times New Roman"/>
                <a:sym typeface="Times New Roman"/>
              </a:rPr>
              <a:t>D</a:t>
            </a:r>
            <a:r>
              <a:rPr lang="en-US" sz="2800" b="1" i="0" u="none" strike="noStrike" cap="none" dirty="0" smtClean="0">
                <a:solidFill>
                  <a:srgbClr val="0F243E"/>
                </a:solidFill>
                <a:latin typeface="Times New Roman"/>
                <a:ea typeface="Times New Roman"/>
                <a:cs typeface="Times New Roman"/>
                <a:sym typeface="Times New Roman"/>
              </a:rPr>
              <a:t>r</a:t>
            </a:r>
            <a:r>
              <a:rPr lang="en-US" sz="2800" b="1" i="0" u="none" strike="noStrike" cap="none" dirty="0">
                <a:solidFill>
                  <a:srgbClr val="0F243E"/>
                </a:solidFill>
                <a:latin typeface="Times New Roman"/>
                <a:ea typeface="Times New Roman"/>
                <a:cs typeface="Times New Roman"/>
                <a:sym typeface="Times New Roman"/>
              </a:rPr>
              <a:t>. Govind R. Suryawanshi</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0F243E"/>
                </a:solidFill>
                <a:latin typeface="Times New Roman"/>
                <a:ea typeface="Times New Roman"/>
                <a:cs typeface="Times New Roman"/>
                <a:sym typeface="Times New Roman"/>
              </a:rPr>
              <a:t>Asst. Prof.</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dirty="0">
                <a:solidFill>
                  <a:srgbClr val="0F243E"/>
                </a:solidFill>
                <a:latin typeface="Times New Roman"/>
                <a:ea typeface="Times New Roman"/>
                <a:cs typeface="Times New Roman"/>
                <a:sym typeface="Times New Roman"/>
              </a:rPr>
              <a:t> </a:t>
            </a:r>
            <a:endParaRPr sz="3200" b="1" i="0" u="none" strike="noStrike" cap="none" dirty="0">
              <a:solidFill>
                <a:srgbClr val="0F243E"/>
              </a:solidFill>
              <a:latin typeface="Times New Roman"/>
              <a:ea typeface="Times New Roman"/>
              <a:cs typeface="Times New Roman"/>
              <a:sym typeface="Times New Roman"/>
            </a:endParaRPr>
          </a:p>
        </p:txBody>
      </p:sp>
      <p:sp>
        <p:nvSpPr>
          <p:cNvPr id="131" name="Google Shape;131;p1" descr="BOUQUET #emoji https://www.emojimantra.com/ | Emoji, Mario characters, Art"/>
          <p:cNvSpPr/>
          <p:nvPr/>
        </p:nvSpPr>
        <p:spPr>
          <a:xfrm>
            <a:off x="172861" y="-144463"/>
            <a:ext cx="338667"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1" descr="BOUQUET #emoji https://www.emojimantra.com/ | Emoji, Mario characters, Art"/>
          <p:cNvSpPr/>
          <p:nvPr/>
        </p:nvSpPr>
        <p:spPr>
          <a:xfrm>
            <a:off x="172861" y="-144463"/>
            <a:ext cx="338667"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3" name="Google Shape;133;p1" descr="BOUQUET #emoji https://www.emojimantra.com/ | Emoji, Mario characters, Art"/>
          <p:cNvSpPr/>
          <p:nvPr/>
        </p:nvSpPr>
        <p:spPr>
          <a:xfrm>
            <a:off x="172861" y="-144463"/>
            <a:ext cx="338667"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
          <p:cNvSpPr txBox="1">
            <a:spLocks noGrp="1"/>
          </p:cNvSpPr>
          <p:nvPr>
            <p:ph type="title"/>
          </p:nvPr>
        </p:nvSpPr>
        <p:spPr>
          <a:xfrm>
            <a:off x="1688123" y="112544"/>
            <a:ext cx="9772357" cy="576774"/>
          </a:xfrm>
          <a:prstGeom prst="rect">
            <a:avLst/>
          </a:prstGeom>
          <a:solidFill>
            <a:srgbClr val="F4CCC8"/>
          </a:solid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lt1"/>
              </a:buClr>
              <a:buSzPct val="111111"/>
              <a:buFont typeface="Calibri"/>
              <a:buNone/>
            </a:pPr>
            <a:r>
              <a:rPr lang="en-US" sz="4400" b="1" dirty="0">
                <a:solidFill>
                  <a:srgbClr val="FF0000"/>
                </a:solidFill>
              </a:rPr>
              <a:t>UNIT- </a:t>
            </a:r>
            <a:r>
              <a:rPr lang="en-US" sz="4400" b="1" dirty="0" smtClean="0">
                <a:solidFill>
                  <a:srgbClr val="FF0000"/>
                </a:solidFill>
              </a:rPr>
              <a:t>III</a:t>
            </a:r>
            <a:endParaRPr sz="4400" b="1" dirty="0">
              <a:solidFill>
                <a:srgbClr val="FF0000"/>
              </a:solidFill>
            </a:endParaRPr>
          </a:p>
        </p:txBody>
      </p:sp>
      <p:sp>
        <p:nvSpPr>
          <p:cNvPr id="145" name="Google Shape;145;p3"/>
          <p:cNvSpPr txBox="1">
            <a:spLocks noGrp="1"/>
          </p:cNvSpPr>
          <p:nvPr>
            <p:ph type="ftr" idx="11"/>
          </p:nvPr>
        </p:nvSpPr>
        <p:spPr>
          <a:xfrm>
            <a:off x="1219200" y="6172200"/>
            <a:ext cx="5283200"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400"/>
              <a:buFont typeface="Lucida Sans"/>
              <a:buNone/>
            </a:pPr>
            <a:r>
              <a:rPr lang="en-US"/>
              <a:t>©PCCOE&amp;R, Ravet, Pune</a:t>
            </a:r>
            <a:endParaRPr/>
          </a:p>
        </p:txBody>
      </p:sp>
      <p:sp>
        <p:nvSpPr>
          <p:cNvPr id="146" name="Google Shape;146;p3"/>
          <p:cNvSpPr txBox="1">
            <a:spLocks noGrp="1"/>
          </p:cNvSpPr>
          <p:nvPr>
            <p:ph type="sldNum" idx="12"/>
          </p:nvPr>
        </p:nvSpPr>
        <p:spPr>
          <a:xfrm>
            <a:off x="195072" y="6210300"/>
            <a:ext cx="609600" cy="4572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chemeClr val="dk1"/>
              </a:buClr>
              <a:buSzPts val="1200"/>
              <a:buFont typeface="Lucida Sans"/>
              <a:buNone/>
            </a:pPr>
            <a:fld id="{00000000-1234-1234-1234-123412341234}" type="slidenum">
              <a:rPr lang="en-US"/>
              <a:t>2</a:t>
            </a:fld>
            <a:endParaRPr/>
          </a:p>
        </p:txBody>
      </p:sp>
      <p:sp>
        <p:nvSpPr>
          <p:cNvPr id="147" name="Google Shape;147;p3"/>
          <p:cNvSpPr txBox="1">
            <a:spLocks noGrp="1"/>
          </p:cNvSpPr>
          <p:nvPr>
            <p:ph type="body" idx="1"/>
          </p:nvPr>
        </p:nvSpPr>
        <p:spPr>
          <a:xfrm>
            <a:off x="609600" y="2152356"/>
            <a:ext cx="11582400" cy="3967090"/>
          </a:xfrm>
          <a:prstGeom prst="rect">
            <a:avLst/>
          </a:prstGeom>
          <a:noFill/>
          <a:ln>
            <a:noFill/>
          </a:ln>
        </p:spPr>
        <p:txBody>
          <a:bodyPr spcFirstLastPara="1" wrap="square" lIns="91425" tIns="45700" rIns="91425" bIns="45700" anchor="t" anchorCtr="0">
            <a:noAutofit/>
          </a:bodyPr>
          <a:lstStyle/>
          <a:p>
            <a:pPr marL="274320" lvl="0" indent="-274320" algn="l" rtl="0">
              <a:spcBef>
                <a:spcPts val="400"/>
              </a:spcBef>
              <a:spcAft>
                <a:spcPts val="0"/>
              </a:spcAft>
              <a:buSzPts val="1700"/>
              <a:buChar char="🞂"/>
            </a:pPr>
            <a:r>
              <a:rPr lang="en-US" sz="2000" dirty="0"/>
              <a:t>Basic concept, Queue as Abstract Data Type, Representation of Queue using Sequential </a:t>
            </a:r>
            <a:br>
              <a:rPr lang="en-US" sz="2000" dirty="0"/>
            </a:br>
            <a:r>
              <a:rPr lang="en-US" sz="2000" dirty="0"/>
              <a:t>organization, Queue Operations, Circular </a:t>
            </a:r>
            <a:endParaRPr sz="2000" dirty="0"/>
          </a:p>
          <a:p>
            <a:pPr marL="274320" lvl="0" indent="-274320" algn="l" rtl="0">
              <a:spcBef>
                <a:spcPts val="400"/>
              </a:spcBef>
              <a:spcAft>
                <a:spcPts val="0"/>
              </a:spcAft>
              <a:buSzPts val="1700"/>
              <a:buChar char="🞂"/>
            </a:pPr>
            <a:r>
              <a:rPr lang="en-US" sz="2000" dirty="0"/>
              <a:t>Queue and its advantages, Multi-queues, Linked Queue and Operations. </a:t>
            </a:r>
            <a:endParaRPr sz="2000" dirty="0"/>
          </a:p>
          <a:p>
            <a:pPr marL="274320" lvl="0" indent="-274320" algn="l" rtl="0">
              <a:spcBef>
                <a:spcPts val="400"/>
              </a:spcBef>
              <a:spcAft>
                <a:spcPts val="0"/>
              </a:spcAft>
              <a:buSzPts val="1700"/>
              <a:buChar char="🞂"/>
            </a:pPr>
            <a:r>
              <a:rPr lang="en-US" sz="2000" dirty="0" err="1"/>
              <a:t>Deque</a:t>
            </a:r>
            <a:r>
              <a:rPr lang="en-US" sz="2000" dirty="0"/>
              <a:t>-Basic concept, types (Input restricted and Output restricted), </a:t>
            </a:r>
            <a:endParaRPr sz="2000" dirty="0"/>
          </a:p>
          <a:p>
            <a:pPr marL="274320" lvl="0" indent="-274320" algn="l" rtl="0">
              <a:spcBef>
                <a:spcPts val="400"/>
              </a:spcBef>
              <a:spcAft>
                <a:spcPts val="0"/>
              </a:spcAft>
              <a:buSzPts val="1700"/>
              <a:buChar char="🞂"/>
            </a:pPr>
            <a:r>
              <a:rPr lang="en-US" sz="2000" dirty="0"/>
              <a:t>Priority Queue- Basic concept, types (Ascending and Descending).</a:t>
            </a:r>
            <a:endParaRPr sz="2000" dirty="0"/>
          </a:p>
        </p:txBody>
      </p:sp>
      <p:sp>
        <p:nvSpPr>
          <p:cNvPr id="148" name="Google Shape;148;p3"/>
          <p:cNvSpPr/>
          <p:nvPr/>
        </p:nvSpPr>
        <p:spPr>
          <a:xfrm>
            <a:off x="487681" y="1448973"/>
            <a:ext cx="9659816" cy="58473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rgbClr val="A3171E"/>
                </a:solidFill>
              </a:rPr>
              <a:t> </a:t>
            </a:r>
            <a:endParaRPr sz="3200" b="1" i="0" u="none" strike="noStrike" cap="none">
              <a:solidFill>
                <a:srgbClr val="A3171E"/>
              </a:solidFill>
              <a:latin typeface="Arial"/>
              <a:ea typeface="Arial"/>
              <a:cs typeface="Arial"/>
              <a:sym typeface="Arial"/>
            </a:endParaRPr>
          </a:p>
        </p:txBody>
      </p:sp>
      <p:pic>
        <p:nvPicPr>
          <p:cNvPr id="149" name="Google Shape;149;p3" descr="http://pcet.org.in/images/pcet-logo.jpg"/>
          <p:cNvPicPr preferRelativeResize="0"/>
          <p:nvPr/>
        </p:nvPicPr>
        <p:blipFill rotWithShape="1">
          <a:blip r:embed="rId3">
            <a:alphaModFix/>
          </a:blip>
          <a:srcRect/>
          <a:stretch/>
        </p:blipFill>
        <p:spPr>
          <a:xfrm>
            <a:off x="180305" y="142423"/>
            <a:ext cx="1343696" cy="77197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4"/>
          <p:cNvSpPr txBox="1"/>
          <p:nvPr/>
        </p:nvSpPr>
        <p:spPr>
          <a:xfrm>
            <a:off x="2133600" y="2438400"/>
            <a:ext cx="8255000" cy="1123315"/>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chemeClr val="dk1"/>
              </a:buClr>
              <a:buSzPts val="7200"/>
              <a:buFont typeface="Lucida Sans"/>
              <a:buNone/>
            </a:pPr>
            <a:r>
              <a:rPr lang="en-US" sz="7200" b="1" i="0" u="sng" strike="noStrike" cap="none">
                <a:solidFill>
                  <a:schemeClr val="dk1"/>
                </a:solidFill>
                <a:latin typeface="Lucida Sans"/>
                <a:ea typeface="Lucida Sans"/>
                <a:cs typeface="Lucida Sans"/>
                <a:sym typeface="Lucida Sans"/>
              </a:rPr>
              <a:t>QUEUES </a:t>
            </a:r>
            <a:endParaRPr sz="7200" b="1" i="0" u="none" strike="noStrike" cap="none">
              <a:solidFill>
                <a:schemeClr val="dk1"/>
              </a:solidFill>
              <a:latin typeface="Lucida Sans"/>
              <a:ea typeface="Lucida Sans"/>
              <a:cs typeface="Lucida Sans"/>
              <a:sym typeface="Lucid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a:spLocks noGrp="1"/>
          </p:cNvSpPr>
          <p:nvPr>
            <p:ph type="title"/>
          </p:nvPr>
        </p:nvSpPr>
        <p:spPr>
          <a:xfrm>
            <a:off x="1219200" y="533400"/>
            <a:ext cx="8760156"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Arial"/>
              <a:buNone/>
            </a:pPr>
            <a:r>
              <a:rPr lang="en-US" sz="4400">
                <a:latin typeface="Arial"/>
                <a:ea typeface="Arial"/>
                <a:cs typeface="Arial"/>
                <a:sym typeface="Arial"/>
              </a:rPr>
              <a:t>INTRODUCTION TO QUEUE</a:t>
            </a:r>
            <a:endParaRPr sz="4400">
              <a:latin typeface="Arial"/>
              <a:ea typeface="Arial"/>
              <a:cs typeface="Arial"/>
              <a:sym typeface="Arial"/>
            </a:endParaRPr>
          </a:p>
        </p:txBody>
      </p:sp>
      <p:sp>
        <p:nvSpPr>
          <p:cNvPr id="160" name="Google Shape;160;p5"/>
          <p:cNvSpPr txBox="1"/>
          <p:nvPr/>
        </p:nvSpPr>
        <p:spPr>
          <a:xfrm>
            <a:off x="1447800" y="1447800"/>
            <a:ext cx="10058400" cy="44271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b="1">
                <a:solidFill>
                  <a:schemeClr val="dk1"/>
                </a:solidFill>
                <a:latin typeface="Times New Roman"/>
                <a:ea typeface="Times New Roman"/>
                <a:cs typeface="Times New Roman"/>
                <a:sym typeface="Times New Roman"/>
              </a:rPr>
              <a:t>DEFINITION:</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2350">
              <a:solidFill>
                <a:schemeClr val="dk1"/>
              </a:solidFill>
              <a:latin typeface="Times New Roman"/>
              <a:ea typeface="Times New Roman"/>
              <a:cs typeface="Times New Roman"/>
              <a:sym typeface="Times New Roman"/>
            </a:endParaRPr>
          </a:p>
          <a:p>
            <a:pPr marL="354965" marR="0" lvl="0" indent="-342900" algn="l" rtl="0">
              <a:lnSpc>
                <a:spcPct val="10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A queue is a data structure that provides temporary storage of data in such</a:t>
            </a:r>
            <a:endParaRPr sz="2400">
              <a:solidFill>
                <a:schemeClr val="dk1"/>
              </a:solidFill>
              <a:latin typeface="Times New Roman"/>
              <a:ea typeface="Times New Roman"/>
              <a:cs typeface="Times New Roman"/>
              <a:sym typeface="Times New Roman"/>
            </a:endParaRPr>
          </a:p>
          <a:p>
            <a:pPr marL="354965" marR="0"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a way that the	element stored first will be retrieved first.</a:t>
            </a:r>
            <a:endParaRPr sz="2400">
              <a:solidFill>
                <a:schemeClr val="dk1"/>
              </a:solidFill>
              <a:latin typeface="Times New Roman"/>
              <a:ea typeface="Times New Roman"/>
              <a:cs typeface="Times New Roman"/>
              <a:sym typeface="Times New Roman"/>
            </a:endParaRPr>
          </a:p>
          <a:p>
            <a:pPr marL="354965" marR="0" lvl="0" indent="-342900" algn="l" rtl="0">
              <a:lnSpc>
                <a:spcPct val="100000"/>
              </a:lnSpc>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This method is also called FIFO – First In First Out.</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2350">
              <a:solidFill>
                <a:schemeClr val="dk1"/>
              </a:solidFill>
              <a:latin typeface="Times New Roman"/>
              <a:ea typeface="Times New Roman"/>
              <a:cs typeface="Times New Roman"/>
              <a:sym typeface="Times New Roman"/>
            </a:endParaRPr>
          </a:p>
          <a:p>
            <a:pPr marL="12700" marR="0" lvl="0" indent="0" algn="l" rtl="0">
              <a:lnSpc>
                <a:spcPct val="100000"/>
              </a:lnSpc>
              <a:spcBef>
                <a:spcPts val="5"/>
              </a:spcBef>
              <a:spcAft>
                <a:spcPts val="0"/>
              </a:spcAft>
              <a:buNone/>
            </a:pPr>
            <a:r>
              <a:rPr lang="en-US" sz="2400" b="1">
                <a:solidFill>
                  <a:schemeClr val="dk1"/>
                </a:solidFill>
                <a:latin typeface="Times New Roman"/>
                <a:ea typeface="Times New Roman"/>
                <a:cs typeface="Times New Roman"/>
                <a:sym typeface="Times New Roman"/>
              </a:rPr>
              <a:t>EXAMPLE:</a:t>
            </a:r>
            <a:endParaRPr sz="24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2350">
              <a:solidFill>
                <a:schemeClr val="dk1"/>
              </a:solidFill>
              <a:latin typeface="Times New Roman"/>
              <a:ea typeface="Times New Roman"/>
              <a:cs typeface="Times New Roman"/>
              <a:sym typeface="Times New Roman"/>
            </a:endParaRPr>
          </a:p>
          <a:p>
            <a:pPr marL="12700" marR="43815" lvl="0" indent="0"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In real life we can think of queue as a queue of vehicles waiting at the petrol  pump, people waiting at the bus stop for the bus etc. The first person to  enter the queue is the first one to leave the queue. Similarly last person to  join the queue	is the last person to leave the queue.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6"/>
          <p:cNvSpPr txBox="1">
            <a:spLocks noGrp="1"/>
          </p:cNvSpPr>
          <p:nvPr>
            <p:ph type="title"/>
          </p:nvPr>
        </p:nvSpPr>
        <p:spPr>
          <a:xfrm>
            <a:off x="1295400" y="533400"/>
            <a:ext cx="9826956"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Arial"/>
              <a:buNone/>
            </a:pPr>
            <a:r>
              <a:rPr lang="en-US" sz="4400">
                <a:latin typeface="Arial"/>
                <a:ea typeface="Arial"/>
                <a:cs typeface="Arial"/>
                <a:sym typeface="Arial"/>
              </a:rPr>
              <a:t>OPERATIONS ON QUEUE</a:t>
            </a:r>
            <a:endParaRPr sz="4400">
              <a:latin typeface="Arial"/>
              <a:ea typeface="Arial"/>
              <a:cs typeface="Arial"/>
              <a:sym typeface="Arial"/>
            </a:endParaRPr>
          </a:p>
        </p:txBody>
      </p:sp>
      <p:sp>
        <p:nvSpPr>
          <p:cNvPr id="166" name="Google Shape;166;p6"/>
          <p:cNvSpPr txBox="1"/>
          <p:nvPr/>
        </p:nvSpPr>
        <p:spPr>
          <a:xfrm>
            <a:off x="685800" y="1447800"/>
            <a:ext cx="11188065" cy="4321055"/>
          </a:xfrm>
          <a:prstGeom prst="rect">
            <a:avLst/>
          </a:prstGeom>
          <a:noFill/>
          <a:ln>
            <a:noFill/>
          </a:ln>
        </p:spPr>
        <p:txBody>
          <a:bodyPr spcFirstLastPara="1" wrap="square" lIns="0" tIns="12050" rIns="0" bIns="0" anchor="t" anchorCtr="0">
            <a:spAutoFit/>
          </a:bodyPr>
          <a:lstStyle/>
          <a:p>
            <a:pPr marL="469265" marR="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 queue is a linear data structure.</a:t>
            </a:r>
            <a:endParaRPr sz="2800">
              <a:solidFill>
                <a:schemeClr val="dk1"/>
              </a:solidFill>
              <a:latin typeface="Times New Roman"/>
              <a:ea typeface="Times New Roman"/>
              <a:cs typeface="Times New Roman"/>
              <a:sym typeface="Times New Roman"/>
            </a:endParaRPr>
          </a:p>
          <a:p>
            <a:pPr marL="469265" marR="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It is controlled by two operations: </a:t>
            </a:r>
            <a:r>
              <a:rPr lang="en-US" sz="2800" b="1">
                <a:solidFill>
                  <a:schemeClr val="dk1"/>
                </a:solidFill>
                <a:latin typeface="Times New Roman"/>
                <a:ea typeface="Times New Roman"/>
                <a:cs typeface="Times New Roman"/>
                <a:sym typeface="Times New Roman"/>
              </a:rPr>
              <a:t>insertion </a:t>
            </a:r>
            <a:r>
              <a:rPr lang="en-US" sz="2800">
                <a:solidFill>
                  <a:schemeClr val="dk1"/>
                </a:solidFill>
                <a:latin typeface="Times New Roman"/>
                <a:ea typeface="Times New Roman"/>
                <a:cs typeface="Times New Roman"/>
                <a:sym typeface="Times New Roman"/>
              </a:rPr>
              <a:t>and </a:t>
            </a:r>
            <a:r>
              <a:rPr lang="en-US" sz="2800" b="1">
                <a:solidFill>
                  <a:schemeClr val="dk1"/>
                </a:solidFill>
                <a:latin typeface="Times New Roman"/>
                <a:ea typeface="Times New Roman"/>
                <a:cs typeface="Times New Roman"/>
                <a:sym typeface="Times New Roman"/>
              </a:rPr>
              <a:t>deletion</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469265" marR="74549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Insertion operation takes place from the rear end of the queue and  deletion operation takes place from the front end of the queue.</a:t>
            </a:r>
            <a:endParaRPr sz="2800">
              <a:solidFill>
                <a:schemeClr val="dk1"/>
              </a:solidFill>
              <a:latin typeface="Times New Roman"/>
              <a:ea typeface="Times New Roman"/>
              <a:cs typeface="Times New Roman"/>
              <a:sym typeface="Times New Roman"/>
            </a:endParaRPr>
          </a:p>
          <a:p>
            <a:pPr marL="469265" marR="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Insertion operation adds an element to the queue.</a:t>
            </a:r>
            <a:endParaRPr sz="2800">
              <a:solidFill>
                <a:schemeClr val="dk1"/>
              </a:solidFill>
              <a:latin typeface="Times New Roman"/>
              <a:ea typeface="Times New Roman"/>
              <a:cs typeface="Times New Roman"/>
              <a:sym typeface="Times New Roman"/>
            </a:endParaRPr>
          </a:p>
          <a:p>
            <a:pPr marL="469265" marR="0" lvl="0" indent="-457200" algn="l" rtl="0">
              <a:lnSpc>
                <a:spcPct val="100000"/>
              </a:lnSpc>
              <a:spcBef>
                <a:spcPts val="5"/>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Deletion operation removes an element from the queue.</a:t>
            </a:r>
            <a:endParaRPr sz="2800">
              <a:solidFill>
                <a:schemeClr val="dk1"/>
              </a:solidFill>
              <a:latin typeface="Times New Roman"/>
              <a:ea typeface="Times New Roman"/>
              <a:cs typeface="Times New Roman"/>
              <a:sym typeface="Times New Roman"/>
            </a:endParaRPr>
          </a:p>
          <a:p>
            <a:pPr marL="469265" marR="508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There are two variables </a:t>
            </a:r>
            <a:r>
              <a:rPr lang="en-US" sz="2800" b="1">
                <a:solidFill>
                  <a:schemeClr val="dk1"/>
                </a:solidFill>
                <a:latin typeface="Times New Roman"/>
                <a:ea typeface="Times New Roman"/>
                <a:cs typeface="Times New Roman"/>
                <a:sym typeface="Times New Roman"/>
              </a:rPr>
              <a:t>FRONT </a:t>
            </a:r>
            <a:r>
              <a:rPr lang="en-US" sz="2800">
                <a:solidFill>
                  <a:schemeClr val="dk1"/>
                </a:solidFill>
                <a:latin typeface="Times New Roman"/>
                <a:ea typeface="Times New Roman"/>
                <a:cs typeface="Times New Roman"/>
                <a:sym typeface="Times New Roman"/>
              </a:rPr>
              <a:t>and </a:t>
            </a:r>
            <a:r>
              <a:rPr lang="en-US" sz="2800" b="1">
                <a:solidFill>
                  <a:schemeClr val="dk1"/>
                </a:solidFill>
                <a:latin typeface="Times New Roman"/>
                <a:ea typeface="Times New Roman"/>
                <a:cs typeface="Times New Roman"/>
                <a:sym typeface="Times New Roman"/>
              </a:rPr>
              <a:t>REAR</a:t>
            </a:r>
            <a:r>
              <a:rPr lang="en-US" sz="2800">
                <a:solidFill>
                  <a:schemeClr val="dk1"/>
                </a:solidFill>
                <a:latin typeface="Times New Roman"/>
                <a:ea typeface="Times New Roman"/>
                <a:cs typeface="Times New Roman"/>
                <a:sym typeface="Times New Roman"/>
              </a:rPr>
              <a:t>. </a:t>
            </a:r>
            <a:r>
              <a:rPr lang="en-US" sz="2800" b="1">
                <a:solidFill>
                  <a:schemeClr val="dk1"/>
                </a:solidFill>
                <a:latin typeface="Times New Roman"/>
                <a:ea typeface="Times New Roman"/>
                <a:cs typeface="Times New Roman"/>
                <a:sym typeface="Times New Roman"/>
              </a:rPr>
              <a:t>FRONT </a:t>
            </a:r>
            <a:r>
              <a:rPr lang="en-US" sz="2800">
                <a:solidFill>
                  <a:schemeClr val="dk1"/>
                </a:solidFill>
                <a:latin typeface="Times New Roman"/>
                <a:ea typeface="Times New Roman"/>
                <a:cs typeface="Times New Roman"/>
                <a:sym typeface="Times New Roman"/>
              </a:rPr>
              <a:t>points to the  beginning of the filled queue and takes care of deletion operation. </a:t>
            </a:r>
            <a:r>
              <a:rPr lang="en-US" sz="2800" b="1">
                <a:solidFill>
                  <a:schemeClr val="dk1"/>
                </a:solidFill>
                <a:latin typeface="Times New Roman"/>
                <a:ea typeface="Times New Roman"/>
                <a:cs typeface="Times New Roman"/>
                <a:sym typeface="Times New Roman"/>
              </a:rPr>
              <a:t>REAR  </a:t>
            </a:r>
            <a:r>
              <a:rPr lang="en-US" sz="2800">
                <a:solidFill>
                  <a:schemeClr val="dk1"/>
                </a:solidFill>
                <a:latin typeface="Times New Roman"/>
                <a:ea typeface="Times New Roman"/>
                <a:cs typeface="Times New Roman"/>
                <a:sym typeface="Times New Roman"/>
              </a:rPr>
              <a:t>points to the end of the queue and takes care of insertion operation.</a:t>
            </a:r>
            <a:endParaRPr sz="2800">
              <a:solidFill>
                <a:schemeClr val="dk1"/>
              </a:solidFill>
              <a:latin typeface="Times New Roman"/>
              <a:ea typeface="Times New Roman"/>
              <a:cs typeface="Times New Roman"/>
              <a:sym typeface="Times New Roman"/>
            </a:endParaRPr>
          </a:p>
          <a:p>
            <a:pPr marL="469265" marR="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These two operations implement the </a:t>
            </a:r>
            <a:r>
              <a:rPr lang="en-US" sz="2800" b="1">
                <a:solidFill>
                  <a:schemeClr val="dk1"/>
                </a:solidFill>
                <a:latin typeface="Times New Roman"/>
                <a:ea typeface="Times New Roman"/>
                <a:cs typeface="Times New Roman"/>
                <a:sym typeface="Times New Roman"/>
              </a:rPr>
              <a:t>FIFO </a:t>
            </a:r>
            <a:r>
              <a:rPr lang="en-US" sz="2800">
                <a:solidFill>
                  <a:schemeClr val="dk1"/>
                </a:solidFill>
                <a:latin typeface="Times New Roman"/>
                <a:ea typeface="Times New Roman"/>
                <a:cs typeface="Times New Roman"/>
                <a:sym typeface="Times New Roman"/>
              </a:rPr>
              <a:t>method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a:spLocks noGrp="1"/>
          </p:cNvSpPr>
          <p:nvPr>
            <p:ph type="title"/>
          </p:nvPr>
        </p:nvSpPr>
        <p:spPr>
          <a:xfrm>
            <a:off x="1222044" y="869950"/>
            <a:ext cx="8531556"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Arial"/>
              <a:buNone/>
            </a:pPr>
            <a:r>
              <a:rPr lang="en-US" sz="4400">
                <a:latin typeface="Arial"/>
                <a:ea typeface="Arial"/>
                <a:cs typeface="Arial"/>
                <a:sym typeface="Arial"/>
              </a:rPr>
              <a:t>IMPLEMENTATION OF QUEUE</a:t>
            </a:r>
            <a:endParaRPr/>
          </a:p>
        </p:txBody>
      </p:sp>
      <p:sp>
        <p:nvSpPr>
          <p:cNvPr id="172" name="Google Shape;172;p7"/>
          <p:cNvSpPr txBox="1"/>
          <p:nvPr/>
        </p:nvSpPr>
        <p:spPr>
          <a:xfrm>
            <a:off x="1222044" y="1976754"/>
            <a:ext cx="5909945" cy="215892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Queue can be implemented in two ways:</a:t>
            </a:r>
            <a:endParaRPr sz="28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750">
              <a:solidFill>
                <a:schemeClr val="dk1"/>
              </a:solidFill>
              <a:latin typeface="Arial"/>
              <a:ea typeface="Arial"/>
              <a:cs typeface="Arial"/>
              <a:sym typeface="Arial"/>
            </a:endParaRPr>
          </a:p>
          <a:p>
            <a:pPr marL="469265" marR="0" lvl="0" indent="-457200" algn="l" rtl="0">
              <a:lnSpc>
                <a:spcPct val="100000"/>
              </a:lnSpc>
              <a:spcBef>
                <a:spcPts val="5"/>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As an Array</a:t>
            </a:r>
            <a:endParaRPr sz="2800">
              <a:solidFill>
                <a:schemeClr val="dk1"/>
              </a:solidFill>
              <a:latin typeface="Arial"/>
              <a:ea typeface="Arial"/>
              <a:cs typeface="Arial"/>
              <a:sym typeface="Arial"/>
            </a:endParaRPr>
          </a:p>
          <a:p>
            <a:pPr marL="469265" marR="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As a Linked List</a:t>
            </a:r>
            <a:endParaRPr sz="2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a:spLocks noGrp="1"/>
          </p:cNvSpPr>
          <p:nvPr>
            <p:ph type="title"/>
          </p:nvPr>
        </p:nvSpPr>
        <p:spPr>
          <a:xfrm>
            <a:off x="912672" y="869950"/>
            <a:ext cx="9831528" cy="690574"/>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Arial"/>
              <a:buNone/>
            </a:pPr>
            <a:r>
              <a:rPr lang="en-US" sz="4400">
                <a:latin typeface="Arial"/>
                <a:ea typeface="Arial"/>
                <a:cs typeface="Arial"/>
                <a:sym typeface="Arial"/>
              </a:rPr>
              <a:t>QUEUE AS AN ARRAY</a:t>
            </a:r>
            <a:endParaRPr sz="4400">
              <a:latin typeface="Arial"/>
              <a:ea typeface="Arial"/>
              <a:cs typeface="Arial"/>
              <a:sym typeface="Arial"/>
            </a:endParaRPr>
          </a:p>
        </p:txBody>
      </p:sp>
      <p:sp>
        <p:nvSpPr>
          <p:cNvPr id="178" name="Google Shape;178;p8"/>
          <p:cNvSpPr txBox="1"/>
          <p:nvPr/>
        </p:nvSpPr>
        <p:spPr>
          <a:xfrm>
            <a:off x="912672" y="1858213"/>
            <a:ext cx="6859728"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Array implementation of Queue uses</a:t>
            </a:r>
            <a:endParaRPr sz="2800">
              <a:solidFill>
                <a:schemeClr val="dk1"/>
              </a:solidFill>
              <a:latin typeface="Arial"/>
              <a:ea typeface="Arial"/>
              <a:cs typeface="Arial"/>
              <a:sym typeface="Arial"/>
            </a:endParaRPr>
          </a:p>
        </p:txBody>
      </p:sp>
      <p:sp>
        <p:nvSpPr>
          <p:cNvPr id="179" name="Google Shape;179;p8"/>
          <p:cNvSpPr txBox="1"/>
          <p:nvPr/>
        </p:nvSpPr>
        <p:spPr>
          <a:xfrm>
            <a:off x="912672" y="2712211"/>
            <a:ext cx="7588884" cy="2159000"/>
          </a:xfrm>
          <a:prstGeom prst="rect">
            <a:avLst/>
          </a:prstGeom>
          <a:noFill/>
          <a:ln>
            <a:noFill/>
          </a:ln>
        </p:spPr>
        <p:txBody>
          <a:bodyPr spcFirstLastPara="1" wrap="square" lIns="0" tIns="12050" rIns="0" bIns="0" anchor="t" anchorCtr="0">
            <a:spAutoFit/>
          </a:bodyPr>
          <a:lstStyle/>
          <a:p>
            <a:pPr marL="469900" marR="0" lvl="0" indent="-457833" algn="just"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an array to store data</a:t>
            </a:r>
            <a:endParaRPr sz="2800">
              <a:solidFill>
                <a:schemeClr val="dk1"/>
              </a:solidFill>
              <a:latin typeface="Times New Roman"/>
              <a:ea typeface="Times New Roman"/>
              <a:cs typeface="Times New Roman"/>
              <a:sym typeface="Times New Roman"/>
            </a:endParaRPr>
          </a:p>
          <a:p>
            <a:pPr marL="469900" marR="5080" lvl="0" indent="-457833" algn="just"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an integer type variable usually called the FRONT,  which points to the beginning of the array and an  integer variable REAR, which points to the end of  the filled array.</a:t>
            </a:r>
            <a:endParaRPr sz="2800">
              <a:solidFill>
                <a:schemeClr val="dk1"/>
              </a:solidFill>
              <a:latin typeface="Times New Roman"/>
              <a:ea typeface="Times New Roman"/>
              <a:cs typeface="Times New Roman"/>
              <a:sym typeface="Times New Roman"/>
            </a:endParaRPr>
          </a:p>
        </p:txBody>
      </p:sp>
      <p:graphicFrame>
        <p:nvGraphicFramePr>
          <p:cNvPr id="180" name="Google Shape;180;p8"/>
          <p:cNvGraphicFramePr/>
          <p:nvPr/>
        </p:nvGraphicFramePr>
        <p:xfrm>
          <a:off x="10428731" y="1956816"/>
          <a:ext cx="3000000" cy="3000000"/>
        </p:xfrm>
        <a:graphic>
          <a:graphicData uri="http://schemas.openxmlformats.org/drawingml/2006/table">
            <a:tbl>
              <a:tblPr firstRow="1" bandRow="1">
                <a:noFill/>
                <a:tableStyleId>{3B2647B9-7BEF-4DE0-BBDB-3C29287D45CB}</a:tableStyleId>
              </a:tblPr>
              <a:tblGrid>
                <a:gridCol w="617225">
                  <a:extLst>
                    <a:ext uri="{9D8B030D-6E8A-4147-A177-3AD203B41FA5}">
                      <a16:colId xmlns:a16="http://schemas.microsoft.com/office/drawing/2014/main" val="20000"/>
                    </a:ext>
                  </a:extLst>
                </a:gridCol>
              </a:tblGrid>
              <a:tr h="609600">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285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B3B18"/>
                    </a:solidFill>
                  </a:tcPr>
                </a:tc>
                <a:extLst>
                  <a:ext uri="{0D108BD9-81ED-4DB2-BD59-A6C34878D82A}">
                    <a16:rowId xmlns:a16="http://schemas.microsoft.com/office/drawing/2014/main" val="10000"/>
                  </a:ext>
                </a:extLst>
              </a:tr>
              <a:tr h="609600">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285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B3B18"/>
                    </a:solidFill>
                  </a:tcPr>
                </a:tc>
                <a:extLst>
                  <a:ext uri="{0D108BD9-81ED-4DB2-BD59-A6C34878D82A}">
                    <a16:rowId xmlns:a16="http://schemas.microsoft.com/office/drawing/2014/main" val="10001"/>
                  </a:ext>
                </a:extLst>
              </a:tr>
              <a:tr h="624850">
                <a:tc>
                  <a:txBody>
                    <a:bodyPr/>
                    <a:lstStyle/>
                    <a:p>
                      <a:pPr marL="0" marR="5080" lvl="0" indent="0" algn="ctr" rtl="0">
                        <a:lnSpc>
                          <a:spcPct val="100000"/>
                        </a:lnSpc>
                        <a:spcBef>
                          <a:spcPts val="0"/>
                        </a:spcBef>
                        <a:spcAft>
                          <a:spcPts val="0"/>
                        </a:spcAft>
                        <a:buNone/>
                      </a:pPr>
                      <a:r>
                        <a:rPr lang="en-US" sz="1800" u="none" strike="noStrike" cap="none">
                          <a:solidFill>
                            <a:srgbClr val="FFFFFF"/>
                          </a:solidFill>
                          <a:latin typeface="Arial"/>
                          <a:ea typeface="Arial"/>
                          <a:cs typeface="Arial"/>
                          <a:sym typeface="Arial"/>
                        </a:rPr>
                        <a:t>30</a:t>
                      </a:r>
                      <a:endParaRPr sz="1800" u="none" strike="noStrike" cap="none">
                        <a:latin typeface="Arial"/>
                        <a:ea typeface="Arial"/>
                        <a:cs typeface="Arial"/>
                        <a:sym typeface="Arial"/>
                      </a:endParaRPr>
                    </a:p>
                  </a:txBody>
                  <a:tcPr marL="0" marR="0" marT="160025" marB="0">
                    <a:lnL w="285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B3B18"/>
                    </a:solidFill>
                  </a:tcPr>
                </a:tc>
                <a:extLst>
                  <a:ext uri="{0D108BD9-81ED-4DB2-BD59-A6C34878D82A}">
                    <a16:rowId xmlns:a16="http://schemas.microsoft.com/office/drawing/2014/main" val="10002"/>
                  </a:ext>
                </a:extLst>
              </a:tr>
              <a:tr h="632450">
                <a:tc>
                  <a:txBody>
                    <a:bodyPr/>
                    <a:lstStyle/>
                    <a:p>
                      <a:pPr marL="0" marR="16510" lvl="0" indent="0" algn="ctr" rtl="0">
                        <a:lnSpc>
                          <a:spcPct val="100000"/>
                        </a:lnSpc>
                        <a:spcBef>
                          <a:spcPts val="0"/>
                        </a:spcBef>
                        <a:spcAft>
                          <a:spcPts val="0"/>
                        </a:spcAft>
                        <a:buNone/>
                      </a:pPr>
                      <a:r>
                        <a:rPr lang="en-US" sz="1800" u="none" strike="noStrike" cap="none">
                          <a:solidFill>
                            <a:srgbClr val="FFFFFF"/>
                          </a:solidFill>
                          <a:latin typeface="Arial"/>
                          <a:ea typeface="Arial"/>
                          <a:cs typeface="Arial"/>
                          <a:sym typeface="Arial"/>
                        </a:rPr>
                        <a:t>20</a:t>
                      </a:r>
                      <a:endParaRPr sz="1800" u="none" strike="noStrike" cap="none">
                        <a:latin typeface="Arial"/>
                        <a:ea typeface="Arial"/>
                        <a:cs typeface="Arial"/>
                        <a:sym typeface="Arial"/>
                      </a:endParaRPr>
                    </a:p>
                  </a:txBody>
                  <a:tcPr marL="0" marR="0" marT="160025" marB="0">
                    <a:lnL w="285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38100" cap="flat" cmpd="sng">
                      <a:solidFill>
                        <a:srgbClr val="79851A"/>
                      </a:solidFill>
                      <a:prstDash val="solid"/>
                      <a:round/>
                      <a:headEnd type="none" w="sm" len="sm"/>
                      <a:tailEnd type="none" w="sm" len="sm"/>
                    </a:lnB>
                    <a:solidFill>
                      <a:srgbClr val="AB3B18"/>
                    </a:solidFill>
                  </a:tcPr>
                </a:tc>
                <a:extLst>
                  <a:ext uri="{0D108BD9-81ED-4DB2-BD59-A6C34878D82A}">
                    <a16:rowId xmlns:a16="http://schemas.microsoft.com/office/drawing/2014/main" val="10003"/>
                  </a:ext>
                </a:extLst>
              </a:tr>
              <a:tr h="632450">
                <a:tc>
                  <a:txBody>
                    <a:bodyPr/>
                    <a:lstStyle/>
                    <a:p>
                      <a:pPr marL="0" marR="11430" lvl="0" indent="0" algn="ctr" rtl="0">
                        <a:lnSpc>
                          <a:spcPct val="100000"/>
                        </a:lnSpc>
                        <a:spcBef>
                          <a:spcPts val="0"/>
                        </a:spcBef>
                        <a:spcAft>
                          <a:spcPts val="0"/>
                        </a:spcAft>
                        <a:buNone/>
                      </a:pPr>
                      <a:r>
                        <a:rPr lang="en-US" sz="1800" u="none" strike="noStrike" cap="none">
                          <a:solidFill>
                            <a:srgbClr val="FFFFFF"/>
                          </a:solidFill>
                          <a:latin typeface="Arial"/>
                          <a:ea typeface="Arial"/>
                          <a:cs typeface="Arial"/>
                          <a:sym typeface="Arial"/>
                        </a:rPr>
                        <a:t>10</a:t>
                      </a:r>
                      <a:endParaRPr sz="1800" u="none" strike="noStrike" cap="none">
                        <a:latin typeface="Arial"/>
                        <a:ea typeface="Arial"/>
                        <a:cs typeface="Arial"/>
                        <a:sym typeface="Arial"/>
                      </a:endParaRPr>
                    </a:p>
                  </a:txBody>
                  <a:tcPr marL="0" marR="0" marT="167650" marB="0">
                    <a:lnL w="285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38100"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B3B18"/>
                    </a:solidFill>
                  </a:tcPr>
                </a:tc>
                <a:extLst>
                  <a:ext uri="{0D108BD9-81ED-4DB2-BD59-A6C34878D82A}">
                    <a16:rowId xmlns:a16="http://schemas.microsoft.com/office/drawing/2014/main" val="10004"/>
                  </a:ext>
                </a:extLst>
              </a:tr>
            </a:tbl>
          </a:graphicData>
        </a:graphic>
      </p:graphicFrame>
      <p:grpSp>
        <p:nvGrpSpPr>
          <p:cNvPr id="181" name="Google Shape;181;p8"/>
          <p:cNvGrpSpPr/>
          <p:nvPr/>
        </p:nvGrpSpPr>
        <p:grpSpPr>
          <a:xfrm>
            <a:off x="9030462" y="3604259"/>
            <a:ext cx="1456944" cy="847090"/>
            <a:chOff x="9030462" y="3604259"/>
            <a:chExt cx="1456944" cy="847090"/>
          </a:xfrm>
        </p:grpSpPr>
        <p:sp>
          <p:nvSpPr>
            <p:cNvPr id="182" name="Google Shape;182;p8"/>
            <p:cNvSpPr/>
            <p:nvPr/>
          </p:nvSpPr>
          <p:spPr>
            <a:xfrm>
              <a:off x="9030462" y="3920489"/>
              <a:ext cx="858519" cy="530860"/>
            </a:xfrm>
            <a:custGeom>
              <a:avLst/>
              <a:gdLst/>
              <a:ahLst/>
              <a:cxnLst/>
              <a:rect l="l" t="t" r="r" b="b"/>
              <a:pathLst>
                <a:path w="858520" h="530860" extrusionOk="0">
                  <a:moveTo>
                    <a:pt x="769620" y="0"/>
                  </a:moveTo>
                  <a:lnTo>
                    <a:pt x="88392" y="0"/>
                  </a:lnTo>
                  <a:lnTo>
                    <a:pt x="54006" y="6953"/>
                  </a:lnTo>
                  <a:lnTo>
                    <a:pt x="25907" y="25907"/>
                  </a:lnTo>
                  <a:lnTo>
                    <a:pt x="6953" y="54006"/>
                  </a:lnTo>
                  <a:lnTo>
                    <a:pt x="0" y="88392"/>
                  </a:lnTo>
                  <a:lnTo>
                    <a:pt x="0" y="441960"/>
                  </a:lnTo>
                  <a:lnTo>
                    <a:pt x="6953" y="476345"/>
                  </a:lnTo>
                  <a:lnTo>
                    <a:pt x="25908" y="504444"/>
                  </a:lnTo>
                  <a:lnTo>
                    <a:pt x="54006" y="523398"/>
                  </a:lnTo>
                  <a:lnTo>
                    <a:pt x="88392" y="530352"/>
                  </a:lnTo>
                  <a:lnTo>
                    <a:pt x="769620" y="530352"/>
                  </a:lnTo>
                  <a:lnTo>
                    <a:pt x="804005" y="523398"/>
                  </a:lnTo>
                  <a:lnTo>
                    <a:pt x="832104" y="504444"/>
                  </a:lnTo>
                  <a:lnTo>
                    <a:pt x="851058" y="476345"/>
                  </a:lnTo>
                  <a:lnTo>
                    <a:pt x="858012" y="441960"/>
                  </a:lnTo>
                  <a:lnTo>
                    <a:pt x="858012" y="88392"/>
                  </a:lnTo>
                  <a:lnTo>
                    <a:pt x="851058" y="54006"/>
                  </a:lnTo>
                  <a:lnTo>
                    <a:pt x="832103" y="25908"/>
                  </a:lnTo>
                  <a:lnTo>
                    <a:pt x="804005" y="6953"/>
                  </a:lnTo>
                  <a:lnTo>
                    <a:pt x="769620"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3" name="Google Shape;183;p8"/>
            <p:cNvSpPr/>
            <p:nvPr/>
          </p:nvSpPr>
          <p:spPr>
            <a:xfrm>
              <a:off x="9030462" y="3920489"/>
              <a:ext cx="858519" cy="530860"/>
            </a:xfrm>
            <a:custGeom>
              <a:avLst/>
              <a:gdLst/>
              <a:ahLst/>
              <a:cxnLst/>
              <a:rect l="l" t="t" r="r" b="b"/>
              <a:pathLst>
                <a:path w="858520" h="530860" extrusionOk="0">
                  <a:moveTo>
                    <a:pt x="0" y="88392"/>
                  </a:moveTo>
                  <a:lnTo>
                    <a:pt x="6953" y="54006"/>
                  </a:lnTo>
                  <a:lnTo>
                    <a:pt x="25907" y="25907"/>
                  </a:lnTo>
                  <a:lnTo>
                    <a:pt x="54006" y="6953"/>
                  </a:lnTo>
                  <a:lnTo>
                    <a:pt x="88392" y="0"/>
                  </a:lnTo>
                  <a:lnTo>
                    <a:pt x="769620" y="0"/>
                  </a:lnTo>
                  <a:lnTo>
                    <a:pt x="804005" y="6953"/>
                  </a:lnTo>
                  <a:lnTo>
                    <a:pt x="832103" y="25908"/>
                  </a:lnTo>
                  <a:lnTo>
                    <a:pt x="851058" y="54006"/>
                  </a:lnTo>
                  <a:lnTo>
                    <a:pt x="858012" y="88392"/>
                  </a:lnTo>
                  <a:lnTo>
                    <a:pt x="858012" y="441960"/>
                  </a:lnTo>
                  <a:lnTo>
                    <a:pt x="851058" y="476345"/>
                  </a:lnTo>
                  <a:lnTo>
                    <a:pt x="832104" y="504444"/>
                  </a:lnTo>
                  <a:lnTo>
                    <a:pt x="804005" y="523398"/>
                  </a:lnTo>
                  <a:lnTo>
                    <a:pt x="769620" y="530352"/>
                  </a:lnTo>
                  <a:lnTo>
                    <a:pt x="88392" y="530352"/>
                  </a:lnTo>
                  <a:lnTo>
                    <a:pt x="54006" y="523398"/>
                  </a:lnTo>
                  <a:lnTo>
                    <a:pt x="25908" y="504444"/>
                  </a:lnTo>
                  <a:lnTo>
                    <a:pt x="6953" y="476345"/>
                  </a:lnTo>
                  <a:lnTo>
                    <a:pt x="0" y="441960"/>
                  </a:lnTo>
                  <a:lnTo>
                    <a:pt x="0" y="88392"/>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84" name="Google Shape;184;p8"/>
            <p:cNvSpPr/>
            <p:nvPr/>
          </p:nvSpPr>
          <p:spPr>
            <a:xfrm>
              <a:off x="9733026" y="3604259"/>
              <a:ext cx="754380" cy="370840"/>
            </a:xfrm>
            <a:custGeom>
              <a:avLst/>
              <a:gdLst/>
              <a:ahLst/>
              <a:cxnLst/>
              <a:rect l="l" t="t" r="r" b="b"/>
              <a:pathLst>
                <a:path w="754379" h="370839" extrusionOk="0">
                  <a:moveTo>
                    <a:pt x="362712" y="341375"/>
                  </a:moveTo>
                  <a:lnTo>
                    <a:pt x="0" y="341375"/>
                  </a:lnTo>
                  <a:lnTo>
                    <a:pt x="0" y="370331"/>
                  </a:lnTo>
                  <a:lnTo>
                    <a:pt x="385191" y="370331"/>
                  </a:lnTo>
                  <a:lnTo>
                    <a:pt x="391668" y="363854"/>
                  </a:lnTo>
                  <a:lnTo>
                    <a:pt x="391668" y="355853"/>
                  </a:lnTo>
                  <a:lnTo>
                    <a:pt x="362712" y="355853"/>
                  </a:lnTo>
                  <a:lnTo>
                    <a:pt x="362712" y="341375"/>
                  </a:lnTo>
                  <a:close/>
                </a:path>
                <a:path w="754379" h="370839" extrusionOk="0">
                  <a:moveTo>
                    <a:pt x="667512" y="28956"/>
                  </a:moveTo>
                  <a:lnTo>
                    <a:pt x="369189" y="28956"/>
                  </a:lnTo>
                  <a:lnTo>
                    <a:pt x="362712" y="35432"/>
                  </a:lnTo>
                  <a:lnTo>
                    <a:pt x="362712" y="355853"/>
                  </a:lnTo>
                  <a:lnTo>
                    <a:pt x="377190" y="341375"/>
                  </a:lnTo>
                  <a:lnTo>
                    <a:pt x="391668" y="341375"/>
                  </a:lnTo>
                  <a:lnTo>
                    <a:pt x="391668" y="57912"/>
                  </a:lnTo>
                  <a:lnTo>
                    <a:pt x="377190" y="57912"/>
                  </a:lnTo>
                  <a:lnTo>
                    <a:pt x="391668" y="43433"/>
                  </a:lnTo>
                  <a:lnTo>
                    <a:pt x="667512" y="43433"/>
                  </a:lnTo>
                  <a:lnTo>
                    <a:pt x="667512" y="28956"/>
                  </a:lnTo>
                  <a:close/>
                </a:path>
                <a:path w="754379" h="370839" extrusionOk="0">
                  <a:moveTo>
                    <a:pt x="391668" y="341375"/>
                  </a:moveTo>
                  <a:lnTo>
                    <a:pt x="377190" y="341375"/>
                  </a:lnTo>
                  <a:lnTo>
                    <a:pt x="362712" y="355853"/>
                  </a:lnTo>
                  <a:lnTo>
                    <a:pt x="391668" y="355853"/>
                  </a:lnTo>
                  <a:lnTo>
                    <a:pt x="391668" y="341375"/>
                  </a:lnTo>
                  <a:close/>
                </a:path>
                <a:path w="754379" h="370839" extrusionOk="0">
                  <a:moveTo>
                    <a:pt x="667512" y="0"/>
                  </a:moveTo>
                  <a:lnTo>
                    <a:pt x="667512" y="86867"/>
                  </a:lnTo>
                  <a:lnTo>
                    <a:pt x="725424" y="57912"/>
                  </a:lnTo>
                  <a:lnTo>
                    <a:pt x="681990" y="57912"/>
                  </a:lnTo>
                  <a:lnTo>
                    <a:pt x="681990" y="28956"/>
                  </a:lnTo>
                  <a:lnTo>
                    <a:pt x="725424" y="28956"/>
                  </a:lnTo>
                  <a:lnTo>
                    <a:pt x="667512" y="0"/>
                  </a:lnTo>
                  <a:close/>
                </a:path>
                <a:path w="754379" h="370839" extrusionOk="0">
                  <a:moveTo>
                    <a:pt x="391668" y="43433"/>
                  </a:moveTo>
                  <a:lnTo>
                    <a:pt x="377190" y="57912"/>
                  </a:lnTo>
                  <a:lnTo>
                    <a:pt x="391668" y="57912"/>
                  </a:lnTo>
                  <a:lnTo>
                    <a:pt x="391668" y="43433"/>
                  </a:lnTo>
                  <a:close/>
                </a:path>
                <a:path w="754379" h="370839" extrusionOk="0">
                  <a:moveTo>
                    <a:pt x="667512" y="43433"/>
                  </a:moveTo>
                  <a:lnTo>
                    <a:pt x="391668" y="43433"/>
                  </a:lnTo>
                  <a:lnTo>
                    <a:pt x="391668" y="57912"/>
                  </a:lnTo>
                  <a:lnTo>
                    <a:pt x="667512" y="57912"/>
                  </a:lnTo>
                  <a:lnTo>
                    <a:pt x="667512" y="43433"/>
                  </a:lnTo>
                  <a:close/>
                </a:path>
                <a:path w="754379" h="370839" extrusionOk="0">
                  <a:moveTo>
                    <a:pt x="725424" y="28956"/>
                  </a:moveTo>
                  <a:lnTo>
                    <a:pt x="681990" y="28956"/>
                  </a:lnTo>
                  <a:lnTo>
                    <a:pt x="681990" y="57912"/>
                  </a:lnTo>
                  <a:lnTo>
                    <a:pt x="725424" y="57912"/>
                  </a:lnTo>
                  <a:lnTo>
                    <a:pt x="754379" y="43433"/>
                  </a:lnTo>
                  <a:lnTo>
                    <a:pt x="725424" y="28956"/>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grpSp>
      <p:sp>
        <p:nvSpPr>
          <p:cNvPr id="185" name="Google Shape;185;p8"/>
          <p:cNvSpPr txBox="1"/>
          <p:nvPr/>
        </p:nvSpPr>
        <p:spPr>
          <a:xfrm>
            <a:off x="11180826" y="2084578"/>
            <a:ext cx="1435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86" name="Google Shape;186;p8"/>
          <p:cNvSpPr txBox="1"/>
          <p:nvPr/>
        </p:nvSpPr>
        <p:spPr>
          <a:xfrm>
            <a:off x="11180826" y="2632913"/>
            <a:ext cx="129539"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87" name="Google Shape;187;p8"/>
          <p:cNvSpPr txBox="1"/>
          <p:nvPr/>
        </p:nvSpPr>
        <p:spPr>
          <a:xfrm>
            <a:off x="11180826" y="3456558"/>
            <a:ext cx="1422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88" name="Google Shape;188;p8"/>
          <p:cNvSpPr txBox="1"/>
          <p:nvPr/>
        </p:nvSpPr>
        <p:spPr>
          <a:xfrm>
            <a:off x="11180826" y="4005198"/>
            <a:ext cx="1282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1</a:t>
            </a:r>
            <a:endParaRPr sz="1800">
              <a:solidFill>
                <a:schemeClr val="dk1"/>
              </a:solidFill>
              <a:latin typeface="Arial"/>
              <a:ea typeface="Arial"/>
              <a:cs typeface="Arial"/>
              <a:sym typeface="Arial"/>
            </a:endParaRPr>
          </a:p>
        </p:txBody>
      </p:sp>
      <p:sp>
        <p:nvSpPr>
          <p:cNvPr id="189" name="Google Shape;189;p8"/>
          <p:cNvSpPr txBox="1"/>
          <p:nvPr/>
        </p:nvSpPr>
        <p:spPr>
          <a:xfrm>
            <a:off x="11180826" y="4554092"/>
            <a:ext cx="1428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190" name="Google Shape;190;p8"/>
          <p:cNvSpPr txBox="1"/>
          <p:nvPr/>
        </p:nvSpPr>
        <p:spPr>
          <a:xfrm>
            <a:off x="9165717" y="3794506"/>
            <a:ext cx="568325" cy="974090"/>
          </a:xfrm>
          <a:prstGeom prst="rect">
            <a:avLst/>
          </a:prstGeom>
          <a:noFill/>
          <a:ln>
            <a:noFill/>
          </a:ln>
        </p:spPr>
        <p:txBody>
          <a:bodyPr spcFirstLastPara="1" wrap="square" lIns="0" tIns="188575" rIns="0" bIns="0" anchor="t" anchorCtr="0">
            <a:spAutoFit/>
          </a:bodyPr>
          <a:lstStyle/>
          <a:p>
            <a:pPr marL="18415" marR="0" lvl="0" indent="0" algn="ctr" rtl="0">
              <a:lnSpc>
                <a:spcPct val="100000"/>
              </a:lnSpc>
              <a:spcBef>
                <a:spcPts val="0"/>
              </a:spcBef>
              <a:spcAft>
                <a:spcPts val="0"/>
              </a:spcAft>
              <a:buNone/>
            </a:pPr>
            <a:r>
              <a:rPr lang="en-US" sz="2400" b="1">
                <a:solidFill>
                  <a:schemeClr val="dk1"/>
                </a:solidFill>
                <a:latin typeface="Trebuchet MS"/>
                <a:ea typeface="Trebuchet MS"/>
                <a:cs typeface="Trebuchet MS"/>
                <a:sym typeface="Trebuchet MS"/>
              </a:rPr>
              <a:t>2</a:t>
            </a:r>
            <a:endParaRPr sz="2400">
              <a:solidFill>
                <a:schemeClr val="dk1"/>
              </a:solidFill>
              <a:latin typeface="Trebuchet MS"/>
              <a:ea typeface="Trebuchet MS"/>
              <a:cs typeface="Trebuchet MS"/>
              <a:sym typeface="Trebuchet MS"/>
            </a:endParaRPr>
          </a:p>
          <a:p>
            <a:pPr marL="0" marR="0" lvl="0" indent="0" algn="ctr" rtl="0">
              <a:lnSpc>
                <a:spcPct val="100000"/>
              </a:lnSpc>
              <a:spcBef>
                <a:spcPts val="1040"/>
              </a:spcBef>
              <a:spcAft>
                <a:spcPts val="0"/>
              </a:spcAft>
              <a:buNone/>
            </a:pPr>
            <a:r>
              <a:rPr lang="en-US" sz="1800">
                <a:solidFill>
                  <a:srgbClr val="FFFFFF"/>
                </a:solidFill>
                <a:latin typeface="Arial"/>
                <a:ea typeface="Arial"/>
                <a:cs typeface="Arial"/>
                <a:sym typeface="Arial"/>
              </a:rPr>
              <a:t>REAR</a:t>
            </a:r>
            <a:endParaRPr sz="1800">
              <a:solidFill>
                <a:schemeClr val="dk1"/>
              </a:solidFill>
              <a:latin typeface="Arial"/>
              <a:ea typeface="Arial"/>
              <a:cs typeface="Arial"/>
              <a:sym typeface="Arial"/>
            </a:endParaRPr>
          </a:p>
        </p:txBody>
      </p:sp>
      <p:grpSp>
        <p:nvGrpSpPr>
          <p:cNvPr id="191" name="Google Shape;191;p8"/>
          <p:cNvGrpSpPr/>
          <p:nvPr/>
        </p:nvGrpSpPr>
        <p:grpSpPr>
          <a:xfrm>
            <a:off x="9024365" y="4727447"/>
            <a:ext cx="1458468" cy="848614"/>
            <a:chOff x="9024365" y="4727447"/>
            <a:chExt cx="1458468" cy="848614"/>
          </a:xfrm>
        </p:grpSpPr>
        <p:sp>
          <p:nvSpPr>
            <p:cNvPr id="192" name="Google Shape;192;p8"/>
            <p:cNvSpPr/>
            <p:nvPr/>
          </p:nvSpPr>
          <p:spPr>
            <a:xfrm>
              <a:off x="9024365" y="5045201"/>
              <a:ext cx="858519" cy="530860"/>
            </a:xfrm>
            <a:custGeom>
              <a:avLst/>
              <a:gdLst/>
              <a:ahLst/>
              <a:cxnLst/>
              <a:rect l="l" t="t" r="r" b="b"/>
              <a:pathLst>
                <a:path w="858520" h="530860" extrusionOk="0">
                  <a:moveTo>
                    <a:pt x="769619" y="0"/>
                  </a:moveTo>
                  <a:lnTo>
                    <a:pt x="88391" y="0"/>
                  </a:lnTo>
                  <a:lnTo>
                    <a:pt x="54006" y="6953"/>
                  </a:lnTo>
                  <a:lnTo>
                    <a:pt x="25907" y="25907"/>
                  </a:lnTo>
                  <a:lnTo>
                    <a:pt x="6953" y="54006"/>
                  </a:lnTo>
                  <a:lnTo>
                    <a:pt x="0" y="88392"/>
                  </a:lnTo>
                  <a:lnTo>
                    <a:pt x="0" y="441960"/>
                  </a:lnTo>
                  <a:lnTo>
                    <a:pt x="6953" y="476345"/>
                  </a:lnTo>
                  <a:lnTo>
                    <a:pt x="25907" y="504444"/>
                  </a:lnTo>
                  <a:lnTo>
                    <a:pt x="54006" y="523398"/>
                  </a:lnTo>
                  <a:lnTo>
                    <a:pt x="88391" y="530352"/>
                  </a:lnTo>
                  <a:lnTo>
                    <a:pt x="769619" y="530352"/>
                  </a:lnTo>
                  <a:lnTo>
                    <a:pt x="804005" y="523398"/>
                  </a:lnTo>
                  <a:lnTo>
                    <a:pt x="832103" y="504444"/>
                  </a:lnTo>
                  <a:lnTo>
                    <a:pt x="851058" y="476345"/>
                  </a:lnTo>
                  <a:lnTo>
                    <a:pt x="858011" y="441960"/>
                  </a:lnTo>
                  <a:lnTo>
                    <a:pt x="858011" y="88392"/>
                  </a:lnTo>
                  <a:lnTo>
                    <a:pt x="851058" y="54006"/>
                  </a:lnTo>
                  <a:lnTo>
                    <a:pt x="832103" y="25908"/>
                  </a:lnTo>
                  <a:lnTo>
                    <a:pt x="804005" y="6953"/>
                  </a:lnTo>
                  <a:lnTo>
                    <a:pt x="769619"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93" name="Google Shape;193;p8"/>
            <p:cNvSpPr/>
            <p:nvPr/>
          </p:nvSpPr>
          <p:spPr>
            <a:xfrm>
              <a:off x="9024365" y="5045201"/>
              <a:ext cx="858519" cy="530860"/>
            </a:xfrm>
            <a:custGeom>
              <a:avLst/>
              <a:gdLst/>
              <a:ahLst/>
              <a:cxnLst/>
              <a:rect l="l" t="t" r="r" b="b"/>
              <a:pathLst>
                <a:path w="858520" h="530860" extrusionOk="0">
                  <a:moveTo>
                    <a:pt x="0" y="88392"/>
                  </a:moveTo>
                  <a:lnTo>
                    <a:pt x="6953" y="54006"/>
                  </a:lnTo>
                  <a:lnTo>
                    <a:pt x="25907" y="25907"/>
                  </a:lnTo>
                  <a:lnTo>
                    <a:pt x="54006" y="6953"/>
                  </a:lnTo>
                  <a:lnTo>
                    <a:pt x="88391" y="0"/>
                  </a:lnTo>
                  <a:lnTo>
                    <a:pt x="769619" y="0"/>
                  </a:lnTo>
                  <a:lnTo>
                    <a:pt x="804005" y="6953"/>
                  </a:lnTo>
                  <a:lnTo>
                    <a:pt x="832103" y="25908"/>
                  </a:lnTo>
                  <a:lnTo>
                    <a:pt x="851058" y="54006"/>
                  </a:lnTo>
                  <a:lnTo>
                    <a:pt x="858011" y="88392"/>
                  </a:lnTo>
                  <a:lnTo>
                    <a:pt x="858011" y="441960"/>
                  </a:lnTo>
                  <a:lnTo>
                    <a:pt x="851058" y="476345"/>
                  </a:lnTo>
                  <a:lnTo>
                    <a:pt x="832103" y="504444"/>
                  </a:lnTo>
                  <a:lnTo>
                    <a:pt x="804005" y="523398"/>
                  </a:lnTo>
                  <a:lnTo>
                    <a:pt x="769619" y="530352"/>
                  </a:lnTo>
                  <a:lnTo>
                    <a:pt x="88391" y="530352"/>
                  </a:lnTo>
                  <a:lnTo>
                    <a:pt x="54006" y="523398"/>
                  </a:lnTo>
                  <a:lnTo>
                    <a:pt x="25907" y="504444"/>
                  </a:lnTo>
                  <a:lnTo>
                    <a:pt x="6953" y="476345"/>
                  </a:lnTo>
                  <a:lnTo>
                    <a:pt x="0" y="441960"/>
                  </a:lnTo>
                  <a:lnTo>
                    <a:pt x="0" y="88392"/>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94" name="Google Shape;194;p8"/>
            <p:cNvSpPr/>
            <p:nvPr/>
          </p:nvSpPr>
          <p:spPr>
            <a:xfrm>
              <a:off x="9728453" y="4727447"/>
              <a:ext cx="754380" cy="370840"/>
            </a:xfrm>
            <a:custGeom>
              <a:avLst/>
              <a:gdLst/>
              <a:ahLst/>
              <a:cxnLst/>
              <a:rect l="l" t="t" r="r" b="b"/>
              <a:pathLst>
                <a:path w="754379" h="370839" extrusionOk="0">
                  <a:moveTo>
                    <a:pt x="362712" y="341375"/>
                  </a:moveTo>
                  <a:lnTo>
                    <a:pt x="0" y="341375"/>
                  </a:lnTo>
                  <a:lnTo>
                    <a:pt x="0" y="370331"/>
                  </a:lnTo>
                  <a:lnTo>
                    <a:pt x="385191" y="370331"/>
                  </a:lnTo>
                  <a:lnTo>
                    <a:pt x="391668" y="363854"/>
                  </a:lnTo>
                  <a:lnTo>
                    <a:pt x="391668" y="355853"/>
                  </a:lnTo>
                  <a:lnTo>
                    <a:pt x="362712" y="355853"/>
                  </a:lnTo>
                  <a:lnTo>
                    <a:pt x="362712" y="341375"/>
                  </a:lnTo>
                  <a:close/>
                </a:path>
                <a:path w="754379" h="370839" extrusionOk="0">
                  <a:moveTo>
                    <a:pt x="667512" y="28956"/>
                  </a:moveTo>
                  <a:lnTo>
                    <a:pt x="369189" y="28956"/>
                  </a:lnTo>
                  <a:lnTo>
                    <a:pt x="362712" y="35432"/>
                  </a:lnTo>
                  <a:lnTo>
                    <a:pt x="362712" y="355853"/>
                  </a:lnTo>
                  <a:lnTo>
                    <a:pt x="377190" y="341375"/>
                  </a:lnTo>
                  <a:lnTo>
                    <a:pt x="391668" y="341375"/>
                  </a:lnTo>
                  <a:lnTo>
                    <a:pt x="391668" y="57912"/>
                  </a:lnTo>
                  <a:lnTo>
                    <a:pt x="377190" y="57912"/>
                  </a:lnTo>
                  <a:lnTo>
                    <a:pt x="391668" y="43433"/>
                  </a:lnTo>
                  <a:lnTo>
                    <a:pt x="667512" y="43433"/>
                  </a:lnTo>
                  <a:lnTo>
                    <a:pt x="667512" y="28956"/>
                  </a:lnTo>
                  <a:close/>
                </a:path>
                <a:path w="754379" h="370839" extrusionOk="0">
                  <a:moveTo>
                    <a:pt x="391668" y="341375"/>
                  </a:moveTo>
                  <a:lnTo>
                    <a:pt x="377190" y="341375"/>
                  </a:lnTo>
                  <a:lnTo>
                    <a:pt x="362712" y="355853"/>
                  </a:lnTo>
                  <a:lnTo>
                    <a:pt x="391668" y="355853"/>
                  </a:lnTo>
                  <a:lnTo>
                    <a:pt x="391668" y="341375"/>
                  </a:lnTo>
                  <a:close/>
                </a:path>
                <a:path w="754379" h="370839" extrusionOk="0">
                  <a:moveTo>
                    <a:pt x="667512" y="0"/>
                  </a:moveTo>
                  <a:lnTo>
                    <a:pt x="667512" y="86868"/>
                  </a:lnTo>
                  <a:lnTo>
                    <a:pt x="725424" y="57912"/>
                  </a:lnTo>
                  <a:lnTo>
                    <a:pt x="681990" y="57912"/>
                  </a:lnTo>
                  <a:lnTo>
                    <a:pt x="681990" y="28956"/>
                  </a:lnTo>
                  <a:lnTo>
                    <a:pt x="725424" y="28956"/>
                  </a:lnTo>
                  <a:lnTo>
                    <a:pt x="667512" y="0"/>
                  </a:lnTo>
                  <a:close/>
                </a:path>
                <a:path w="754379" h="370839" extrusionOk="0">
                  <a:moveTo>
                    <a:pt x="391668" y="43433"/>
                  </a:moveTo>
                  <a:lnTo>
                    <a:pt x="377190" y="57912"/>
                  </a:lnTo>
                  <a:lnTo>
                    <a:pt x="391668" y="57912"/>
                  </a:lnTo>
                  <a:lnTo>
                    <a:pt x="391668" y="43433"/>
                  </a:lnTo>
                  <a:close/>
                </a:path>
                <a:path w="754379" h="370839" extrusionOk="0">
                  <a:moveTo>
                    <a:pt x="667512" y="43433"/>
                  </a:moveTo>
                  <a:lnTo>
                    <a:pt x="391668" y="43433"/>
                  </a:lnTo>
                  <a:lnTo>
                    <a:pt x="391668" y="57912"/>
                  </a:lnTo>
                  <a:lnTo>
                    <a:pt x="667512" y="57912"/>
                  </a:lnTo>
                  <a:lnTo>
                    <a:pt x="667512" y="43433"/>
                  </a:lnTo>
                  <a:close/>
                </a:path>
                <a:path w="754379" h="370839" extrusionOk="0">
                  <a:moveTo>
                    <a:pt x="725424" y="28956"/>
                  </a:moveTo>
                  <a:lnTo>
                    <a:pt x="681990" y="28956"/>
                  </a:lnTo>
                  <a:lnTo>
                    <a:pt x="681990" y="57912"/>
                  </a:lnTo>
                  <a:lnTo>
                    <a:pt x="725424" y="57912"/>
                  </a:lnTo>
                  <a:lnTo>
                    <a:pt x="754379" y="43433"/>
                  </a:lnTo>
                  <a:lnTo>
                    <a:pt x="725424" y="28956"/>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grpSp>
      <p:sp>
        <p:nvSpPr>
          <p:cNvPr id="195" name="Google Shape;195;p8"/>
          <p:cNvSpPr txBox="1"/>
          <p:nvPr/>
        </p:nvSpPr>
        <p:spPr>
          <a:xfrm>
            <a:off x="9092565" y="4918701"/>
            <a:ext cx="730250" cy="974725"/>
          </a:xfrm>
          <a:prstGeom prst="rect">
            <a:avLst/>
          </a:prstGeom>
          <a:noFill/>
          <a:ln>
            <a:noFill/>
          </a:ln>
        </p:spPr>
        <p:txBody>
          <a:bodyPr spcFirstLastPara="1" wrap="square" lIns="0" tIns="189225" rIns="0" bIns="0" anchor="t" anchorCtr="0">
            <a:spAutoFit/>
          </a:bodyPr>
          <a:lstStyle/>
          <a:p>
            <a:pPr marL="0" marR="1905" lvl="0" indent="0" algn="ctr" rtl="0">
              <a:lnSpc>
                <a:spcPct val="100000"/>
              </a:lnSpc>
              <a:spcBef>
                <a:spcPts val="0"/>
              </a:spcBef>
              <a:spcAft>
                <a:spcPts val="0"/>
              </a:spcAft>
              <a:buNone/>
            </a:pPr>
            <a:r>
              <a:rPr lang="en-US" sz="2400">
                <a:solidFill>
                  <a:schemeClr val="dk1"/>
                </a:solidFill>
                <a:latin typeface="Arial"/>
                <a:ea typeface="Arial"/>
                <a:cs typeface="Arial"/>
                <a:sym typeface="Arial"/>
              </a:rPr>
              <a:t>0</a:t>
            </a:r>
            <a:endParaRPr sz="2400">
              <a:solidFill>
                <a:schemeClr val="dk1"/>
              </a:solidFill>
              <a:latin typeface="Arial"/>
              <a:ea typeface="Arial"/>
              <a:cs typeface="Arial"/>
              <a:sym typeface="Arial"/>
            </a:endParaRPr>
          </a:p>
          <a:p>
            <a:pPr marL="0" marR="0" lvl="0" indent="0" algn="ctr" rtl="0">
              <a:lnSpc>
                <a:spcPct val="100000"/>
              </a:lnSpc>
              <a:spcBef>
                <a:spcPts val="1040"/>
              </a:spcBef>
              <a:spcAft>
                <a:spcPts val="0"/>
              </a:spcAft>
              <a:buNone/>
            </a:pPr>
            <a:r>
              <a:rPr lang="en-US" sz="1800">
                <a:solidFill>
                  <a:srgbClr val="FFFFFF"/>
                </a:solidFill>
                <a:latin typeface="Arial"/>
                <a:ea typeface="Arial"/>
                <a:cs typeface="Arial"/>
                <a:sym typeface="Arial"/>
              </a:rPr>
              <a:t>FRONT</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title"/>
          </p:nvPr>
        </p:nvSpPr>
        <p:spPr>
          <a:xfrm>
            <a:off x="1295400" y="457200"/>
            <a:ext cx="9293556"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Arial"/>
              <a:buNone/>
            </a:pPr>
            <a:r>
              <a:rPr lang="en-US" sz="4400">
                <a:latin typeface="Arial"/>
                <a:ea typeface="Arial"/>
                <a:cs typeface="Arial"/>
                <a:sym typeface="Arial"/>
              </a:rPr>
              <a:t>INSERTION OPERATION</a:t>
            </a:r>
            <a:endParaRPr sz="4400">
              <a:latin typeface="Arial"/>
              <a:ea typeface="Arial"/>
              <a:cs typeface="Arial"/>
              <a:sym typeface="Arial"/>
            </a:endParaRPr>
          </a:p>
        </p:txBody>
      </p:sp>
      <p:sp>
        <p:nvSpPr>
          <p:cNvPr id="201" name="Google Shape;201;p9"/>
          <p:cNvSpPr txBox="1"/>
          <p:nvPr/>
        </p:nvSpPr>
        <p:spPr>
          <a:xfrm>
            <a:off x="609600" y="1295400"/>
            <a:ext cx="10839450" cy="4719955"/>
          </a:xfrm>
          <a:prstGeom prst="rect">
            <a:avLst/>
          </a:prstGeom>
          <a:noFill/>
          <a:ln>
            <a:noFill/>
          </a:ln>
        </p:spPr>
        <p:txBody>
          <a:bodyPr spcFirstLastPara="1" wrap="square" lIns="0" tIns="12050" rIns="0" bIns="0" anchor="t" anchorCtr="0">
            <a:spAutoFit/>
          </a:bodyPr>
          <a:lstStyle/>
          <a:p>
            <a:pPr marL="481965" marR="389255" lvl="0" indent="-457200" algn="just"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Initially when the queue is empty, FRONT and REAR can have any  integer value other than any valid index number of the array. Let  FRONT = -1; REAR=-1;</a:t>
            </a:r>
            <a:endParaRPr sz="2800">
              <a:solidFill>
                <a:schemeClr val="dk1"/>
              </a:solidFill>
              <a:latin typeface="Times New Roman"/>
              <a:ea typeface="Times New Roman"/>
              <a:cs typeface="Times New Roman"/>
              <a:sym typeface="Times New Roman"/>
            </a:endParaRPr>
          </a:p>
          <a:p>
            <a:pPr marL="481965" marR="17780"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The first element in the empty queue goes to the 0</a:t>
            </a:r>
            <a:r>
              <a:rPr lang="en-US" sz="2775" baseline="30000">
                <a:solidFill>
                  <a:schemeClr val="dk1"/>
                </a:solidFill>
                <a:latin typeface="Times New Roman"/>
                <a:ea typeface="Times New Roman"/>
                <a:cs typeface="Times New Roman"/>
                <a:sym typeface="Times New Roman"/>
              </a:rPr>
              <a:t>th </a:t>
            </a:r>
            <a:r>
              <a:rPr lang="en-US" sz="2800">
                <a:solidFill>
                  <a:schemeClr val="dk1"/>
                </a:solidFill>
                <a:latin typeface="Times New Roman"/>
                <a:ea typeface="Times New Roman"/>
                <a:cs typeface="Times New Roman"/>
                <a:sym typeface="Times New Roman"/>
              </a:rPr>
              <a:t>position of the  array and both FRONT and REAR are initialized to value 0.</a:t>
            </a:r>
            <a:endParaRPr sz="2800">
              <a:solidFill>
                <a:schemeClr val="dk1"/>
              </a:solidFill>
              <a:latin typeface="Times New Roman"/>
              <a:ea typeface="Times New Roman"/>
              <a:cs typeface="Times New Roman"/>
              <a:sym typeface="Times New Roman"/>
            </a:endParaRPr>
          </a:p>
          <a:p>
            <a:pPr marL="481965" marR="671195" lvl="0" indent="-457200" algn="l" rtl="0">
              <a:lnSpc>
                <a:spcPct val="100000"/>
              </a:lnSpc>
              <a:spcBef>
                <a:spcPts val="5"/>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After this every insertion operation increase the REAR by 1 and  inserts new data at that particular position.</a:t>
            </a:r>
            <a:endParaRPr sz="2800">
              <a:solidFill>
                <a:schemeClr val="dk1"/>
              </a:solidFill>
              <a:latin typeface="Times New Roman"/>
              <a:ea typeface="Times New Roman"/>
              <a:cs typeface="Times New Roman"/>
              <a:sym typeface="Times New Roman"/>
            </a:endParaRPr>
          </a:p>
          <a:p>
            <a:pPr marL="481965" marR="126364" lvl="0" indent="-4572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As arrays are fixed in length, elements can not be inserted beyond  the maximum size of the array. Pushing data beyond the maximum  size of the queue (i.e. when REAR = MAX SIZE -1) results in “data  overflow”.</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0"/>
          <p:cNvSpPr txBox="1">
            <a:spLocks noGrp="1"/>
          </p:cNvSpPr>
          <p:nvPr>
            <p:ph type="title"/>
          </p:nvPr>
        </p:nvSpPr>
        <p:spPr>
          <a:xfrm>
            <a:off x="1206804" y="587501"/>
            <a:ext cx="9053195"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Lucida Sans"/>
              <a:buNone/>
            </a:pPr>
            <a:r>
              <a:rPr lang="en-US" sz="4400"/>
              <a:t>INSERTION OPERATION EXPLAINED</a:t>
            </a:r>
            <a:endParaRPr sz="4400"/>
          </a:p>
        </p:txBody>
      </p:sp>
      <p:sp>
        <p:nvSpPr>
          <p:cNvPr id="207" name="Google Shape;207;p10"/>
          <p:cNvSpPr/>
          <p:nvPr/>
        </p:nvSpPr>
        <p:spPr>
          <a:xfrm>
            <a:off x="1379219" y="1353311"/>
            <a:ext cx="8874252" cy="517550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08" name="Google Shape;208;p10"/>
          <p:cNvSpPr txBox="1"/>
          <p:nvPr/>
        </p:nvSpPr>
        <p:spPr>
          <a:xfrm>
            <a:off x="5981700" y="3012948"/>
            <a:ext cx="2278380" cy="840105"/>
          </a:xfrm>
          <a:prstGeom prst="rect">
            <a:avLst/>
          </a:prstGeom>
          <a:solidFill>
            <a:srgbClr val="F6F6ED"/>
          </a:solidFill>
          <a:ln>
            <a:noFill/>
          </a:ln>
        </p:spPr>
        <p:txBody>
          <a:bodyPr spcFirstLastPara="1" wrap="square" lIns="0" tIns="49525" rIns="0" bIns="0" anchor="t" anchorCtr="0">
            <a:spAutoFit/>
          </a:bodyPr>
          <a:lstStyle/>
          <a:p>
            <a:pPr marL="0" marR="0" lvl="0" indent="0" algn="ctr" rtl="0">
              <a:lnSpc>
                <a:spcPct val="100000"/>
              </a:lnSpc>
              <a:spcBef>
                <a:spcPts val="0"/>
              </a:spcBef>
              <a:spcAft>
                <a:spcPts val="0"/>
              </a:spcAft>
              <a:buNone/>
            </a:pPr>
            <a:r>
              <a:rPr lang="en-US" sz="1600">
                <a:solidFill>
                  <a:schemeClr val="dk1"/>
                </a:solidFill>
                <a:latin typeface="Arial"/>
                <a:ea typeface="Arial"/>
                <a:cs typeface="Arial"/>
                <a:sym typeface="Arial"/>
              </a:rPr>
              <a:t>insert 10</a:t>
            </a:r>
            <a:endParaRPr sz="1600">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600">
                <a:solidFill>
                  <a:schemeClr val="dk1"/>
                </a:solidFill>
                <a:latin typeface="Arial"/>
                <a:ea typeface="Arial"/>
                <a:cs typeface="Arial"/>
                <a:sym typeface="Arial"/>
              </a:rPr>
              <a:t>front = 0</a:t>
            </a:r>
            <a:endParaRPr sz="1600">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600">
                <a:solidFill>
                  <a:schemeClr val="dk1"/>
                </a:solidFill>
                <a:latin typeface="Arial"/>
                <a:ea typeface="Arial"/>
                <a:cs typeface="Arial"/>
                <a:sym typeface="Arial"/>
              </a:rPr>
              <a:t>rear = 0</a:t>
            </a:r>
            <a:endParaRPr sz="16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1"/>
          <p:cNvSpPr txBox="1">
            <a:spLocks noGrp="1"/>
          </p:cNvSpPr>
          <p:nvPr>
            <p:ph type="body" idx="1"/>
          </p:nvPr>
        </p:nvSpPr>
        <p:spPr>
          <a:xfrm>
            <a:off x="533400" y="1295400"/>
            <a:ext cx="11277600" cy="4459041"/>
          </a:xfrm>
          <a:prstGeom prst="rect">
            <a:avLst/>
          </a:prstGeom>
          <a:noFill/>
          <a:ln>
            <a:noFill/>
          </a:ln>
        </p:spPr>
        <p:txBody>
          <a:bodyPr spcFirstLastPara="1" wrap="square" lIns="0" tIns="12050" rIns="0" bIns="0" anchor="t" anchorCtr="0">
            <a:spAutoFit/>
          </a:bodyPr>
          <a:lstStyle/>
          <a:p>
            <a:pPr marL="362585" lvl="0" indent="-342900" algn="l" rtl="0">
              <a:lnSpc>
                <a:spcPct val="150000"/>
              </a:lnSpc>
              <a:spcBef>
                <a:spcPts val="0"/>
              </a:spcBef>
              <a:spcAft>
                <a:spcPts val="0"/>
              </a:spcAft>
              <a:buSzPts val="1836"/>
              <a:buFont typeface="Noto Sans Symbols"/>
              <a:buChar char="❑"/>
            </a:pPr>
            <a:r>
              <a:rPr lang="en-US">
                <a:latin typeface="Times New Roman"/>
                <a:ea typeface="Times New Roman"/>
                <a:cs typeface="Times New Roman"/>
                <a:sym typeface="Times New Roman"/>
              </a:rPr>
              <a:t>The delete operation deletes the very first item from the queue.</a:t>
            </a:r>
            <a:endParaRPr/>
          </a:p>
          <a:p>
            <a:pPr marL="362585" marR="95885" lvl="0" indent="-342900" algn="l" rtl="0">
              <a:lnSpc>
                <a:spcPct val="150000"/>
              </a:lnSpc>
              <a:spcBef>
                <a:spcPts val="400"/>
              </a:spcBef>
              <a:spcAft>
                <a:spcPts val="0"/>
              </a:spcAft>
              <a:buSzPts val="1836"/>
              <a:buFont typeface="Noto Sans Symbols"/>
              <a:buChar char="❑"/>
            </a:pPr>
            <a:r>
              <a:rPr lang="en-US">
                <a:latin typeface="Times New Roman"/>
                <a:ea typeface="Times New Roman"/>
                <a:cs typeface="Times New Roman"/>
                <a:sym typeface="Times New Roman"/>
              </a:rPr>
              <a:t>Any attempt to delete an element from the empty queue (when  FRONT+REAR=-1) results in “data underflow” condition.</a:t>
            </a:r>
            <a:endParaRPr/>
          </a:p>
          <a:p>
            <a:pPr marL="362585" marR="832485" lvl="0" indent="-342900" algn="l" rtl="0">
              <a:lnSpc>
                <a:spcPct val="150000"/>
              </a:lnSpc>
              <a:spcBef>
                <a:spcPts val="400"/>
              </a:spcBef>
              <a:spcAft>
                <a:spcPts val="0"/>
              </a:spcAft>
              <a:buSzPts val="1836"/>
              <a:buFont typeface="Noto Sans Symbols"/>
              <a:buChar char="❑"/>
            </a:pPr>
            <a:r>
              <a:rPr lang="en-US">
                <a:latin typeface="Times New Roman"/>
                <a:ea typeface="Times New Roman"/>
                <a:cs typeface="Times New Roman"/>
                <a:sym typeface="Times New Roman"/>
              </a:rPr>
              <a:t>Each time the deletion operation is performed, the FRONT  variable is decremented by 1.</a:t>
            </a:r>
            <a:endParaRPr/>
          </a:p>
          <a:p>
            <a:pPr marL="362585" marR="5080" lvl="0" indent="-342900" algn="l" rtl="0">
              <a:lnSpc>
                <a:spcPct val="150000"/>
              </a:lnSpc>
              <a:spcBef>
                <a:spcPts val="400"/>
              </a:spcBef>
              <a:spcAft>
                <a:spcPts val="0"/>
              </a:spcAft>
              <a:buSzPts val="1836"/>
              <a:buFont typeface="Noto Sans Symbols"/>
              <a:buChar char="❑"/>
            </a:pPr>
            <a:r>
              <a:rPr lang="en-US">
                <a:latin typeface="Times New Roman"/>
                <a:ea typeface="Times New Roman"/>
                <a:cs typeface="Times New Roman"/>
                <a:sym typeface="Times New Roman"/>
              </a:rPr>
              <a:t>When there is only one element in the queue, deletion operation  of that element makes the queue empty and both FRONT and  REAR will be assigned the value -1.</a:t>
            </a:r>
            <a:endParaRPr/>
          </a:p>
        </p:txBody>
      </p:sp>
      <p:sp>
        <p:nvSpPr>
          <p:cNvPr id="214" name="Google Shape;214;p11"/>
          <p:cNvSpPr txBox="1">
            <a:spLocks noGrp="1"/>
          </p:cNvSpPr>
          <p:nvPr>
            <p:ph type="title"/>
          </p:nvPr>
        </p:nvSpPr>
        <p:spPr>
          <a:xfrm>
            <a:off x="1295400" y="457200"/>
            <a:ext cx="5116830"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Lucida Sans"/>
              <a:buNone/>
            </a:pPr>
            <a:r>
              <a:rPr lang="en-US" sz="4400"/>
              <a:t>DELETE OPERATION</a:t>
            </a:r>
            <a:endParaRPr sz="4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2"/>
          <p:cNvSpPr txBox="1">
            <a:spLocks noGrp="1"/>
          </p:cNvSpPr>
          <p:nvPr>
            <p:ph type="title"/>
          </p:nvPr>
        </p:nvSpPr>
        <p:spPr>
          <a:xfrm>
            <a:off x="1206804" y="674573"/>
            <a:ext cx="8823325"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lt2"/>
              </a:buClr>
              <a:buSzPts val="4400"/>
              <a:buFont typeface="Lucida Sans"/>
              <a:buNone/>
            </a:pPr>
            <a:r>
              <a:rPr lang="en-US" sz="4400"/>
              <a:t>DELETION OPERATION EXPLAINED</a:t>
            </a:r>
            <a:endParaRPr sz="4400"/>
          </a:p>
        </p:txBody>
      </p:sp>
      <p:sp>
        <p:nvSpPr>
          <p:cNvPr id="220" name="Google Shape;220;p12"/>
          <p:cNvSpPr/>
          <p:nvPr/>
        </p:nvSpPr>
        <p:spPr>
          <a:xfrm>
            <a:off x="1438655" y="1661160"/>
            <a:ext cx="8049768" cy="47625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3"/>
          <p:cNvSpPr txBox="1">
            <a:spLocks noGrp="1"/>
          </p:cNvSpPr>
          <p:nvPr>
            <p:ph type="title"/>
          </p:nvPr>
        </p:nvSpPr>
        <p:spPr>
          <a:xfrm>
            <a:off x="609600" y="274638"/>
            <a:ext cx="10972800" cy="1143000"/>
          </a:xfrm>
          <a:prstGeom prst="rect">
            <a:avLst/>
          </a:prstGeom>
          <a:noFill/>
          <a:ln>
            <a:noFill/>
          </a:ln>
        </p:spPr>
        <p:txBody>
          <a:bodyPr spcFirstLastPara="1" wrap="square" lIns="0" tIns="67925" rIns="0" bIns="0" anchor="ctr" anchorCtr="0">
            <a:spAutoFit/>
          </a:bodyPr>
          <a:lstStyle/>
          <a:p>
            <a:pPr marL="2683510" marR="5080" lvl="0" indent="-2626360" algn="l" rtl="0">
              <a:lnSpc>
                <a:spcPct val="84390"/>
              </a:lnSpc>
              <a:spcBef>
                <a:spcPts val="0"/>
              </a:spcBef>
              <a:spcAft>
                <a:spcPts val="0"/>
              </a:spcAft>
              <a:buClr>
                <a:schemeClr val="dk2"/>
              </a:buClr>
              <a:buSzPts val="4100"/>
              <a:buFont typeface="Lucida Sans"/>
              <a:buNone/>
            </a:pPr>
            <a:r>
              <a:rPr lang="en-US"/>
              <a:t>PROGRAM TO ILLUSTRATE OPERATIONS ON QUEUE  AS AN INTEGER ARRAY</a:t>
            </a:r>
            <a:endParaRPr/>
          </a:p>
        </p:txBody>
      </p:sp>
      <p:sp>
        <p:nvSpPr>
          <p:cNvPr id="226" name="Google Shape;226;p13"/>
          <p:cNvSpPr/>
          <p:nvPr/>
        </p:nvSpPr>
        <p:spPr>
          <a:xfrm>
            <a:off x="394715" y="1228344"/>
            <a:ext cx="3278504" cy="5355590"/>
          </a:xfrm>
          <a:custGeom>
            <a:avLst/>
            <a:gdLst/>
            <a:ahLst/>
            <a:cxnLst/>
            <a:rect l="l" t="t" r="r" b="b"/>
            <a:pathLst>
              <a:path w="3278504" h="5355590" extrusionOk="0">
                <a:moveTo>
                  <a:pt x="0" y="5355336"/>
                </a:moveTo>
                <a:lnTo>
                  <a:pt x="3278124" y="5355336"/>
                </a:lnTo>
                <a:lnTo>
                  <a:pt x="3278124"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27" name="Google Shape;227;p13"/>
          <p:cNvSpPr txBox="1"/>
          <p:nvPr/>
        </p:nvSpPr>
        <p:spPr>
          <a:xfrm>
            <a:off x="473455" y="1246759"/>
            <a:ext cx="2647950" cy="2769235"/>
          </a:xfrm>
          <a:prstGeom prst="rect">
            <a:avLst/>
          </a:prstGeom>
          <a:noFill/>
          <a:ln>
            <a:noFill/>
          </a:ln>
        </p:spPr>
        <p:txBody>
          <a:bodyPr spcFirstLastPara="1" wrap="square" lIns="0" tIns="12700" rIns="0" bIns="0" anchor="t" anchorCtr="0">
            <a:spAutoFit/>
          </a:bodyPr>
          <a:lstStyle/>
          <a:p>
            <a:pPr marL="12700" marR="539115" lvl="0" indent="0" algn="l" rtl="0">
              <a:lnSpc>
                <a:spcPct val="100000"/>
              </a:lnSpc>
              <a:spcBef>
                <a:spcPts val="0"/>
              </a:spcBef>
              <a:spcAft>
                <a:spcPts val="0"/>
              </a:spcAft>
              <a:buNone/>
            </a:pPr>
            <a:r>
              <a:rPr lang="en-US" sz="1800">
                <a:solidFill>
                  <a:schemeClr val="dk1"/>
                </a:solidFill>
                <a:latin typeface="Arial"/>
                <a:ea typeface="Arial"/>
                <a:cs typeface="Arial"/>
                <a:sym typeface="Arial"/>
              </a:rPr>
              <a:t>#include&lt;iostream.h&gt;  #include&lt;conio.h&gt;  #define size 4</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class queue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1066800" lvl="0" indent="0" algn="l" rtl="0">
              <a:lnSpc>
                <a:spcPct val="100000"/>
              </a:lnSpc>
              <a:spcBef>
                <a:spcPts val="0"/>
              </a:spcBef>
              <a:spcAft>
                <a:spcPts val="0"/>
              </a:spcAft>
              <a:buNone/>
            </a:pPr>
            <a:r>
              <a:rPr lang="en-US" sz="1800">
                <a:solidFill>
                  <a:schemeClr val="dk1"/>
                </a:solidFill>
                <a:latin typeface="Arial"/>
                <a:ea typeface="Arial"/>
                <a:cs typeface="Arial"/>
                <a:sym typeface="Arial"/>
              </a:rPr>
              <a:t>int data[size];  int front,rear;</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public:</a:t>
            </a:r>
            <a:endParaRPr sz="1800">
              <a:solidFill>
                <a:schemeClr val="dk1"/>
              </a:solidFill>
              <a:latin typeface="Arial"/>
              <a:ea typeface="Arial"/>
              <a:cs typeface="Arial"/>
              <a:sym typeface="Arial"/>
            </a:endParaRPr>
          </a:p>
          <a:p>
            <a:pPr marL="28829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queue()</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front=-1;	rear=-1;	}</a:t>
            </a:r>
            <a:endParaRPr sz="1800">
              <a:solidFill>
                <a:schemeClr val="dk1"/>
              </a:solidFill>
              <a:latin typeface="Arial"/>
              <a:ea typeface="Arial"/>
              <a:cs typeface="Arial"/>
              <a:sym typeface="Arial"/>
            </a:endParaRPr>
          </a:p>
        </p:txBody>
      </p:sp>
      <p:sp>
        <p:nvSpPr>
          <p:cNvPr id="228" name="Google Shape;228;p13"/>
          <p:cNvSpPr txBox="1"/>
          <p:nvPr/>
        </p:nvSpPr>
        <p:spPr>
          <a:xfrm>
            <a:off x="749300" y="3990594"/>
            <a:ext cx="149733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insert();  void deletion();</a:t>
            </a:r>
            <a:endParaRPr sz="1800">
              <a:solidFill>
                <a:schemeClr val="dk1"/>
              </a:solidFill>
              <a:latin typeface="Arial"/>
              <a:ea typeface="Arial"/>
              <a:cs typeface="Arial"/>
              <a:sym typeface="Arial"/>
            </a:endParaRPr>
          </a:p>
        </p:txBody>
      </p:sp>
      <p:sp>
        <p:nvSpPr>
          <p:cNvPr id="229" name="Google Shape;229;p13"/>
          <p:cNvSpPr txBox="1"/>
          <p:nvPr/>
        </p:nvSpPr>
        <p:spPr>
          <a:xfrm>
            <a:off x="473455" y="4538929"/>
            <a:ext cx="1856739"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void queue::insert()</a:t>
            </a:r>
            <a:endParaRPr sz="1800">
              <a:solidFill>
                <a:schemeClr val="dk1"/>
              </a:solidFill>
              <a:latin typeface="Arial"/>
              <a:ea typeface="Arial"/>
              <a:cs typeface="Arial"/>
              <a:sym typeface="Arial"/>
            </a:endParaRPr>
          </a:p>
        </p:txBody>
      </p:sp>
      <p:sp>
        <p:nvSpPr>
          <p:cNvPr id="230" name="Google Shape;230;p13"/>
          <p:cNvSpPr txBox="1"/>
          <p:nvPr/>
        </p:nvSpPr>
        <p:spPr>
          <a:xfrm>
            <a:off x="473455" y="5088128"/>
            <a:ext cx="2785745" cy="11226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if(rear==size-1)</a:t>
            </a:r>
            <a:endParaRPr sz="1800">
              <a:solidFill>
                <a:schemeClr val="dk1"/>
              </a:solidFill>
              <a:latin typeface="Arial"/>
              <a:ea typeface="Arial"/>
              <a:cs typeface="Arial"/>
              <a:sym typeface="Arial"/>
            </a:endParaRPr>
          </a:p>
          <a:p>
            <a:pPr marL="563880" marR="5080" lvl="0" indent="-276225" algn="l" rtl="0">
              <a:lnSpc>
                <a:spcPct val="100000"/>
              </a:lnSpc>
              <a:spcBef>
                <a:spcPts val="0"/>
              </a:spcBef>
              <a:spcAft>
                <a:spcPts val="0"/>
              </a:spcAft>
              <a:buNone/>
            </a:pPr>
            <a:r>
              <a:rPr lang="en-US" sz="1800">
                <a:solidFill>
                  <a:schemeClr val="dk1"/>
                </a:solidFill>
                <a:latin typeface="Arial"/>
                <a:ea typeface="Arial"/>
                <a:cs typeface="Arial"/>
                <a:sym typeface="Arial"/>
              </a:rPr>
              <a:t>{	cout&lt;&lt;"\n queue is full";  return;</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231" name="Google Shape;231;p13"/>
          <p:cNvSpPr/>
          <p:nvPr/>
        </p:nvSpPr>
        <p:spPr>
          <a:xfrm>
            <a:off x="3762755" y="1200911"/>
            <a:ext cx="3808729" cy="5355590"/>
          </a:xfrm>
          <a:custGeom>
            <a:avLst/>
            <a:gdLst/>
            <a:ahLst/>
            <a:cxnLst/>
            <a:rect l="l" t="t" r="r" b="b"/>
            <a:pathLst>
              <a:path w="3808729" h="5355590" extrusionOk="0">
                <a:moveTo>
                  <a:pt x="0" y="5355336"/>
                </a:moveTo>
                <a:lnTo>
                  <a:pt x="3808476" y="5355336"/>
                </a:lnTo>
                <a:lnTo>
                  <a:pt x="3808476"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32" name="Google Shape;232;p13"/>
          <p:cNvSpPr txBox="1"/>
          <p:nvPr/>
        </p:nvSpPr>
        <p:spPr>
          <a:xfrm>
            <a:off x="4118228" y="2041652"/>
            <a:ext cx="2081530" cy="11226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else</a:t>
            </a:r>
            <a:endParaRPr sz="1800">
              <a:solidFill>
                <a:schemeClr val="dk1"/>
              </a:solidFill>
              <a:latin typeface="Arial"/>
              <a:ea typeface="Arial"/>
              <a:cs typeface="Arial"/>
              <a:sym typeface="Arial"/>
            </a:endParaRPr>
          </a:p>
          <a:p>
            <a:pPr marL="12700" marR="5080" lvl="0" indent="275590" algn="l" rtl="0">
              <a:lnSpc>
                <a:spcPct val="100000"/>
              </a:lnSpc>
              <a:spcBef>
                <a:spcPts val="0"/>
              </a:spcBef>
              <a:spcAft>
                <a:spcPts val="0"/>
              </a:spcAft>
              <a:buNone/>
            </a:pPr>
            <a:r>
              <a:rPr lang="en-US" sz="1800">
                <a:solidFill>
                  <a:schemeClr val="dk1"/>
                </a:solidFill>
                <a:latin typeface="Arial"/>
                <a:ea typeface="Arial"/>
                <a:cs typeface="Arial"/>
                <a:sym typeface="Arial"/>
              </a:rPr>
              <a:t>rear++;  cout&lt;&lt;"Enter Data : ";  cin&gt;&gt;data[rear];	}</a:t>
            </a:r>
            <a:endParaRPr sz="1800">
              <a:solidFill>
                <a:schemeClr val="dk1"/>
              </a:solidFill>
              <a:latin typeface="Arial"/>
              <a:ea typeface="Arial"/>
              <a:cs typeface="Arial"/>
              <a:sym typeface="Arial"/>
            </a:endParaRPr>
          </a:p>
        </p:txBody>
      </p:sp>
      <p:sp>
        <p:nvSpPr>
          <p:cNvPr id="233" name="Google Shape;233;p13"/>
          <p:cNvSpPr txBox="1"/>
          <p:nvPr/>
        </p:nvSpPr>
        <p:spPr>
          <a:xfrm>
            <a:off x="3842384" y="3139185"/>
            <a:ext cx="3188970" cy="24949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queue::deletion()</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if(front==-1)</a:t>
            </a:r>
            <a:endParaRPr sz="1800">
              <a:solidFill>
                <a:schemeClr val="dk1"/>
              </a:solidFill>
              <a:latin typeface="Arial"/>
              <a:ea typeface="Arial"/>
              <a:cs typeface="Arial"/>
              <a:sym typeface="Arial"/>
            </a:endParaRPr>
          </a:p>
          <a:p>
            <a:pPr marL="469900" marR="5080" lvl="0" indent="-181609" algn="l" rtl="0">
              <a:lnSpc>
                <a:spcPct val="100000"/>
              </a:lnSpc>
              <a:spcBef>
                <a:spcPts val="0"/>
              </a:spcBef>
              <a:spcAft>
                <a:spcPts val="0"/>
              </a:spcAft>
              <a:buNone/>
            </a:pPr>
            <a:r>
              <a:rPr lang="en-US" sz="1800">
                <a:solidFill>
                  <a:schemeClr val="dk1"/>
                </a:solidFill>
                <a:latin typeface="Arial"/>
                <a:ea typeface="Arial"/>
                <a:cs typeface="Arial"/>
                <a:sym typeface="Arial"/>
              </a:rPr>
              <a:t>{		cout&lt;&lt;"\n Queue is empty";  return;</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469900" marR="697230" lvl="0" indent="2540" algn="l" rtl="0">
              <a:lnSpc>
                <a:spcPct val="100000"/>
              </a:lnSpc>
              <a:spcBef>
                <a:spcPts val="0"/>
              </a:spcBef>
              <a:spcAft>
                <a:spcPts val="0"/>
              </a:spcAft>
              <a:buNone/>
            </a:pPr>
            <a:r>
              <a:rPr lang="en-US" sz="1800">
                <a:solidFill>
                  <a:schemeClr val="dk1"/>
                </a:solidFill>
                <a:latin typeface="Arial"/>
                <a:ea typeface="Arial"/>
                <a:cs typeface="Arial"/>
                <a:sym typeface="Arial"/>
              </a:rPr>
              <a:t>cout&lt;&lt;data[front]&lt;&lt;"  deleted"&lt;&lt;endl;</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if(front==rear)</a:t>
            </a:r>
            <a:endParaRPr sz="1800">
              <a:solidFill>
                <a:schemeClr val="dk1"/>
              </a:solidFill>
              <a:latin typeface="Arial"/>
              <a:ea typeface="Arial"/>
              <a:cs typeface="Arial"/>
              <a:sym typeface="Arial"/>
            </a:endParaRPr>
          </a:p>
        </p:txBody>
      </p:sp>
      <p:sp>
        <p:nvSpPr>
          <p:cNvPr id="234" name="Google Shape;234;p13"/>
          <p:cNvSpPr txBox="1"/>
          <p:nvPr/>
        </p:nvSpPr>
        <p:spPr>
          <a:xfrm>
            <a:off x="4118228" y="5608421"/>
            <a:ext cx="2418715" cy="574040"/>
          </a:xfrm>
          <a:prstGeom prst="rect">
            <a:avLst/>
          </a:prstGeom>
          <a:noFill/>
          <a:ln>
            <a:noFill/>
          </a:ln>
        </p:spPr>
        <p:txBody>
          <a:bodyPr spcFirstLastPara="1" wrap="square" lIns="0" tIns="12700" rIns="0" bIns="0" anchor="t" anchorCtr="0">
            <a:spAutoFit/>
          </a:bodyPr>
          <a:lstStyle/>
          <a:p>
            <a:pPr marL="12700" marR="5080" lvl="0" indent="184150" algn="l" rtl="0">
              <a:lnSpc>
                <a:spcPct val="100000"/>
              </a:lnSpc>
              <a:spcBef>
                <a:spcPts val="0"/>
              </a:spcBef>
              <a:spcAft>
                <a:spcPts val="0"/>
              </a:spcAft>
              <a:buNone/>
            </a:pPr>
            <a:r>
              <a:rPr lang="en-US" sz="1800">
                <a:solidFill>
                  <a:schemeClr val="dk1"/>
                </a:solidFill>
                <a:latin typeface="Arial"/>
                <a:ea typeface="Arial"/>
                <a:cs typeface="Arial"/>
                <a:sym typeface="Arial"/>
              </a:rPr>
              <a:t>{	front=-1;rear=-1;	}  else</a:t>
            </a:r>
            <a:endParaRPr sz="1800">
              <a:solidFill>
                <a:schemeClr val="dk1"/>
              </a:solidFill>
              <a:latin typeface="Arial"/>
              <a:ea typeface="Arial"/>
              <a:cs typeface="Arial"/>
              <a:sym typeface="Arial"/>
            </a:endParaRPr>
          </a:p>
        </p:txBody>
      </p:sp>
      <p:sp>
        <p:nvSpPr>
          <p:cNvPr id="235" name="Google Shape;235;p13"/>
          <p:cNvSpPr txBox="1"/>
          <p:nvPr/>
        </p:nvSpPr>
        <p:spPr>
          <a:xfrm>
            <a:off x="4394072" y="6156756"/>
            <a:ext cx="1045844"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front++;	}</a:t>
            </a:r>
            <a:endParaRPr sz="1800">
              <a:solidFill>
                <a:schemeClr val="dk1"/>
              </a:solidFill>
              <a:latin typeface="Arial"/>
              <a:ea typeface="Arial"/>
              <a:cs typeface="Arial"/>
              <a:sym typeface="Arial"/>
            </a:endParaRPr>
          </a:p>
        </p:txBody>
      </p:sp>
      <p:sp>
        <p:nvSpPr>
          <p:cNvPr id="236" name="Google Shape;236;p13"/>
          <p:cNvSpPr/>
          <p:nvPr/>
        </p:nvSpPr>
        <p:spPr>
          <a:xfrm>
            <a:off x="7661147" y="1191767"/>
            <a:ext cx="4180840" cy="5355590"/>
          </a:xfrm>
          <a:custGeom>
            <a:avLst/>
            <a:gdLst/>
            <a:ahLst/>
            <a:cxnLst/>
            <a:rect l="l" t="t" r="r" b="b"/>
            <a:pathLst>
              <a:path w="4180840" h="5355590" extrusionOk="0">
                <a:moveTo>
                  <a:pt x="0" y="5355336"/>
                </a:moveTo>
                <a:lnTo>
                  <a:pt x="4180332" y="5355336"/>
                </a:lnTo>
                <a:lnTo>
                  <a:pt x="4180332"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37" name="Google Shape;237;p13"/>
          <p:cNvSpPr txBox="1"/>
          <p:nvPr/>
        </p:nvSpPr>
        <p:spPr>
          <a:xfrm>
            <a:off x="3842384" y="1218438"/>
            <a:ext cx="517461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else if(rear == -1)	</a:t>
            </a:r>
            <a:r>
              <a:rPr lang="en-US" sz="2700" baseline="30000">
                <a:solidFill>
                  <a:srgbClr val="FFFFFF"/>
                </a:solidFill>
                <a:latin typeface="Arial"/>
                <a:ea typeface="Arial"/>
                <a:cs typeface="Arial"/>
                <a:sym typeface="Arial"/>
              </a:rPr>
              <a:t>void display()</a:t>
            </a:r>
            <a:endParaRPr sz="2700" baseline="30000">
              <a:solidFill>
                <a:schemeClr val="dk1"/>
              </a:solidFill>
              <a:latin typeface="Arial"/>
              <a:ea typeface="Arial"/>
              <a:cs typeface="Arial"/>
              <a:sym typeface="Arial"/>
            </a:endParaRPr>
          </a:p>
        </p:txBody>
      </p:sp>
      <p:sp>
        <p:nvSpPr>
          <p:cNvPr id="238" name="Google Shape;238;p13"/>
          <p:cNvSpPr txBox="1"/>
          <p:nvPr/>
        </p:nvSpPr>
        <p:spPr>
          <a:xfrm>
            <a:off x="4118228" y="1492453"/>
            <a:ext cx="3716020"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rear++;	</a:t>
            </a:r>
            <a:r>
              <a:rPr lang="en-US" sz="2700" baseline="30000">
                <a:solidFill>
                  <a:schemeClr val="dk1"/>
                </a:solidFill>
                <a:latin typeface="Arial"/>
                <a:ea typeface="Arial"/>
                <a:cs typeface="Arial"/>
                <a:sym typeface="Arial"/>
              </a:rPr>
              <a:t>{</a:t>
            </a:r>
            <a:endParaRPr sz="2700" baseline="30000">
              <a:solidFill>
                <a:schemeClr val="dk1"/>
              </a:solidFill>
              <a:latin typeface="Arial"/>
              <a:ea typeface="Arial"/>
              <a:cs typeface="Arial"/>
              <a:sym typeface="Arial"/>
            </a:endParaRPr>
          </a:p>
          <a:p>
            <a:pPr marL="28829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front++;	}</a:t>
            </a:r>
            <a:endParaRPr sz="1800">
              <a:solidFill>
                <a:schemeClr val="dk1"/>
              </a:solidFill>
              <a:latin typeface="Arial"/>
              <a:ea typeface="Arial"/>
              <a:cs typeface="Arial"/>
              <a:sym typeface="Arial"/>
            </a:endParaRPr>
          </a:p>
        </p:txBody>
      </p:sp>
      <p:sp>
        <p:nvSpPr>
          <p:cNvPr id="239" name="Google Shape;239;p13"/>
          <p:cNvSpPr txBox="1"/>
          <p:nvPr/>
        </p:nvSpPr>
        <p:spPr>
          <a:xfrm>
            <a:off x="8197342" y="1483867"/>
            <a:ext cx="2588260" cy="574675"/>
          </a:xfrm>
          <a:prstGeom prst="rect">
            <a:avLst/>
          </a:prstGeom>
          <a:noFill/>
          <a:ln>
            <a:noFill/>
          </a:ln>
        </p:spPr>
        <p:txBody>
          <a:bodyPr spcFirstLastPara="1" wrap="square" lIns="0" tIns="12700" rIns="0" bIns="0" anchor="t" anchorCtr="0">
            <a:spAutoFit/>
          </a:bodyPr>
          <a:lstStyle/>
          <a:p>
            <a:pPr marL="58419"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for (int i=front;i&lt;=rear; i++)</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cout&lt;&lt; data[rear]; }</a:t>
            </a:r>
            <a:endParaRPr sz="1800">
              <a:solidFill>
                <a:schemeClr val="dk1"/>
              </a:solidFill>
              <a:latin typeface="Arial"/>
              <a:ea typeface="Arial"/>
              <a:cs typeface="Arial"/>
              <a:sym typeface="Arial"/>
            </a:endParaRPr>
          </a:p>
        </p:txBody>
      </p:sp>
      <p:sp>
        <p:nvSpPr>
          <p:cNvPr id="240" name="Google Shape;240;p13"/>
          <p:cNvSpPr txBox="1"/>
          <p:nvPr/>
        </p:nvSpPr>
        <p:spPr>
          <a:xfrm>
            <a:off x="7740142" y="2032761"/>
            <a:ext cx="3950970" cy="44157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main()</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283464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 q;  int ch;  do</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469900" marR="5080" lvl="0" indent="94615" algn="l" rtl="0">
              <a:lnSpc>
                <a:spcPct val="100000"/>
              </a:lnSpc>
              <a:spcBef>
                <a:spcPts val="0"/>
              </a:spcBef>
              <a:spcAft>
                <a:spcPts val="0"/>
              </a:spcAft>
              <a:buNone/>
            </a:pPr>
            <a:r>
              <a:rPr lang="en-US" sz="1800">
                <a:solidFill>
                  <a:schemeClr val="dk1"/>
                </a:solidFill>
                <a:latin typeface="Arial"/>
                <a:ea typeface="Arial"/>
                <a:cs typeface="Arial"/>
                <a:sym typeface="Arial"/>
              </a:rPr>
              <a:t>cout&lt;&lt;"\n1. Insert\n2. Delete\n3.  Display\n4.Quit\nEnter Choice(1-3) ";  cin&gt;&gt;ch;</a:t>
            </a:r>
            <a:endParaRPr sz="1800">
              <a:solidFill>
                <a:schemeClr val="dk1"/>
              </a:solidFill>
              <a:latin typeface="Arial"/>
              <a:ea typeface="Arial"/>
              <a:cs typeface="Arial"/>
              <a:sym typeface="Arial"/>
            </a:endParaRPr>
          </a:p>
          <a:p>
            <a:pPr marL="56451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switch(ch)</a:t>
            </a:r>
            <a:endParaRPr sz="1800">
              <a:solidFill>
                <a:schemeClr val="dk1"/>
              </a:solidFill>
              <a:latin typeface="Arial"/>
              <a:ea typeface="Arial"/>
              <a:cs typeface="Arial"/>
              <a:sym typeface="Arial"/>
            </a:endParaRPr>
          </a:p>
          <a:p>
            <a:pPr marL="56451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84201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case 1: q.insert();break;</a:t>
            </a:r>
            <a:endParaRPr sz="1800">
              <a:solidFill>
                <a:schemeClr val="dk1"/>
              </a:solidFill>
              <a:latin typeface="Arial"/>
              <a:ea typeface="Arial"/>
              <a:cs typeface="Arial"/>
              <a:sym typeface="Arial"/>
            </a:endParaRPr>
          </a:p>
          <a:p>
            <a:pPr marL="84201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case 2: q.deletion();break;</a:t>
            </a:r>
            <a:endParaRPr sz="1800">
              <a:solidFill>
                <a:schemeClr val="dk1"/>
              </a:solidFill>
              <a:latin typeface="Arial"/>
              <a:ea typeface="Arial"/>
              <a:cs typeface="Arial"/>
              <a:sym typeface="Arial"/>
            </a:endParaRPr>
          </a:p>
          <a:p>
            <a:pPr marL="83883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case 3. q.display();</a:t>
            </a:r>
            <a:endParaRPr sz="1800">
              <a:solidFill>
                <a:schemeClr val="dk1"/>
              </a:solidFill>
              <a:latin typeface="Arial"/>
              <a:ea typeface="Arial"/>
              <a:cs typeface="Arial"/>
              <a:sym typeface="Arial"/>
            </a:endParaRPr>
          </a:p>
          <a:p>
            <a:pPr marL="56451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}while(ch!=3);	}</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4"/>
          <p:cNvSpPr txBox="1">
            <a:spLocks noGrp="1"/>
          </p:cNvSpPr>
          <p:nvPr>
            <p:ph type="title"/>
          </p:nvPr>
        </p:nvSpPr>
        <p:spPr>
          <a:xfrm>
            <a:off x="609600" y="274638"/>
            <a:ext cx="10972800" cy="966290"/>
          </a:xfrm>
          <a:prstGeom prst="rect">
            <a:avLst/>
          </a:prstGeom>
          <a:noFill/>
          <a:ln>
            <a:noFill/>
          </a:ln>
        </p:spPr>
        <p:txBody>
          <a:bodyPr spcFirstLastPara="1" wrap="square" lIns="0" tIns="67925" rIns="0" bIns="0" anchor="ctr" anchorCtr="0">
            <a:spAutoFit/>
          </a:bodyPr>
          <a:lstStyle/>
          <a:p>
            <a:pPr marL="2393950" marR="5080" lvl="0" indent="-2336800" algn="l" rtl="0">
              <a:lnSpc>
                <a:spcPct val="144166"/>
              </a:lnSpc>
              <a:spcBef>
                <a:spcPts val="0"/>
              </a:spcBef>
              <a:spcAft>
                <a:spcPts val="0"/>
              </a:spcAft>
              <a:buClr>
                <a:schemeClr val="dk2"/>
              </a:buClr>
              <a:buSzPts val="2400"/>
              <a:buFont typeface="Lucida Sans"/>
              <a:buNone/>
            </a:pPr>
            <a:r>
              <a:rPr lang="en-US" sz="2400"/>
              <a:t>PROGRAM TO ILLUSTRATE OPERATIONS ON QUEUE  AS AN ARRAY OF OBJECTS</a:t>
            </a:r>
            <a:endParaRPr/>
          </a:p>
        </p:txBody>
      </p:sp>
      <p:sp>
        <p:nvSpPr>
          <p:cNvPr id="246" name="Google Shape;246;p14"/>
          <p:cNvSpPr/>
          <p:nvPr/>
        </p:nvSpPr>
        <p:spPr>
          <a:xfrm>
            <a:off x="394715" y="1191767"/>
            <a:ext cx="3278504" cy="5355590"/>
          </a:xfrm>
          <a:custGeom>
            <a:avLst/>
            <a:gdLst/>
            <a:ahLst/>
            <a:cxnLst/>
            <a:rect l="l" t="t" r="r" b="b"/>
            <a:pathLst>
              <a:path w="3278504" h="5355590" extrusionOk="0">
                <a:moveTo>
                  <a:pt x="0" y="5355336"/>
                </a:moveTo>
                <a:lnTo>
                  <a:pt x="3278124" y="5355336"/>
                </a:lnTo>
                <a:lnTo>
                  <a:pt x="3278124"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47" name="Google Shape;247;p14"/>
          <p:cNvSpPr txBox="1"/>
          <p:nvPr/>
        </p:nvSpPr>
        <p:spPr>
          <a:xfrm>
            <a:off x="473455" y="1209547"/>
            <a:ext cx="2113915" cy="848994"/>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#include&lt;iostream.h&gt;  #include&lt;conio.h&gt;  struct item</a:t>
            </a:r>
            <a:endParaRPr sz="1800">
              <a:solidFill>
                <a:schemeClr val="dk1"/>
              </a:solidFill>
              <a:latin typeface="Arial"/>
              <a:ea typeface="Arial"/>
              <a:cs typeface="Arial"/>
              <a:sym typeface="Arial"/>
            </a:endParaRPr>
          </a:p>
        </p:txBody>
      </p:sp>
      <p:sp>
        <p:nvSpPr>
          <p:cNvPr id="248" name="Google Shape;248;p14"/>
          <p:cNvSpPr txBox="1"/>
          <p:nvPr/>
        </p:nvSpPr>
        <p:spPr>
          <a:xfrm>
            <a:off x="473455" y="2032761"/>
            <a:ext cx="1997075" cy="574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int ino;</a:t>
            </a:r>
            <a:endParaRPr sz="1800">
              <a:solidFill>
                <a:schemeClr val="dk1"/>
              </a:solidFill>
              <a:latin typeface="Arial"/>
              <a:ea typeface="Arial"/>
              <a:cs typeface="Arial"/>
              <a:sym typeface="Arial"/>
            </a:endParaRPr>
          </a:p>
          <a:p>
            <a:pPr marL="33401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char name[20]; };</a:t>
            </a:r>
            <a:endParaRPr sz="1800">
              <a:solidFill>
                <a:schemeClr val="dk1"/>
              </a:solidFill>
              <a:latin typeface="Arial"/>
              <a:ea typeface="Arial"/>
              <a:cs typeface="Arial"/>
              <a:sym typeface="Arial"/>
            </a:endParaRPr>
          </a:p>
        </p:txBody>
      </p:sp>
      <p:sp>
        <p:nvSpPr>
          <p:cNvPr id="249" name="Google Shape;249;p14"/>
          <p:cNvSpPr txBox="1"/>
          <p:nvPr/>
        </p:nvSpPr>
        <p:spPr>
          <a:xfrm>
            <a:off x="473455" y="2581402"/>
            <a:ext cx="1570990" cy="19462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class queue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5080" lvl="0" indent="-45720" algn="l" rtl="0">
              <a:lnSpc>
                <a:spcPct val="100000"/>
              </a:lnSpc>
              <a:spcBef>
                <a:spcPts val="0"/>
              </a:spcBef>
              <a:spcAft>
                <a:spcPts val="0"/>
              </a:spcAft>
              <a:buNone/>
            </a:pPr>
            <a:r>
              <a:rPr lang="en-US" sz="1800">
                <a:solidFill>
                  <a:schemeClr val="dk1"/>
                </a:solidFill>
                <a:latin typeface="Arial"/>
                <a:ea typeface="Arial"/>
                <a:cs typeface="Arial"/>
                <a:sym typeface="Arial"/>
              </a:rPr>
              <a:t>item data[4];  int front,rear;</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public:</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front=-1;</a:t>
            </a:r>
            <a:endParaRPr sz="1800">
              <a:solidFill>
                <a:schemeClr val="dk1"/>
              </a:solidFill>
              <a:latin typeface="Arial"/>
              <a:ea typeface="Arial"/>
              <a:cs typeface="Arial"/>
              <a:sym typeface="Arial"/>
            </a:endParaRPr>
          </a:p>
        </p:txBody>
      </p:sp>
      <p:sp>
        <p:nvSpPr>
          <p:cNvPr id="250" name="Google Shape;250;p14"/>
          <p:cNvSpPr txBox="1"/>
          <p:nvPr/>
        </p:nvSpPr>
        <p:spPr>
          <a:xfrm>
            <a:off x="2060825" y="4227703"/>
            <a:ext cx="10610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rear=-1;	}</a:t>
            </a:r>
            <a:endParaRPr sz="1800">
              <a:solidFill>
                <a:schemeClr val="dk1"/>
              </a:solidFill>
              <a:latin typeface="Arial"/>
              <a:ea typeface="Arial"/>
              <a:cs typeface="Arial"/>
              <a:sym typeface="Arial"/>
            </a:endParaRPr>
          </a:p>
        </p:txBody>
      </p:sp>
      <p:sp>
        <p:nvSpPr>
          <p:cNvPr id="251" name="Google Shape;251;p14"/>
          <p:cNvSpPr txBox="1"/>
          <p:nvPr/>
        </p:nvSpPr>
        <p:spPr>
          <a:xfrm>
            <a:off x="749300" y="4502022"/>
            <a:ext cx="1497965"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insert();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deletion();</a:t>
            </a:r>
            <a:endParaRPr sz="1800">
              <a:solidFill>
                <a:schemeClr val="dk1"/>
              </a:solidFill>
              <a:latin typeface="Arial"/>
              <a:ea typeface="Arial"/>
              <a:cs typeface="Arial"/>
              <a:sym typeface="Arial"/>
            </a:endParaRPr>
          </a:p>
        </p:txBody>
      </p:sp>
      <p:sp>
        <p:nvSpPr>
          <p:cNvPr id="252" name="Google Shape;252;p14"/>
          <p:cNvSpPr txBox="1"/>
          <p:nvPr/>
        </p:nvSpPr>
        <p:spPr>
          <a:xfrm>
            <a:off x="473455" y="5050916"/>
            <a:ext cx="1856739" cy="574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queue::insert()</a:t>
            </a:r>
            <a:endParaRPr sz="1800">
              <a:solidFill>
                <a:schemeClr val="dk1"/>
              </a:solidFill>
              <a:latin typeface="Arial"/>
              <a:ea typeface="Arial"/>
              <a:cs typeface="Arial"/>
              <a:sym typeface="Arial"/>
            </a:endParaRPr>
          </a:p>
        </p:txBody>
      </p:sp>
      <p:sp>
        <p:nvSpPr>
          <p:cNvPr id="253" name="Google Shape;253;p14"/>
          <p:cNvSpPr txBox="1"/>
          <p:nvPr/>
        </p:nvSpPr>
        <p:spPr>
          <a:xfrm>
            <a:off x="473455" y="5599582"/>
            <a:ext cx="2785745" cy="8483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if(rear==size-1)</a:t>
            </a:r>
            <a:endParaRPr sz="1800">
              <a:solidFill>
                <a:schemeClr val="dk1"/>
              </a:solidFill>
              <a:latin typeface="Arial"/>
              <a:ea typeface="Arial"/>
              <a:cs typeface="Arial"/>
              <a:sym typeface="Arial"/>
            </a:endParaRPr>
          </a:p>
          <a:p>
            <a:pPr marL="563880" marR="5080" lvl="0" indent="-276225" algn="l" rtl="0">
              <a:lnSpc>
                <a:spcPct val="100000"/>
              </a:lnSpc>
              <a:spcBef>
                <a:spcPts val="0"/>
              </a:spcBef>
              <a:spcAft>
                <a:spcPts val="0"/>
              </a:spcAft>
              <a:buNone/>
            </a:pPr>
            <a:r>
              <a:rPr lang="en-US" sz="1800">
                <a:solidFill>
                  <a:schemeClr val="dk1"/>
                </a:solidFill>
                <a:latin typeface="Arial"/>
                <a:ea typeface="Arial"/>
                <a:cs typeface="Arial"/>
                <a:sym typeface="Arial"/>
              </a:rPr>
              <a:t>{	cout&lt;&lt;"\n queue is full";  return;	}</a:t>
            </a:r>
            <a:endParaRPr sz="1800">
              <a:solidFill>
                <a:schemeClr val="dk1"/>
              </a:solidFill>
              <a:latin typeface="Arial"/>
              <a:ea typeface="Arial"/>
              <a:cs typeface="Arial"/>
              <a:sym typeface="Arial"/>
            </a:endParaRPr>
          </a:p>
        </p:txBody>
      </p:sp>
      <p:sp>
        <p:nvSpPr>
          <p:cNvPr id="254" name="Google Shape;254;p14"/>
          <p:cNvSpPr/>
          <p:nvPr/>
        </p:nvSpPr>
        <p:spPr>
          <a:xfrm>
            <a:off x="3762755" y="1200911"/>
            <a:ext cx="3808729" cy="5355590"/>
          </a:xfrm>
          <a:custGeom>
            <a:avLst/>
            <a:gdLst/>
            <a:ahLst/>
            <a:cxnLst/>
            <a:rect l="l" t="t" r="r" b="b"/>
            <a:pathLst>
              <a:path w="3808729" h="5355590" extrusionOk="0">
                <a:moveTo>
                  <a:pt x="0" y="5355336"/>
                </a:moveTo>
                <a:lnTo>
                  <a:pt x="3808476" y="5355336"/>
                </a:lnTo>
                <a:lnTo>
                  <a:pt x="3808476"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55" name="Google Shape;255;p14"/>
          <p:cNvSpPr txBox="1"/>
          <p:nvPr/>
        </p:nvSpPr>
        <p:spPr>
          <a:xfrm>
            <a:off x="3842384" y="2041652"/>
            <a:ext cx="2433320" cy="2220595"/>
          </a:xfrm>
          <a:prstGeom prst="rect">
            <a:avLst/>
          </a:prstGeom>
          <a:noFill/>
          <a:ln>
            <a:noFill/>
          </a:ln>
        </p:spPr>
        <p:txBody>
          <a:bodyPr spcFirstLastPara="1" wrap="square" lIns="0" tIns="12700" rIns="0" bIns="0" anchor="t" anchorCtr="0">
            <a:spAutoFit/>
          </a:bodyPr>
          <a:lstStyle/>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else</a:t>
            </a:r>
            <a:endParaRPr sz="1800">
              <a:solidFill>
                <a:schemeClr val="dk1"/>
              </a:solidFill>
              <a:latin typeface="Arial"/>
              <a:ea typeface="Arial"/>
              <a:cs typeface="Arial"/>
              <a:sym typeface="Arial"/>
            </a:endParaRPr>
          </a:p>
          <a:p>
            <a:pPr marL="288290" marR="80645" lvl="0" indent="275590" algn="l" rtl="0">
              <a:lnSpc>
                <a:spcPct val="100000"/>
              </a:lnSpc>
              <a:spcBef>
                <a:spcPts val="0"/>
              </a:spcBef>
              <a:spcAft>
                <a:spcPts val="0"/>
              </a:spcAft>
              <a:buNone/>
            </a:pPr>
            <a:r>
              <a:rPr lang="en-US" sz="1800">
                <a:solidFill>
                  <a:schemeClr val="dk1"/>
                </a:solidFill>
                <a:latin typeface="Arial"/>
                <a:ea typeface="Arial"/>
                <a:cs typeface="Arial"/>
                <a:sym typeface="Arial"/>
              </a:rPr>
              <a:t>rear++;  cout&lt;&lt;"Enter Data : ";  cin&gt;&gt;data[rear].ino&gt;&gt;</a:t>
            </a:r>
            <a:endParaRPr sz="1800">
              <a:solidFill>
                <a:schemeClr val="dk1"/>
              </a:solidFill>
              <a:latin typeface="Arial"/>
              <a:ea typeface="Arial"/>
              <a:cs typeface="Arial"/>
              <a:sym typeface="Arial"/>
            </a:endParaRPr>
          </a:p>
          <a:p>
            <a:pPr marL="12700" marR="5080" lvl="0" indent="457200" algn="l" rtl="0">
              <a:lnSpc>
                <a:spcPct val="100000"/>
              </a:lnSpc>
              <a:spcBef>
                <a:spcPts val="0"/>
              </a:spcBef>
              <a:spcAft>
                <a:spcPts val="0"/>
              </a:spcAft>
              <a:buNone/>
            </a:pPr>
            <a:r>
              <a:rPr lang="en-US" sz="1800">
                <a:solidFill>
                  <a:schemeClr val="dk1"/>
                </a:solidFill>
                <a:latin typeface="Arial"/>
                <a:ea typeface="Arial"/>
                <a:cs typeface="Arial"/>
                <a:sym typeface="Arial"/>
              </a:rPr>
              <a:t>data[rear].name;	}  void queue::deletion()</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if(front==-1)</a:t>
            </a:r>
            <a:endParaRPr sz="1800">
              <a:solidFill>
                <a:schemeClr val="dk1"/>
              </a:solidFill>
              <a:latin typeface="Arial"/>
              <a:ea typeface="Arial"/>
              <a:cs typeface="Arial"/>
              <a:sym typeface="Arial"/>
            </a:endParaRPr>
          </a:p>
        </p:txBody>
      </p:sp>
      <p:sp>
        <p:nvSpPr>
          <p:cNvPr id="256" name="Google Shape;256;p14"/>
          <p:cNvSpPr txBox="1"/>
          <p:nvPr/>
        </p:nvSpPr>
        <p:spPr>
          <a:xfrm>
            <a:off x="4118228" y="4236466"/>
            <a:ext cx="2913380"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cout&lt;&lt;"\n Queue is empty";</a:t>
            </a:r>
            <a:endParaRPr sz="1800">
              <a:solidFill>
                <a:schemeClr val="dk1"/>
              </a:solidFill>
              <a:latin typeface="Arial"/>
              <a:ea typeface="Arial"/>
              <a:cs typeface="Arial"/>
              <a:sym typeface="Arial"/>
            </a:endParaRPr>
          </a:p>
          <a:p>
            <a:pPr marL="19367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return;	}</a:t>
            </a:r>
            <a:endParaRPr sz="1800">
              <a:solidFill>
                <a:schemeClr val="dk1"/>
              </a:solidFill>
              <a:latin typeface="Arial"/>
              <a:ea typeface="Arial"/>
              <a:cs typeface="Arial"/>
              <a:sym typeface="Arial"/>
            </a:endParaRPr>
          </a:p>
        </p:txBody>
      </p:sp>
      <p:sp>
        <p:nvSpPr>
          <p:cNvPr id="257" name="Google Shape;257;p14"/>
          <p:cNvSpPr txBox="1"/>
          <p:nvPr/>
        </p:nvSpPr>
        <p:spPr>
          <a:xfrm>
            <a:off x="4118228" y="4785486"/>
            <a:ext cx="2578100" cy="848360"/>
          </a:xfrm>
          <a:prstGeom prst="rect">
            <a:avLst/>
          </a:prstGeom>
          <a:noFill/>
          <a:ln>
            <a:noFill/>
          </a:ln>
        </p:spPr>
        <p:txBody>
          <a:bodyPr spcFirstLastPara="1" wrap="square" lIns="0" tIns="12700" rIns="0" bIns="0" anchor="t" anchorCtr="0">
            <a:spAutoFit/>
          </a:bodyPr>
          <a:lstStyle/>
          <a:p>
            <a:pPr marL="193675" marR="5080" lvl="0" indent="2539" algn="l" rtl="0">
              <a:lnSpc>
                <a:spcPct val="100000"/>
              </a:lnSpc>
              <a:spcBef>
                <a:spcPts val="0"/>
              </a:spcBef>
              <a:spcAft>
                <a:spcPts val="0"/>
              </a:spcAft>
              <a:buNone/>
            </a:pPr>
            <a:r>
              <a:rPr lang="en-US" sz="1800">
                <a:solidFill>
                  <a:schemeClr val="dk1"/>
                </a:solidFill>
                <a:latin typeface="Arial"/>
                <a:ea typeface="Arial"/>
                <a:cs typeface="Arial"/>
                <a:sym typeface="Arial"/>
              </a:rPr>
              <a:t>cout&lt;&lt;data[front].ino&lt;&lt;"  deleted"&lt;&lt;endl;</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if(front==rear)</a:t>
            </a:r>
            <a:endParaRPr sz="1800">
              <a:solidFill>
                <a:schemeClr val="dk1"/>
              </a:solidFill>
              <a:latin typeface="Arial"/>
              <a:ea typeface="Arial"/>
              <a:cs typeface="Arial"/>
              <a:sym typeface="Arial"/>
            </a:endParaRPr>
          </a:p>
        </p:txBody>
      </p:sp>
      <p:sp>
        <p:nvSpPr>
          <p:cNvPr id="258" name="Google Shape;258;p14"/>
          <p:cNvSpPr txBox="1"/>
          <p:nvPr/>
        </p:nvSpPr>
        <p:spPr>
          <a:xfrm>
            <a:off x="4118228" y="5608421"/>
            <a:ext cx="2418715" cy="574040"/>
          </a:xfrm>
          <a:prstGeom prst="rect">
            <a:avLst/>
          </a:prstGeom>
          <a:noFill/>
          <a:ln>
            <a:noFill/>
          </a:ln>
        </p:spPr>
        <p:txBody>
          <a:bodyPr spcFirstLastPara="1" wrap="square" lIns="0" tIns="12700" rIns="0" bIns="0" anchor="t" anchorCtr="0">
            <a:spAutoFit/>
          </a:bodyPr>
          <a:lstStyle/>
          <a:p>
            <a:pPr marL="12700" marR="5080" lvl="0" indent="184150" algn="l" rtl="0">
              <a:lnSpc>
                <a:spcPct val="100000"/>
              </a:lnSpc>
              <a:spcBef>
                <a:spcPts val="0"/>
              </a:spcBef>
              <a:spcAft>
                <a:spcPts val="0"/>
              </a:spcAft>
              <a:buNone/>
            </a:pPr>
            <a:r>
              <a:rPr lang="en-US" sz="1800">
                <a:solidFill>
                  <a:schemeClr val="dk1"/>
                </a:solidFill>
                <a:latin typeface="Arial"/>
                <a:ea typeface="Arial"/>
                <a:cs typeface="Arial"/>
                <a:sym typeface="Arial"/>
              </a:rPr>
              <a:t>{	front=-1;rear=-1;	}  else</a:t>
            </a:r>
            <a:endParaRPr sz="1800">
              <a:solidFill>
                <a:schemeClr val="dk1"/>
              </a:solidFill>
              <a:latin typeface="Arial"/>
              <a:ea typeface="Arial"/>
              <a:cs typeface="Arial"/>
              <a:sym typeface="Arial"/>
            </a:endParaRPr>
          </a:p>
        </p:txBody>
      </p:sp>
      <p:sp>
        <p:nvSpPr>
          <p:cNvPr id="259" name="Google Shape;259;p14"/>
          <p:cNvSpPr txBox="1"/>
          <p:nvPr/>
        </p:nvSpPr>
        <p:spPr>
          <a:xfrm>
            <a:off x="4394072" y="6156756"/>
            <a:ext cx="1045844"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front++;	}</a:t>
            </a:r>
            <a:endParaRPr sz="1800">
              <a:solidFill>
                <a:schemeClr val="dk1"/>
              </a:solidFill>
              <a:latin typeface="Arial"/>
              <a:ea typeface="Arial"/>
              <a:cs typeface="Arial"/>
              <a:sym typeface="Arial"/>
            </a:endParaRPr>
          </a:p>
        </p:txBody>
      </p:sp>
      <p:sp>
        <p:nvSpPr>
          <p:cNvPr id="260" name="Google Shape;260;p14"/>
          <p:cNvSpPr/>
          <p:nvPr/>
        </p:nvSpPr>
        <p:spPr>
          <a:xfrm>
            <a:off x="7661147" y="1191767"/>
            <a:ext cx="4180840" cy="5355590"/>
          </a:xfrm>
          <a:custGeom>
            <a:avLst/>
            <a:gdLst/>
            <a:ahLst/>
            <a:cxnLst/>
            <a:rect l="l" t="t" r="r" b="b"/>
            <a:pathLst>
              <a:path w="4180840" h="5355590" extrusionOk="0">
                <a:moveTo>
                  <a:pt x="0" y="5355336"/>
                </a:moveTo>
                <a:lnTo>
                  <a:pt x="4180332" y="5355336"/>
                </a:lnTo>
                <a:lnTo>
                  <a:pt x="4180332"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61" name="Google Shape;261;p14"/>
          <p:cNvSpPr txBox="1"/>
          <p:nvPr/>
        </p:nvSpPr>
        <p:spPr>
          <a:xfrm>
            <a:off x="3842384" y="1218438"/>
            <a:ext cx="517461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else if(rear == -1)	</a:t>
            </a:r>
            <a:r>
              <a:rPr lang="en-US" sz="2700" baseline="30000">
                <a:solidFill>
                  <a:schemeClr val="dk1"/>
                </a:solidFill>
                <a:latin typeface="Arial"/>
                <a:ea typeface="Arial"/>
                <a:cs typeface="Arial"/>
                <a:sym typeface="Arial"/>
              </a:rPr>
              <a:t>void display()</a:t>
            </a:r>
            <a:endParaRPr sz="2700" baseline="30000">
              <a:solidFill>
                <a:schemeClr val="dk1"/>
              </a:solidFill>
              <a:latin typeface="Arial"/>
              <a:ea typeface="Arial"/>
              <a:cs typeface="Arial"/>
              <a:sym typeface="Arial"/>
            </a:endParaRPr>
          </a:p>
        </p:txBody>
      </p:sp>
      <p:sp>
        <p:nvSpPr>
          <p:cNvPr id="262" name="Google Shape;262;p14"/>
          <p:cNvSpPr txBox="1"/>
          <p:nvPr/>
        </p:nvSpPr>
        <p:spPr>
          <a:xfrm>
            <a:off x="4118228" y="1492453"/>
            <a:ext cx="3716020"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rear++;	</a:t>
            </a:r>
            <a:r>
              <a:rPr lang="en-US" sz="2700" baseline="30000">
                <a:solidFill>
                  <a:schemeClr val="dk1"/>
                </a:solidFill>
                <a:latin typeface="Arial"/>
                <a:ea typeface="Arial"/>
                <a:cs typeface="Arial"/>
                <a:sym typeface="Arial"/>
              </a:rPr>
              <a:t>{</a:t>
            </a:r>
            <a:endParaRPr sz="2700" baseline="30000">
              <a:solidFill>
                <a:schemeClr val="dk1"/>
              </a:solidFill>
              <a:latin typeface="Arial"/>
              <a:ea typeface="Arial"/>
              <a:cs typeface="Arial"/>
              <a:sym typeface="Arial"/>
            </a:endParaRPr>
          </a:p>
          <a:p>
            <a:pPr marL="28829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front++;	}</a:t>
            </a:r>
            <a:endParaRPr sz="1800">
              <a:solidFill>
                <a:schemeClr val="dk1"/>
              </a:solidFill>
              <a:latin typeface="Arial"/>
              <a:ea typeface="Arial"/>
              <a:cs typeface="Arial"/>
              <a:sym typeface="Arial"/>
            </a:endParaRPr>
          </a:p>
        </p:txBody>
      </p:sp>
      <p:sp>
        <p:nvSpPr>
          <p:cNvPr id="263" name="Google Shape;263;p14"/>
          <p:cNvSpPr txBox="1"/>
          <p:nvPr/>
        </p:nvSpPr>
        <p:spPr>
          <a:xfrm>
            <a:off x="8197342" y="1483867"/>
            <a:ext cx="2588260" cy="848994"/>
          </a:xfrm>
          <a:prstGeom prst="rect">
            <a:avLst/>
          </a:prstGeom>
          <a:noFill/>
          <a:ln>
            <a:noFill/>
          </a:ln>
        </p:spPr>
        <p:txBody>
          <a:bodyPr spcFirstLastPara="1" wrap="square" lIns="0" tIns="12700" rIns="0" bIns="0" anchor="t" anchorCtr="0">
            <a:spAutoFit/>
          </a:bodyPr>
          <a:lstStyle/>
          <a:p>
            <a:pPr marL="58419"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for (int i=front;i&lt;=rear; i++)</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cout&lt;&lt; data[rear]].ino&lt;&lt;</a:t>
            </a:r>
            <a:endParaRPr sz="1800">
              <a:solidFill>
                <a:schemeClr val="dk1"/>
              </a:solidFill>
              <a:latin typeface="Arial"/>
              <a:ea typeface="Arial"/>
              <a:cs typeface="Arial"/>
              <a:sym typeface="Arial"/>
            </a:endParaRPr>
          </a:p>
          <a:p>
            <a:pPr marL="4699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data[rear].name;	}</a:t>
            </a:r>
            <a:endParaRPr sz="1800">
              <a:solidFill>
                <a:schemeClr val="dk1"/>
              </a:solidFill>
              <a:latin typeface="Arial"/>
              <a:ea typeface="Arial"/>
              <a:cs typeface="Arial"/>
              <a:sym typeface="Arial"/>
            </a:endParaRPr>
          </a:p>
        </p:txBody>
      </p:sp>
      <p:sp>
        <p:nvSpPr>
          <p:cNvPr id="264" name="Google Shape;264;p14"/>
          <p:cNvSpPr txBox="1"/>
          <p:nvPr/>
        </p:nvSpPr>
        <p:spPr>
          <a:xfrm>
            <a:off x="7740142" y="2307082"/>
            <a:ext cx="3950970" cy="27692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main()</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283464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 q;  int ch;  do</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469900" marR="5080" lvl="0" indent="94615" algn="l" rtl="0">
              <a:lnSpc>
                <a:spcPct val="100000"/>
              </a:lnSpc>
              <a:spcBef>
                <a:spcPts val="0"/>
              </a:spcBef>
              <a:spcAft>
                <a:spcPts val="0"/>
              </a:spcAft>
              <a:buNone/>
            </a:pPr>
            <a:r>
              <a:rPr lang="en-US" sz="1800">
                <a:solidFill>
                  <a:schemeClr val="dk1"/>
                </a:solidFill>
                <a:latin typeface="Arial"/>
                <a:ea typeface="Arial"/>
                <a:cs typeface="Arial"/>
                <a:sym typeface="Arial"/>
              </a:rPr>
              <a:t>cout&lt;&lt;"\n1. Insert\n2. Delete\n3.  Display\n4.Quit\nEnter Choice(1-3) ";  cin&gt;&gt;ch;</a:t>
            </a:r>
            <a:endParaRPr sz="1800">
              <a:solidFill>
                <a:schemeClr val="dk1"/>
              </a:solidFill>
              <a:latin typeface="Arial"/>
              <a:ea typeface="Arial"/>
              <a:cs typeface="Arial"/>
              <a:sym typeface="Arial"/>
            </a:endParaRPr>
          </a:p>
          <a:p>
            <a:pPr marL="56451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switch(ch)</a:t>
            </a:r>
            <a:endParaRPr sz="1800">
              <a:solidFill>
                <a:schemeClr val="dk1"/>
              </a:solidFill>
              <a:latin typeface="Arial"/>
              <a:ea typeface="Arial"/>
              <a:cs typeface="Arial"/>
              <a:sym typeface="Arial"/>
            </a:endParaRPr>
          </a:p>
        </p:txBody>
      </p:sp>
      <p:sp>
        <p:nvSpPr>
          <p:cNvPr id="265" name="Google Shape;265;p14"/>
          <p:cNvSpPr txBox="1"/>
          <p:nvPr/>
        </p:nvSpPr>
        <p:spPr>
          <a:xfrm>
            <a:off x="8292210" y="5050916"/>
            <a:ext cx="2746375" cy="848994"/>
          </a:xfrm>
          <a:prstGeom prst="rect">
            <a:avLst/>
          </a:prstGeom>
          <a:noFill/>
          <a:ln>
            <a:noFill/>
          </a:ln>
        </p:spPr>
        <p:txBody>
          <a:bodyPr spcFirstLastPara="1" wrap="square" lIns="0" tIns="12700" rIns="0" bIns="0" anchor="t" anchorCtr="0">
            <a:spAutoFit/>
          </a:bodyPr>
          <a:lstStyle/>
          <a:p>
            <a:pPr marL="289560" marR="5080" lvl="0" indent="-277494" algn="l" rtl="0">
              <a:lnSpc>
                <a:spcPct val="100000"/>
              </a:lnSpc>
              <a:spcBef>
                <a:spcPts val="0"/>
              </a:spcBef>
              <a:spcAft>
                <a:spcPts val="0"/>
              </a:spcAft>
              <a:buNone/>
            </a:pPr>
            <a:r>
              <a:rPr lang="en-US" sz="1800">
                <a:solidFill>
                  <a:schemeClr val="dk1"/>
                </a:solidFill>
                <a:latin typeface="Arial"/>
                <a:ea typeface="Arial"/>
                <a:cs typeface="Arial"/>
                <a:sym typeface="Arial"/>
              </a:rPr>
              <a:t>{	case 1: q.insert();break;  case 2: q.deletion();break;</a:t>
            </a:r>
            <a:endParaRPr sz="1800">
              <a:solidFill>
                <a:schemeClr val="dk1"/>
              </a:solidFill>
              <a:latin typeface="Arial"/>
              <a:ea typeface="Arial"/>
              <a:cs typeface="Arial"/>
              <a:sym typeface="Arial"/>
            </a:endParaRPr>
          </a:p>
          <a:p>
            <a:pPr marL="28702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case 3. q.display();</a:t>
            </a:r>
            <a:endParaRPr sz="1800">
              <a:solidFill>
                <a:schemeClr val="dk1"/>
              </a:solidFill>
              <a:latin typeface="Arial"/>
              <a:ea typeface="Arial"/>
              <a:cs typeface="Arial"/>
              <a:sym typeface="Arial"/>
            </a:endParaRPr>
          </a:p>
        </p:txBody>
      </p:sp>
      <p:sp>
        <p:nvSpPr>
          <p:cNvPr id="266" name="Google Shape;266;p14"/>
          <p:cNvSpPr txBox="1"/>
          <p:nvPr/>
        </p:nvSpPr>
        <p:spPr>
          <a:xfrm>
            <a:off x="8015985" y="5873902"/>
            <a:ext cx="1501140" cy="574040"/>
          </a:xfrm>
          <a:prstGeom prst="rect">
            <a:avLst/>
          </a:prstGeom>
          <a:noFill/>
          <a:ln>
            <a:noFill/>
          </a:ln>
        </p:spPr>
        <p:txBody>
          <a:bodyPr spcFirstLastPara="1" wrap="square" lIns="0" tIns="12700" rIns="0" bIns="0" anchor="t" anchorCtr="0">
            <a:spAutoFit/>
          </a:bodyPr>
          <a:lstStyle/>
          <a:p>
            <a:pPr marL="28892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}while(ch!=3);	}</a:t>
            </a: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5"/>
          <p:cNvSpPr txBox="1">
            <a:spLocks noGrp="1"/>
          </p:cNvSpPr>
          <p:nvPr>
            <p:ph type="title"/>
          </p:nvPr>
        </p:nvSpPr>
        <p:spPr>
          <a:xfrm>
            <a:off x="1222044" y="913002"/>
            <a:ext cx="6523990"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Lucida Sans"/>
              <a:buNone/>
            </a:pPr>
            <a:r>
              <a:rPr lang="en-US" sz="4400"/>
              <a:t>APPLICATIONS OF QUEUE</a:t>
            </a:r>
            <a:endParaRPr sz="4400"/>
          </a:p>
        </p:txBody>
      </p:sp>
      <p:sp>
        <p:nvSpPr>
          <p:cNvPr id="272" name="Google Shape;272;p15"/>
          <p:cNvSpPr txBox="1"/>
          <p:nvPr/>
        </p:nvSpPr>
        <p:spPr>
          <a:xfrm>
            <a:off x="1222044" y="1976754"/>
            <a:ext cx="10665156" cy="3059171"/>
          </a:xfrm>
          <a:prstGeom prst="rect">
            <a:avLst/>
          </a:prstGeom>
          <a:noFill/>
          <a:ln>
            <a:noFill/>
          </a:ln>
        </p:spPr>
        <p:txBody>
          <a:bodyPr spcFirstLastPara="1" wrap="square" lIns="0" tIns="12050" rIns="0" bIns="0" anchor="t" anchorCtr="0">
            <a:spAutoFit/>
          </a:bodyPr>
          <a:lstStyle/>
          <a:p>
            <a:pPr marL="12700" marR="5080" lvl="0" indent="0" algn="l" rtl="0">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A queue is an appropriate data structure on which information is  stored and then retrieved in FIFO order. The applications of queue  are as follows:</a:t>
            </a:r>
            <a:endParaRPr sz="280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None/>
            </a:pPr>
            <a:endParaRPr sz="2900">
              <a:solidFill>
                <a:schemeClr val="dk1"/>
              </a:solidFill>
              <a:latin typeface="Times New Roman"/>
              <a:ea typeface="Times New Roman"/>
              <a:cs typeface="Times New Roman"/>
              <a:sym typeface="Times New Roman"/>
            </a:endParaRPr>
          </a:p>
          <a:p>
            <a:pPr marL="354965" marR="853439" lvl="0" indent="-3429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Queues find their use in CPU scheduling, printer spooling,  message queuing, computer networks etc.</a:t>
            </a:r>
            <a:endParaRPr sz="280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Clr>
                <a:srgbClr val="FFFFFF"/>
              </a:buClr>
              <a:buSzPts val="2900"/>
              <a:buFont typeface="Noto Sans Symbols"/>
              <a:buNone/>
            </a:pPr>
            <a:endParaRPr sz="2900">
              <a:solidFill>
                <a:schemeClr val="dk1"/>
              </a:solidFill>
              <a:latin typeface="Times New Roman"/>
              <a:ea typeface="Times New Roman"/>
              <a:cs typeface="Times New Roman"/>
              <a:sym typeface="Times New Roman"/>
            </a:endParaRPr>
          </a:p>
          <a:p>
            <a:pPr marL="354965" marR="0" lvl="0" indent="-342900" algn="l" rtl="0">
              <a:lnSpc>
                <a:spcPct val="100000"/>
              </a:lnSpc>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In time sharing system queues help in scheduling of jobs.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6"/>
          <p:cNvSpPr txBox="1">
            <a:spLocks noGrp="1"/>
          </p:cNvSpPr>
          <p:nvPr>
            <p:ph type="title"/>
          </p:nvPr>
        </p:nvSpPr>
        <p:spPr>
          <a:xfrm>
            <a:off x="724306" y="482600"/>
            <a:ext cx="8876894" cy="690574"/>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Lucida Sans"/>
              <a:buNone/>
            </a:pPr>
            <a:r>
              <a:rPr lang="en-US" sz="4400">
                <a:solidFill>
                  <a:schemeClr val="dk1"/>
                </a:solidFill>
              </a:rPr>
              <a:t>QUEUE AS A LINKED LIST</a:t>
            </a:r>
            <a:endParaRPr sz="4400">
              <a:solidFill>
                <a:schemeClr val="dk1"/>
              </a:solidFill>
            </a:endParaRPr>
          </a:p>
        </p:txBody>
      </p:sp>
      <p:sp>
        <p:nvSpPr>
          <p:cNvPr id="278" name="Google Shape;278;p16"/>
          <p:cNvSpPr txBox="1"/>
          <p:nvPr/>
        </p:nvSpPr>
        <p:spPr>
          <a:xfrm>
            <a:off x="724306" y="1293114"/>
            <a:ext cx="10703560" cy="386035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Linked list implementation of queue uses:</a:t>
            </a:r>
            <a:endParaRPr sz="2400">
              <a:solidFill>
                <a:schemeClr val="dk1"/>
              </a:solidFill>
              <a:latin typeface="Arial"/>
              <a:ea typeface="Arial"/>
              <a:cs typeface="Arial"/>
              <a:sym typeface="Arial"/>
            </a:endParaRPr>
          </a:p>
          <a:p>
            <a:pPr marL="0" marR="0" lvl="0" indent="0" algn="l" rtl="0">
              <a:lnSpc>
                <a:spcPct val="100000"/>
              </a:lnSpc>
              <a:spcBef>
                <a:spcPts val="5"/>
              </a:spcBef>
              <a:spcAft>
                <a:spcPts val="0"/>
              </a:spcAft>
              <a:buNone/>
            </a:pPr>
            <a:endParaRPr sz="2500">
              <a:solidFill>
                <a:schemeClr val="dk1"/>
              </a:solidFill>
              <a:latin typeface="Arial"/>
              <a:ea typeface="Arial"/>
              <a:cs typeface="Arial"/>
              <a:sym typeface="Arial"/>
            </a:endParaRPr>
          </a:p>
          <a:p>
            <a:pPr marL="469900" marR="0" lvl="0" indent="-457200" algn="l" rtl="0">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 linked list to store data</a:t>
            </a:r>
            <a:endParaRPr sz="2400">
              <a:solidFill>
                <a:schemeClr val="dk1"/>
              </a:solidFill>
              <a:latin typeface="Arial"/>
              <a:ea typeface="Arial"/>
              <a:cs typeface="Arial"/>
              <a:sym typeface="Arial"/>
            </a:endParaRPr>
          </a:p>
          <a:p>
            <a:pPr marL="469900" marR="666750" lvl="0" indent="-457200" algn="l" rtl="0">
              <a:lnSpc>
                <a:spcPct val="10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 pointer FRONT pointing to the beginning of the queue and a pointer REAR  pointing to the end of the queue.</a:t>
            </a:r>
            <a:endParaRPr sz="2400">
              <a:solidFill>
                <a:schemeClr val="dk1"/>
              </a:solidFill>
              <a:latin typeface="Arial"/>
              <a:ea typeface="Arial"/>
              <a:cs typeface="Arial"/>
              <a:sym typeface="Arial"/>
            </a:endParaRPr>
          </a:p>
          <a:p>
            <a:pPr marL="0" marR="0" lvl="0" indent="0" algn="l" rtl="0">
              <a:lnSpc>
                <a:spcPct val="100000"/>
              </a:lnSpc>
              <a:spcBef>
                <a:spcPts val="30"/>
              </a:spcBef>
              <a:spcAft>
                <a:spcPts val="0"/>
              </a:spcAft>
              <a:buNone/>
            </a:pPr>
            <a:endParaRPr sz="2850">
              <a:solidFill>
                <a:schemeClr val="dk1"/>
              </a:solidFill>
              <a:latin typeface="Arial"/>
              <a:ea typeface="Arial"/>
              <a:cs typeface="Arial"/>
              <a:sym typeface="Arial"/>
            </a:endParaRPr>
          </a:p>
          <a:p>
            <a:pPr marL="12700" marR="5080" lvl="0" indent="0" algn="l" rtl="0">
              <a:lnSpc>
                <a:spcPct val="100800"/>
              </a:lnSpc>
              <a:spcBef>
                <a:spcPts val="0"/>
              </a:spcBef>
              <a:spcAft>
                <a:spcPts val="0"/>
              </a:spcAft>
              <a:buNone/>
            </a:pPr>
            <a:r>
              <a:rPr lang="en-US" sz="2400" b="1">
                <a:solidFill>
                  <a:schemeClr val="dk1"/>
                </a:solidFill>
                <a:latin typeface="Trebuchet MS"/>
                <a:ea typeface="Trebuchet MS"/>
                <a:cs typeface="Trebuchet MS"/>
                <a:sym typeface="Trebuchet MS"/>
              </a:rPr>
              <a:t>NOTE</a:t>
            </a:r>
            <a:r>
              <a:rPr lang="en-US" sz="28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Each node of a queue as a linked list has two parts : data part and link part and  is created with the help of self referential structure.</a:t>
            </a:r>
            <a:endParaRPr sz="2400">
              <a:solidFill>
                <a:schemeClr val="dk1"/>
              </a:solidFill>
              <a:latin typeface="Arial"/>
              <a:ea typeface="Arial"/>
              <a:cs typeface="Arial"/>
              <a:sym typeface="Arial"/>
            </a:endParaRPr>
          </a:p>
          <a:p>
            <a:pPr marL="12700" marR="165100" lvl="0" indent="0" algn="l" rtl="0">
              <a:lnSpc>
                <a:spcPct val="100000"/>
              </a:lnSpc>
              <a:spcBef>
                <a:spcPts val="0"/>
              </a:spcBef>
              <a:spcAft>
                <a:spcPts val="0"/>
              </a:spcAft>
              <a:buNone/>
            </a:pPr>
            <a:r>
              <a:rPr lang="en-US" sz="2400">
                <a:solidFill>
                  <a:schemeClr val="dk1"/>
                </a:solidFill>
                <a:latin typeface="Arial"/>
                <a:ea typeface="Arial"/>
                <a:cs typeface="Arial"/>
                <a:sym typeface="Arial"/>
              </a:rPr>
              <a:t>The data part stores the data and link part stores the address of the next node of the  linked list.</a:t>
            </a:r>
            <a:endParaRPr sz="2400">
              <a:solidFill>
                <a:schemeClr val="dk1"/>
              </a:solidFill>
              <a:latin typeface="Arial"/>
              <a:ea typeface="Arial"/>
              <a:cs typeface="Arial"/>
              <a:sym typeface="Arial"/>
            </a:endParaRPr>
          </a:p>
        </p:txBody>
      </p:sp>
      <p:grpSp>
        <p:nvGrpSpPr>
          <p:cNvPr id="279" name="Google Shape;279;p16"/>
          <p:cNvGrpSpPr/>
          <p:nvPr/>
        </p:nvGrpSpPr>
        <p:grpSpPr>
          <a:xfrm>
            <a:off x="2460498" y="5138165"/>
            <a:ext cx="8830055" cy="987679"/>
            <a:chOff x="2460498" y="5138165"/>
            <a:chExt cx="8830055" cy="987679"/>
          </a:xfrm>
        </p:grpSpPr>
        <p:sp>
          <p:nvSpPr>
            <p:cNvPr id="280" name="Google Shape;280;p16"/>
            <p:cNvSpPr/>
            <p:nvPr/>
          </p:nvSpPr>
          <p:spPr>
            <a:xfrm>
              <a:off x="4056126" y="5505449"/>
              <a:ext cx="1024255" cy="603885"/>
            </a:xfrm>
            <a:custGeom>
              <a:avLst/>
              <a:gdLst/>
              <a:ahLst/>
              <a:cxnLst/>
              <a:rect l="l" t="t" r="r" b="b"/>
              <a:pathLst>
                <a:path w="1024254" h="603885" extrusionOk="0">
                  <a:moveTo>
                    <a:pt x="1024127" y="0"/>
                  </a:moveTo>
                  <a:lnTo>
                    <a:pt x="0" y="0"/>
                  </a:lnTo>
                  <a:lnTo>
                    <a:pt x="0" y="603504"/>
                  </a:lnTo>
                  <a:lnTo>
                    <a:pt x="1024127" y="603504"/>
                  </a:lnTo>
                  <a:lnTo>
                    <a:pt x="1024127"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1" name="Google Shape;281;p16"/>
            <p:cNvSpPr/>
            <p:nvPr/>
          </p:nvSpPr>
          <p:spPr>
            <a:xfrm>
              <a:off x="4056126" y="5505449"/>
              <a:ext cx="1024255" cy="603885"/>
            </a:xfrm>
            <a:custGeom>
              <a:avLst/>
              <a:gdLst/>
              <a:ahLst/>
              <a:cxnLst/>
              <a:rect l="l" t="t" r="r" b="b"/>
              <a:pathLst>
                <a:path w="1024254" h="603885" extrusionOk="0">
                  <a:moveTo>
                    <a:pt x="0" y="603504"/>
                  </a:moveTo>
                  <a:lnTo>
                    <a:pt x="1024127" y="603504"/>
                  </a:lnTo>
                  <a:lnTo>
                    <a:pt x="1024127" y="0"/>
                  </a:lnTo>
                  <a:lnTo>
                    <a:pt x="0" y="0"/>
                  </a:lnTo>
                  <a:lnTo>
                    <a:pt x="0" y="603504"/>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2" name="Google Shape;282;p16"/>
            <p:cNvSpPr/>
            <p:nvPr/>
          </p:nvSpPr>
          <p:spPr>
            <a:xfrm>
              <a:off x="5095494" y="5505449"/>
              <a:ext cx="525780" cy="620395"/>
            </a:xfrm>
            <a:custGeom>
              <a:avLst/>
              <a:gdLst/>
              <a:ahLst/>
              <a:cxnLst/>
              <a:rect l="l" t="t" r="r" b="b"/>
              <a:pathLst>
                <a:path w="525779" h="620395" extrusionOk="0">
                  <a:moveTo>
                    <a:pt x="525779" y="0"/>
                  </a:moveTo>
                  <a:lnTo>
                    <a:pt x="0" y="0"/>
                  </a:lnTo>
                  <a:lnTo>
                    <a:pt x="0" y="620268"/>
                  </a:lnTo>
                  <a:lnTo>
                    <a:pt x="525779" y="620268"/>
                  </a:lnTo>
                  <a:lnTo>
                    <a:pt x="525779"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3" name="Google Shape;283;p16"/>
            <p:cNvSpPr/>
            <p:nvPr/>
          </p:nvSpPr>
          <p:spPr>
            <a:xfrm>
              <a:off x="5095494" y="5505449"/>
              <a:ext cx="525780" cy="620395"/>
            </a:xfrm>
            <a:custGeom>
              <a:avLst/>
              <a:gdLst/>
              <a:ahLst/>
              <a:cxnLst/>
              <a:rect l="l" t="t" r="r" b="b"/>
              <a:pathLst>
                <a:path w="525779" h="620395" extrusionOk="0">
                  <a:moveTo>
                    <a:pt x="0" y="620268"/>
                  </a:moveTo>
                  <a:lnTo>
                    <a:pt x="525779" y="620268"/>
                  </a:lnTo>
                  <a:lnTo>
                    <a:pt x="525779" y="0"/>
                  </a:lnTo>
                  <a:lnTo>
                    <a:pt x="0" y="0"/>
                  </a:lnTo>
                  <a:lnTo>
                    <a:pt x="0" y="620268"/>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4" name="Google Shape;284;p16"/>
            <p:cNvSpPr/>
            <p:nvPr/>
          </p:nvSpPr>
          <p:spPr>
            <a:xfrm>
              <a:off x="2460498" y="5138165"/>
              <a:ext cx="615950" cy="489584"/>
            </a:xfrm>
            <a:custGeom>
              <a:avLst/>
              <a:gdLst/>
              <a:ahLst/>
              <a:cxnLst/>
              <a:rect l="l" t="t" r="r" b="b"/>
              <a:pathLst>
                <a:path w="615950" h="489585" extrusionOk="0">
                  <a:moveTo>
                    <a:pt x="534162" y="0"/>
                  </a:moveTo>
                  <a:lnTo>
                    <a:pt x="81533" y="0"/>
                  </a:lnTo>
                  <a:lnTo>
                    <a:pt x="49774" y="6399"/>
                  </a:lnTo>
                  <a:lnTo>
                    <a:pt x="23860" y="23860"/>
                  </a:lnTo>
                  <a:lnTo>
                    <a:pt x="6399" y="49774"/>
                  </a:lnTo>
                  <a:lnTo>
                    <a:pt x="0" y="81533"/>
                  </a:lnTo>
                  <a:lnTo>
                    <a:pt x="0" y="407669"/>
                  </a:lnTo>
                  <a:lnTo>
                    <a:pt x="6399" y="439408"/>
                  </a:lnTo>
                  <a:lnTo>
                    <a:pt x="23860" y="465324"/>
                  </a:lnTo>
                  <a:lnTo>
                    <a:pt x="49774" y="482797"/>
                  </a:lnTo>
                  <a:lnTo>
                    <a:pt x="81533" y="489203"/>
                  </a:lnTo>
                  <a:lnTo>
                    <a:pt x="534162" y="489203"/>
                  </a:lnTo>
                  <a:lnTo>
                    <a:pt x="565921" y="482797"/>
                  </a:lnTo>
                  <a:lnTo>
                    <a:pt x="591835" y="465324"/>
                  </a:lnTo>
                  <a:lnTo>
                    <a:pt x="609296" y="439408"/>
                  </a:lnTo>
                  <a:lnTo>
                    <a:pt x="615695" y="407669"/>
                  </a:lnTo>
                  <a:lnTo>
                    <a:pt x="615695" y="81533"/>
                  </a:lnTo>
                  <a:lnTo>
                    <a:pt x="609296" y="49774"/>
                  </a:lnTo>
                  <a:lnTo>
                    <a:pt x="591835" y="23860"/>
                  </a:lnTo>
                  <a:lnTo>
                    <a:pt x="565921" y="6399"/>
                  </a:lnTo>
                  <a:lnTo>
                    <a:pt x="534162" y="0"/>
                  </a:lnTo>
                  <a:close/>
                </a:path>
              </a:pathLst>
            </a:custGeom>
            <a:solidFill>
              <a:srgbClr val="00AFE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5" name="Google Shape;285;p16"/>
            <p:cNvSpPr/>
            <p:nvPr/>
          </p:nvSpPr>
          <p:spPr>
            <a:xfrm>
              <a:off x="2460498" y="5138165"/>
              <a:ext cx="615950" cy="489584"/>
            </a:xfrm>
            <a:custGeom>
              <a:avLst/>
              <a:gdLst/>
              <a:ahLst/>
              <a:cxnLst/>
              <a:rect l="l" t="t" r="r" b="b"/>
              <a:pathLst>
                <a:path w="615950" h="489585" extrusionOk="0">
                  <a:moveTo>
                    <a:pt x="0" y="81533"/>
                  </a:moveTo>
                  <a:lnTo>
                    <a:pt x="6399" y="49774"/>
                  </a:lnTo>
                  <a:lnTo>
                    <a:pt x="23860" y="23860"/>
                  </a:lnTo>
                  <a:lnTo>
                    <a:pt x="49774" y="6399"/>
                  </a:lnTo>
                  <a:lnTo>
                    <a:pt x="81533" y="0"/>
                  </a:lnTo>
                  <a:lnTo>
                    <a:pt x="534162" y="0"/>
                  </a:lnTo>
                  <a:lnTo>
                    <a:pt x="565921" y="6399"/>
                  </a:lnTo>
                  <a:lnTo>
                    <a:pt x="591835" y="23860"/>
                  </a:lnTo>
                  <a:lnTo>
                    <a:pt x="609296" y="49774"/>
                  </a:lnTo>
                  <a:lnTo>
                    <a:pt x="615695" y="81533"/>
                  </a:lnTo>
                  <a:lnTo>
                    <a:pt x="615695" y="407669"/>
                  </a:lnTo>
                  <a:lnTo>
                    <a:pt x="609296" y="439408"/>
                  </a:lnTo>
                  <a:lnTo>
                    <a:pt x="591835" y="465324"/>
                  </a:lnTo>
                  <a:lnTo>
                    <a:pt x="565921" y="482797"/>
                  </a:lnTo>
                  <a:lnTo>
                    <a:pt x="534162" y="489203"/>
                  </a:lnTo>
                  <a:lnTo>
                    <a:pt x="81533" y="489203"/>
                  </a:lnTo>
                  <a:lnTo>
                    <a:pt x="49774" y="482797"/>
                  </a:lnTo>
                  <a:lnTo>
                    <a:pt x="23860" y="465324"/>
                  </a:lnTo>
                  <a:lnTo>
                    <a:pt x="6399" y="439408"/>
                  </a:lnTo>
                  <a:lnTo>
                    <a:pt x="0" y="407669"/>
                  </a:lnTo>
                  <a:lnTo>
                    <a:pt x="0" y="81533"/>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6" name="Google Shape;286;p16"/>
            <p:cNvSpPr/>
            <p:nvPr/>
          </p:nvSpPr>
          <p:spPr>
            <a:xfrm>
              <a:off x="3100578" y="5350763"/>
              <a:ext cx="941069" cy="567690"/>
            </a:xfrm>
            <a:custGeom>
              <a:avLst/>
              <a:gdLst/>
              <a:ahLst/>
              <a:cxnLst/>
              <a:rect l="l" t="t" r="r" b="b"/>
              <a:pathLst>
                <a:path w="941070" h="567689" extrusionOk="0">
                  <a:moveTo>
                    <a:pt x="853821" y="480745"/>
                  </a:moveTo>
                  <a:lnTo>
                    <a:pt x="853821" y="567613"/>
                  </a:lnTo>
                  <a:lnTo>
                    <a:pt x="911733" y="538657"/>
                  </a:lnTo>
                  <a:lnTo>
                    <a:pt x="868299" y="538657"/>
                  </a:lnTo>
                  <a:lnTo>
                    <a:pt x="868299" y="509701"/>
                  </a:lnTo>
                  <a:lnTo>
                    <a:pt x="911732" y="509701"/>
                  </a:lnTo>
                  <a:lnTo>
                    <a:pt x="853821" y="480745"/>
                  </a:lnTo>
                  <a:close/>
                </a:path>
                <a:path w="941070" h="567689" extrusionOk="0">
                  <a:moveTo>
                    <a:pt x="455930" y="14478"/>
                  </a:moveTo>
                  <a:lnTo>
                    <a:pt x="455930" y="532180"/>
                  </a:lnTo>
                  <a:lnTo>
                    <a:pt x="462407" y="538657"/>
                  </a:lnTo>
                  <a:lnTo>
                    <a:pt x="853821" y="538657"/>
                  </a:lnTo>
                  <a:lnTo>
                    <a:pt x="853821" y="524179"/>
                  </a:lnTo>
                  <a:lnTo>
                    <a:pt x="484886" y="524179"/>
                  </a:lnTo>
                  <a:lnTo>
                    <a:pt x="470408" y="509701"/>
                  </a:lnTo>
                  <a:lnTo>
                    <a:pt x="484886" y="509701"/>
                  </a:lnTo>
                  <a:lnTo>
                    <a:pt x="484886" y="28956"/>
                  </a:lnTo>
                  <a:lnTo>
                    <a:pt x="470408" y="28956"/>
                  </a:lnTo>
                  <a:lnTo>
                    <a:pt x="455930" y="14478"/>
                  </a:lnTo>
                  <a:close/>
                </a:path>
                <a:path w="941070" h="567689" extrusionOk="0">
                  <a:moveTo>
                    <a:pt x="911732" y="509701"/>
                  </a:moveTo>
                  <a:lnTo>
                    <a:pt x="868299" y="509701"/>
                  </a:lnTo>
                  <a:lnTo>
                    <a:pt x="868299" y="538657"/>
                  </a:lnTo>
                  <a:lnTo>
                    <a:pt x="911733" y="538657"/>
                  </a:lnTo>
                  <a:lnTo>
                    <a:pt x="940688" y="524179"/>
                  </a:lnTo>
                  <a:lnTo>
                    <a:pt x="911732" y="509701"/>
                  </a:lnTo>
                  <a:close/>
                </a:path>
                <a:path w="941070" h="567689" extrusionOk="0">
                  <a:moveTo>
                    <a:pt x="484886" y="509701"/>
                  </a:moveTo>
                  <a:lnTo>
                    <a:pt x="470408" y="509701"/>
                  </a:lnTo>
                  <a:lnTo>
                    <a:pt x="484886" y="524179"/>
                  </a:lnTo>
                  <a:lnTo>
                    <a:pt x="484886" y="509701"/>
                  </a:lnTo>
                  <a:close/>
                </a:path>
                <a:path w="941070" h="567689" extrusionOk="0">
                  <a:moveTo>
                    <a:pt x="853821" y="509701"/>
                  </a:moveTo>
                  <a:lnTo>
                    <a:pt x="484886" y="509701"/>
                  </a:lnTo>
                  <a:lnTo>
                    <a:pt x="484886" y="524179"/>
                  </a:lnTo>
                  <a:lnTo>
                    <a:pt x="853821" y="524179"/>
                  </a:lnTo>
                  <a:lnTo>
                    <a:pt x="853821" y="509701"/>
                  </a:lnTo>
                  <a:close/>
                </a:path>
                <a:path w="941070" h="567689" extrusionOk="0">
                  <a:moveTo>
                    <a:pt x="478409" y="0"/>
                  </a:moveTo>
                  <a:lnTo>
                    <a:pt x="0" y="0"/>
                  </a:lnTo>
                  <a:lnTo>
                    <a:pt x="0" y="28956"/>
                  </a:lnTo>
                  <a:lnTo>
                    <a:pt x="455930" y="28956"/>
                  </a:lnTo>
                  <a:lnTo>
                    <a:pt x="455930" y="14478"/>
                  </a:lnTo>
                  <a:lnTo>
                    <a:pt x="484886" y="14478"/>
                  </a:lnTo>
                  <a:lnTo>
                    <a:pt x="484886" y="6477"/>
                  </a:lnTo>
                  <a:lnTo>
                    <a:pt x="478409" y="0"/>
                  </a:lnTo>
                  <a:close/>
                </a:path>
                <a:path w="941070" h="567689" extrusionOk="0">
                  <a:moveTo>
                    <a:pt x="484886" y="14478"/>
                  </a:moveTo>
                  <a:lnTo>
                    <a:pt x="455930" y="14478"/>
                  </a:lnTo>
                  <a:lnTo>
                    <a:pt x="470408" y="28956"/>
                  </a:lnTo>
                  <a:lnTo>
                    <a:pt x="484886" y="28956"/>
                  </a:lnTo>
                  <a:lnTo>
                    <a:pt x="484886" y="14478"/>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7" name="Google Shape;287;p16"/>
            <p:cNvSpPr/>
            <p:nvPr/>
          </p:nvSpPr>
          <p:spPr>
            <a:xfrm>
              <a:off x="5965697" y="5490209"/>
              <a:ext cx="1022985" cy="603885"/>
            </a:xfrm>
            <a:custGeom>
              <a:avLst/>
              <a:gdLst/>
              <a:ahLst/>
              <a:cxnLst/>
              <a:rect l="l" t="t" r="r" b="b"/>
              <a:pathLst>
                <a:path w="1022984" h="603885" extrusionOk="0">
                  <a:moveTo>
                    <a:pt x="1022603" y="0"/>
                  </a:moveTo>
                  <a:lnTo>
                    <a:pt x="0" y="0"/>
                  </a:lnTo>
                  <a:lnTo>
                    <a:pt x="0" y="603503"/>
                  </a:lnTo>
                  <a:lnTo>
                    <a:pt x="1022603" y="603503"/>
                  </a:lnTo>
                  <a:lnTo>
                    <a:pt x="1022603"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8" name="Google Shape;288;p16"/>
            <p:cNvSpPr/>
            <p:nvPr/>
          </p:nvSpPr>
          <p:spPr>
            <a:xfrm>
              <a:off x="5965697" y="5490209"/>
              <a:ext cx="1022985" cy="603885"/>
            </a:xfrm>
            <a:custGeom>
              <a:avLst/>
              <a:gdLst/>
              <a:ahLst/>
              <a:cxnLst/>
              <a:rect l="l" t="t" r="r" b="b"/>
              <a:pathLst>
                <a:path w="1022984" h="603885" extrusionOk="0">
                  <a:moveTo>
                    <a:pt x="0" y="603503"/>
                  </a:moveTo>
                  <a:lnTo>
                    <a:pt x="1022603" y="603503"/>
                  </a:lnTo>
                  <a:lnTo>
                    <a:pt x="1022603" y="0"/>
                  </a:lnTo>
                  <a:lnTo>
                    <a:pt x="0" y="0"/>
                  </a:lnTo>
                  <a:lnTo>
                    <a:pt x="0" y="603503"/>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89" name="Google Shape;289;p16"/>
            <p:cNvSpPr/>
            <p:nvPr/>
          </p:nvSpPr>
          <p:spPr>
            <a:xfrm>
              <a:off x="7003541" y="5490209"/>
              <a:ext cx="527685" cy="619125"/>
            </a:xfrm>
            <a:custGeom>
              <a:avLst/>
              <a:gdLst/>
              <a:ahLst/>
              <a:cxnLst/>
              <a:rect l="l" t="t" r="r" b="b"/>
              <a:pathLst>
                <a:path w="527684" h="619125" extrusionOk="0">
                  <a:moveTo>
                    <a:pt x="527303" y="0"/>
                  </a:moveTo>
                  <a:lnTo>
                    <a:pt x="0" y="0"/>
                  </a:lnTo>
                  <a:lnTo>
                    <a:pt x="0" y="618743"/>
                  </a:lnTo>
                  <a:lnTo>
                    <a:pt x="527303" y="618743"/>
                  </a:lnTo>
                  <a:lnTo>
                    <a:pt x="527303"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0" name="Google Shape;290;p16"/>
            <p:cNvSpPr/>
            <p:nvPr/>
          </p:nvSpPr>
          <p:spPr>
            <a:xfrm>
              <a:off x="7003541" y="5490209"/>
              <a:ext cx="527685" cy="619125"/>
            </a:xfrm>
            <a:custGeom>
              <a:avLst/>
              <a:gdLst/>
              <a:ahLst/>
              <a:cxnLst/>
              <a:rect l="l" t="t" r="r" b="b"/>
              <a:pathLst>
                <a:path w="527684" h="619125" extrusionOk="0">
                  <a:moveTo>
                    <a:pt x="0" y="618743"/>
                  </a:moveTo>
                  <a:lnTo>
                    <a:pt x="527303" y="618743"/>
                  </a:lnTo>
                  <a:lnTo>
                    <a:pt x="527303" y="0"/>
                  </a:lnTo>
                  <a:lnTo>
                    <a:pt x="0" y="0"/>
                  </a:lnTo>
                  <a:lnTo>
                    <a:pt x="0" y="618743"/>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1" name="Google Shape;291;p16"/>
            <p:cNvSpPr/>
            <p:nvPr/>
          </p:nvSpPr>
          <p:spPr>
            <a:xfrm>
              <a:off x="7873746" y="5468873"/>
              <a:ext cx="1022985" cy="605155"/>
            </a:xfrm>
            <a:custGeom>
              <a:avLst/>
              <a:gdLst/>
              <a:ahLst/>
              <a:cxnLst/>
              <a:rect l="l" t="t" r="r" b="b"/>
              <a:pathLst>
                <a:path w="1022984" h="605154" extrusionOk="0">
                  <a:moveTo>
                    <a:pt x="1022603" y="0"/>
                  </a:moveTo>
                  <a:lnTo>
                    <a:pt x="0" y="0"/>
                  </a:lnTo>
                  <a:lnTo>
                    <a:pt x="0" y="605027"/>
                  </a:lnTo>
                  <a:lnTo>
                    <a:pt x="1022603" y="605027"/>
                  </a:lnTo>
                  <a:lnTo>
                    <a:pt x="1022603"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2" name="Google Shape;292;p16"/>
            <p:cNvSpPr/>
            <p:nvPr/>
          </p:nvSpPr>
          <p:spPr>
            <a:xfrm>
              <a:off x="7873746" y="5468873"/>
              <a:ext cx="1022985" cy="605155"/>
            </a:xfrm>
            <a:custGeom>
              <a:avLst/>
              <a:gdLst/>
              <a:ahLst/>
              <a:cxnLst/>
              <a:rect l="l" t="t" r="r" b="b"/>
              <a:pathLst>
                <a:path w="1022984" h="605154" extrusionOk="0">
                  <a:moveTo>
                    <a:pt x="0" y="605027"/>
                  </a:moveTo>
                  <a:lnTo>
                    <a:pt x="1022603" y="605027"/>
                  </a:lnTo>
                  <a:lnTo>
                    <a:pt x="1022603" y="0"/>
                  </a:lnTo>
                  <a:lnTo>
                    <a:pt x="0" y="0"/>
                  </a:lnTo>
                  <a:lnTo>
                    <a:pt x="0" y="605027"/>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3" name="Google Shape;293;p16"/>
            <p:cNvSpPr/>
            <p:nvPr/>
          </p:nvSpPr>
          <p:spPr>
            <a:xfrm>
              <a:off x="8911590" y="5468873"/>
              <a:ext cx="527685" cy="620395"/>
            </a:xfrm>
            <a:custGeom>
              <a:avLst/>
              <a:gdLst/>
              <a:ahLst/>
              <a:cxnLst/>
              <a:rect l="l" t="t" r="r" b="b"/>
              <a:pathLst>
                <a:path w="527684" h="620395" extrusionOk="0">
                  <a:moveTo>
                    <a:pt x="527303" y="0"/>
                  </a:moveTo>
                  <a:lnTo>
                    <a:pt x="0" y="0"/>
                  </a:lnTo>
                  <a:lnTo>
                    <a:pt x="0" y="620268"/>
                  </a:lnTo>
                  <a:lnTo>
                    <a:pt x="527303" y="620268"/>
                  </a:lnTo>
                  <a:lnTo>
                    <a:pt x="527303"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4" name="Google Shape;294;p16"/>
            <p:cNvSpPr/>
            <p:nvPr/>
          </p:nvSpPr>
          <p:spPr>
            <a:xfrm>
              <a:off x="8911590" y="5468873"/>
              <a:ext cx="527685" cy="620395"/>
            </a:xfrm>
            <a:custGeom>
              <a:avLst/>
              <a:gdLst/>
              <a:ahLst/>
              <a:cxnLst/>
              <a:rect l="l" t="t" r="r" b="b"/>
              <a:pathLst>
                <a:path w="527684" h="620395" extrusionOk="0">
                  <a:moveTo>
                    <a:pt x="0" y="620268"/>
                  </a:moveTo>
                  <a:lnTo>
                    <a:pt x="527303" y="620268"/>
                  </a:lnTo>
                  <a:lnTo>
                    <a:pt x="527303" y="0"/>
                  </a:lnTo>
                  <a:lnTo>
                    <a:pt x="0" y="0"/>
                  </a:lnTo>
                  <a:lnTo>
                    <a:pt x="0" y="620268"/>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5" name="Google Shape;295;p16"/>
            <p:cNvSpPr/>
            <p:nvPr/>
          </p:nvSpPr>
          <p:spPr>
            <a:xfrm>
              <a:off x="9725406" y="5420105"/>
              <a:ext cx="1024255" cy="605155"/>
            </a:xfrm>
            <a:custGeom>
              <a:avLst/>
              <a:gdLst/>
              <a:ahLst/>
              <a:cxnLst/>
              <a:rect l="l" t="t" r="r" b="b"/>
              <a:pathLst>
                <a:path w="1024254" h="605154" extrusionOk="0">
                  <a:moveTo>
                    <a:pt x="1024127" y="0"/>
                  </a:moveTo>
                  <a:lnTo>
                    <a:pt x="0" y="0"/>
                  </a:lnTo>
                  <a:lnTo>
                    <a:pt x="0" y="605028"/>
                  </a:lnTo>
                  <a:lnTo>
                    <a:pt x="1024127" y="605028"/>
                  </a:lnTo>
                  <a:lnTo>
                    <a:pt x="1024127" y="0"/>
                  </a:lnTo>
                  <a:close/>
                </a:path>
              </a:pathLst>
            </a:custGeom>
            <a:solidFill>
              <a:srgbClr val="A6B72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6" name="Google Shape;296;p16"/>
            <p:cNvSpPr/>
            <p:nvPr/>
          </p:nvSpPr>
          <p:spPr>
            <a:xfrm>
              <a:off x="9725406" y="5420105"/>
              <a:ext cx="1024255" cy="605155"/>
            </a:xfrm>
            <a:custGeom>
              <a:avLst/>
              <a:gdLst/>
              <a:ahLst/>
              <a:cxnLst/>
              <a:rect l="l" t="t" r="r" b="b"/>
              <a:pathLst>
                <a:path w="1024254" h="605154" extrusionOk="0">
                  <a:moveTo>
                    <a:pt x="0" y="605028"/>
                  </a:moveTo>
                  <a:lnTo>
                    <a:pt x="1024127" y="605028"/>
                  </a:lnTo>
                  <a:lnTo>
                    <a:pt x="1024127" y="0"/>
                  </a:lnTo>
                  <a:lnTo>
                    <a:pt x="0" y="0"/>
                  </a:lnTo>
                  <a:lnTo>
                    <a:pt x="0" y="605028"/>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7" name="Google Shape;297;p16"/>
            <p:cNvSpPr/>
            <p:nvPr/>
          </p:nvSpPr>
          <p:spPr>
            <a:xfrm>
              <a:off x="10764773" y="5420105"/>
              <a:ext cx="525780" cy="620395"/>
            </a:xfrm>
            <a:custGeom>
              <a:avLst/>
              <a:gdLst/>
              <a:ahLst/>
              <a:cxnLst/>
              <a:rect l="l" t="t" r="r" b="b"/>
              <a:pathLst>
                <a:path w="525779" h="620395" extrusionOk="0">
                  <a:moveTo>
                    <a:pt x="525779" y="0"/>
                  </a:moveTo>
                  <a:lnTo>
                    <a:pt x="0" y="0"/>
                  </a:lnTo>
                  <a:lnTo>
                    <a:pt x="0" y="620268"/>
                  </a:lnTo>
                  <a:lnTo>
                    <a:pt x="525779" y="620268"/>
                  </a:lnTo>
                  <a:lnTo>
                    <a:pt x="525779"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98" name="Google Shape;298;p16"/>
            <p:cNvSpPr/>
            <p:nvPr/>
          </p:nvSpPr>
          <p:spPr>
            <a:xfrm>
              <a:off x="10764773" y="5420105"/>
              <a:ext cx="525780" cy="620395"/>
            </a:xfrm>
            <a:custGeom>
              <a:avLst/>
              <a:gdLst/>
              <a:ahLst/>
              <a:cxnLst/>
              <a:rect l="l" t="t" r="r" b="b"/>
              <a:pathLst>
                <a:path w="525779" h="620395" extrusionOk="0">
                  <a:moveTo>
                    <a:pt x="0" y="620268"/>
                  </a:moveTo>
                  <a:lnTo>
                    <a:pt x="525779" y="620268"/>
                  </a:lnTo>
                  <a:lnTo>
                    <a:pt x="525779" y="0"/>
                  </a:lnTo>
                  <a:lnTo>
                    <a:pt x="0" y="0"/>
                  </a:lnTo>
                  <a:lnTo>
                    <a:pt x="0" y="620268"/>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grpSp>
      <p:sp>
        <p:nvSpPr>
          <p:cNvPr id="299" name="Google Shape;299;p16"/>
          <p:cNvSpPr txBox="1"/>
          <p:nvPr/>
        </p:nvSpPr>
        <p:spPr>
          <a:xfrm>
            <a:off x="2415920" y="5612688"/>
            <a:ext cx="7518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rebuchet MS"/>
                <a:ea typeface="Trebuchet MS"/>
                <a:cs typeface="Trebuchet MS"/>
                <a:sym typeface="Trebuchet MS"/>
              </a:rPr>
              <a:t>FRONT</a:t>
            </a:r>
            <a:endParaRPr sz="1800">
              <a:solidFill>
                <a:schemeClr val="dk1"/>
              </a:solidFill>
              <a:latin typeface="Trebuchet MS"/>
              <a:ea typeface="Trebuchet MS"/>
              <a:cs typeface="Trebuchet MS"/>
              <a:sym typeface="Trebuchet MS"/>
            </a:endParaRPr>
          </a:p>
        </p:txBody>
      </p:sp>
      <p:sp>
        <p:nvSpPr>
          <p:cNvPr id="300" name="Google Shape;300;p16"/>
          <p:cNvSpPr/>
          <p:nvPr/>
        </p:nvSpPr>
        <p:spPr>
          <a:xfrm>
            <a:off x="4123182" y="5138165"/>
            <a:ext cx="1461770" cy="352425"/>
          </a:xfrm>
          <a:custGeom>
            <a:avLst/>
            <a:gdLst/>
            <a:ahLst/>
            <a:cxnLst/>
            <a:rect l="l" t="t" r="r" b="b"/>
            <a:pathLst>
              <a:path w="1461770" h="352425" extrusionOk="0">
                <a:moveTo>
                  <a:pt x="0" y="352043"/>
                </a:moveTo>
                <a:lnTo>
                  <a:pt x="2297" y="283553"/>
                </a:lnTo>
                <a:lnTo>
                  <a:pt x="8572" y="227599"/>
                </a:lnTo>
                <a:lnTo>
                  <a:pt x="17895" y="189863"/>
                </a:lnTo>
                <a:lnTo>
                  <a:pt x="29337" y="176021"/>
                </a:lnTo>
                <a:lnTo>
                  <a:pt x="701420" y="176021"/>
                </a:lnTo>
                <a:lnTo>
                  <a:pt x="712862" y="162180"/>
                </a:lnTo>
                <a:lnTo>
                  <a:pt x="722185" y="124444"/>
                </a:lnTo>
                <a:lnTo>
                  <a:pt x="728460" y="68490"/>
                </a:lnTo>
                <a:lnTo>
                  <a:pt x="730757" y="0"/>
                </a:lnTo>
                <a:lnTo>
                  <a:pt x="733055" y="68490"/>
                </a:lnTo>
                <a:lnTo>
                  <a:pt x="739330" y="124444"/>
                </a:lnTo>
                <a:lnTo>
                  <a:pt x="748653" y="162180"/>
                </a:lnTo>
                <a:lnTo>
                  <a:pt x="760094" y="176021"/>
                </a:lnTo>
                <a:lnTo>
                  <a:pt x="1432178" y="176021"/>
                </a:lnTo>
                <a:lnTo>
                  <a:pt x="1443620" y="189863"/>
                </a:lnTo>
                <a:lnTo>
                  <a:pt x="1452943" y="227599"/>
                </a:lnTo>
                <a:lnTo>
                  <a:pt x="1459218" y="283553"/>
                </a:lnTo>
                <a:lnTo>
                  <a:pt x="1461515" y="352043"/>
                </a:lnTo>
              </a:path>
            </a:pathLst>
          </a:custGeom>
          <a:noFill/>
          <a:ln w="106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01" name="Google Shape;301;p16"/>
          <p:cNvSpPr txBox="1"/>
          <p:nvPr/>
        </p:nvSpPr>
        <p:spPr>
          <a:xfrm>
            <a:off x="5031485" y="5042408"/>
            <a:ext cx="6464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rebuchet MS"/>
                <a:ea typeface="Trebuchet MS"/>
                <a:cs typeface="Trebuchet MS"/>
                <a:sym typeface="Trebuchet MS"/>
              </a:rPr>
              <a:t>NODE</a:t>
            </a:r>
            <a:endParaRPr sz="1800">
              <a:solidFill>
                <a:schemeClr val="dk1"/>
              </a:solidFill>
              <a:latin typeface="Trebuchet MS"/>
              <a:ea typeface="Trebuchet MS"/>
              <a:cs typeface="Trebuchet MS"/>
              <a:sym typeface="Trebuchet MS"/>
            </a:endParaRPr>
          </a:p>
        </p:txBody>
      </p:sp>
      <p:sp>
        <p:nvSpPr>
          <p:cNvPr id="302" name="Google Shape;302;p16"/>
          <p:cNvSpPr/>
          <p:nvPr/>
        </p:nvSpPr>
        <p:spPr>
          <a:xfrm>
            <a:off x="4040885" y="6140958"/>
            <a:ext cx="1580515" cy="431800"/>
          </a:xfrm>
          <a:custGeom>
            <a:avLst/>
            <a:gdLst/>
            <a:ahLst/>
            <a:cxnLst/>
            <a:rect l="l" t="t" r="r" b="b"/>
            <a:pathLst>
              <a:path w="1580514" h="431800" extrusionOk="0">
                <a:moveTo>
                  <a:pt x="0" y="0"/>
                </a:moveTo>
                <a:lnTo>
                  <a:pt x="1835" y="68161"/>
                </a:lnTo>
                <a:lnTo>
                  <a:pt x="6945" y="127358"/>
                </a:lnTo>
                <a:lnTo>
                  <a:pt x="14730" y="174039"/>
                </a:lnTo>
                <a:lnTo>
                  <a:pt x="35940" y="215645"/>
                </a:lnTo>
                <a:lnTo>
                  <a:pt x="491363" y="215645"/>
                </a:lnTo>
                <a:lnTo>
                  <a:pt x="502708" y="226639"/>
                </a:lnTo>
                <a:lnTo>
                  <a:pt x="512573" y="257252"/>
                </a:lnTo>
                <a:lnTo>
                  <a:pt x="520358" y="303933"/>
                </a:lnTo>
                <a:lnTo>
                  <a:pt x="525468" y="363130"/>
                </a:lnTo>
                <a:lnTo>
                  <a:pt x="527303" y="431291"/>
                </a:lnTo>
                <a:lnTo>
                  <a:pt x="529139" y="363130"/>
                </a:lnTo>
                <a:lnTo>
                  <a:pt x="534249" y="303933"/>
                </a:lnTo>
                <a:lnTo>
                  <a:pt x="542034" y="257252"/>
                </a:lnTo>
                <a:lnTo>
                  <a:pt x="551899" y="226639"/>
                </a:lnTo>
                <a:lnTo>
                  <a:pt x="563244" y="215645"/>
                </a:lnTo>
                <a:lnTo>
                  <a:pt x="1018666" y="215645"/>
                </a:lnTo>
                <a:lnTo>
                  <a:pt x="1030012" y="204652"/>
                </a:lnTo>
                <a:lnTo>
                  <a:pt x="1039877" y="174039"/>
                </a:lnTo>
                <a:lnTo>
                  <a:pt x="1047662" y="127358"/>
                </a:lnTo>
                <a:lnTo>
                  <a:pt x="1052772" y="68161"/>
                </a:lnTo>
                <a:lnTo>
                  <a:pt x="1054608" y="0"/>
                </a:lnTo>
              </a:path>
              <a:path w="1580514" h="431800" extrusionOk="0">
                <a:moveTo>
                  <a:pt x="1069848" y="0"/>
                </a:moveTo>
                <a:lnTo>
                  <a:pt x="1071683" y="68161"/>
                </a:lnTo>
                <a:lnTo>
                  <a:pt x="1076793" y="127358"/>
                </a:lnTo>
                <a:lnTo>
                  <a:pt x="1084578" y="174039"/>
                </a:lnTo>
                <a:lnTo>
                  <a:pt x="1105789" y="215645"/>
                </a:lnTo>
                <a:lnTo>
                  <a:pt x="1289177" y="215645"/>
                </a:lnTo>
                <a:lnTo>
                  <a:pt x="1300522" y="226639"/>
                </a:lnTo>
                <a:lnTo>
                  <a:pt x="1310387" y="257252"/>
                </a:lnTo>
                <a:lnTo>
                  <a:pt x="1318172" y="303933"/>
                </a:lnTo>
                <a:lnTo>
                  <a:pt x="1323282" y="363130"/>
                </a:lnTo>
                <a:lnTo>
                  <a:pt x="1325117" y="431291"/>
                </a:lnTo>
                <a:lnTo>
                  <a:pt x="1326953" y="363130"/>
                </a:lnTo>
                <a:lnTo>
                  <a:pt x="1332063" y="303933"/>
                </a:lnTo>
                <a:lnTo>
                  <a:pt x="1339848" y="257252"/>
                </a:lnTo>
                <a:lnTo>
                  <a:pt x="1349713" y="226639"/>
                </a:lnTo>
                <a:lnTo>
                  <a:pt x="1361059" y="215645"/>
                </a:lnTo>
                <a:lnTo>
                  <a:pt x="1544447" y="215645"/>
                </a:lnTo>
                <a:lnTo>
                  <a:pt x="1555792" y="204652"/>
                </a:lnTo>
                <a:lnTo>
                  <a:pt x="1565657" y="174039"/>
                </a:lnTo>
                <a:lnTo>
                  <a:pt x="1573442" y="127358"/>
                </a:lnTo>
                <a:lnTo>
                  <a:pt x="1578552" y="68161"/>
                </a:lnTo>
                <a:lnTo>
                  <a:pt x="1580388" y="0"/>
                </a:lnTo>
              </a:path>
            </a:pathLst>
          </a:custGeom>
          <a:noFill/>
          <a:ln w="106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03" name="Google Shape;303;p16"/>
          <p:cNvSpPr txBox="1"/>
          <p:nvPr/>
        </p:nvSpPr>
        <p:spPr>
          <a:xfrm>
            <a:off x="3769233" y="6299403"/>
            <a:ext cx="5905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rebuchet MS"/>
                <a:ea typeface="Trebuchet MS"/>
                <a:cs typeface="Trebuchet MS"/>
                <a:sym typeface="Trebuchet MS"/>
              </a:rPr>
              <a:t>DATA</a:t>
            </a:r>
            <a:endParaRPr sz="1800">
              <a:solidFill>
                <a:schemeClr val="dk1"/>
              </a:solidFill>
              <a:latin typeface="Trebuchet MS"/>
              <a:ea typeface="Trebuchet MS"/>
              <a:cs typeface="Trebuchet MS"/>
              <a:sym typeface="Trebuchet MS"/>
            </a:endParaRPr>
          </a:p>
        </p:txBody>
      </p:sp>
      <p:sp>
        <p:nvSpPr>
          <p:cNvPr id="304" name="Google Shape;304;p16"/>
          <p:cNvSpPr txBox="1"/>
          <p:nvPr/>
        </p:nvSpPr>
        <p:spPr>
          <a:xfrm>
            <a:off x="5523991" y="6330492"/>
            <a:ext cx="522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rebuchet MS"/>
                <a:ea typeface="Trebuchet MS"/>
                <a:cs typeface="Trebuchet MS"/>
                <a:sym typeface="Trebuchet MS"/>
              </a:rPr>
              <a:t>LINK</a:t>
            </a:r>
            <a:endParaRPr sz="1800">
              <a:solidFill>
                <a:schemeClr val="dk1"/>
              </a:solidFill>
              <a:latin typeface="Trebuchet MS"/>
              <a:ea typeface="Trebuchet MS"/>
              <a:cs typeface="Trebuchet MS"/>
              <a:sym typeface="Trebuchet MS"/>
            </a:endParaRPr>
          </a:p>
        </p:txBody>
      </p:sp>
      <p:grpSp>
        <p:nvGrpSpPr>
          <p:cNvPr id="305" name="Google Shape;305;p16"/>
          <p:cNvGrpSpPr/>
          <p:nvPr/>
        </p:nvGrpSpPr>
        <p:grpSpPr>
          <a:xfrm>
            <a:off x="5445633" y="4720590"/>
            <a:ext cx="4835271" cy="1137221"/>
            <a:chOff x="5445633" y="4720590"/>
            <a:chExt cx="4835271" cy="1137221"/>
          </a:xfrm>
        </p:grpSpPr>
        <p:sp>
          <p:nvSpPr>
            <p:cNvPr id="306" name="Google Shape;306;p16"/>
            <p:cNvSpPr/>
            <p:nvPr/>
          </p:nvSpPr>
          <p:spPr>
            <a:xfrm>
              <a:off x="5445633" y="5674931"/>
              <a:ext cx="4373245" cy="182880"/>
            </a:xfrm>
            <a:custGeom>
              <a:avLst/>
              <a:gdLst/>
              <a:ahLst/>
              <a:cxnLst/>
              <a:rect l="l" t="t" r="r" b="b"/>
              <a:pathLst>
                <a:path w="4373245" h="182879" extrusionOk="0">
                  <a:moveTo>
                    <a:pt x="520192" y="136842"/>
                  </a:moveTo>
                  <a:lnTo>
                    <a:pt x="493636" y="124523"/>
                  </a:lnTo>
                  <a:lnTo>
                    <a:pt x="432181" y="96012"/>
                  </a:lnTo>
                  <a:lnTo>
                    <a:pt x="433019" y="124955"/>
                  </a:lnTo>
                  <a:lnTo>
                    <a:pt x="0" y="137871"/>
                  </a:lnTo>
                  <a:lnTo>
                    <a:pt x="762" y="166814"/>
                  </a:lnTo>
                  <a:lnTo>
                    <a:pt x="433870" y="153898"/>
                  </a:lnTo>
                  <a:lnTo>
                    <a:pt x="434721" y="182841"/>
                  </a:lnTo>
                  <a:lnTo>
                    <a:pt x="520192" y="136842"/>
                  </a:lnTo>
                  <a:close/>
                </a:path>
                <a:path w="4373245" h="182879" extrusionOk="0">
                  <a:moveTo>
                    <a:pt x="2443480" y="136842"/>
                  </a:moveTo>
                  <a:lnTo>
                    <a:pt x="2416924" y="124523"/>
                  </a:lnTo>
                  <a:lnTo>
                    <a:pt x="2355469" y="96012"/>
                  </a:lnTo>
                  <a:lnTo>
                    <a:pt x="2356307" y="124955"/>
                  </a:lnTo>
                  <a:lnTo>
                    <a:pt x="1923288" y="137871"/>
                  </a:lnTo>
                  <a:lnTo>
                    <a:pt x="1924050" y="166814"/>
                  </a:lnTo>
                  <a:lnTo>
                    <a:pt x="2357158" y="153898"/>
                  </a:lnTo>
                  <a:lnTo>
                    <a:pt x="2358009" y="182841"/>
                  </a:lnTo>
                  <a:lnTo>
                    <a:pt x="2443480" y="136842"/>
                  </a:lnTo>
                  <a:close/>
                </a:path>
                <a:path w="4373245" h="182879" extrusionOk="0">
                  <a:moveTo>
                    <a:pt x="4372864" y="40830"/>
                  </a:moveTo>
                  <a:lnTo>
                    <a:pt x="4346308" y="28511"/>
                  </a:lnTo>
                  <a:lnTo>
                    <a:pt x="4284853" y="0"/>
                  </a:lnTo>
                  <a:lnTo>
                    <a:pt x="4285691" y="28943"/>
                  </a:lnTo>
                  <a:lnTo>
                    <a:pt x="3852672" y="41859"/>
                  </a:lnTo>
                  <a:lnTo>
                    <a:pt x="3853434" y="70802"/>
                  </a:lnTo>
                  <a:lnTo>
                    <a:pt x="4286542" y="57886"/>
                  </a:lnTo>
                  <a:lnTo>
                    <a:pt x="4287393" y="86829"/>
                  </a:lnTo>
                  <a:lnTo>
                    <a:pt x="4372864" y="4083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07" name="Google Shape;307;p16"/>
            <p:cNvSpPr/>
            <p:nvPr/>
          </p:nvSpPr>
          <p:spPr>
            <a:xfrm>
              <a:off x="8820150" y="4720590"/>
              <a:ext cx="615950" cy="487680"/>
            </a:xfrm>
            <a:custGeom>
              <a:avLst/>
              <a:gdLst/>
              <a:ahLst/>
              <a:cxnLst/>
              <a:rect l="l" t="t" r="r" b="b"/>
              <a:pathLst>
                <a:path w="615950" h="487679" extrusionOk="0">
                  <a:moveTo>
                    <a:pt x="534416" y="0"/>
                  </a:moveTo>
                  <a:lnTo>
                    <a:pt x="81279" y="0"/>
                  </a:lnTo>
                  <a:lnTo>
                    <a:pt x="49666" y="6395"/>
                  </a:lnTo>
                  <a:lnTo>
                    <a:pt x="23828" y="23828"/>
                  </a:lnTo>
                  <a:lnTo>
                    <a:pt x="6395" y="49666"/>
                  </a:lnTo>
                  <a:lnTo>
                    <a:pt x="0" y="81280"/>
                  </a:lnTo>
                  <a:lnTo>
                    <a:pt x="0" y="406400"/>
                  </a:lnTo>
                  <a:lnTo>
                    <a:pt x="6395" y="438013"/>
                  </a:lnTo>
                  <a:lnTo>
                    <a:pt x="23828" y="463851"/>
                  </a:lnTo>
                  <a:lnTo>
                    <a:pt x="49666" y="481284"/>
                  </a:lnTo>
                  <a:lnTo>
                    <a:pt x="81279" y="487680"/>
                  </a:lnTo>
                  <a:lnTo>
                    <a:pt x="534416" y="487680"/>
                  </a:lnTo>
                  <a:lnTo>
                    <a:pt x="566029" y="481284"/>
                  </a:lnTo>
                  <a:lnTo>
                    <a:pt x="591867" y="463851"/>
                  </a:lnTo>
                  <a:lnTo>
                    <a:pt x="609300" y="438013"/>
                  </a:lnTo>
                  <a:lnTo>
                    <a:pt x="615696" y="406400"/>
                  </a:lnTo>
                  <a:lnTo>
                    <a:pt x="615696" y="81280"/>
                  </a:lnTo>
                  <a:lnTo>
                    <a:pt x="609300" y="49666"/>
                  </a:lnTo>
                  <a:lnTo>
                    <a:pt x="591867" y="23828"/>
                  </a:lnTo>
                  <a:lnTo>
                    <a:pt x="566029" y="6395"/>
                  </a:lnTo>
                  <a:lnTo>
                    <a:pt x="534416" y="0"/>
                  </a:lnTo>
                  <a:close/>
                </a:path>
              </a:pathLst>
            </a:custGeom>
            <a:solidFill>
              <a:srgbClr val="00AFE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08" name="Google Shape;308;p16"/>
            <p:cNvSpPr/>
            <p:nvPr/>
          </p:nvSpPr>
          <p:spPr>
            <a:xfrm>
              <a:off x="8820150" y="4720590"/>
              <a:ext cx="615950" cy="487680"/>
            </a:xfrm>
            <a:custGeom>
              <a:avLst/>
              <a:gdLst/>
              <a:ahLst/>
              <a:cxnLst/>
              <a:rect l="l" t="t" r="r" b="b"/>
              <a:pathLst>
                <a:path w="615950" h="487679" extrusionOk="0">
                  <a:moveTo>
                    <a:pt x="0" y="81280"/>
                  </a:moveTo>
                  <a:lnTo>
                    <a:pt x="6395" y="49666"/>
                  </a:lnTo>
                  <a:lnTo>
                    <a:pt x="23828" y="23828"/>
                  </a:lnTo>
                  <a:lnTo>
                    <a:pt x="49666" y="6395"/>
                  </a:lnTo>
                  <a:lnTo>
                    <a:pt x="81279" y="0"/>
                  </a:lnTo>
                  <a:lnTo>
                    <a:pt x="534416" y="0"/>
                  </a:lnTo>
                  <a:lnTo>
                    <a:pt x="566029" y="6395"/>
                  </a:lnTo>
                  <a:lnTo>
                    <a:pt x="591867" y="23828"/>
                  </a:lnTo>
                  <a:lnTo>
                    <a:pt x="609300" y="49666"/>
                  </a:lnTo>
                  <a:lnTo>
                    <a:pt x="615696" y="81280"/>
                  </a:lnTo>
                  <a:lnTo>
                    <a:pt x="615696" y="406400"/>
                  </a:lnTo>
                  <a:lnTo>
                    <a:pt x="609300" y="438013"/>
                  </a:lnTo>
                  <a:lnTo>
                    <a:pt x="591867" y="463851"/>
                  </a:lnTo>
                  <a:lnTo>
                    <a:pt x="566029" y="481284"/>
                  </a:lnTo>
                  <a:lnTo>
                    <a:pt x="534416" y="487680"/>
                  </a:lnTo>
                  <a:lnTo>
                    <a:pt x="81279" y="487680"/>
                  </a:lnTo>
                  <a:lnTo>
                    <a:pt x="49666" y="481284"/>
                  </a:lnTo>
                  <a:lnTo>
                    <a:pt x="23828" y="463851"/>
                  </a:lnTo>
                  <a:lnTo>
                    <a:pt x="6395" y="438013"/>
                  </a:lnTo>
                  <a:lnTo>
                    <a:pt x="0" y="406400"/>
                  </a:lnTo>
                  <a:lnTo>
                    <a:pt x="0" y="81280"/>
                  </a:lnTo>
                  <a:close/>
                </a:path>
              </a:pathLst>
            </a:custGeom>
            <a:noFill/>
            <a:ln w="19800" cap="flat" cmpd="sng">
              <a:solidFill>
                <a:srgbClr val="79851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09" name="Google Shape;309;p16"/>
            <p:cNvSpPr/>
            <p:nvPr/>
          </p:nvSpPr>
          <p:spPr>
            <a:xfrm>
              <a:off x="9454134" y="4989576"/>
              <a:ext cx="826769" cy="431165"/>
            </a:xfrm>
            <a:custGeom>
              <a:avLst/>
              <a:gdLst/>
              <a:ahLst/>
              <a:cxnLst/>
              <a:rect l="l" t="t" r="r" b="b"/>
              <a:pathLst>
                <a:path w="826770" h="431164" extrusionOk="0">
                  <a:moveTo>
                    <a:pt x="768604" y="344170"/>
                  </a:moveTo>
                  <a:lnTo>
                    <a:pt x="739648" y="344170"/>
                  </a:lnTo>
                  <a:lnTo>
                    <a:pt x="783082" y="431038"/>
                  </a:lnTo>
                  <a:lnTo>
                    <a:pt x="819276" y="358648"/>
                  </a:lnTo>
                  <a:lnTo>
                    <a:pt x="768604" y="358648"/>
                  </a:lnTo>
                  <a:lnTo>
                    <a:pt x="768604" y="344170"/>
                  </a:lnTo>
                  <a:close/>
                </a:path>
                <a:path w="826770" h="431164" extrusionOk="0">
                  <a:moveTo>
                    <a:pt x="768604" y="14478"/>
                  </a:moveTo>
                  <a:lnTo>
                    <a:pt x="768604" y="358648"/>
                  </a:lnTo>
                  <a:lnTo>
                    <a:pt x="797560" y="358648"/>
                  </a:lnTo>
                  <a:lnTo>
                    <a:pt x="797560" y="28956"/>
                  </a:lnTo>
                  <a:lnTo>
                    <a:pt x="783082" y="28956"/>
                  </a:lnTo>
                  <a:lnTo>
                    <a:pt x="768604" y="14478"/>
                  </a:lnTo>
                  <a:close/>
                </a:path>
                <a:path w="826770" h="431164" extrusionOk="0">
                  <a:moveTo>
                    <a:pt x="826516" y="344170"/>
                  </a:moveTo>
                  <a:lnTo>
                    <a:pt x="797560" y="344170"/>
                  </a:lnTo>
                  <a:lnTo>
                    <a:pt x="797560" y="358648"/>
                  </a:lnTo>
                  <a:lnTo>
                    <a:pt x="819276" y="358648"/>
                  </a:lnTo>
                  <a:lnTo>
                    <a:pt x="826516" y="344170"/>
                  </a:lnTo>
                  <a:close/>
                </a:path>
                <a:path w="826770" h="431164" extrusionOk="0">
                  <a:moveTo>
                    <a:pt x="791083" y="0"/>
                  </a:moveTo>
                  <a:lnTo>
                    <a:pt x="0" y="0"/>
                  </a:lnTo>
                  <a:lnTo>
                    <a:pt x="0" y="28956"/>
                  </a:lnTo>
                  <a:lnTo>
                    <a:pt x="768604" y="28956"/>
                  </a:lnTo>
                  <a:lnTo>
                    <a:pt x="768604" y="14478"/>
                  </a:lnTo>
                  <a:lnTo>
                    <a:pt x="797560" y="14478"/>
                  </a:lnTo>
                  <a:lnTo>
                    <a:pt x="797560" y="6476"/>
                  </a:lnTo>
                  <a:lnTo>
                    <a:pt x="791083" y="0"/>
                  </a:lnTo>
                  <a:close/>
                </a:path>
                <a:path w="826770" h="431164" extrusionOk="0">
                  <a:moveTo>
                    <a:pt x="797560" y="14478"/>
                  </a:moveTo>
                  <a:lnTo>
                    <a:pt x="768604" y="14478"/>
                  </a:lnTo>
                  <a:lnTo>
                    <a:pt x="783082" y="28956"/>
                  </a:lnTo>
                  <a:lnTo>
                    <a:pt x="797560" y="28956"/>
                  </a:lnTo>
                  <a:lnTo>
                    <a:pt x="797560" y="14478"/>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grpSp>
      <p:sp>
        <p:nvSpPr>
          <p:cNvPr id="310" name="Google Shape;310;p16"/>
          <p:cNvSpPr txBox="1"/>
          <p:nvPr/>
        </p:nvSpPr>
        <p:spPr>
          <a:xfrm>
            <a:off x="8231251" y="5013705"/>
            <a:ext cx="5930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rebuchet MS"/>
                <a:ea typeface="Trebuchet MS"/>
                <a:cs typeface="Trebuchet MS"/>
                <a:sym typeface="Trebuchet MS"/>
              </a:rPr>
              <a:t>REAR</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7"/>
          <p:cNvSpPr txBox="1">
            <a:spLocks noGrp="1"/>
          </p:cNvSpPr>
          <p:nvPr>
            <p:ph type="title"/>
          </p:nvPr>
        </p:nvSpPr>
        <p:spPr>
          <a:xfrm>
            <a:off x="609600" y="274638"/>
            <a:ext cx="10972800" cy="497572"/>
          </a:xfrm>
          <a:prstGeom prst="rect">
            <a:avLst/>
          </a:prstGeom>
          <a:noFill/>
          <a:ln>
            <a:noFill/>
          </a:ln>
        </p:spPr>
        <p:txBody>
          <a:bodyPr spcFirstLastPara="1" wrap="square" lIns="0" tIns="67925" rIns="0" bIns="0" anchor="ctr" anchorCtr="0">
            <a:spAutoFit/>
          </a:bodyPr>
          <a:lstStyle/>
          <a:p>
            <a:pPr marL="3136900" marR="5080" lvl="0" indent="-3124835" algn="l" rtl="0">
              <a:lnSpc>
                <a:spcPct val="144166"/>
              </a:lnSpc>
              <a:spcBef>
                <a:spcPts val="0"/>
              </a:spcBef>
              <a:spcAft>
                <a:spcPts val="0"/>
              </a:spcAft>
              <a:buClr>
                <a:schemeClr val="dk2"/>
              </a:buClr>
              <a:buSzPts val="2400"/>
              <a:buFont typeface="Lucida Sans"/>
              <a:buNone/>
            </a:pPr>
            <a:r>
              <a:rPr lang="en-US" sz="2400"/>
              <a:t>PROGRAM TO ILLUSTRATE OPERATIONS ON QUEUE  AS A LINKED LIST</a:t>
            </a:r>
            <a:endParaRPr/>
          </a:p>
        </p:txBody>
      </p:sp>
      <p:sp>
        <p:nvSpPr>
          <p:cNvPr id="316" name="Google Shape;316;p17"/>
          <p:cNvSpPr/>
          <p:nvPr/>
        </p:nvSpPr>
        <p:spPr>
          <a:xfrm>
            <a:off x="269747" y="1123188"/>
            <a:ext cx="3043555" cy="5355590"/>
          </a:xfrm>
          <a:custGeom>
            <a:avLst/>
            <a:gdLst/>
            <a:ahLst/>
            <a:cxnLst/>
            <a:rect l="l" t="t" r="r" b="b"/>
            <a:pathLst>
              <a:path w="3043554" h="5355590" extrusionOk="0">
                <a:moveTo>
                  <a:pt x="0" y="5355336"/>
                </a:moveTo>
                <a:lnTo>
                  <a:pt x="3043428" y="5355336"/>
                </a:lnTo>
                <a:lnTo>
                  <a:pt x="3043428"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17" name="Google Shape;317;p17"/>
          <p:cNvSpPr txBox="1"/>
          <p:nvPr/>
        </p:nvSpPr>
        <p:spPr>
          <a:xfrm>
            <a:off x="348488" y="1141857"/>
            <a:ext cx="2791460" cy="4690110"/>
          </a:xfrm>
          <a:prstGeom prst="rect">
            <a:avLst/>
          </a:prstGeom>
          <a:noFill/>
          <a:ln>
            <a:noFill/>
          </a:ln>
        </p:spPr>
        <p:txBody>
          <a:bodyPr spcFirstLastPara="1" wrap="square" lIns="0" tIns="12700" rIns="0" bIns="0" anchor="t" anchorCtr="0">
            <a:spAutoFit/>
          </a:bodyPr>
          <a:lstStyle/>
          <a:p>
            <a:pPr marL="12700" marR="682625" lvl="0" indent="0" algn="l" rtl="0">
              <a:lnSpc>
                <a:spcPct val="100000"/>
              </a:lnSpc>
              <a:spcBef>
                <a:spcPts val="0"/>
              </a:spcBef>
              <a:spcAft>
                <a:spcPts val="0"/>
              </a:spcAft>
              <a:buNone/>
            </a:pPr>
            <a:r>
              <a:rPr lang="en-US" sz="1800">
                <a:solidFill>
                  <a:schemeClr val="dk1"/>
                </a:solidFill>
                <a:latin typeface="Arial"/>
                <a:ea typeface="Arial"/>
                <a:cs typeface="Arial"/>
                <a:sym typeface="Arial"/>
              </a:rPr>
              <a:t>#include&lt;iostream.h&gt;  #include&lt;conio.h&gt;  struct node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1367155" lvl="0" indent="0" algn="l" rtl="0">
              <a:lnSpc>
                <a:spcPct val="100000"/>
              </a:lnSpc>
              <a:spcBef>
                <a:spcPts val="0"/>
              </a:spcBef>
              <a:spcAft>
                <a:spcPts val="0"/>
              </a:spcAft>
              <a:buNone/>
            </a:pPr>
            <a:r>
              <a:rPr lang="en-US" sz="1800">
                <a:solidFill>
                  <a:schemeClr val="dk1"/>
                </a:solidFill>
                <a:latin typeface="Arial"/>
                <a:ea typeface="Arial"/>
                <a:cs typeface="Arial"/>
                <a:sym typeface="Arial"/>
              </a:rPr>
              <a:t>int data;  node *next;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class queue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node *rear,*front;</a:t>
            </a:r>
            <a:endParaRPr sz="1800">
              <a:solidFill>
                <a:schemeClr val="dk1"/>
              </a:solidFill>
              <a:latin typeface="Arial"/>
              <a:ea typeface="Arial"/>
              <a:cs typeface="Arial"/>
              <a:sym typeface="Arial"/>
            </a:endParaRPr>
          </a:p>
          <a:p>
            <a:pPr marL="1270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public:</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a:t>
            </a:r>
            <a:endParaRPr sz="1800">
              <a:solidFill>
                <a:schemeClr val="dk1"/>
              </a:solidFill>
              <a:latin typeface="Arial"/>
              <a:ea typeface="Arial"/>
              <a:cs typeface="Arial"/>
              <a:sym typeface="Arial"/>
            </a:endParaRPr>
          </a:p>
          <a:p>
            <a:pPr marL="28829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 rear=NULL;front=NULL;}  void qinsert();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qdelete();</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qdisplay();</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18" name="Google Shape;318;p17"/>
          <p:cNvSpPr/>
          <p:nvPr/>
        </p:nvSpPr>
        <p:spPr>
          <a:xfrm>
            <a:off x="3418332" y="1130808"/>
            <a:ext cx="2712720" cy="5355590"/>
          </a:xfrm>
          <a:custGeom>
            <a:avLst/>
            <a:gdLst/>
            <a:ahLst/>
            <a:cxnLst/>
            <a:rect l="l" t="t" r="r" b="b"/>
            <a:pathLst>
              <a:path w="2712720" h="5355590" extrusionOk="0">
                <a:moveTo>
                  <a:pt x="0" y="5355336"/>
                </a:moveTo>
                <a:lnTo>
                  <a:pt x="2712719" y="5355336"/>
                </a:lnTo>
                <a:lnTo>
                  <a:pt x="2712719"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19" name="Google Shape;319;p17"/>
          <p:cNvSpPr txBox="1"/>
          <p:nvPr/>
        </p:nvSpPr>
        <p:spPr>
          <a:xfrm>
            <a:off x="3497707" y="1149222"/>
            <a:ext cx="2249170" cy="496443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queue::qinsert()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107950" lvl="0" indent="0" algn="l" rtl="0">
              <a:lnSpc>
                <a:spcPct val="100000"/>
              </a:lnSpc>
              <a:spcBef>
                <a:spcPts val="0"/>
              </a:spcBef>
              <a:spcAft>
                <a:spcPts val="0"/>
              </a:spcAft>
              <a:buNone/>
            </a:pPr>
            <a:r>
              <a:rPr lang="en-US" sz="1800">
                <a:solidFill>
                  <a:schemeClr val="dk1"/>
                </a:solidFill>
                <a:latin typeface="Arial"/>
                <a:ea typeface="Arial"/>
                <a:cs typeface="Arial"/>
                <a:sym typeface="Arial"/>
              </a:rPr>
              <a:t>node *temp;  temp=new node;  cout&lt;&lt;"Data :";  cin&gt;&gt;temp-&gt;data;  temp-&gt;next=NULL;  if(rear==NULL)</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563880" marR="523240" lvl="0" indent="0" algn="l" rtl="0">
              <a:lnSpc>
                <a:spcPct val="100000"/>
              </a:lnSpc>
              <a:spcBef>
                <a:spcPts val="0"/>
              </a:spcBef>
              <a:spcAft>
                <a:spcPts val="0"/>
              </a:spcAft>
              <a:buNone/>
            </a:pPr>
            <a:r>
              <a:rPr lang="en-US" sz="1800">
                <a:solidFill>
                  <a:schemeClr val="dk1"/>
                </a:solidFill>
                <a:latin typeface="Arial"/>
                <a:ea typeface="Arial"/>
                <a:cs typeface="Arial"/>
                <a:sym typeface="Arial"/>
              </a:rPr>
              <a:t>rear=temp;  front=temp;</a:t>
            </a:r>
            <a:endParaRPr sz="1800">
              <a:solidFill>
                <a:schemeClr val="dk1"/>
              </a:solidFill>
              <a:latin typeface="Arial"/>
              <a:ea typeface="Arial"/>
              <a:cs typeface="Arial"/>
              <a:sym typeface="Arial"/>
            </a:endParaRPr>
          </a:p>
          <a:p>
            <a:pPr marL="28829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else</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56388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rear-&gt;next=temp;  rear=temp;</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20" name="Google Shape;320;p17"/>
          <p:cNvSpPr/>
          <p:nvPr/>
        </p:nvSpPr>
        <p:spPr>
          <a:xfrm>
            <a:off x="6237732" y="1095755"/>
            <a:ext cx="2938780" cy="5355590"/>
          </a:xfrm>
          <a:custGeom>
            <a:avLst/>
            <a:gdLst/>
            <a:ahLst/>
            <a:cxnLst/>
            <a:rect l="l" t="t" r="r" b="b"/>
            <a:pathLst>
              <a:path w="2938779" h="5355590" extrusionOk="0">
                <a:moveTo>
                  <a:pt x="0" y="5355336"/>
                </a:moveTo>
                <a:lnTo>
                  <a:pt x="2938271" y="5355336"/>
                </a:lnTo>
                <a:lnTo>
                  <a:pt x="2938271"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21" name="Google Shape;321;p17"/>
          <p:cNvSpPr txBox="1"/>
          <p:nvPr/>
        </p:nvSpPr>
        <p:spPr>
          <a:xfrm>
            <a:off x="6317107" y="1114171"/>
            <a:ext cx="2038985" cy="8483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queue::qdelete()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if(front!=NULL)</a:t>
            </a:r>
            <a:endParaRPr sz="1800">
              <a:solidFill>
                <a:schemeClr val="dk1"/>
              </a:solidFill>
              <a:latin typeface="Arial"/>
              <a:ea typeface="Arial"/>
              <a:cs typeface="Arial"/>
              <a:sym typeface="Arial"/>
            </a:endParaRPr>
          </a:p>
        </p:txBody>
      </p:sp>
      <p:sp>
        <p:nvSpPr>
          <p:cNvPr id="322" name="Google Shape;322;p17"/>
          <p:cNvSpPr txBox="1"/>
          <p:nvPr/>
        </p:nvSpPr>
        <p:spPr>
          <a:xfrm>
            <a:off x="6592951" y="1937384"/>
            <a:ext cx="2126615" cy="1946275"/>
          </a:xfrm>
          <a:prstGeom prst="rect">
            <a:avLst/>
          </a:prstGeom>
          <a:noFill/>
          <a:ln>
            <a:noFill/>
          </a:ln>
        </p:spPr>
        <p:txBody>
          <a:bodyPr spcFirstLastPara="1" wrap="square" lIns="0" tIns="12700" rIns="0" bIns="0" anchor="t" anchorCtr="0">
            <a:spAutoFit/>
          </a:bodyPr>
          <a:lstStyle/>
          <a:p>
            <a:pPr marL="288290" marR="5080" lvl="0" indent="-276225" algn="l" rtl="0">
              <a:lnSpc>
                <a:spcPct val="100000"/>
              </a:lnSpc>
              <a:spcBef>
                <a:spcPts val="0"/>
              </a:spcBef>
              <a:spcAft>
                <a:spcPts val="0"/>
              </a:spcAft>
              <a:buNone/>
            </a:pPr>
            <a:r>
              <a:rPr lang="en-US" sz="1800">
                <a:solidFill>
                  <a:schemeClr val="dk1"/>
                </a:solidFill>
                <a:latin typeface="Arial"/>
                <a:ea typeface="Arial"/>
                <a:cs typeface="Arial"/>
                <a:sym typeface="Arial"/>
              </a:rPr>
              <a:t>{		node *temp=front;  cout&lt;&lt;front-&gt;data</a:t>
            </a:r>
            <a:endParaRPr sz="1800">
              <a:solidFill>
                <a:schemeClr val="dk1"/>
              </a:solidFill>
              <a:latin typeface="Arial"/>
              <a:ea typeface="Arial"/>
              <a:cs typeface="Arial"/>
              <a:sym typeface="Arial"/>
            </a:endParaRPr>
          </a:p>
          <a:p>
            <a:pPr marL="288290" marR="58419" lvl="0" indent="362585" algn="l" rtl="0">
              <a:lnSpc>
                <a:spcPct val="100000"/>
              </a:lnSpc>
              <a:spcBef>
                <a:spcPts val="0"/>
              </a:spcBef>
              <a:spcAft>
                <a:spcPts val="0"/>
              </a:spcAft>
              <a:buNone/>
            </a:pPr>
            <a:r>
              <a:rPr lang="en-US" sz="1800">
                <a:solidFill>
                  <a:schemeClr val="dk1"/>
                </a:solidFill>
                <a:latin typeface="Arial"/>
                <a:ea typeface="Arial"/>
                <a:cs typeface="Arial"/>
                <a:sym typeface="Arial"/>
              </a:rPr>
              <a:t>&lt;&lt;"deleted \n";  front=front-&gt;next;  delete temp;  if(front==NULL)</a:t>
            </a:r>
            <a:endParaRPr sz="1800">
              <a:solidFill>
                <a:schemeClr val="dk1"/>
              </a:solidFill>
              <a:latin typeface="Arial"/>
              <a:ea typeface="Arial"/>
              <a:cs typeface="Arial"/>
              <a:sym typeface="Arial"/>
            </a:endParaRPr>
          </a:p>
          <a:p>
            <a:pPr marL="56578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rear=NULL;	}</a:t>
            </a:r>
            <a:endParaRPr sz="1800">
              <a:solidFill>
                <a:schemeClr val="dk1"/>
              </a:solidFill>
              <a:latin typeface="Arial"/>
              <a:ea typeface="Arial"/>
              <a:cs typeface="Arial"/>
              <a:sym typeface="Arial"/>
            </a:endParaRPr>
          </a:p>
        </p:txBody>
      </p:sp>
      <p:sp>
        <p:nvSpPr>
          <p:cNvPr id="323" name="Google Shape;323;p17"/>
          <p:cNvSpPr txBox="1"/>
          <p:nvPr/>
        </p:nvSpPr>
        <p:spPr>
          <a:xfrm>
            <a:off x="6317107" y="3858005"/>
            <a:ext cx="2759710" cy="2494915"/>
          </a:xfrm>
          <a:prstGeom prst="rect">
            <a:avLst/>
          </a:prstGeom>
          <a:noFill/>
          <a:ln>
            <a:noFill/>
          </a:ln>
        </p:spPr>
        <p:txBody>
          <a:bodyPr spcFirstLastPara="1" wrap="square" lIns="0" tIns="12700" rIns="0" bIns="0" anchor="t" anchorCtr="0">
            <a:spAutoFit/>
          </a:bodyPr>
          <a:lstStyle/>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else</a:t>
            </a:r>
            <a:endParaRPr sz="1800">
              <a:solidFill>
                <a:schemeClr val="dk1"/>
              </a:solidFill>
              <a:latin typeface="Arial"/>
              <a:ea typeface="Arial"/>
              <a:cs typeface="Arial"/>
              <a:sym typeface="Arial"/>
            </a:endParaRPr>
          </a:p>
          <a:p>
            <a:pPr marL="518159"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cout&lt;&lt;“empty Queue “;</a:t>
            </a:r>
            <a:endParaRPr sz="1800">
              <a:solidFill>
                <a:schemeClr val="dk1"/>
              </a:solidFill>
              <a:latin typeface="Arial"/>
              <a:ea typeface="Arial"/>
              <a:cs typeface="Arial"/>
              <a:sym typeface="Arial"/>
            </a:endParaRPr>
          </a:p>
          <a:p>
            <a:pPr marL="469265"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queue::qdisplay()</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587375" lvl="0" indent="0" algn="l" rtl="0">
              <a:lnSpc>
                <a:spcPct val="100000"/>
              </a:lnSpc>
              <a:spcBef>
                <a:spcPts val="0"/>
              </a:spcBef>
              <a:spcAft>
                <a:spcPts val="0"/>
              </a:spcAft>
              <a:buNone/>
            </a:pPr>
            <a:r>
              <a:rPr lang="en-US" sz="1800">
                <a:solidFill>
                  <a:schemeClr val="dk1"/>
                </a:solidFill>
                <a:latin typeface="Arial"/>
                <a:ea typeface="Arial"/>
                <a:cs typeface="Arial"/>
                <a:sym typeface="Arial"/>
              </a:rPr>
              <a:t>node *temp=front;  while(temp!=NULL)</a:t>
            </a:r>
            <a:endParaRPr sz="1800">
              <a:solidFill>
                <a:schemeClr val="dk1"/>
              </a:solidFill>
              <a:latin typeface="Arial"/>
              <a:ea typeface="Arial"/>
              <a:cs typeface="Arial"/>
              <a:sym typeface="Arial"/>
            </a:endParaRPr>
          </a:p>
          <a:p>
            <a:pPr marL="563880" marR="21590" lvl="0" indent="-276225" algn="l" rtl="0">
              <a:lnSpc>
                <a:spcPct val="100000"/>
              </a:lnSpc>
              <a:spcBef>
                <a:spcPts val="0"/>
              </a:spcBef>
              <a:spcAft>
                <a:spcPts val="0"/>
              </a:spcAft>
              <a:buNone/>
            </a:pPr>
            <a:r>
              <a:rPr lang="en-US" sz="1800">
                <a:solidFill>
                  <a:schemeClr val="dk1"/>
                </a:solidFill>
                <a:latin typeface="Arial"/>
                <a:ea typeface="Arial"/>
                <a:cs typeface="Arial"/>
                <a:sym typeface="Arial"/>
              </a:rPr>
              <a:t>{	cout&lt;&lt;temp-&gt;data;  temp=temp-&gt;next;	} }</a:t>
            </a:r>
            <a:endParaRPr sz="1800">
              <a:solidFill>
                <a:schemeClr val="dk1"/>
              </a:solidFill>
              <a:latin typeface="Arial"/>
              <a:ea typeface="Arial"/>
              <a:cs typeface="Arial"/>
              <a:sym typeface="Arial"/>
            </a:endParaRPr>
          </a:p>
        </p:txBody>
      </p:sp>
      <p:sp>
        <p:nvSpPr>
          <p:cNvPr id="324" name="Google Shape;324;p17"/>
          <p:cNvSpPr/>
          <p:nvPr/>
        </p:nvSpPr>
        <p:spPr>
          <a:xfrm>
            <a:off x="9281159" y="1095755"/>
            <a:ext cx="2577465" cy="5355590"/>
          </a:xfrm>
          <a:custGeom>
            <a:avLst/>
            <a:gdLst/>
            <a:ahLst/>
            <a:cxnLst/>
            <a:rect l="l" t="t" r="r" b="b"/>
            <a:pathLst>
              <a:path w="2577465" h="5355590" extrusionOk="0">
                <a:moveTo>
                  <a:pt x="0" y="5355336"/>
                </a:moveTo>
                <a:lnTo>
                  <a:pt x="2577083" y="5355336"/>
                </a:lnTo>
                <a:lnTo>
                  <a:pt x="2577083" y="0"/>
                </a:lnTo>
                <a:lnTo>
                  <a:pt x="0" y="0"/>
                </a:lnTo>
                <a:lnTo>
                  <a:pt x="0" y="535533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25" name="Google Shape;325;p17"/>
          <p:cNvSpPr txBox="1"/>
          <p:nvPr/>
        </p:nvSpPr>
        <p:spPr>
          <a:xfrm>
            <a:off x="9361169" y="1114171"/>
            <a:ext cx="2419985" cy="523875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main()</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42164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 q1; char ch;  do</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56388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cout&lt;&lt; "i. insert\n</a:t>
            </a:r>
            <a:endParaRPr sz="1800">
              <a:solidFill>
                <a:schemeClr val="dk1"/>
              </a:solidFill>
              <a:latin typeface="Arial"/>
              <a:ea typeface="Arial"/>
              <a:cs typeface="Arial"/>
              <a:sym typeface="Arial"/>
            </a:endParaRPr>
          </a:p>
          <a:p>
            <a:pPr marL="4699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d. Delete\ns. Display</a:t>
            </a:r>
            <a:endParaRPr sz="1800">
              <a:solidFill>
                <a:schemeClr val="dk1"/>
              </a:solidFill>
              <a:latin typeface="Arial"/>
              <a:ea typeface="Arial"/>
              <a:cs typeface="Arial"/>
              <a:sym typeface="Arial"/>
            </a:endParaRPr>
          </a:p>
          <a:p>
            <a:pPr marL="563880" marR="885189" lvl="0" indent="-94615" algn="l" rtl="0">
              <a:lnSpc>
                <a:spcPct val="100000"/>
              </a:lnSpc>
              <a:spcBef>
                <a:spcPts val="0"/>
              </a:spcBef>
              <a:spcAft>
                <a:spcPts val="0"/>
              </a:spcAft>
              <a:buNone/>
            </a:pPr>
            <a:r>
              <a:rPr lang="en-US" sz="1800">
                <a:solidFill>
                  <a:schemeClr val="dk1"/>
                </a:solidFill>
                <a:latin typeface="Arial"/>
                <a:ea typeface="Arial"/>
                <a:cs typeface="Arial"/>
                <a:sym typeface="Arial"/>
              </a:rPr>
              <a:t>\n q. quit ";  cin&gt;&gt;ch;  switch(ch)</a:t>
            </a:r>
            <a:endParaRPr sz="1800">
              <a:solidFill>
                <a:schemeClr val="dk1"/>
              </a:solidFill>
              <a:latin typeface="Arial"/>
              <a:ea typeface="Arial"/>
              <a:cs typeface="Arial"/>
              <a:sym typeface="Arial"/>
            </a:endParaRPr>
          </a:p>
          <a:p>
            <a:pPr marL="563880" marR="0" lvl="0" indent="0" algn="l" rtl="0">
              <a:lnSpc>
                <a:spcPct val="100000"/>
              </a:lnSpc>
              <a:spcBef>
                <a:spcPts val="5"/>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469900" marR="147955" lvl="0" indent="93980" algn="l" rtl="0">
              <a:lnSpc>
                <a:spcPct val="100000"/>
              </a:lnSpc>
              <a:spcBef>
                <a:spcPts val="0"/>
              </a:spcBef>
              <a:spcAft>
                <a:spcPts val="0"/>
              </a:spcAft>
              <a:buNone/>
            </a:pPr>
            <a:r>
              <a:rPr lang="en-US" sz="1800">
                <a:solidFill>
                  <a:schemeClr val="dk1"/>
                </a:solidFill>
                <a:latin typeface="Arial"/>
                <a:ea typeface="Arial"/>
                <a:cs typeface="Arial"/>
                <a:sym typeface="Arial"/>
              </a:rPr>
              <a:t>case 'i' :  q1.qinsert();break;  case 'd' :  q1.qdelete();break;  case 's' :  q1.qdisplay();</a:t>
            </a:r>
            <a:endParaRPr sz="1800">
              <a:solidFill>
                <a:schemeClr val="dk1"/>
              </a:solidFill>
              <a:latin typeface="Arial"/>
              <a:ea typeface="Arial"/>
              <a:cs typeface="Arial"/>
              <a:sym typeface="Arial"/>
            </a:endParaRPr>
          </a:p>
          <a:p>
            <a:pPr marL="56388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}while(ch!='q'); }</a:t>
            </a:r>
            <a:endParaRPr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18"/>
          <p:cNvSpPr txBox="1">
            <a:spLocks noGrp="1"/>
          </p:cNvSpPr>
          <p:nvPr>
            <p:ph type="title"/>
          </p:nvPr>
        </p:nvSpPr>
        <p:spPr>
          <a:xfrm>
            <a:off x="1255877" y="151587"/>
            <a:ext cx="9467215" cy="936154"/>
          </a:xfrm>
          <a:prstGeom prst="rect">
            <a:avLst/>
          </a:prstGeom>
          <a:noFill/>
          <a:ln>
            <a:noFill/>
          </a:ln>
        </p:spPr>
        <p:txBody>
          <a:bodyPr spcFirstLastPara="1" wrap="square" lIns="0" tIns="13325" rIns="0" bIns="0" anchor="ctr" anchorCtr="0">
            <a:spAutoFit/>
          </a:bodyPr>
          <a:lstStyle/>
          <a:p>
            <a:pPr marL="0" lvl="0" indent="0" algn="ctr" rtl="0">
              <a:lnSpc>
                <a:spcPct val="152083"/>
              </a:lnSpc>
              <a:spcBef>
                <a:spcPts val="0"/>
              </a:spcBef>
              <a:spcAft>
                <a:spcPts val="0"/>
              </a:spcAft>
              <a:buClr>
                <a:schemeClr val="dk1"/>
              </a:buClr>
              <a:buSzPts val="2400"/>
              <a:buFont typeface="Lucida Sans"/>
              <a:buNone/>
            </a:pPr>
            <a:r>
              <a:rPr lang="en-US" sz="2400">
                <a:solidFill>
                  <a:schemeClr val="dk1"/>
                </a:solidFill>
              </a:rPr>
              <a:t>PROGRAM TO ILLUSTRATE OPERATIONS ON QUEUE</a:t>
            </a:r>
            <a:endParaRPr/>
          </a:p>
          <a:p>
            <a:pPr marL="3810" lvl="0" indent="0" algn="ctr" rtl="0">
              <a:lnSpc>
                <a:spcPct val="152083"/>
              </a:lnSpc>
              <a:spcBef>
                <a:spcPts val="0"/>
              </a:spcBef>
              <a:spcAft>
                <a:spcPts val="0"/>
              </a:spcAft>
              <a:buClr>
                <a:schemeClr val="dk1"/>
              </a:buClr>
              <a:buSzPts val="2400"/>
              <a:buFont typeface="Lucida Sans"/>
              <a:buNone/>
            </a:pPr>
            <a:r>
              <a:rPr lang="en-US" sz="2400">
                <a:solidFill>
                  <a:schemeClr val="dk1"/>
                </a:solidFill>
              </a:rPr>
              <a:t>AS A LINKED LIST : Explanation</a:t>
            </a:r>
            <a:endParaRPr/>
          </a:p>
        </p:txBody>
      </p:sp>
      <p:sp>
        <p:nvSpPr>
          <p:cNvPr id="331" name="Google Shape;331;p18"/>
          <p:cNvSpPr/>
          <p:nvPr/>
        </p:nvSpPr>
        <p:spPr>
          <a:xfrm>
            <a:off x="324611" y="1345691"/>
            <a:ext cx="9374505" cy="2032000"/>
          </a:xfrm>
          <a:custGeom>
            <a:avLst/>
            <a:gdLst/>
            <a:ahLst/>
            <a:cxnLst/>
            <a:rect l="l" t="t" r="r" b="b"/>
            <a:pathLst>
              <a:path w="9374505" h="2032000" extrusionOk="0">
                <a:moveTo>
                  <a:pt x="0" y="2031491"/>
                </a:moveTo>
                <a:lnTo>
                  <a:pt x="9374124" y="2031491"/>
                </a:lnTo>
                <a:lnTo>
                  <a:pt x="9374124" y="0"/>
                </a:lnTo>
                <a:lnTo>
                  <a:pt x="0" y="0"/>
                </a:lnTo>
                <a:lnTo>
                  <a:pt x="0" y="2031491"/>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32" name="Google Shape;332;p18"/>
          <p:cNvSpPr txBox="1"/>
          <p:nvPr/>
        </p:nvSpPr>
        <p:spPr>
          <a:xfrm>
            <a:off x="403961" y="1363471"/>
            <a:ext cx="2113915" cy="57467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#include&lt;iostream.h&gt;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#include&lt;conio.h&gt;</a:t>
            </a:r>
            <a:endParaRPr sz="1800">
              <a:solidFill>
                <a:schemeClr val="dk1"/>
              </a:solidFill>
              <a:latin typeface="Arial"/>
              <a:ea typeface="Arial"/>
              <a:cs typeface="Arial"/>
              <a:sym typeface="Arial"/>
            </a:endParaRPr>
          </a:p>
        </p:txBody>
      </p:sp>
      <p:sp>
        <p:nvSpPr>
          <p:cNvPr id="333" name="Google Shape;333;p18"/>
          <p:cNvSpPr txBox="1"/>
          <p:nvPr/>
        </p:nvSpPr>
        <p:spPr>
          <a:xfrm>
            <a:off x="403961" y="1912365"/>
            <a:ext cx="1428750" cy="139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struct node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28829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int data;  node *next;</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34" name="Google Shape;334;p18"/>
          <p:cNvSpPr/>
          <p:nvPr/>
        </p:nvSpPr>
        <p:spPr>
          <a:xfrm>
            <a:off x="277368" y="3607308"/>
            <a:ext cx="10898505" cy="2863850"/>
          </a:xfrm>
          <a:custGeom>
            <a:avLst/>
            <a:gdLst/>
            <a:ahLst/>
            <a:cxnLst/>
            <a:rect l="l" t="t" r="r" b="b"/>
            <a:pathLst>
              <a:path w="10898505" h="2863850" extrusionOk="0">
                <a:moveTo>
                  <a:pt x="0" y="2863596"/>
                </a:moveTo>
                <a:lnTo>
                  <a:pt x="10898124" y="2863596"/>
                </a:lnTo>
                <a:lnTo>
                  <a:pt x="10898124" y="0"/>
                </a:lnTo>
                <a:lnTo>
                  <a:pt x="0" y="0"/>
                </a:lnTo>
                <a:lnTo>
                  <a:pt x="0" y="2863596"/>
                </a:lnTo>
                <a:close/>
              </a:path>
            </a:pathLst>
          </a:custGeom>
          <a:noFill/>
          <a:ln w="9525" cap="flat" cmpd="sng">
            <a:solidFill>
              <a:srgbClr val="DF52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35" name="Google Shape;335;p18"/>
          <p:cNvSpPr txBox="1"/>
          <p:nvPr/>
        </p:nvSpPr>
        <p:spPr>
          <a:xfrm>
            <a:off x="355803" y="3626357"/>
            <a:ext cx="9899650" cy="139763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class queue</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marL="12700" marR="5080" lvl="0" indent="275590" algn="l" rtl="0">
              <a:lnSpc>
                <a:spcPct val="100000"/>
              </a:lnSpc>
              <a:spcBef>
                <a:spcPts val="0"/>
              </a:spcBef>
              <a:spcAft>
                <a:spcPts val="0"/>
              </a:spcAft>
              <a:buNone/>
            </a:pPr>
            <a:r>
              <a:rPr lang="en-US" sz="1800">
                <a:solidFill>
                  <a:schemeClr val="dk1"/>
                </a:solidFill>
                <a:latin typeface="Arial"/>
                <a:ea typeface="Arial"/>
                <a:cs typeface="Arial"/>
                <a:sym typeface="Arial"/>
              </a:rPr>
              <a:t>node *rear,*front; // front point to the beginning of the queue and rear points to the end of the queue  public:</a:t>
            </a:r>
            <a:endParaRPr sz="1800">
              <a:solidFill>
                <a:schemeClr val="dk1"/>
              </a:solidFill>
              <a:latin typeface="Arial"/>
              <a:ea typeface="Arial"/>
              <a:cs typeface="Arial"/>
              <a:sym typeface="Arial"/>
            </a:endParaRPr>
          </a:p>
          <a:p>
            <a:pPr marL="28829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queue()</a:t>
            </a:r>
            <a:endParaRPr sz="1800">
              <a:solidFill>
                <a:schemeClr val="dk1"/>
              </a:solidFill>
              <a:latin typeface="Arial"/>
              <a:ea typeface="Arial"/>
              <a:cs typeface="Arial"/>
              <a:sym typeface="Arial"/>
            </a:endParaRPr>
          </a:p>
        </p:txBody>
      </p:sp>
      <p:sp>
        <p:nvSpPr>
          <p:cNvPr id="336" name="Google Shape;336;p18"/>
          <p:cNvSpPr txBox="1"/>
          <p:nvPr/>
        </p:nvSpPr>
        <p:spPr>
          <a:xfrm>
            <a:off x="3786885" y="4998211"/>
            <a:ext cx="3319779"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 Initializes front and rear to NULL</a:t>
            </a:r>
            <a:endParaRPr sz="1800">
              <a:solidFill>
                <a:schemeClr val="dk1"/>
              </a:solidFill>
              <a:latin typeface="Arial"/>
              <a:ea typeface="Arial"/>
              <a:cs typeface="Arial"/>
              <a:sym typeface="Arial"/>
            </a:endParaRPr>
          </a:p>
        </p:txBody>
      </p:sp>
      <p:sp>
        <p:nvSpPr>
          <p:cNvPr id="337" name="Google Shape;337;p18"/>
          <p:cNvSpPr txBox="1"/>
          <p:nvPr/>
        </p:nvSpPr>
        <p:spPr>
          <a:xfrm>
            <a:off x="631647" y="4998211"/>
            <a:ext cx="2515235" cy="112331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Arial"/>
                <a:ea typeface="Arial"/>
                <a:cs typeface="Arial"/>
                <a:sym typeface="Arial"/>
              </a:rPr>
              <a:t>{ rear=NULL;front=NULL;}  void qinsert();</a:t>
            </a:r>
            <a:endParaRPr sz="1800">
              <a:solidFill>
                <a:schemeClr val="dk1"/>
              </a:solidFill>
              <a:latin typeface="Arial"/>
              <a:ea typeface="Arial"/>
              <a:cs typeface="Arial"/>
              <a:sym typeface="Arial"/>
            </a:endParaRPr>
          </a:p>
          <a:p>
            <a:pPr marL="12700" marR="1061720" lvl="0" indent="0" algn="l" rtl="0">
              <a:lnSpc>
                <a:spcPct val="100000"/>
              </a:lnSpc>
              <a:spcBef>
                <a:spcPts val="0"/>
              </a:spcBef>
              <a:spcAft>
                <a:spcPts val="0"/>
              </a:spcAft>
              <a:buNone/>
            </a:pPr>
            <a:r>
              <a:rPr lang="en-US" sz="1800">
                <a:solidFill>
                  <a:schemeClr val="dk1"/>
                </a:solidFill>
                <a:latin typeface="Arial"/>
                <a:ea typeface="Arial"/>
                <a:cs typeface="Arial"/>
                <a:sym typeface="Arial"/>
              </a:rPr>
              <a:t>void qdelete();  void qdisplay();</a:t>
            </a:r>
            <a:endParaRPr sz="1800">
              <a:solidFill>
                <a:schemeClr val="dk1"/>
              </a:solidFill>
              <a:latin typeface="Arial"/>
              <a:ea typeface="Arial"/>
              <a:cs typeface="Arial"/>
              <a:sym typeface="Arial"/>
            </a:endParaRPr>
          </a:p>
        </p:txBody>
      </p:sp>
      <p:sp>
        <p:nvSpPr>
          <p:cNvPr id="338" name="Google Shape;338;p18"/>
          <p:cNvSpPr txBox="1"/>
          <p:nvPr/>
        </p:nvSpPr>
        <p:spPr>
          <a:xfrm>
            <a:off x="355803" y="6095796"/>
            <a:ext cx="1549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339" name="Google Shape;339;p18"/>
          <p:cNvSpPr/>
          <p:nvPr/>
        </p:nvSpPr>
        <p:spPr>
          <a:xfrm>
            <a:off x="2161794" y="2134361"/>
            <a:ext cx="471170" cy="1066800"/>
          </a:xfrm>
          <a:custGeom>
            <a:avLst/>
            <a:gdLst/>
            <a:ahLst/>
            <a:cxnLst/>
            <a:rect l="l" t="t" r="r" b="b"/>
            <a:pathLst>
              <a:path w="471169" h="1066800" extrusionOk="0">
                <a:moveTo>
                  <a:pt x="0" y="0"/>
                </a:moveTo>
                <a:lnTo>
                  <a:pt x="74426" y="1996"/>
                </a:lnTo>
                <a:lnTo>
                  <a:pt x="139061" y="7559"/>
                </a:lnTo>
                <a:lnTo>
                  <a:pt x="190030" y="16047"/>
                </a:lnTo>
                <a:lnTo>
                  <a:pt x="235457" y="39242"/>
                </a:lnTo>
                <a:lnTo>
                  <a:pt x="235457" y="494157"/>
                </a:lnTo>
                <a:lnTo>
                  <a:pt x="247461" y="506577"/>
                </a:lnTo>
                <a:lnTo>
                  <a:pt x="280885" y="517352"/>
                </a:lnTo>
                <a:lnTo>
                  <a:pt x="331854" y="525840"/>
                </a:lnTo>
                <a:lnTo>
                  <a:pt x="396489" y="531403"/>
                </a:lnTo>
                <a:lnTo>
                  <a:pt x="470916" y="533400"/>
                </a:lnTo>
                <a:lnTo>
                  <a:pt x="396489" y="535396"/>
                </a:lnTo>
                <a:lnTo>
                  <a:pt x="331854" y="540959"/>
                </a:lnTo>
                <a:lnTo>
                  <a:pt x="280885" y="549447"/>
                </a:lnTo>
                <a:lnTo>
                  <a:pt x="247461" y="560222"/>
                </a:lnTo>
                <a:lnTo>
                  <a:pt x="235457" y="572642"/>
                </a:lnTo>
                <a:lnTo>
                  <a:pt x="235457" y="1027557"/>
                </a:lnTo>
                <a:lnTo>
                  <a:pt x="223454" y="1039977"/>
                </a:lnTo>
                <a:lnTo>
                  <a:pt x="190030" y="1050752"/>
                </a:lnTo>
                <a:lnTo>
                  <a:pt x="139061" y="1059240"/>
                </a:lnTo>
                <a:lnTo>
                  <a:pt x="74426" y="1064803"/>
                </a:lnTo>
                <a:lnTo>
                  <a:pt x="0" y="1066800"/>
                </a:lnTo>
              </a:path>
            </a:pathLst>
          </a:custGeom>
          <a:noFill/>
          <a:ln w="10650" cap="flat" cmpd="sng">
            <a:solidFill>
              <a:srgbClr val="A6B7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40" name="Google Shape;340;p18"/>
          <p:cNvSpPr txBox="1"/>
          <p:nvPr/>
        </p:nvSpPr>
        <p:spPr>
          <a:xfrm>
            <a:off x="3376676" y="1874646"/>
            <a:ext cx="5704840" cy="11233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Self Referential Structure: These are special structures which</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contains pointers to themselves.</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Here, next is a pointer of type node itself.</a:t>
            </a: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Self Referential structures are needed to create Linked Lists.</a:t>
            </a:r>
            <a:endParaRPr sz="1800">
              <a:solidFill>
                <a:schemeClr val="dk1"/>
              </a:solidFill>
              <a:latin typeface="Arial"/>
              <a:ea typeface="Arial"/>
              <a:cs typeface="Arial"/>
              <a:sym typeface="Arial"/>
            </a:endParaRPr>
          </a:p>
        </p:txBody>
      </p:sp>
      <p:sp>
        <p:nvSpPr>
          <p:cNvPr id="341" name="Google Shape;341;p18"/>
          <p:cNvSpPr/>
          <p:nvPr/>
        </p:nvSpPr>
        <p:spPr>
          <a:xfrm>
            <a:off x="3367278" y="4808982"/>
            <a:ext cx="375285" cy="581025"/>
          </a:xfrm>
          <a:custGeom>
            <a:avLst/>
            <a:gdLst/>
            <a:ahLst/>
            <a:cxnLst/>
            <a:rect l="l" t="t" r="r" b="b"/>
            <a:pathLst>
              <a:path w="375285" h="581025" extrusionOk="0">
                <a:moveTo>
                  <a:pt x="0" y="0"/>
                </a:moveTo>
                <a:lnTo>
                  <a:pt x="72955" y="2452"/>
                </a:lnTo>
                <a:lnTo>
                  <a:pt x="132540" y="9144"/>
                </a:lnTo>
                <a:lnTo>
                  <a:pt x="172718" y="19073"/>
                </a:lnTo>
                <a:lnTo>
                  <a:pt x="187451" y="31242"/>
                </a:lnTo>
                <a:lnTo>
                  <a:pt x="187451" y="259080"/>
                </a:lnTo>
                <a:lnTo>
                  <a:pt x="202185" y="271248"/>
                </a:lnTo>
                <a:lnTo>
                  <a:pt x="242363" y="281178"/>
                </a:lnTo>
                <a:lnTo>
                  <a:pt x="301948" y="287869"/>
                </a:lnTo>
                <a:lnTo>
                  <a:pt x="374904" y="290322"/>
                </a:lnTo>
                <a:lnTo>
                  <a:pt x="301948" y="292774"/>
                </a:lnTo>
                <a:lnTo>
                  <a:pt x="242363" y="299466"/>
                </a:lnTo>
                <a:lnTo>
                  <a:pt x="202185" y="309395"/>
                </a:lnTo>
                <a:lnTo>
                  <a:pt x="187451" y="321564"/>
                </a:lnTo>
                <a:lnTo>
                  <a:pt x="187451" y="549402"/>
                </a:lnTo>
                <a:lnTo>
                  <a:pt x="172718" y="561570"/>
                </a:lnTo>
                <a:lnTo>
                  <a:pt x="132540" y="571500"/>
                </a:lnTo>
                <a:lnTo>
                  <a:pt x="72955" y="578191"/>
                </a:lnTo>
                <a:lnTo>
                  <a:pt x="0" y="580644"/>
                </a:lnTo>
              </a:path>
            </a:pathLst>
          </a:custGeom>
          <a:noFill/>
          <a:ln w="10650" cap="flat" cmpd="sng">
            <a:solidFill>
              <a:srgbClr val="A6B72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9"/>
          <p:cNvSpPr txBox="1">
            <a:spLocks noGrp="1"/>
          </p:cNvSpPr>
          <p:nvPr>
            <p:ph type="title"/>
          </p:nvPr>
        </p:nvSpPr>
        <p:spPr>
          <a:xfrm>
            <a:off x="568248" y="505206"/>
            <a:ext cx="9221470" cy="696595"/>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Lucida Sans"/>
              <a:buNone/>
            </a:pPr>
            <a:r>
              <a:rPr lang="en-US" sz="4400"/>
              <a:t>DISADVANTAGE OF NORMAL QUEUE</a:t>
            </a:r>
            <a:endParaRPr sz="4400"/>
          </a:p>
        </p:txBody>
      </p:sp>
      <p:sp>
        <p:nvSpPr>
          <p:cNvPr id="347" name="Google Shape;347;p19"/>
          <p:cNvSpPr txBox="1"/>
          <p:nvPr/>
        </p:nvSpPr>
        <p:spPr>
          <a:xfrm>
            <a:off x="859942" y="1781682"/>
            <a:ext cx="9251315" cy="2182008"/>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The queue as an array suffers from one major drawback.</a:t>
            </a:r>
            <a:endParaRPr sz="280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None/>
            </a:pPr>
            <a:endParaRPr sz="2900">
              <a:solidFill>
                <a:schemeClr val="dk1"/>
              </a:solidFill>
              <a:latin typeface="Times New Roman"/>
              <a:ea typeface="Times New Roman"/>
              <a:cs typeface="Times New Roman"/>
              <a:sym typeface="Times New Roman"/>
            </a:endParaRPr>
          </a:p>
          <a:p>
            <a:pPr marL="12700" marR="5080" lvl="0" indent="0" algn="l" rtl="0">
              <a:lnSpc>
                <a:spcPct val="100000"/>
              </a:lnSpc>
              <a:spcBef>
                <a:spcPts val="0"/>
              </a:spcBef>
              <a:spcAft>
                <a:spcPts val="0"/>
              </a:spcAft>
              <a:buNone/>
            </a:pPr>
            <a:r>
              <a:rPr lang="en-US" sz="2800">
                <a:solidFill>
                  <a:schemeClr val="dk1"/>
                </a:solidFill>
                <a:latin typeface="Times New Roman"/>
                <a:ea typeface="Times New Roman"/>
                <a:cs typeface="Times New Roman"/>
                <a:sym typeface="Times New Roman"/>
              </a:rPr>
              <a:t>As arrays are fixed in size, elements can not be inserted beyond  the maximum size of the array, even though in reality there  might be empty slots in the beginning of the queue.</a:t>
            </a:r>
            <a:endParaRPr sz="2800">
              <a:solidFill>
                <a:schemeClr val="dk1"/>
              </a:solidFill>
              <a:latin typeface="Times New Roman"/>
              <a:ea typeface="Times New Roman"/>
              <a:cs typeface="Times New Roman"/>
              <a:sym typeface="Times New Roman"/>
            </a:endParaRPr>
          </a:p>
        </p:txBody>
      </p:sp>
      <p:sp>
        <p:nvSpPr>
          <p:cNvPr id="348" name="Google Shape;348;p19"/>
          <p:cNvSpPr/>
          <p:nvPr/>
        </p:nvSpPr>
        <p:spPr>
          <a:xfrm>
            <a:off x="10435590" y="4799076"/>
            <a:ext cx="358140" cy="605155"/>
          </a:xfrm>
          <a:custGeom>
            <a:avLst/>
            <a:gdLst/>
            <a:ahLst/>
            <a:cxnLst/>
            <a:rect l="l" t="t" r="r" b="b"/>
            <a:pathLst>
              <a:path w="358140" h="605154" extrusionOk="0">
                <a:moveTo>
                  <a:pt x="299846" y="518160"/>
                </a:moveTo>
                <a:lnTo>
                  <a:pt x="270890" y="518160"/>
                </a:lnTo>
                <a:lnTo>
                  <a:pt x="314325" y="605028"/>
                </a:lnTo>
                <a:lnTo>
                  <a:pt x="350520" y="532638"/>
                </a:lnTo>
                <a:lnTo>
                  <a:pt x="299846" y="532638"/>
                </a:lnTo>
                <a:lnTo>
                  <a:pt x="299846" y="518160"/>
                </a:lnTo>
                <a:close/>
              </a:path>
              <a:path w="358140" h="605154" extrusionOk="0">
                <a:moveTo>
                  <a:pt x="299846" y="14478"/>
                </a:moveTo>
                <a:lnTo>
                  <a:pt x="299846" y="532638"/>
                </a:lnTo>
                <a:lnTo>
                  <a:pt x="328802" y="532638"/>
                </a:lnTo>
                <a:lnTo>
                  <a:pt x="328802" y="28956"/>
                </a:lnTo>
                <a:lnTo>
                  <a:pt x="314325" y="28956"/>
                </a:lnTo>
                <a:lnTo>
                  <a:pt x="299846" y="14478"/>
                </a:lnTo>
                <a:close/>
              </a:path>
              <a:path w="358140" h="605154" extrusionOk="0">
                <a:moveTo>
                  <a:pt x="357758" y="518160"/>
                </a:moveTo>
                <a:lnTo>
                  <a:pt x="328802" y="518160"/>
                </a:lnTo>
                <a:lnTo>
                  <a:pt x="328802" y="532638"/>
                </a:lnTo>
                <a:lnTo>
                  <a:pt x="350520" y="532638"/>
                </a:lnTo>
                <a:lnTo>
                  <a:pt x="357758" y="518160"/>
                </a:lnTo>
                <a:close/>
              </a:path>
              <a:path w="358140" h="605154" extrusionOk="0">
                <a:moveTo>
                  <a:pt x="322325" y="0"/>
                </a:moveTo>
                <a:lnTo>
                  <a:pt x="0" y="0"/>
                </a:lnTo>
                <a:lnTo>
                  <a:pt x="0" y="28956"/>
                </a:lnTo>
                <a:lnTo>
                  <a:pt x="299846" y="28956"/>
                </a:lnTo>
                <a:lnTo>
                  <a:pt x="299846" y="14478"/>
                </a:lnTo>
                <a:lnTo>
                  <a:pt x="328802" y="14478"/>
                </a:lnTo>
                <a:lnTo>
                  <a:pt x="328802" y="6476"/>
                </a:lnTo>
                <a:lnTo>
                  <a:pt x="322325" y="0"/>
                </a:lnTo>
                <a:close/>
              </a:path>
              <a:path w="358140" h="605154" extrusionOk="0">
                <a:moveTo>
                  <a:pt x="328802" y="14478"/>
                </a:moveTo>
                <a:lnTo>
                  <a:pt x="299846" y="14478"/>
                </a:lnTo>
                <a:lnTo>
                  <a:pt x="314325" y="28956"/>
                </a:lnTo>
                <a:lnTo>
                  <a:pt x="328802" y="28956"/>
                </a:lnTo>
                <a:lnTo>
                  <a:pt x="328802" y="14478"/>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49" name="Google Shape;349;p19"/>
          <p:cNvSpPr txBox="1"/>
          <p:nvPr/>
        </p:nvSpPr>
        <p:spPr>
          <a:xfrm>
            <a:off x="10529061" y="4533645"/>
            <a:ext cx="5683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REAR</a:t>
            </a:r>
            <a:endParaRPr sz="1800">
              <a:solidFill>
                <a:schemeClr val="dk1"/>
              </a:solidFill>
              <a:latin typeface="Arial"/>
              <a:ea typeface="Arial"/>
              <a:cs typeface="Arial"/>
              <a:sym typeface="Arial"/>
            </a:endParaRPr>
          </a:p>
        </p:txBody>
      </p:sp>
      <p:graphicFrame>
        <p:nvGraphicFramePr>
          <p:cNvPr id="350" name="Google Shape;350;p19"/>
          <p:cNvGraphicFramePr/>
          <p:nvPr/>
        </p:nvGraphicFramePr>
        <p:xfrm>
          <a:off x="4544567" y="5407152"/>
          <a:ext cx="3000000" cy="3000000"/>
        </p:xfrm>
        <a:graphic>
          <a:graphicData uri="http://schemas.openxmlformats.org/drawingml/2006/table">
            <a:tbl>
              <a:tblPr firstRow="1" bandRow="1">
                <a:noFill/>
                <a:tableStyleId>{3B2647B9-7BEF-4DE0-BBDB-3C29287D45CB}</a:tableStyleId>
              </a:tblPr>
              <a:tblGrid>
                <a:gridCol w="109475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094750">
                  <a:extLst>
                    <a:ext uri="{9D8B030D-6E8A-4147-A177-3AD203B41FA5}">
                      <a16:colId xmlns:a16="http://schemas.microsoft.com/office/drawing/2014/main" val="20003"/>
                    </a:ext>
                  </a:extLst>
                </a:gridCol>
                <a:gridCol w="1095375">
                  <a:extLst>
                    <a:ext uri="{9D8B030D-6E8A-4147-A177-3AD203B41FA5}">
                      <a16:colId xmlns:a16="http://schemas.microsoft.com/office/drawing/2014/main" val="20004"/>
                    </a:ext>
                  </a:extLst>
                </a:gridCol>
                <a:gridCol w="1095375">
                  <a:extLst>
                    <a:ext uri="{9D8B030D-6E8A-4147-A177-3AD203B41FA5}">
                      <a16:colId xmlns:a16="http://schemas.microsoft.com/office/drawing/2014/main" val="20005"/>
                    </a:ext>
                  </a:extLst>
                </a:gridCol>
              </a:tblGrid>
              <a:tr h="666000">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28575" cap="flat" cmpd="sng">
                      <a:solidFill>
                        <a:srgbClr val="79851A"/>
                      </a:solidFill>
                      <a:prstDash val="solid"/>
                      <a:round/>
                      <a:headEnd type="none" w="sm" len="sm"/>
                      <a:tailEnd type="none" w="sm" len="sm"/>
                    </a:lnL>
                    <a:lnR w="539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3975" cap="flat" cmpd="sng">
                      <a:solidFill>
                        <a:srgbClr val="79851A"/>
                      </a:solidFill>
                      <a:prstDash val="solid"/>
                      <a:round/>
                      <a:headEnd type="none" w="sm" len="sm"/>
                      <a:tailEnd type="none" w="sm" len="sm"/>
                    </a:lnL>
                    <a:lnR w="539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tc>
                  <a:txBody>
                    <a:bodyPr/>
                    <a:lstStyle/>
                    <a:p>
                      <a:pPr marL="635" marR="0" lvl="0" indent="0" algn="ctr" rtl="0">
                        <a:lnSpc>
                          <a:spcPct val="100000"/>
                        </a:lnSpc>
                        <a:spcBef>
                          <a:spcPts val="0"/>
                        </a:spcBef>
                        <a:spcAft>
                          <a:spcPts val="0"/>
                        </a:spcAft>
                        <a:buNone/>
                      </a:pPr>
                      <a:r>
                        <a:rPr lang="en-US" sz="2800" b="1" u="none" strike="noStrike" cap="none">
                          <a:solidFill>
                            <a:srgbClr val="FFFFFF"/>
                          </a:solidFill>
                          <a:latin typeface="Trebuchet MS"/>
                          <a:ea typeface="Trebuchet MS"/>
                          <a:cs typeface="Trebuchet MS"/>
                          <a:sym typeface="Trebuchet MS"/>
                        </a:rPr>
                        <a:t>30</a:t>
                      </a:r>
                      <a:endParaRPr sz="2800" u="none" strike="noStrike" cap="none">
                        <a:latin typeface="Trebuchet MS"/>
                        <a:ea typeface="Trebuchet MS"/>
                        <a:cs typeface="Trebuchet MS"/>
                        <a:sym typeface="Trebuchet MS"/>
                      </a:endParaRPr>
                    </a:p>
                  </a:txBody>
                  <a:tcPr marL="0" marR="0" marT="87000" marB="0">
                    <a:lnL w="53975" cap="flat" cmpd="sng">
                      <a:solidFill>
                        <a:srgbClr val="79851A"/>
                      </a:solidFill>
                      <a:prstDash val="solid"/>
                      <a:round/>
                      <a:headEnd type="none" w="sm" len="sm"/>
                      <a:tailEnd type="none" w="sm" len="sm"/>
                    </a:lnL>
                    <a:lnR w="539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tc>
                  <a:txBody>
                    <a:bodyPr/>
                    <a:lstStyle/>
                    <a:p>
                      <a:pPr marL="366395" marR="0" lvl="0" indent="0" algn="l" rtl="0">
                        <a:lnSpc>
                          <a:spcPct val="100000"/>
                        </a:lnSpc>
                        <a:spcBef>
                          <a:spcPts val="0"/>
                        </a:spcBef>
                        <a:spcAft>
                          <a:spcPts val="0"/>
                        </a:spcAft>
                        <a:buNone/>
                      </a:pPr>
                      <a:r>
                        <a:rPr lang="en-US" sz="2800" b="1" u="none" strike="noStrike" cap="none">
                          <a:solidFill>
                            <a:srgbClr val="FFFFFF"/>
                          </a:solidFill>
                          <a:latin typeface="Trebuchet MS"/>
                          <a:ea typeface="Trebuchet MS"/>
                          <a:cs typeface="Trebuchet MS"/>
                          <a:sym typeface="Trebuchet MS"/>
                        </a:rPr>
                        <a:t>40</a:t>
                      </a:r>
                      <a:endParaRPr sz="2800" u="none" strike="noStrike" cap="none">
                        <a:latin typeface="Trebuchet MS"/>
                        <a:ea typeface="Trebuchet MS"/>
                        <a:cs typeface="Trebuchet MS"/>
                        <a:sym typeface="Trebuchet MS"/>
                      </a:endParaRPr>
                    </a:p>
                  </a:txBody>
                  <a:tcPr marL="0" marR="0" marT="96525" marB="0">
                    <a:lnL w="53975"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tc>
                  <a:txBody>
                    <a:bodyPr/>
                    <a:lstStyle/>
                    <a:p>
                      <a:pPr marL="0" marR="9525" lvl="0" indent="0" algn="ctr" rtl="0">
                        <a:lnSpc>
                          <a:spcPct val="100000"/>
                        </a:lnSpc>
                        <a:spcBef>
                          <a:spcPts val="0"/>
                        </a:spcBef>
                        <a:spcAft>
                          <a:spcPts val="0"/>
                        </a:spcAft>
                        <a:buNone/>
                      </a:pPr>
                      <a:r>
                        <a:rPr lang="en-US" sz="2800" b="1" u="none" strike="noStrike" cap="none">
                          <a:solidFill>
                            <a:srgbClr val="FFFFFF"/>
                          </a:solidFill>
                          <a:latin typeface="Trebuchet MS"/>
                          <a:ea typeface="Trebuchet MS"/>
                          <a:cs typeface="Trebuchet MS"/>
                          <a:sym typeface="Trebuchet MS"/>
                        </a:rPr>
                        <a:t>50</a:t>
                      </a:r>
                      <a:endParaRPr sz="2800" u="none" strike="noStrike" cap="none">
                        <a:latin typeface="Trebuchet MS"/>
                        <a:ea typeface="Trebuchet MS"/>
                        <a:cs typeface="Trebuchet MS"/>
                        <a:sym typeface="Trebuchet MS"/>
                      </a:endParaRPr>
                    </a:p>
                  </a:txBody>
                  <a:tcPr marL="0" marR="0" marT="96525" marB="0">
                    <a:lnL w="28575" cap="flat" cmpd="sng">
                      <a:solidFill>
                        <a:srgbClr val="79851A"/>
                      </a:solidFill>
                      <a:prstDash val="solid"/>
                      <a:round/>
                      <a:headEnd type="none" w="sm" len="sm"/>
                      <a:tailEnd type="none" w="sm" len="sm"/>
                    </a:lnL>
                    <a:lnR w="38100"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tc>
                  <a:txBody>
                    <a:bodyPr/>
                    <a:lstStyle/>
                    <a:p>
                      <a:pPr marL="363855" marR="0" lvl="0" indent="0" algn="l" rtl="0">
                        <a:lnSpc>
                          <a:spcPct val="100000"/>
                        </a:lnSpc>
                        <a:spcBef>
                          <a:spcPts val="0"/>
                        </a:spcBef>
                        <a:spcAft>
                          <a:spcPts val="0"/>
                        </a:spcAft>
                        <a:buNone/>
                      </a:pPr>
                      <a:r>
                        <a:rPr lang="en-US" sz="2800" b="1" u="none" strike="noStrike" cap="none">
                          <a:solidFill>
                            <a:srgbClr val="FFFFFF"/>
                          </a:solidFill>
                          <a:latin typeface="Trebuchet MS"/>
                          <a:ea typeface="Trebuchet MS"/>
                          <a:cs typeface="Trebuchet MS"/>
                          <a:sym typeface="Trebuchet MS"/>
                        </a:rPr>
                        <a:t>60</a:t>
                      </a:r>
                      <a:endParaRPr sz="2800" u="none" strike="noStrike" cap="none">
                        <a:latin typeface="Trebuchet MS"/>
                        <a:ea typeface="Trebuchet MS"/>
                        <a:cs typeface="Trebuchet MS"/>
                        <a:sym typeface="Trebuchet MS"/>
                      </a:endParaRPr>
                    </a:p>
                  </a:txBody>
                  <a:tcPr marL="0" marR="0" marT="87000" marB="0">
                    <a:lnL w="38100" cap="flat" cmpd="sng">
                      <a:solidFill>
                        <a:srgbClr val="79851A"/>
                      </a:solidFill>
                      <a:prstDash val="solid"/>
                      <a:round/>
                      <a:headEnd type="none" w="sm" len="sm"/>
                      <a:tailEnd type="none" w="sm" len="sm"/>
                    </a:lnL>
                    <a:lnR w="28575" cap="flat" cmpd="sng">
                      <a:solidFill>
                        <a:srgbClr val="79851A"/>
                      </a:solidFill>
                      <a:prstDash val="solid"/>
                      <a:round/>
                      <a:headEnd type="none" w="sm" len="sm"/>
                      <a:tailEnd type="none" w="sm" len="sm"/>
                    </a:lnR>
                    <a:lnT w="28575" cap="flat" cmpd="sng">
                      <a:solidFill>
                        <a:srgbClr val="79851A"/>
                      </a:solidFill>
                      <a:prstDash val="solid"/>
                      <a:round/>
                      <a:headEnd type="none" w="sm" len="sm"/>
                      <a:tailEnd type="none" w="sm" len="sm"/>
                    </a:lnT>
                    <a:lnB w="28575" cap="flat" cmpd="sng">
                      <a:solidFill>
                        <a:srgbClr val="79851A"/>
                      </a:solidFill>
                      <a:prstDash val="solid"/>
                      <a:round/>
                      <a:headEnd type="none" w="sm" len="sm"/>
                      <a:tailEnd type="none" w="sm" len="sm"/>
                    </a:lnB>
                    <a:solidFill>
                      <a:srgbClr val="A6B727"/>
                    </a:solidFill>
                  </a:tcPr>
                </a:tc>
                <a:extLst>
                  <a:ext uri="{0D108BD9-81ED-4DB2-BD59-A6C34878D82A}">
                    <a16:rowId xmlns:a16="http://schemas.microsoft.com/office/drawing/2014/main" val="10000"/>
                  </a:ext>
                </a:extLst>
              </a:tr>
            </a:tbl>
          </a:graphicData>
        </a:graphic>
      </p:graphicFrame>
      <p:sp>
        <p:nvSpPr>
          <p:cNvPr id="351" name="Google Shape;351;p19"/>
          <p:cNvSpPr txBox="1"/>
          <p:nvPr/>
        </p:nvSpPr>
        <p:spPr>
          <a:xfrm>
            <a:off x="5089652" y="5072888"/>
            <a:ext cx="1428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0</a:t>
            </a:r>
            <a:endParaRPr sz="1800">
              <a:solidFill>
                <a:schemeClr val="dk1"/>
              </a:solidFill>
              <a:latin typeface="Arial"/>
              <a:ea typeface="Arial"/>
              <a:cs typeface="Arial"/>
              <a:sym typeface="Arial"/>
            </a:endParaRPr>
          </a:p>
        </p:txBody>
      </p:sp>
      <p:sp>
        <p:nvSpPr>
          <p:cNvPr id="352" name="Google Shape;352;p19"/>
          <p:cNvSpPr txBox="1"/>
          <p:nvPr/>
        </p:nvSpPr>
        <p:spPr>
          <a:xfrm>
            <a:off x="6007100" y="5072888"/>
            <a:ext cx="1282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1</a:t>
            </a:r>
            <a:endParaRPr sz="1800">
              <a:solidFill>
                <a:schemeClr val="dk1"/>
              </a:solidFill>
              <a:latin typeface="Arial"/>
              <a:ea typeface="Arial"/>
              <a:cs typeface="Arial"/>
              <a:sym typeface="Arial"/>
            </a:endParaRPr>
          </a:p>
        </p:txBody>
      </p:sp>
      <p:sp>
        <p:nvSpPr>
          <p:cNvPr id="353" name="Google Shape;353;p19"/>
          <p:cNvSpPr txBox="1"/>
          <p:nvPr/>
        </p:nvSpPr>
        <p:spPr>
          <a:xfrm>
            <a:off x="6918452" y="5072888"/>
            <a:ext cx="14224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354" name="Google Shape;354;p19"/>
          <p:cNvSpPr txBox="1"/>
          <p:nvPr/>
        </p:nvSpPr>
        <p:spPr>
          <a:xfrm>
            <a:off x="8290306" y="5072888"/>
            <a:ext cx="129539"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355" name="Google Shape;355;p19"/>
          <p:cNvSpPr txBox="1"/>
          <p:nvPr/>
        </p:nvSpPr>
        <p:spPr>
          <a:xfrm>
            <a:off x="9204706" y="5072888"/>
            <a:ext cx="1435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356" name="Google Shape;356;p19"/>
          <p:cNvSpPr txBox="1"/>
          <p:nvPr/>
        </p:nvSpPr>
        <p:spPr>
          <a:xfrm>
            <a:off x="10576686" y="5072888"/>
            <a:ext cx="1352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5</a:t>
            </a:r>
            <a:endParaRPr sz="1800">
              <a:solidFill>
                <a:schemeClr val="dk1"/>
              </a:solidFill>
              <a:latin typeface="Arial"/>
              <a:ea typeface="Arial"/>
              <a:cs typeface="Arial"/>
              <a:sym typeface="Arial"/>
            </a:endParaRPr>
          </a:p>
        </p:txBody>
      </p:sp>
      <p:sp>
        <p:nvSpPr>
          <p:cNvPr id="357" name="Google Shape;357;p19"/>
          <p:cNvSpPr txBox="1"/>
          <p:nvPr/>
        </p:nvSpPr>
        <p:spPr>
          <a:xfrm>
            <a:off x="6735318" y="4578858"/>
            <a:ext cx="571500" cy="475615"/>
          </a:xfrm>
          <a:prstGeom prst="rect">
            <a:avLst/>
          </a:prstGeom>
          <a:solidFill>
            <a:srgbClr val="00AFEF"/>
          </a:solidFill>
          <a:ln w="19800" cap="flat" cmpd="sng">
            <a:solidFill>
              <a:srgbClr val="79851A"/>
            </a:solidFill>
            <a:prstDash val="solid"/>
            <a:round/>
            <a:headEnd type="none" w="sm" len="sm"/>
            <a:tailEnd type="none" w="sm" len="sm"/>
          </a:ln>
        </p:spPr>
        <p:txBody>
          <a:bodyPr spcFirstLastPara="1" wrap="square" lIns="0" tIns="1250" rIns="0" bIns="0" anchor="t" anchorCtr="0">
            <a:spAutoFit/>
          </a:bodyPr>
          <a:lstStyle/>
          <a:p>
            <a:pPr marL="0" marR="0" lvl="0" indent="0" algn="ctr" rtl="0">
              <a:lnSpc>
                <a:spcPct val="100000"/>
              </a:lnSpc>
              <a:spcBef>
                <a:spcPts val="0"/>
              </a:spcBef>
              <a:spcAft>
                <a:spcPts val="0"/>
              </a:spcAft>
              <a:buNone/>
            </a:pPr>
            <a:r>
              <a:rPr lang="en-US" sz="2800" b="1">
                <a:solidFill>
                  <a:schemeClr val="dk1"/>
                </a:solidFill>
                <a:latin typeface="Trebuchet MS"/>
                <a:ea typeface="Trebuchet MS"/>
                <a:cs typeface="Trebuchet MS"/>
                <a:sym typeface="Trebuchet MS"/>
              </a:rPr>
              <a:t>2</a:t>
            </a:r>
            <a:endParaRPr sz="2800">
              <a:solidFill>
                <a:schemeClr val="dk1"/>
              </a:solidFill>
              <a:latin typeface="Trebuchet MS"/>
              <a:ea typeface="Trebuchet MS"/>
              <a:cs typeface="Trebuchet MS"/>
              <a:sym typeface="Trebuchet MS"/>
            </a:endParaRPr>
          </a:p>
        </p:txBody>
      </p:sp>
      <p:sp>
        <p:nvSpPr>
          <p:cNvPr id="358" name="Google Shape;358;p19"/>
          <p:cNvSpPr txBox="1"/>
          <p:nvPr/>
        </p:nvSpPr>
        <p:spPr>
          <a:xfrm>
            <a:off x="9859518" y="4559046"/>
            <a:ext cx="638810" cy="477520"/>
          </a:xfrm>
          <a:prstGeom prst="rect">
            <a:avLst/>
          </a:prstGeom>
          <a:solidFill>
            <a:srgbClr val="00AFEF"/>
          </a:solidFill>
          <a:ln w="19800" cap="flat" cmpd="sng">
            <a:solidFill>
              <a:srgbClr val="79851A"/>
            </a:solidFill>
            <a:prstDash val="solid"/>
            <a:round/>
            <a:headEnd type="none" w="sm" len="sm"/>
            <a:tailEnd type="none" w="sm" len="sm"/>
          </a:ln>
        </p:spPr>
        <p:txBody>
          <a:bodyPr spcFirstLastPara="1" wrap="square" lIns="0" tIns="36175" rIns="0" bIns="0" anchor="t" anchorCtr="0">
            <a:spAutoFit/>
          </a:bodyPr>
          <a:lstStyle/>
          <a:p>
            <a:pPr marL="0" marR="0" lvl="0" indent="0" algn="ctr" rtl="0">
              <a:lnSpc>
                <a:spcPct val="100000"/>
              </a:lnSpc>
              <a:spcBef>
                <a:spcPts val="0"/>
              </a:spcBef>
              <a:spcAft>
                <a:spcPts val="0"/>
              </a:spcAft>
              <a:buNone/>
            </a:pPr>
            <a:r>
              <a:rPr lang="en-US" sz="2400" b="1">
                <a:solidFill>
                  <a:schemeClr val="dk1"/>
                </a:solidFill>
                <a:latin typeface="Trebuchet MS"/>
                <a:ea typeface="Trebuchet MS"/>
                <a:cs typeface="Trebuchet MS"/>
                <a:sym typeface="Trebuchet MS"/>
              </a:rPr>
              <a:t>5</a:t>
            </a:r>
            <a:endParaRPr sz="2400">
              <a:solidFill>
                <a:schemeClr val="dk1"/>
              </a:solidFill>
              <a:latin typeface="Trebuchet MS"/>
              <a:ea typeface="Trebuchet MS"/>
              <a:cs typeface="Trebuchet MS"/>
              <a:sym typeface="Trebuchet MS"/>
            </a:endParaRPr>
          </a:p>
        </p:txBody>
      </p:sp>
      <p:sp>
        <p:nvSpPr>
          <p:cNvPr id="359" name="Google Shape;359;p19"/>
          <p:cNvSpPr/>
          <p:nvPr/>
        </p:nvSpPr>
        <p:spPr>
          <a:xfrm>
            <a:off x="7306818" y="4802123"/>
            <a:ext cx="358140" cy="605155"/>
          </a:xfrm>
          <a:custGeom>
            <a:avLst/>
            <a:gdLst/>
            <a:ahLst/>
            <a:cxnLst/>
            <a:rect l="l" t="t" r="r" b="b"/>
            <a:pathLst>
              <a:path w="358140" h="605154" extrusionOk="0">
                <a:moveTo>
                  <a:pt x="299847" y="518159"/>
                </a:moveTo>
                <a:lnTo>
                  <a:pt x="270890" y="518159"/>
                </a:lnTo>
                <a:lnTo>
                  <a:pt x="314325" y="605028"/>
                </a:lnTo>
                <a:lnTo>
                  <a:pt x="350520" y="532638"/>
                </a:lnTo>
                <a:lnTo>
                  <a:pt x="299847" y="532638"/>
                </a:lnTo>
                <a:lnTo>
                  <a:pt x="299847" y="518159"/>
                </a:lnTo>
                <a:close/>
              </a:path>
              <a:path w="358140" h="605154" extrusionOk="0">
                <a:moveTo>
                  <a:pt x="299847" y="14477"/>
                </a:moveTo>
                <a:lnTo>
                  <a:pt x="299847" y="532638"/>
                </a:lnTo>
                <a:lnTo>
                  <a:pt x="328802" y="532638"/>
                </a:lnTo>
                <a:lnTo>
                  <a:pt x="328802" y="28956"/>
                </a:lnTo>
                <a:lnTo>
                  <a:pt x="314325" y="28956"/>
                </a:lnTo>
                <a:lnTo>
                  <a:pt x="299847" y="14477"/>
                </a:lnTo>
                <a:close/>
              </a:path>
              <a:path w="358140" h="605154" extrusionOk="0">
                <a:moveTo>
                  <a:pt x="357758" y="518159"/>
                </a:moveTo>
                <a:lnTo>
                  <a:pt x="328802" y="518159"/>
                </a:lnTo>
                <a:lnTo>
                  <a:pt x="328802" y="532638"/>
                </a:lnTo>
                <a:lnTo>
                  <a:pt x="350520" y="532638"/>
                </a:lnTo>
                <a:lnTo>
                  <a:pt x="357758" y="518159"/>
                </a:lnTo>
                <a:close/>
              </a:path>
              <a:path w="358140" h="605154" extrusionOk="0">
                <a:moveTo>
                  <a:pt x="322325" y="0"/>
                </a:moveTo>
                <a:lnTo>
                  <a:pt x="0" y="0"/>
                </a:lnTo>
                <a:lnTo>
                  <a:pt x="0" y="28956"/>
                </a:lnTo>
                <a:lnTo>
                  <a:pt x="299847" y="28956"/>
                </a:lnTo>
                <a:lnTo>
                  <a:pt x="299847" y="14477"/>
                </a:lnTo>
                <a:lnTo>
                  <a:pt x="328802" y="14477"/>
                </a:lnTo>
                <a:lnTo>
                  <a:pt x="328802" y="6476"/>
                </a:lnTo>
                <a:lnTo>
                  <a:pt x="322325" y="0"/>
                </a:lnTo>
                <a:close/>
              </a:path>
              <a:path w="358140" h="605154" extrusionOk="0">
                <a:moveTo>
                  <a:pt x="328802" y="14477"/>
                </a:moveTo>
                <a:lnTo>
                  <a:pt x="299847" y="14477"/>
                </a:lnTo>
                <a:lnTo>
                  <a:pt x="314325" y="28956"/>
                </a:lnTo>
                <a:lnTo>
                  <a:pt x="328802" y="28956"/>
                </a:lnTo>
                <a:lnTo>
                  <a:pt x="328802" y="14477"/>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360" name="Google Shape;360;p19"/>
          <p:cNvSpPr txBox="1"/>
          <p:nvPr/>
        </p:nvSpPr>
        <p:spPr>
          <a:xfrm>
            <a:off x="7542656" y="4596206"/>
            <a:ext cx="73025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Arial"/>
                <a:ea typeface="Arial"/>
                <a:cs typeface="Arial"/>
                <a:sym typeface="Arial"/>
              </a:rPr>
              <a:t>FRONT</a:t>
            </a:r>
            <a:endParaRPr sz="1800">
              <a:solidFill>
                <a:schemeClr val="dk1"/>
              </a:solidFill>
              <a:latin typeface="Arial"/>
              <a:ea typeface="Arial"/>
              <a:cs typeface="Arial"/>
              <a:sym typeface="Arial"/>
            </a:endParaRPr>
          </a:p>
        </p:txBody>
      </p:sp>
      <p:sp>
        <p:nvSpPr>
          <p:cNvPr id="361" name="Google Shape;361;p19"/>
          <p:cNvSpPr txBox="1"/>
          <p:nvPr/>
        </p:nvSpPr>
        <p:spPr>
          <a:xfrm>
            <a:off x="391159" y="5052441"/>
            <a:ext cx="3909060" cy="94043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2000">
                <a:solidFill>
                  <a:srgbClr val="FFFFFF"/>
                </a:solidFill>
                <a:latin typeface="Arial"/>
                <a:ea typeface="Arial"/>
                <a:cs typeface="Arial"/>
                <a:sym typeface="Arial"/>
              </a:rPr>
              <a:t>In this example, queue is considered  as full although there are two empty  spaces in the beginning of the queue.</a:t>
            </a:r>
            <a:endParaRPr sz="20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0"/>
          <p:cNvSpPr txBox="1">
            <a:spLocks noGrp="1"/>
          </p:cNvSpPr>
          <p:nvPr>
            <p:ph type="title"/>
          </p:nvPr>
        </p:nvSpPr>
        <p:spPr>
          <a:xfrm>
            <a:off x="3821176" y="2930474"/>
            <a:ext cx="6034024"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lt2"/>
              </a:buClr>
              <a:buSzPts val="4400"/>
              <a:buFont typeface="Lucida Sans"/>
              <a:buNone/>
            </a:pPr>
            <a:r>
              <a:rPr lang="en-US" sz="4400"/>
              <a:t>Circular Queue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1"/>
          <p:cNvSpPr txBox="1">
            <a:spLocks noGrp="1"/>
          </p:cNvSpPr>
          <p:nvPr>
            <p:ph type="title"/>
          </p:nvPr>
        </p:nvSpPr>
        <p:spPr>
          <a:xfrm>
            <a:off x="1331501" y="461899"/>
            <a:ext cx="10454099" cy="690574"/>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4400"/>
              <a:buFont typeface="Times New Roman"/>
              <a:buNone/>
            </a:pPr>
            <a:r>
              <a:rPr lang="en-US" sz="4400">
                <a:solidFill>
                  <a:schemeClr val="dk1"/>
                </a:solidFill>
                <a:latin typeface="Times New Roman"/>
                <a:ea typeface="Times New Roman"/>
                <a:cs typeface="Times New Roman"/>
                <a:sym typeface="Times New Roman"/>
              </a:rPr>
              <a:t>Why Circular Queue is needed?</a:t>
            </a:r>
            <a:endParaRPr/>
          </a:p>
        </p:txBody>
      </p:sp>
      <p:sp>
        <p:nvSpPr>
          <p:cNvPr id="372" name="Google Shape;372;p21"/>
          <p:cNvSpPr txBox="1"/>
          <p:nvPr/>
        </p:nvSpPr>
        <p:spPr>
          <a:xfrm>
            <a:off x="685800" y="1524000"/>
            <a:ext cx="3349413" cy="980397"/>
          </a:xfrm>
          <a:prstGeom prst="rect">
            <a:avLst/>
          </a:prstGeom>
          <a:noFill/>
          <a:ln>
            <a:noFill/>
          </a:ln>
        </p:spPr>
        <p:txBody>
          <a:bodyPr spcFirstLastPara="1" wrap="square" lIns="0" tIns="102225" rIns="0" bIns="0" anchor="t" anchorCtr="0">
            <a:spAutoFit/>
          </a:bodyPr>
          <a:lstStyle/>
          <a:p>
            <a:pPr marL="355600" marR="0" lvl="0" indent="-342900" algn="l" rtl="0">
              <a:lnSpc>
                <a:spcPct val="1000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Problem:</a:t>
            </a:r>
            <a:endParaRPr sz="2800">
              <a:solidFill>
                <a:schemeClr val="dk1"/>
              </a:solidFill>
              <a:latin typeface="Arial"/>
              <a:ea typeface="Arial"/>
              <a:cs typeface="Arial"/>
              <a:sym typeface="Arial"/>
            </a:endParaRPr>
          </a:p>
          <a:p>
            <a:pPr marL="756285" marR="5080" lvl="0" indent="-287019" algn="l" rtl="0">
              <a:lnSpc>
                <a:spcPct val="100000"/>
              </a:lnSpc>
              <a:spcBef>
                <a:spcPts val="605"/>
              </a:spcBef>
              <a:spcAft>
                <a:spcPts val="0"/>
              </a:spcAft>
              <a:buNone/>
            </a:pPr>
            <a:r>
              <a:rPr lang="en-US" sz="2400">
                <a:solidFill>
                  <a:schemeClr val="dk1"/>
                </a:solidFill>
                <a:latin typeface="Arial"/>
                <a:ea typeface="Arial"/>
                <a:cs typeface="Arial"/>
                <a:sym typeface="Arial"/>
              </a:rPr>
              <a:t>– Wastage  </a:t>
            </a:r>
            <a:endParaRPr sz="2400">
              <a:solidFill>
                <a:schemeClr val="dk1"/>
              </a:solidFill>
              <a:latin typeface="Arial"/>
              <a:ea typeface="Arial"/>
              <a:cs typeface="Arial"/>
              <a:sym typeface="Arial"/>
            </a:endParaRPr>
          </a:p>
        </p:txBody>
      </p:sp>
      <p:sp>
        <p:nvSpPr>
          <p:cNvPr id="373" name="Google Shape;373;p21"/>
          <p:cNvSpPr txBox="1"/>
          <p:nvPr/>
        </p:nvSpPr>
        <p:spPr>
          <a:xfrm>
            <a:off x="2673772" y="2133600"/>
            <a:ext cx="9518228"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400">
                <a:solidFill>
                  <a:schemeClr val="dk1"/>
                </a:solidFill>
                <a:latin typeface="Arial"/>
                <a:ea typeface="Arial"/>
                <a:cs typeface="Arial"/>
                <a:sym typeface="Arial"/>
              </a:rPr>
              <a:t>  of	 memory	in	standard	queue	</a:t>
            </a:r>
            <a:endParaRPr sz="2400">
              <a:solidFill>
                <a:schemeClr val="dk1"/>
              </a:solidFill>
              <a:latin typeface="Arial"/>
              <a:ea typeface="Arial"/>
              <a:cs typeface="Arial"/>
              <a:sym typeface="Arial"/>
            </a:endParaRPr>
          </a:p>
        </p:txBody>
      </p:sp>
      <p:sp>
        <p:nvSpPr>
          <p:cNvPr id="374" name="Google Shape;374;p21"/>
          <p:cNvSpPr/>
          <p:nvPr/>
        </p:nvSpPr>
        <p:spPr>
          <a:xfrm>
            <a:off x="2500262" y="3166697"/>
            <a:ext cx="7145079" cy="154134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2"/>
          <p:cNvSpPr txBox="1">
            <a:spLocks noGrp="1"/>
          </p:cNvSpPr>
          <p:nvPr>
            <p:ph type="body" idx="1"/>
          </p:nvPr>
        </p:nvSpPr>
        <p:spPr>
          <a:xfrm>
            <a:off x="713739" y="1607262"/>
            <a:ext cx="10764520" cy="2180725"/>
          </a:xfrm>
          <a:prstGeom prst="rect">
            <a:avLst/>
          </a:prstGeom>
          <a:noFill/>
          <a:ln>
            <a:noFill/>
          </a:ln>
        </p:spPr>
        <p:txBody>
          <a:bodyPr spcFirstLastPara="1" wrap="square" lIns="0" tIns="13325" rIns="0" bIns="0" anchor="t" anchorCtr="0">
            <a:spAutoFit/>
          </a:bodyPr>
          <a:lstStyle/>
          <a:p>
            <a:pPr marL="356235" lvl="0" indent="-342900" algn="l" rtl="0">
              <a:lnSpc>
                <a:spcPct val="100000"/>
              </a:lnSpc>
              <a:spcBef>
                <a:spcPts val="0"/>
              </a:spcBef>
              <a:spcAft>
                <a:spcPts val="0"/>
              </a:spcAft>
              <a:buSzPts val="1632"/>
              <a:buFont typeface="Arial"/>
              <a:buChar char="•"/>
            </a:pPr>
            <a:r>
              <a:rPr lang="en-US" sz="2400">
                <a:latin typeface="Times New Roman"/>
                <a:ea typeface="Times New Roman"/>
                <a:cs typeface="Times New Roman"/>
                <a:sym typeface="Times New Roman"/>
              </a:rPr>
              <a:t>The Arrangement of the elements Q[0], Q[1], ...,Q[n]	in a</a:t>
            </a:r>
            <a:endParaRPr sz="2400">
              <a:latin typeface="Times New Roman"/>
              <a:ea typeface="Times New Roman"/>
              <a:cs typeface="Times New Roman"/>
              <a:sym typeface="Times New Roman"/>
            </a:endParaRPr>
          </a:p>
          <a:p>
            <a:pPr marL="356235" lvl="0" indent="-342900" algn="l" rtl="0">
              <a:lnSpc>
                <a:spcPct val="100000"/>
              </a:lnSpc>
              <a:spcBef>
                <a:spcPts val="105"/>
              </a:spcBef>
              <a:spcAft>
                <a:spcPts val="0"/>
              </a:spcAft>
              <a:buSzPts val="1632"/>
              <a:buChar char="🞂"/>
            </a:pPr>
            <a:r>
              <a:rPr lang="en-US" sz="2400">
                <a:latin typeface="Times New Roman"/>
                <a:ea typeface="Times New Roman"/>
                <a:cs typeface="Times New Roman"/>
                <a:sym typeface="Times New Roman"/>
              </a:rPr>
              <a:t>	circular fashion with Q[1]  following Q[n] is called Circular Queue.</a:t>
            </a:r>
            <a:endParaRPr/>
          </a:p>
          <a:p>
            <a:pPr marL="356235" marR="9525" lvl="0" indent="-342900" algn="l" rtl="0">
              <a:lnSpc>
                <a:spcPct val="100000"/>
              </a:lnSpc>
              <a:spcBef>
                <a:spcPts val="765"/>
              </a:spcBef>
              <a:spcAft>
                <a:spcPts val="0"/>
              </a:spcAft>
              <a:buSzPts val="1632"/>
              <a:buFont typeface="Arial"/>
              <a:buChar char="•"/>
            </a:pPr>
            <a:r>
              <a:rPr lang="en-US" sz="2400">
                <a:latin typeface="Times New Roman"/>
                <a:ea typeface="Times New Roman"/>
                <a:cs typeface="Times New Roman"/>
                <a:sym typeface="Times New Roman"/>
              </a:rPr>
              <a:t>The	</a:t>
            </a:r>
            <a:r>
              <a:rPr lang="en-US" sz="2400" b="1">
                <a:latin typeface="Times New Roman"/>
                <a:ea typeface="Times New Roman"/>
                <a:cs typeface="Times New Roman"/>
                <a:sym typeface="Times New Roman"/>
              </a:rPr>
              <a:t>last	node	is	connected	to	first	node	</a:t>
            </a:r>
            <a:r>
              <a:rPr lang="en-US" sz="2400">
                <a:latin typeface="Times New Roman"/>
                <a:ea typeface="Times New Roman"/>
                <a:cs typeface="Times New Roman"/>
                <a:sym typeface="Times New Roman"/>
              </a:rPr>
              <a:t>to  make a circle.</a:t>
            </a:r>
            <a:endParaRPr/>
          </a:p>
          <a:p>
            <a:pPr marL="356235" marR="5080" lvl="0" indent="-342900" algn="l" rtl="0">
              <a:lnSpc>
                <a:spcPct val="100000"/>
              </a:lnSpc>
              <a:spcBef>
                <a:spcPts val="770"/>
              </a:spcBef>
              <a:spcAft>
                <a:spcPts val="0"/>
              </a:spcAft>
              <a:buSzPts val="1632"/>
              <a:buFont typeface="Arial"/>
              <a:buChar char="•"/>
            </a:pPr>
            <a:r>
              <a:rPr lang="en-US" sz="2400">
                <a:latin typeface="Times New Roman"/>
                <a:ea typeface="Times New Roman"/>
                <a:cs typeface="Times New Roman"/>
                <a:sym typeface="Times New Roman"/>
              </a:rPr>
              <a:t>Initially, both Front	and Rear pointers points  to the beginning of the array.</a:t>
            </a:r>
            <a:endParaRPr/>
          </a:p>
          <a:p>
            <a:pPr marL="356235" lvl="0" indent="-342900" algn="l" rtl="0">
              <a:lnSpc>
                <a:spcPct val="100000"/>
              </a:lnSpc>
              <a:spcBef>
                <a:spcPts val="770"/>
              </a:spcBef>
              <a:spcAft>
                <a:spcPts val="0"/>
              </a:spcAft>
              <a:buSzPts val="1632"/>
              <a:buFont typeface="Arial"/>
              <a:buChar char="•"/>
            </a:pPr>
            <a:r>
              <a:rPr lang="en-US" sz="2400">
                <a:latin typeface="Times New Roman"/>
                <a:ea typeface="Times New Roman"/>
                <a:cs typeface="Times New Roman"/>
                <a:sym typeface="Times New Roman"/>
              </a:rPr>
              <a:t>It is also known as “</a:t>
            </a:r>
            <a:r>
              <a:rPr lang="en-US" sz="2400" u="sng">
                <a:latin typeface="Times New Roman"/>
                <a:ea typeface="Times New Roman"/>
                <a:cs typeface="Times New Roman"/>
                <a:sym typeface="Times New Roman"/>
              </a:rPr>
              <a:t>Ring Buffer</a:t>
            </a:r>
            <a:r>
              <a:rPr lang="en-US" sz="2400">
                <a:latin typeface="Times New Roman"/>
                <a:ea typeface="Times New Roman"/>
                <a:cs typeface="Times New Roman"/>
                <a:sym typeface="Times New Roman"/>
              </a:rPr>
              <a:t>”.</a:t>
            </a:r>
            <a:endParaRPr/>
          </a:p>
        </p:txBody>
      </p:sp>
      <p:sp>
        <p:nvSpPr>
          <p:cNvPr id="380" name="Google Shape;380;p22"/>
          <p:cNvSpPr txBox="1">
            <a:spLocks noGrp="1"/>
          </p:cNvSpPr>
          <p:nvPr>
            <p:ph type="title"/>
          </p:nvPr>
        </p:nvSpPr>
        <p:spPr>
          <a:xfrm>
            <a:off x="2420619" y="461899"/>
            <a:ext cx="9263381" cy="690574"/>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2"/>
              </a:buClr>
              <a:buSzPts val="4400"/>
              <a:buFont typeface="Times New Roman"/>
              <a:buNone/>
            </a:pPr>
            <a:r>
              <a:rPr lang="en-US" sz="4400">
                <a:latin typeface="Times New Roman"/>
                <a:ea typeface="Times New Roman"/>
                <a:cs typeface="Times New Roman"/>
                <a:sym typeface="Times New Roman"/>
              </a:rPr>
              <a:t>What is Circular Queue?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p23"/>
          <p:cNvPicPr preferRelativeResize="0"/>
          <p:nvPr/>
        </p:nvPicPr>
        <p:blipFill rotWithShape="1">
          <a:blip r:embed="rId3">
            <a:alphaModFix/>
          </a:blip>
          <a:srcRect/>
          <a:stretch/>
        </p:blipFill>
        <p:spPr>
          <a:xfrm>
            <a:off x="1009651" y="776289"/>
            <a:ext cx="10172700" cy="5305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24"/>
          <p:cNvPicPr preferRelativeResize="0"/>
          <p:nvPr/>
        </p:nvPicPr>
        <p:blipFill rotWithShape="1">
          <a:blip r:embed="rId3">
            <a:alphaModFix/>
          </a:blip>
          <a:srcRect/>
          <a:stretch/>
        </p:blipFill>
        <p:spPr>
          <a:xfrm>
            <a:off x="381000" y="347664"/>
            <a:ext cx="11381280" cy="620553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25"/>
          <p:cNvPicPr preferRelativeResize="0"/>
          <p:nvPr/>
        </p:nvPicPr>
        <p:blipFill rotWithShape="1">
          <a:blip r:embed="rId3">
            <a:alphaModFix/>
          </a:blip>
          <a:srcRect/>
          <a:stretch/>
        </p:blipFill>
        <p:spPr>
          <a:xfrm>
            <a:off x="609600" y="352425"/>
            <a:ext cx="10984488" cy="6124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26"/>
          <p:cNvPicPr preferRelativeResize="0"/>
          <p:nvPr/>
        </p:nvPicPr>
        <p:blipFill rotWithShape="1">
          <a:blip r:embed="rId3">
            <a:alphaModFix/>
          </a:blip>
          <a:srcRect/>
          <a:stretch/>
        </p:blipFill>
        <p:spPr>
          <a:xfrm>
            <a:off x="757718" y="400050"/>
            <a:ext cx="10672282" cy="6076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27"/>
          <p:cNvPicPr preferRelativeResize="0"/>
          <p:nvPr/>
        </p:nvPicPr>
        <p:blipFill rotWithShape="1">
          <a:blip r:embed="rId3">
            <a:alphaModFix/>
          </a:blip>
          <a:srcRect/>
          <a:stretch/>
        </p:blipFill>
        <p:spPr>
          <a:xfrm>
            <a:off x="457200" y="500064"/>
            <a:ext cx="11225935" cy="59007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28"/>
          <p:cNvPicPr preferRelativeResize="0"/>
          <p:nvPr/>
        </p:nvPicPr>
        <p:blipFill rotWithShape="1">
          <a:blip r:embed="rId3">
            <a:alphaModFix/>
          </a:blip>
          <a:srcRect/>
          <a:stretch/>
        </p:blipFill>
        <p:spPr>
          <a:xfrm>
            <a:off x="838200" y="542926"/>
            <a:ext cx="10675485" cy="58578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pic>
        <p:nvPicPr>
          <p:cNvPr id="415" name="Google Shape;415;p29"/>
          <p:cNvPicPr preferRelativeResize="0"/>
          <p:nvPr/>
        </p:nvPicPr>
        <p:blipFill rotWithShape="1">
          <a:blip r:embed="rId3">
            <a:alphaModFix/>
          </a:blip>
          <a:srcRect/>
          <a:stretch/>
        </p:blipFill>
        <p:spPr>
          <a:xfrm>
            <a:off x="402955" y="532031"/>
            <a:ext cx="11255645" cy="586876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30"/>
          <p:cNvPicPr preferRelativeResize="0"/>
          <p:nvPr/>
        </p:nvPicPr>
        <p:blipFill rotWithShape="1">
          <a:blip r:embed="rId3">
            <a:alphaModFix/>
          </a:blip>
          <a:srcRect/>
          <a:stretch/>
        </p:blipFill>
        <p:spPr>
          <a:xfrm>
            <a:off x="914400" y="457200"/>
            <a:ext cx="10435856" cy="5943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31"/>
          <p:cNvPicPr preferRelativeResize="0"/>
          <p:nvPr/>
        </p:nvPicPr>
        <p:blipFill rotWithShape="1">
          <a:blip r:embed="rId3">
            <a:alphaModFix/>
          </a:blip>
          <a:srcRect/>
          <a:stretch/>
        </p:blipFill>
        <p:spPr>
          <a:xfrm>
            <a:off x="685800" y="500065"/>
            <a:ext cx="10869931" cy="59007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pic>
        <p:nvPicPr>
          <p:cNvPr id="430" name="Google Shape;430;p32"/>
          <p:cNvPicPr preferRelativeResize="0"/>
          <p:nvPr/>
        </p:nvPicPr>
        <p:blipFill rotWithShape="1">
          <a:blip r:embed="rId3">
            <a:alphaModFix/>
          </a:blip>
          <a:srcRect/>
          <a:stretch/>
        </p:blipFill>
        <p:spPr>
          <a:xfrm>
            <a:off x="374651" y="404814"/>
            <a:ext cx="11442700" cy="60483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33"/>
          <p:cNvPicPr preferRelativeResize="0"/>
          <p:nvPr/>
        </p:nvPicPr>
        <p:blipFill rotWithShape="1">
          <a:blip r:embed="rId3">
            <a:alphaModFix/>
          </a:blip>
          <a:srcRect/>
          <a:stretch/>
        </p:blipFill>
        <p:spPr>
          <a:xfrm>
            <a:off x="457200" y="585789"/>
            <a:ext cx="11275412" cy="581501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4"/>
          <p:cNvSpPr txBox="1">
            <a:spLocks noGrp="1"/>
          </p:cNvSpPr>
          <p:nvPr>
            <p:ph type="title"/>
          </p:nvPr>
        </p:nvSpPr>
        <p:spPr>
          <a:xfrm>
            <a:off x="3865881" y="2930474"/>
            <a:ext cx="4466167" cy="697230"/>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lt2"/>
              </a:buClr>
              <a:buSzPts val="4400"/>
              <a:buFont typeface="Lucida Sans"/>
              <a:buNone/>
            </a:pPr>
            <a:r>
              <a:rPr lang="en-US" sz="4400"/>
              <a:t>Priority Queue</a:t>
            </a:r>
            <a:endParaRPr sz="4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35"/>
          <p:cNvPicPr preferRelativeResize="0"/>
          <p:nvPr/>
        </p:nvPicPr>
        <p:blipFill rotWithShape="1">
          <a:blip r:embed="rId3">
            <a:alphaModFix/>
          </a:blip>
          <a:srcRect/>
          <a:stretch/>
        </p:blipFill>
        <p:spPr>
          <a:xfrm>
            <a:off x="1295400" y="228600"/>
            <a:ext cx="8153400" cy="3200399"/>
          </a:xfrm>
          <a:prstGeom prst="rect">
            <a:avLst/>
          </a:prstGeom>
          <a:noFill/>
          <a:ln>
            <a:noFill/>
          </a:ln>
        </p:spPr>
      </p:pic>
      <p:pic>
        <p:nvPicPr>
          <p:cNvPr id="446" name="Google Shape;446;p35"/>
          <p:cNvPicPr preferRelativeResize="0"/>
          <p:nvPr/>
        </p:nvPicPr>
        <p:blipFill rotWithShape="1">
          <a:blip r:embed="rId4">
            <a:alphaModFix/>
          </a:blip>
          <a:srcRect/>
          <a:stretch/>
        </p:blipFill>
        <p:spPr>
          <a:xfrm>
            <a:off x="1295400" y="3429001"/>
            <a:ext cx="8153400" cy="3200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pic>
        <p:nvPicPr>
          <p:cNvPr id="451" name="Google Shape;451;p36"/>
          <p:cNvPicPr preferRelativeResize="0"/>
          <p:nvPr/>
        </p:nvPicPr>
        <p:blipFill rotWithShape="1">
          <a:blip r:embed="rId3">
            <a:alphaModFix/>
          </a:blip>
          <a:srcRect/>
          <a:stretch/>
        </p:blipFill>
        <p:spPr>
          <a:xfrm>
            <a:off x="2057400" y="381000"/>
            <a:ext cx="8153400" cy="2895600"/>
          </a:xfrm>
          <a:prstGeom prst="rect">
            <a:avLst/>
          </a:prstGeom>
          <a:noFill/>
          <a:ln>
            <a:noFill/>
          </a:ln>
        </p:spPr>
      </p:pic>
      <p:pic>
        <p:nvPicPr>
          <p:cNvPr id="452" name="Google Shape;452;p36"/>
          <p:cNvPicPr preferRelativeResize="0"/>
          <p:nvPr/>
        </p:nvPicPr>
        <p:blipFill rotWithShape="1">
          <a:blip r:embed="rId4">
            <a:alphaModFix/>
          </a:blip>
          <a:srcRect l="10262" t="13296" r="8421"/>
          <a:stretch/>
        </p:blipFill>
        <p:spPr>
          <a:xfrm>
            <a:off x="2057400" y="3276600"/>
            <a:ext cx="8153400" cy="30575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pic>
        <p:nvPicPr>
          <p:cNvPr id="457" name="Google Shape;457;p37"/>
          <p:cNvPicPr preferRelativeResize="0"/>
          <p:nvPr/>
        </p:nvPicPr>
        <p:blipFill rotWithShape="1">
          <a:blip r:embed="rId3">
            <a:alphaModFix/>
          </a:blip>
          <a:srcRect/>
          <a:stretch/>
        </p:blipFill>
        <p:spPr>
          <a:xfrm>
            <a:off x="2667000" y="838200"/>
            <a:ext cx="6705600" cy="1524000"/>
          </a:xfrm>
          <a:prstGeom prst="rect">
            <a:avLst/>
          </a:prstGeom>
          <a:noFill/>
          <a:ln>
            <a:noFill/>
          </a:ln>
        </p:spPr>
      </p:pic>
      <p:pic>
        <p:nvPicPr>
          <p:cNvPr id="458" name="Google Shape;458;p37"/>
          <p:cNvPicPr preferRelativeResize="0"/>
          <p:nvPr/>
        </p:nvPicPr>
        <p:blipFill rotWithShape="1">
          <a:blip r:embed="rId4">
            <a:alphaModFix/>
          </a:blip>
          <a:srcRect/>
          <a:stretch/>
        </p:blipFill>
        <p:spPr>
          <a:xfrm>
            <a:off x="2667000" y="2362200"/>
            <a:ext cx="6705600" cy="3276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8"/>
          <p:cNvSpPr txBox="1"/>
          <p:nvPr/>
        </p:nvSpPr>
        <p:spPr>
          <a:xfrm>
            <a:off x="2641600" y="2438401"/>
            <a:ext cx="74168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imes New Roman"/>
                <a:ea typeface="Times New Roman"/>
                <a:cs typeface="Times New Roman"/>
                <a:sym typeface="Times New Roman"/>
              </a:rPr>
              <a:t>Double Ended Queue</a:t>
            </a:r>
            <a:endParaRPr sz="4400" b="1">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pic>
        <p:nvPicPr>
          <p:cNvPr id="468" name="Google Shape;468;p39"/>
          <p:cNvPicPr preferRelativeResize="0"/>
          <p:nvPr/>
        </p:nvPicPr>
        <p:blipFill rotWithShape="1">
          <a:blip r:embed="rId3">
            <a:alphaModFix/>
          </a:blip>
          <a:srcRect b="10811"/>
          <a:stretch/>
        </p:blipFill>
        <p:spPr>
          <a:xfrm>
            <a:off x="2133600" y="3276600"/>
            <a:ext cx="7112000" cy="3143250"/>
          </a:xfrm>
          <a:prstGeom prst="rect">
            <a:avLst/>
          </a:prstGeom>
          <a:noFill/>
          <a:ln>
            <a:noFill/>
          </a:ln>
        </p:spPr>
      </p:pic>
      <p:pic>
        <p:nvPicPr>
          <p:cNvPr id="469" name="Google Shape;469;p39"/>
          <p:cNvPicPr preferRelativeResize="0"/>
          <p:nvPr/>
        </p:nvPicPr>
        <p:blipFill rotWithShape="1">
          <a:blip r:embed="rId4">
            <a:alphaModFix/>
          </a:blip>
          <a:srcRect/>
          <a:stretch/>
        </p:blipFill>
        <p:spPr>
          <a:xfrm>
            <a:off x="2133600" y="609600"/>
            <a:ext cx="7086600" cy="2743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pic>
        <p:nvPicPr>
          <p:cNvPr id="474" name="Google Shape;474;p40" descr="Implementation of Deque using circular array - GeeksforGeeks"/>
          <p:cNvPicPr preferRelativeResize="0"/>
          <p:nvPr/>
        </p:nvPicPr>
        <p:blipFill rotWithShape="1">
          <a:blip r:embed="rId3">
            <a:alphaModFix/>
          </a:blip>
          <a:srcRect/>
          <a:stretch/>
        </p:blipFill>
        <p:spPr>
          <a:xfrm>
            <a:off x="1422400" y="2438400"/>
            <a:ext cx="9423400" cy="2105026"/>
          </a:xfrm>
          <a:prstGeom prst="rect">
            <a:avLst/>
          </a:prstGeom>
          <a:noFill/>
          <a:ln>
            <a:noFill/>
          </a:ln>
        </p:spPr>
      </p:pic>
      <p:sp>
        <p:nvSpPr>
          <p:cNvPr id="475" name="Google Shape;475;p40"/>
          <p:cNvSpPr/>
          <p:nvPr/>
        </p:nvSpPr>
        <p:spPr>
          <a:xfrm>
            <a:off x="2946400" y="1066801"/>
            <a:ext cx="51816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Times New Roman"/>
                <a:ea typeface="Times New Roman"/>
                <a:cs typeface="Times New Roman"/>
                <a:sym typeface="Times New Roman"/>
              </a:rPr>
              <a:t>Double Ended Queue</a:t>
            </a:r>
            <a:endParaRPr sz="3200" b="1">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1375</Words>
  <Application>Microsoft Office PowerPoint</Application>
  <PresentationFormat>Widescreen</PresentationFormat>
  <Paragraphs>279</Paragraphs>
  <Slides>39</Slides>
  <Notes>39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39</vt:i4>
      </vt:variant>
    </vt:vector>
  </HeadingPairs>
  <TitlesOfParts>
    <vt:vector size="49" baseType="lpstr">
      <vt:lpstr>Arial</vt:lpstr>
      <vt:lpstr>Calibri</vt:lpstr>
      <vt:lpstr>Libre Baskerville</vt:lpstr>
      <vt:lpstr>Lucida Sans</vt:lpstr>
      <vt:lpstr>Noto Sans Symbols</vt:lpstr>
      <vt:lpstr>Times New Roman</vt:lpstr>
      <vt:lpstr>Trebuchet MS</vt:lpstr>
      <vt:lpstr>Verdana</vt:lpstr>
      <vt:lpstr>Concourse</vt:lpstr>
      <vt:lpstr>Concourse</vt:lpstr>
      <vt:lpstr>   Pimpri Chinchwad Education Trust’s Pimpri Chinchwad College of Engineering and Research, Ravet, Pune Department of Computer Engineering   </vt:lpstr>
      <vt:lpstr>UNIT- III</vt:lpstr>
      <vt:lpstr>PowerPoint Presentation</vt:lpstr>
      <vt:lpstr>INTRODUCTION TO QUEUE</vt:lpstr>
      <vt:lpstr>OPERATIONS ON QUEUE</vt:lpstr>
      <vt:lpstr>IMPLEMENTATION OF QUEUE</vt:lpstr>
      <vt:lpstr>QUEUE AS AN ARRAY</vt:lpstr>
      <vt:lpstr>INSERTION OPERATION</vt:lpstr>
      <vt:lpstr>INSERTION OPERATION EXPLAINED</vt:lpstr>
      <vt:lpstr>DELETE OPERATION</vt:lpstr>
      <vt:lpstr>DELETION OPERATION EXPLAINED</vt:lpstr>
      <vt:lpstr>PROGRAM TO ILLUSTRATE OPERATIONS ON QUEUE  AS AN INTEGER ARRAY</vt:lpstr>
      <vt:lpstr>PROGRAM TO ILLUSTRATE OPERATIONS ON QUEUE  AS AN ARRAY OF OBJECTS</vt:lpstr>
      <vt:lpstr>APPLICATIONS OF QUEUE</vt:lpstr>
      <vt:lpstr>QUEUE AS A LINKED LIST</vt:lpstr>
      <vt:lpstr>PROGRAM TO ILLUSTRATE OPERATIONS ON QUEUE  AS A LINKED LIST</vt:lpstr>
      <vt:lpstr>PROGRAM TO ILLUSTRATE OPERATIONS ON QUEUE AS A LINKED LIST : Explanation</vt:lpstr>
      <vt:lpstr>DISADVANTAGE OF NORMAL QUEUE</vt:lpstr>
      <vt:lpstr>Circular Queue</vt:lpstr>
      <vt:lpstr>Why Circular Queue is needed?</vt:lpstr>
      <vt:lpstr>What is Circular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Priority Queue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Pimpri Chinchwad Education Trust’s Pimpri Chinchwad College of Engineering and Research, Ravet, Pune Department of Computer Engineering   </dc:title>
  <dc:creator>Aastha</dc:creator>
  <cp:lastModifiedBy>Admin</cp:lastModifiedBy>
  <cp:revision>1</cp:revision>
  <dcterms:created xsi:type="dcterms:W3CDTF">2020-07-10T11:06:31Z</dcterms:created>
  <dcterms:modified xsi:type="dcterms:W3CDTF">2025-09-08T08:12:05Z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2017-01-11T00:00:00Z</vt:filetime>
  </property>
  <property fmtid="{D5CDD505-2E9C-101B-9397-08002B2CF9AE}" pid="3" name="Creator">
    <vt:lpwstr>Microsoft® PowerPoint® 2013</vt:lpwstr>
  </property>
  <property fmtid="{D5CDD505-2E9C-101B-9397-08002B2CF9AE}" pid="4" name="LastSaved">
    <vt:filetime>2020-07-10T00:00:00Z</vt:filetime>
  </property>
</Properties>
</file>