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6858000" type="screen4x3"/>
  <p:notesSz cx="6858000" cy="9144000"/>
  <p:embeddedFontLst>
    <p:embeddedFont>
      <p:font typeface="Calibri" panose="020F0502020204030204" pitchFamily="34" charset="0"/>
      <p:regular r:id="rId48"/>
      <p:bold r:id="rId49"/>
      <p:italic r:id="rId50"/>
      <p:boldItalic r:id="rId51"/>
    </p:embeddedFont>
    <p:embeddedFont>
      <p:font typeface="Libre Baskerville" panose="02000000000000000000" pitchFamily="2" charset="0"/>
      <p:regular r:id="rId52"/>
      <p:bold r:id="rId53"/>
      <p:italic r:id="rId54"/>
    </p:embeddedFont>
    <p:embeddedFont>
      <p:font typeface="Libre Franklin" panose="02000000000000000000" pitchFamily="2" charset="0"/>
      <p:regular r:id="rId55"/>
      <p:bold r:id="rId56"/>
      <p:italic r:id="rId57"/>
      <p:boldItalic r:id="rId58"/>
    </p:embeddedFont>
    <p:embeddedFont>
      <p:font typeface="Tahoma" panose="020B0604030504040204" pitchFamily="34" charset="0"/>
      <p:regular r:id="rId59"/>
      <p:bold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738A67-A8DE-4FEA-BCF9-A7BFC9072CF7}">
  <a:tblStyle styleId="{E9738A67-A8DE-4FEA-BCF9-A7BFC9072CF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53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notesMaster" Target="notesMasters/notesMaster1.xml" /><Relationship Id="rId50" Type="http://schemas.openxmlformats.org/officeDocument/2006/relationships/font" Target="fonts/font3.fntdata" /><Relationship Id="rId55" Type="http://schemas.openxmlformats.org/officeDocument/2006/relationships/font" Target="fonts/font8.fntdata" /><Relationship Id="rId63" Type="http://schemas.openxmlformats.org/officeDocument/2006/relationships/theme" Target="theme/theme1.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font" Target="fonts/font7.fntdata" /><Relationship Id="rId62"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font" Target="fonts/font6.fntdata" /><Relationship Id="rId58" Type="http://schemas.openxmlformats.org/officeDocument/2006/relationships/font" Target="fonts/font11.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font" Target="fonts/font2.fntdata" /><Relationship Id="rId57" Type="http://schemas.openxmlformats.org/officeDocument/2006/relationships/font" Target="fonts/font10.fntdata" /><Relationship Id="rId61"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font" Target="fonts/font5.fntdata" /><Relationship Id="rId60" Type="http://schemas.openxmlformats.org/officeDocument/2006/relationships/font" Target="fonts/font13.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font" Target="fonts/font1.fntdata" /><Relationship Id="rId56" Type="http://schemas.openxmlformats.org/officeDocument/2006/relationships/font" Target="fonts/font9.fntdata" /><Relationship Id="rId64" Type="http://schemas.openxmlformats.org/officeDocument/2006/relationships/tableStyles" Target="tableStyles.xml" /><Relationship Id="rId8" Type="http://schemas.openxmlformats.org/officeDocument/2006/relationships/slide" Target="slides/slide7.xml" /><Relationship Id="rId51" Type="http://schemas.openxmlformats.org/officeDocument/2006/relationships/font" Target="fonts/font4.fntdata"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font" Target="fonts/font1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0" name="Google Shape;4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7"/>
        <p:cNvGrpSpPr/>
        <p:nvPr/>
      </p:nvGrpSpPr>
      <p:grpSpPr>
        <a:xfrm>
          <a:off x="0" y="0"/>
          <a:ext cx="0" cy="0"/>
          <a:chOff x="0" y="0"/>
          <a:chExt cx="0" cy="0"/>
        </a:xfrm>
      </p:grpSpPr>
      <p:sp>
        <p:nvSpPr>
          <p:cNvPr id="18" name="Google Shape;18;p2"/>
          <p:cNvSpPr txBox="1">
            <a:spLocks noGrp="1"/>
          </p:cNvSpPr>
          <p:nvPr>
            <p:ph type="title"/>
          </p:nvPr>
        </p:nvSpPr>
        <p:spPr>
          <a:xfrm>
            <a:off x="0" y="200177"/>
            <a:ext cx="9144000" cy="77577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95959"/>
              </a:buClr>
              <a:buSzPts val="4800"/>
              <a:buFont typeface="Calibri"/>
              <a:buNone/>
              <a:defRPr sz="4800" b="1">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body" idx="1"/>
          </p:nvPr>
        </p:nvSpPr>
        <p:spPr>
          <a:xfrm>
            <a:off x="0" y="1005383"/>
            <a:ext cx="9144000" cy="419379"/>
          </a:xfrm>
          <a:prstGeom prst="rect">
            <a:avLst/>
          </a:prstGeom>
          <a:noFill/>
          <a:ln>
            <a:noFill/>
          </a:ln>
        </p:spPr>
        <p:txBody>
          <a:bodyPr spcFirstLastPara="1" wrap="square" lIns="91425" tIns="45700" rIns="91425" bIns="45700" anchor="ctr" anchorCtr="0">
            <a:normAutofit/>
          </a:bodyPr>
          <a:lstStyle>
            <a:lvl1pPr marL="457200" marR="0" lvl="0" indent="-228600" algn="ctr">
              <a:lnSpc>
                <a:spcPct val="90000"/>
              </a:lnSpc>
              <a:spcBef>
                <a:spcPts val="1000"/>
              </a:spcBef>
              <a:spcAft>
                <a:spcPts val="0"/>
              </a:spcAft>
              <a:buClr>
                <a:srgbClr val="595959"/>
              </a:buClr>
              <a:buSzPts val="2400"/>
              <a:buFont typeface="Calibri"/>
              <a:buNone/>
              <a:defRPr sz="2400" b="0">
                <a:solidFill>
                  <a:srgbClr val="595959"/>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Font typeface="Libre Baskerville"/>
              <a:buChar char="»"/>
              <a:defRPr/>
            </a:lvl5pPr>
            <a:lvl6pPr marL="2743200" lvl="5" indent="-342900" algn="l">
              <a:lnSpc>
                <a:spcPct val="100000"/>
              </a:lnSpc>
              <a:spcBef>
                <a:spcPts val="360"/>
              </a:spcBef>
              <a:spcAft>
                <a:spcPts val="0"/>
              </a:spcAft>
              <a:buClr>
                <a:schemeClr val="dk1"/>
              </a:buClr>
              <a:buSzPts val="1800"/>
              <a:buFont typeface="Libre Baskerville"/>
              <a:buChar char="•"/>
              <a:defRPr/>
            </a:lvl6pPr>
            <a:lvl7pPr marL="3200400" lvl="6" indent="-342900" algn="l">
              <a:lnSpc>
                <a:spcPct val="100000"/>
              </a:lnSpc>
              <a:spcBef>
                <a:spcPts val="360"/>
              </a:spcBef>
              <a:spcAft>
                <a:spcPts val="0"/>
              </a:spcAft>
              <a:buClr>
                <a:schemeClr val="dk1"/>
              </a:buClr>
              <a:buSzPts val="1800"/>
              <a:buFont typeface="Libre Baskerville"/>
              <a:buChar char="•"/>
              <a:defRPr/>
            </a:lvl7pPr>
            <a:lvl8pPr marL="3657600" lvl="7" indent="-342900" algn="l">
              <a:lnSpc>
                <a:spcPct val="100000"/>
              </a:lnSpc>
              <a:spcBef>
                <a:spcPts val="360"/>
              </a:spcBef>
              <a:spcAft>
                <a:spcPts val="0"/>
              </a:spcAft>
              <a:buClr>
                <a:schemeClr val="dk1"/>
              </a:buClr>
              <a:buSzPts val="1800"/>
              <a:buFont typeface="Libre Baskerville"/>
              <a:buChar char="•"/>
              <a:defRPr/>
            </a:lvl8pPr>
            <a:lvl9pPr marL="4114800" lvl="8" indent="-342900" algn="l">
              <a:lnSpc>
                <a:spcPct val="100000"/>
              </a:lnSpc>
              <a:spcBef>
                <a:spcPts val="360"/>
              </a:spcBef>
              <a:spcAft>
                <a:spcPts val="0"/>
              </a:spcAft>
              <a:buClr>
                <a:schemeClr val="dk1"/>
              </a:buClr>
              <a:buSzPts val="1800"/>
              <a:buFont typeface="Libre Baskerville"/>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6"/>
        <p:cNvGrpSpPr/>
        <p:nvPr/>
      </p:nvGrpSpPr>
      <p:grpSpPr>
        <a:xfrm>
          <a:off x="0" y="0"/>
          <a:ext cx="0" cy="0"/>
          <a:chOff x="0" y="0"/>
          <a:chExt cx="0" cy="0"/>
        </a:xfrm>
      </p:grpSpPr>
      <p:grpSp>
        <p:nvGrpSpPr>
          <p:cNvPr id="27" name="Google Shape;27;p4"/>
          <p:cNvGrpSpPr/>
          <p:nvPr/>
        </p:nvGrpSpPr>
        <p:grpSpPr>
          <a:xfrm>
            <a:off x="0" y="2438400"/>
            <a:ext cx="9009063" cy="1052513"/>
            <a:chOff x="0" y="1536"/>
            <a:chExt cx="5675" cy="663"/>
          </a:xfrm>
        </p:grpSpPr>
        <p:grpSp>
          <p:nvGrpSpPr>
            <p:cNvPr id="28" name="Google Shape;28;p4"/>
            <p:cNvGrpSpPr/>
            <p:nvPr/>
          </p:nvGrpSpPr>
          <p:grpSpPr>
            <a:xfrm>
              <a:off x="183" y="1604"/>
              <a:ext cx="448" cy="299"/>
              <a:chOff x="720" y="336"/>
              <a:chExt cx="624" cy="432"/>
            </a:xfrm>
          </p:grpSpPr>
          <p:sp>
            <p:nvSpPr>
              <p:cNvPr id="29" name="Google Shape;29;p4"/>
              <p:cNvSpPr/>
              <p:nvPr/>
            </p:nvSpPr>
            <p:spPr>
              <a:xfrm>
                <a:off x="720" y="336"/>
                <a:ext cx="384" cy="432"/>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p:nvPr/>
            </p:nvSpPr>
            <p:spPr>
              <a:xfrm>
                <a:off x="1056" y="336"/>
                <a:ext cx="288" cy="432"/>
              </a:xfrm>
              <a:prstGeom prst="rect">
                <a:avLst/>
              </a:prstGeom>
              <a:gradFill>
                <a:gsLst>
                  <a:gs pos="0">
                    <a:schemeClr val="folHlink"/>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 name="Google Shape;31;p4"/>
            <p:cNvGrpSpPr/>
            <p:nvPr/>
          </p:nvGrpSpPr>
          <p:grpSpPr>
            <a:xfrm>
              <a:off x="261" y="1870"/>
              <a:ext cx="465" cy="299"/>
              <a:chOff x="912" y="2640"/>
              <a:chExt cx="672" cy="432"/>
            </a:xfrm>
          </p:grpSpPr>
          <p:sp>
            <p:nvSpPr>
              <p:cNvPr id="32" name="Google Shape;32;p4"/>
              <p:cNvSpPr/>
              <p:nvPr/>
            </p:nvSpPr>
            <p:spPr>
              <a:xfrm>
                <a:off x="912" y="2640"/>
                <a:ext cx="384" cy="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
              <p:cNvSpPr/>
              <p:nvPr/>
            </p:nvSpPr>
            <p:spPr>
              <a:xfrm>
                <a:off x="1248" y="2640"/>
                <a:ext cx="336" cy="432"/>
              </a:xfrm>
              <a:prstGeom prst="rect">
                <a:avLst/>
              </a:prstGeom>
              <a:gradFill>
                <a:gsLst>
                  <a:gs pos="0">
                    <a:schemeClr val="accent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 name="Google Shape;34;p4"/>
            <p:cNvSpPr/>
            <p:nvPr/>
          </p:nvSpPr>
          <p:spPr>
            <a:xfrm>
              <a:off x="0" y="1824"/>
              <a:ext cx="353" cy="266"/>
            </a:xfrm>
            <a:prstGeom prst="rect">
              <a:avLst/>
            </a:prstGeom>
            <a:gradFill>
              <a:gsLst>
                <a:gs pos="0">
                  <a:schemeClr val="lt1"/>
                </a:gs>
                <a:gs pos="100000">
                  <a:schemeClr val="hlink"/>
                </a:gs>
              </a:gsLst>
              <a:lin ang="189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
            <p:cNvSpPr/>
            <p:nvPr/>
          </p:nvSpPr>
          <p:spPr>
            <a:xfrm>
              <a:off x="400" y="1536"/>
              <a:ext cx="20" cy="663"/>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
            <p:cNvSpPr/>
            <p:nvPr/>
          </p:nvSpPr>
          <p:spPr>
            <a:xfrm rot="10800000" flipH="1">
              <a:off x="199" y="2054"/>
              <a:ext cx="5476" cy="35"/>
            </a:xfrm>
            <a:prstGeom prst="rect">
              <a:avLst/>
            </a:prstGeom>
            <a:gradFill>
              <a:gsLst>
                <a:gs pos="0">
                  <a:schemeClr val="dk2"/>
                </a:gs>
                <a:gs pos="100000">
                  <a:schemeClr val="lt1"/>
                </a:gs>
              </a:gsLst>
              <a:lin ang="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4"/>
          <p:cNvSpPr txBox="1">
            <a:spLocks noGrp="1"/>
          </p:cNvSpPr>
          <p:nvPr>
            <p:ph type="ctrTitle"/>
          </p:nvPr>
        </p:nvSpPr>
        <p:spPr>
          <a:xfrm>
            <a:off x="990600" y="1676400"/>
            <a:ext cx="7772400" cy="1462088"/>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580"/>
              </a:spcBef>
              <a:spcAft>
                <a:spcPts val="0"/>
              </a:spcAft>
              <a:buSzPts val="2210"/>
              <a:buFont typeface="Noto Sans Symbols"/>
              <a:buNone/>
              <a:defRPr/>
            </a:lvl1pPr>
            <a:lvl2pPr lvl="1" algn="l">
              <a:lnSpc>
                <a:spcPct val="100000"/>
              </a:lnSpc>
              <a:spcBef>
                <a:spcPts val="370"/>
              </a:spcBef>
              <a:spcAft>
                <a:spcPts val="0"/>
              </a:spcAft>
              <a:buSzPts val="2040"/>
              <a:buChar char="⚫"/>
              <a:defRPr/>
            </a:lvl2pPr>
            <a:lvl3pPr lvl="2" algn="l">
              <a:lnSpc>
                <a:spcPct val="100000"/>
              </a:lnSpc>
              <a:spcBef>
                <a:spcPts val="370"/>
              </a:spcBef>
              <a:spcAft>
                <a:spcPts val="0"/>
              </a:spcAft>
              <a:buSzPts val="1700"/>
              <a:buChar char="⚫"/>
              <a:defRPr/>
            </a:lvl3pPr>
            <a:lvl4pPr lvl="3" algn="l">
              <a:lnSpc>
                <a:spcPct val="100000"/>
              </a:lnSpc>
              <a:spcBef>
                <a:spcPts val="370"/>
              </a:spcBef>
              <a:spcAft>
                <a:spcPts val="0"/>
              </a:spcAft>
              <a:buSzPts val="1600"/>
              <a:buChar char="⚫"/>
              <a:defRPr/>
            </a:lvl4pPr>
            <a:lvl5pPr lvl="4" algn="l">
              <a:lnSpc>
                <a:spcPct val="100000"/>
              </a:lnSpc>
              <a:spcBef>
                <a:spcPts val="370"/>
              </a:spcBef>
              <a:spcAft>
                <a:spcPts val="0"/>
              </a:spcAft>
              <a:buSzPts val="2000"/>
              <a:buChar char="o"/>
              <a:defRPr/>
            </a:lvl5pPr>
            <a:lvl6pPr lvl="5" algn="l">
              <a:lnSpc>
                <a:spcPct val="100000"/>
              </a:lnSpc>
              <a:spcBef>
                <a:spcPts val="370"/>
              </a:spcBef>
              <a:spcAft>
                <a:spcPts val="0"/>
              </a:spcAft>
              <a:buSzPts val="1800"/>
              <a:buChar char="•"/>
              <a:defRPr/>
            </a:lvl6pPr>
            <a:lvl7pPr lvl="6" algn="l">
              <a:lnSpc>
                <a:spcPct val="100000"/>
              </a:lnSpc>
              <a:spcBef>
                <a:spcPts val="370"/>
              </a:spcBef>
              <a:spcAft>
                <a:spcPts val="0"/>
              </a:spcAft>
              <a:buSzPts val="1800"/>
              <a:buChar char="•"/>
              <a:defRPr/>
            </a:lvl7pPr>
            <a:lvl8pPr lvl="7" algn="l">
              <a:lnSpc>
                <a:spcPct val="100000"/>
              </a:lnSpc>
              <a:spcBef>
                <a:spcPts val="370"/>
              </a:spcBef>
              <a:spcAft>
                <a:spcPts val="0"/>
              </a:spcAft>
              <a:buSzPts val="1800"/>
              <a:buChar char="•"/>
              <a:defRPr/>
            </a:lvl8pPr>
            <a:lvl9pPr lvl="8" algn="l">
              <a:lnSpc>
                <a:spcPct val="100000"/>
              </a:lnSpc>
              <a:spcBef>
                <a:spcPts val="370"/>
              </a:spcBef>
              <a:spcAft>
                <a:spcPts val="0"/>
              </a:spcAft>
              <a:buSzPts val="1800"/>
              <a:buChar char="•"/>
              <a:defRPr/>
            </a:lvl9pPr>
          </a:lstStyle>
          <a:p>
            <a:endParaRPr/>
          </a:p>
        </p:txBody>
      </p:sp>
      <p:sp>
        <p:nvSpPr>
          <p:cNvPr id="39" name="Google Shape;39;p4"/>
          <p:cNvSpPr txBox="1">
            <a:spLocks noGrp="1"/>
          </p:cNvSpPr>
          <p:nvPr>
            <p:ph type="dt" idx="10"/>
          </p:nvPr>
        </p:nvSpPr>
        <p:spPr>
          <a:xfrm>
            <a:off x="990600" y="6248400"/>
            <a:ext cx="1905000" cy="457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3429000" y="6248400"/>
            <a:ext cx="28956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
          <p:cNvSpPr>
            <a:spLocks noGrp="1"/>
          </p:cNvSpPr>
          <p:nvPr>
            <p:ph type="sldNum" idx="12"/>
          </p:nvPr>
        </p:nvSpPr>
        <p:spPr>
          <a:xfrm>
            <a:off x="6858000" y="6248400"/>
            <a:ext cx="19050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1150938" y="214313"/>
            <a:ext cx="7793037" cy="1462087"/>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5"/>
          <p:cNvSpPr txBox="1">
            <a:spLocks noGrp="1"/>
          </p:cNvSpPr>
          <p:nvPr>
            <p:ph type="body" idx="1"/>
          </p:nvPr>
        </p:nvSpPr>
        <p:spPr>
          <a:xfrm>
            <a:off x="1182688" y="2017713"/>
            <a:ext cx="3810000" cy="4114800"/>
          </a:xfrm>
          <a:prstGeom prst="rect">
            <a:avLst/>
          </a:prstGeom>
          <a:noFill/>
          <a:ln>
            <a:noFill/>
          </a:ln>
        </p:spPr>
        <p:txBody>
          <a:bodyPr spcFirstLastPara="1" wrap="square" lIns="91425" tIns="45700" rIns="91425" bIns="45700" anchor="t" anchorCtr="0">
            <a:normAutofit/>
          </a:bodyPr>
          <a:lstStyle>
            <a:lvl1pPr marL="457200" lvl="0" indent="-368935" algn="l">
              <a:lnSpc>
                <a:spcPct val="100000"/>
              </a:lnSpc>
              <a:spcBef>
                <a:spcPts val="580"/>
              </a:spcBef>
              <a:spcAft>
                <a:spcPts val="0"/>
              </a:spcAft>
              <a:buSzPts val="2210"/>
              <a:buChar char="⚫"/>
              <a:defRPr/>
            </a:lvl1pPr>
            <a:lvl2pPr marL="914400" lvl="1" indent="-358140" algn="l">
              <a:lnSpc>
                <a:spcPct val="100000"/>
              </a:lnSpc>
              <a:spcBef>
                <a:spcPts val="370"/>
              </a:spcBef>
              <a:spcAft>
                <a:spcPts val="0"/>
              </a:spcAft>
              <a:buSzPts val="2040"/>
              <a:buChar char="⚫"/>
              <a:defRPr/>
            </a:lvl2pPr>
            <a:lvl3pPr marL="1371600" lvl="2" indent="-336550" algn="l">
              <a:lnSpc>
                <a:spcPct val="100000"/>
              </a:lnSpc>
              <a:spcBef>
                <a:spcPts val="370"/>
              </a:spcBef>
              <a:spcAft>
                <a:spcPts val="0"/>
              </a:spcAft>
              <a:buSzPts val="1700"/>
              <a:buChar char="⚫"/>
              <a:defRPr/>
            </a:lvl3pPr>
            <a:lvl4pPr marL="1828800" lvl="3" indent="-330200" algn="l">
              <a:lnSpc>
                <a:spcPct val="100000"/>
              </a:lnSpc>
              <a:spcBef>
                <a:spcPts val="370"/>
              </a:spcBef>
              <a:spcAft>
                <a:spcPts val="0"/>
              </a:spcAft>
              <a:buSzPts val="1600"/>
              <a:buChar char="⚫"/>
              <a:defRPr/>
            </a:lvl4pPr>
            <a:lvl5pPr marL="2286000" lvl="4" indent="-355600" algn="l">
              <a:lnSpc>
                <a:spcPct val="100000"/>
              </a:lnSpc>
              <a:spcBef>
                <a:spcPts val="370"/>
              </a:spcBef>
              <a:spcAft>
                <a:spcPts val="0"/>
              </a:spcAft>
              <a:buSzPts val="20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5" name="Google Shape;45;p5"/>
          <p:cNvSpPr txBox="1">
            <a:spLocks noGrp="1"/>
          </p:cNvSpPr>
          <p:nvPr>
            <p:ph type="body" idx="2"/>
          </p:nvPr>
        </p:nvSpPr>
        <p:spPr>
          <a:xfrm>
            <a:off x="5145088" y="2017713"/>
            <a:ext cx="3810000" cy="1981200"/>
          </a:xfrm>
          <a:prstGeom prst="rect">
            <a:avLst/>
          </a:prstGeom>
          <a:noFill/>
          <a:ln>
            <a:noFill/>
          </a:ln>
        </p:spPr>
        <p:txBody>
          <a:bodyPr spcFirstLastPara="1" wrap="square" lIns="91425" tIns="45700" rIns="91425" bIns="45700" anchor="t" anchorCtr="0">
            <a:normAutofit/>
          </a:bodyPr>
          <a:lstStyle>
            <a:lvl1pPr marL="457200" lvl="0" indent="-368935" algn="l">
              <a:lnSpc>
                <a:spcPct val="100000"/>
              </a:lnSpc>
              <a:spcBef>
                <a:spcPts val="580"/>
              </a:spcBef>
              <a:spcAft>
                <a:spcPts val="0"/>
              </a:spcAft>
              <a:buSzPts val="2210"/>
              <a:buChar char="⚫"/>
              <a:defRPr/>
            </a:lvl1pPr>
            <a:lvl2pPr marL="914400" lvl="1" indent="-358140" algn="l">
              <a:lnSpc>
                <a:spcPct val="100000"/>
              </a:lnSpc>
              <a:spcBef>
                <a:spcPts val="370"/>
              </a:spcBef>
              <a:spcAft>
                <a:spcPts val="0"/>
              </a:spcAft>
              <a:buSzPts val="2040"/>
              <a:buChar char="⚫"/>
              <a:defRPr/>
            </a:lvl2pPr>
            <a:lvl3pPr marL="1371600" lvl="2" indent="-336550" algn="l">
              <a:lnSpc>
                <a:spcPct val="100000"/>
              </a:lnSpc>
              <a:spcBef>
                <a:spcPts val="370"/>
              </a:spcBef>
              <a:spcAft>
                <a:spcPts val="0"/>
              </a:spcAft>
              <a:buSzPts val="1700"/>
              <a:buChar char="⚫"/>
              <a:defRPr/>
            </a:lvl3pPr>
            <a:lvl4pPr marL="1828800" lvl="3" indent="-330200" algn="l">
              <a:lnSpc>
                <a:spcPct val="100000"/>
              </a:lnSpc>
              <a:spcBef>
                <a:spcPts val="370"/>
              </a:spcBef>
              <a:spcAft>
                <a:spcPts val="0"/>
              </a:spcAft>
              <a:buSzPts val="1600"/>
              <a:buChar char="⚫"/>
              <a:defRPr/>
            </a:lvl4pPr>
            <a:lvl5pPr marL="2286000" lvl="4" indent="-355600" algn="l">
              <a:lnSpc>
                <a:spcPct val="100000"/>
              </a:lnSpc>
              <a:spcBef>
                <a:spcPts val="370"/>
              </a:spcBef>
              <a:spcAft>
                <a:spcPts val="0"/>
              </a:spcAft>
              <a:buSzPts val="20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6" name="Google Shape;46;p5"/>
          <p:cNvSpPr txBox="1">
            <a:spLocks noGrp="1"/>
          </p:cNvSpPr>
          <p:nvPr>
            <p:ph type="body" idx="3"/>
          </p:nvPr>
        </p:nvSpPr>
        <p:spPr>
          <a:xfrm>
            <a:off x="5145088" y="4151313"/>
            <a:ext cx="3810000" cy="1981200"/>
          </a:xfrm>
          <a:prstGeom prst="rect">
            <a:avLst/>
          </a:prstGeom>
          <a:noFill/>
          <a:ln>
            <a:noFill/>
          </a:ln>
        </p:spPr>
        <p:txBody>
          <a:bodyPr spcFirstLastPara="1" wrap="square" lIns="91425" tIns="45700" rIns="91425" bIns="45700" anchor="t" anchorCtr="0">
            <a:normAutofit/>
          </a:bodyPr>
          <a:lstStyle>
            <a:lvl1pPr marL="457200" lvl="0" indent="-368935" algn="l">
              <a:lnSpc>
                <a:spcPct val="100000"/>
              </a:lnSpc>
              <a:spcBef>
                <a:spcPts val="580"/>
              </a:spcBef>
              <a:spcAft>
                <a:spcPts val="0"/>
              </a:spcAft>
              <a:buSzPts val="2210"/>
              <a:buChar char="⚫"/>
              <a:defRPr/>
            </a:lvl1pPr>
            <a:lvl2pPr marL="914400" lvl="1" indent="-358140" algn="l">
              <a:lnSpc>
                <a:spcPct val="100000"/>
              </a:lnSpc>
              <a:spcBef>
                <a:spcPts val="370"/>
              </a:spcBef>
              <a:spcAft>
                <a:spcPts val="0"/>
              </a:spcAft>
              <a:buSzPts val="2040"/>
              <a:buChar char="⚫"/>
              <a:defRPr/>
            </a:lvl2pPr>
            <a:lvl3pPr marL="1371600" lvl="2" indent="-336550" algn="l">
              <a:lnSpc>
                <a:spcPct val="100000"/>
              </a:lnSpc>
              <a:spcBef>
                <a:spcPts val="370"/>
              </a:spcBef>
              <a:spcAft>
                <a:spcPts val="0"/>
              </a:spcAft>
              <a:buSzPts val="1700"/>
              <a:buChar char="⚫"/>
              <a:defRPr/>
            </a:lvl3pPr>
            <a:lvl4pPr marL="1828800" lvl="3" indent="-330200" algn="l">
              <a:lnSpc>
                <a:spcPct val="100000"/>
              </a:lnSpc>
              <a:spcBef>
                <a:spcPts val="370"/>
              </a:spcBef>
              <a:spcAft>
                <a:spcPts val="0"/>
              </a:spcAft>
              <a:buSzPts val="1600"/>
              <a:buChar char="⚫"/>
              <a:defRPr/>
            </a:lvl4pPr>
            <a:lvl5pPr marL="2286000" lvl="4" indent="-355600" algn="l">
              <a:lnSpc>
                <a:spcPct val="100000"/>
              </a:lnSpc>
              <a:spcBef>
                <a:spcPts val="370"/>
              </a:spcBef>
              <a:spcAft>
                <a:spcPts val="0"/>
              </a:spcAft>
              <a:buSzPts val="20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7" name="Google Shape;47;p5"/>
          <p:cNvSpPr txBox="1">
            <a:spLocks noGrp="1"/>
          </p:cNvSpPr>
          <p:nvPr>
            <p:ph type="dt" idx="10"/>
          </p:nvPr>
        </p:nvSpPr>
        <p:spPr>
          <a:xfrm>
            <a:off x="1162050" y="6243638"/>
            <a:ext cx="1905000" cy="4572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5"/>
          <p:cNvSpPr txBox="1">
            <a:spLocks noGrp="1"/>
          </p:cNvSpPr>
          <p:nvPr>
            <p:ph type="ftr" idx="11"/>
          </p:nvPr>
        </p:nvSpPr>
        <p:spPr>
          <a:xfrm>
            <a:off x="3657600" y="6243638"/>
            <a:ext cx="28956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
          <p:cNvSpPr>
            <a:spLocks noGrp="1"/>
          </p:cNvSpPr>
          <p:nvPr>
            <p:ph type="sldNum" idx="12"/>
          </p:nvPr>
        </p:nvSpPr>
        <p:spPr>
          <a:xfrm>
            <a:off x="7042150" y="6243638"/>
            <a:ext cx="19050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55000" sy="55000" flip="none" algn="tl"/>
        </a:blipFill>
        <a:effectLst/>
      </p:bgPr>
    </p:bg>
    <p:spTree>
      <p:nvGrpSpPr>
        <p:cNvPr id="1" name="Shape 50"/>
        <p:cNvGrpSpPr/>
        <p:nvPr/>
      </p:nvGrpSpPr>
      <p:grpSpPr>
        <a:xfrm>
          <a:off x="0" y="0"/>
          <a:ext cx="0" cy="0"/>
          <a:chOff x="0" y="0"/>
          <a:chExt cx="0" cy="0"/>
        </a:xfrm>
      </p:grpSpPr>
      <p:sp>
        <p:nvSpPr>
          <p:cNvPr id="51" name="Google Shape;51;p6"/>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 name="Google Shape;52;p6"/>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 name="Google Shape;53;p6"/>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6"/>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2040"/>
              <a:buNone/>
              <a:defRPr sz="2400">
                <a:solidFill>
                  <a:srgbClr val="888888"/>
                </a:solidFill>
              </a:defRPr>
            </a:lvl1pPr>
            <a:lvl2pPr marL="914400" lvl="1" indent="-228600" algn="l">
              <a:lnSpc>
                <a:spcPct val="100000"/>
              </a:lnSpc>
              <a:spcBef>
                <a:spcPts val="370"/>
              </a:spcBef>
              <a:spcAft>
                <a:spcPts val="0"/>
              </a:spcAft>
              <a:buSzPts val="1530"/>
              <a:buNone/>
              <a:defRPr sz="1800">
                <a:solidFill>
                  <a:srgbClr val="888888"/>
                </a:solidFill>
              </a:defRPr>
            </a:lvl2pPr>
            <a:lvl3pPr marL="1371600" lvl="2" indent="-228600" algn="l">
              <a:lnSpc>
                <a:spcPct val="100000"/>
              </a:lnSpc>
              <a:spcBef>
                <a:spcPts val="370"/>
              </a:spcBef>
              <a:spcAft>
                <a:spcPts val="0"/>
              </a:spcAft>
              <a:buSzPts val="1360"/>
              <a:buNone/>
              <a:defRPr sz="1600">
                <a:solidFill>
                  <a:srgbClr val="888888"/>
                </a:solidFill>
              </a:defRPr>
            </a:lvl3pPr>
            <a:lvl4pPr marL="1828800" lvl="3" indent="-228600" algn="l">
              <a:lnSpc>
                <a:spcPct val="100000"/>
              </a:lnSpc>
              <a:spcBef>
                <a:spcPts val="370"/>
              </a:spcBef>
              <a:spcAft>
                <a:spcPts val="0"/>
              </a:spcAft>
              <a:buSzPts val="1120"/>
              <a:buNone/>
              <a:defRPr sz="1400">
                <a:solidFill>
                  <a:srgbClr val="888888"/>
                </a:solidFill>
              </a:defRPr>
            </a:lvl4pPr>
            <a:lvl5pPr marL="2286000" lvl="4" indent="-228600" algn="l">
              <a:lnSpc>
                <a:spcPct val="100000"/>
              </a:lnSpc>
              <a:spcBef>
                <a:spcPts val="370"/>
              </a:spcBef>
              <a:spcAft>
                <a:spcPts val="0"/>
              </a:spcAft>
              <a:buSzPts val="1400"/>
              <a:buFont typeface="Libre Baskerville"/>
              <a:buNone/>
              <a:defRPr sz="1400">
                <a:solidFill>
                  <a:srgbClr val="888888"/>
                </a:solidFill>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55" name="Google Shape;55;p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6"/>
          <p:cNvSpPr/>
          <p:nvPr/>
        </p:nvSpPr>
        <p:spPr>
          <a:xfrm rot="10800000" flipH="1">
            <a:off x="69412" y="2376830"/>
            <a:ext cx="9013515"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 name="Google Shape;58;p6"/>
          <p:cNvSpPr/>
          <p:nvPr/>
        </p:nvSpPr>
        <p:spPr>
          <a:xfrm>
            <a:off x="69146" y="2341475"/>
            <a:ext cx="9013781"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 name="Google Shape;59;p6"/>
          <p:cNvSpPr/>
          <p:nvPr/>
        </p:nvSpPr>
        <p:spPr>
          <a:xfrm>
            <a:off x="68306" y="2468880"/>
            <a:ext cx="9014621" cy="4572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0" name="Google Shape;60;p6"/>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0"/>
              </a:spcBef>
              <a:spcAft>
                <a:spcPts val="0"/>
              </a:spcAft>
              <a:buSzPts val="1700"/>
              <a:buNone/>
              <a:defRPr sz="2000" b="1"/>
            </a:lvl2pPr>
            <a:lvl3pPr marL="1371600" lvl="2" indent="-228600" algn="l">
              <a:lnSpc>
                <a:spcPct val="100000"/>
              </a:lnSpc>
              <a:spcBef>
                <a:spcPts val="370"/>
              </a:spcBef>
              <a:spcAft>
                <a:spcPts val="0"/>
              </a:spcAft>
              <a:buSzPts val="1530"/>
              <a:buNone/>
              <a:defRPr sz="1800" b="1"/>
            </a:lvl3pPr>
            <a:lvl4pPr marL="1828800" lvl="3" indent="-228600" algn="l">
              <a:lnSpc>
                <a:spcPct val="100000"/>
              </a:lnSpc>
              <a:spcBef>
                <a:spcPts val="370"/>
              </a:spcBef>
              <a:spcAft>
                <a:spcPts val="0"/>
              </a:spcAft>
              <a:buSzPts val="1280"/>
              <a:buNone/>
              <a:defRPr sz="1600" b="1"/>
            </a:lvl4pPr>
            <a:lvl5pPr marL="2286000" lvl="4" indent="-228600" algn="l">
              <a:lnSpc>
                <a:spcPct val="100000"/>
              </a:lnSpc>
              <a:spcBef>
                <a:spcPts val="370"/>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4" name="Google Shape;64;p7"/>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0"/>
              </a:spcBef>
              <a:spcAft>
                <a:spcPts val="0"/>
              </a:spcAft>
              <a:buSzPts val="1700"/>
              <a:buNone/>
              <a:defRPr sz="2000" b="1"/>
            </a:lvl2pPr>
            <a:lvl3pPr marL="1371600" lvl="2" indent="-228600" algn="l">
              <a:lnSpc>
                <a:spcPct val="100000"/>
              </a:lnSpc>
              <a:spcBef>
                <a:spcPts val="370"/>
              </a:spcBef>
              <a:spcAft>
                <a:spcPts val="0"/>
              </a:spcAft>
              <a:buSzPts val="1530"/>
              <a:buNone/>
              <a:defRPr sz="1800" b="1"/>
            </a:lvl3pPr>
            <a:lvl4pPr marL="1828800" lvl="3" indent="-228600" algn="l">
              <a:lnSpc>
                <a:spcPct val="100000"/>
              </a:lnSpc>
              <a:spcBef>
                <a:spcPts val="370"/>
              </a:spcBef>
              <a:spcAft>
                <a:spcPts val="0"/>
              </a:spcAft>
              <a:buSzPts val="1280"/>
              <a:buNone/>
              <a:defRPr sz="1600" b="1"/>
            </a:lvl4pPr>
            <a:lvl5pPr marL="2286000" lvl="4" indent="-228600" algn="l">
              <a:lnSpc>
                <a:spcPct val="100000"/>
              </a:lnSpc>
              <a:spcBef>
                <a:spcPts val="370"/>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5" name="Google Shape;65;p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68" name="Google Shape;68;p7"/>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9" name="Google Shape;69;p7"/>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8"/>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2" name="Google Shape;72;p8"/>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 name="Google Shape;73;p8"/>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4000"/>
              <a:buFont typeface="Libre Franklin"/>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1530"/>
              <a:buNone/>
              <a:defRPr sz="1800"/>
            </a:lvl1pPr>
            <a:lvl2pPr marL="914400" lvl="1" indent="-228600" algn="l">
              <a:lnSpc>
                <a:spcPct val="100000"/>
              </a:lnSpc>
              <a:spcBef>
                <a:spcPts val="370"/>
              </a:spcBef>
              <a:spcAft>
                <a:spcPts val="0"/>
              </a:spcAft>
              <a:buSzPts val="1020"/>
              <a:buNone/>
              <a:defRPr sz="1200"/>
            </a:lvl2pPr>
            <a:lvl3pPr marL="1371600" lvl="2" indent="-228600" algn="l">
              <a:lnSpc>
                <a:spcPct val="100000"/>
              </a:lnSpc>
              <a:spcBef>
                <a:spcPts val="370"/>
              </a:spcBef>
              <a:spcAft>
                <a:spcPts val="0"/>
              </a:spcAft>
              <a:buSzPts val="850"/>
              <a:buNone/>
              <a:defRPr sz="1000"/>
            </a:lvl3pPr>
            <a:lvl4pPr marL="1828800" lvl="3" indent="-228600" algn="l">
              <a:lnSpc>
                <a:spcPct val="100000"/>
              </a:lnSpc>
              <a:spcBef>
                <a:spcPts val="370"/>
              </a:spcBef>
              <a:spcAft>
                <a:spcPts val="0"/>
              </a:spcAft>
              <a:buSzPts val="720"/>
              <a:buNone/>
              <a:defRPr sz="900"/>
            </a:lvl4pPr>
            <a:lvl5pPr marL="2286000" lvl="4" indent="-228600" algn="l">
              <a:lnSpc>
                <a:spcPct val="100000"/>
              </a:lnSpc>
              <a:spcBef>
                <a:spcPts val="370"/>
              </a:spcBef>
              <a:spcAft>
                <a:spcPts val="0"/>
              </a:spcAft>
              <a:buSzPts val="900"/>
              <a:buFont typeface="Libre Baskerville"/>
              <a:buNone/>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75" name="Google Shape;75;p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78" name="Google Shape;78;p8"/>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9"/>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lnSpc>
                <a:spcPct val="100000"/>
              </a:lnSpc>
              <a:spcBef>
                <a:spcPts val="0"/>
              </a:spcBef>
              <a:spcAft>
                <a:spcPts val="0"/>
              </a:spcAft>
              <a:buClr>
                <a:schemeClr val="dk2"/>
              </a:buClr>
              <a:buSzPts val="2800"/>
              <a:buFont typeface="Libre Franklin"/>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9"/>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80"/>
              </a:spcBef>
              <a:spcAft>
                <a:spcPts val="0"/>
              </a:spcAft>
              <a:buSzPts val="1360"/>
              <a:buFont typeface="Libre Baskerville"/>
              <a:buNone/>
              <a:defRPr sz="1600"/>
            </a:lvl1pPr>
            <a:lvl2pPr marL="914400" lvl="1" indent="-293369" algn="l">
              <a:lnSpc>
                <a:spcPct val="100000"/>
              </a:lnSpc>
              <a:spcBef>
                <a:spcPts val="370"/>
              </a:spcBef>
              <a:spcAft>
                <a:spcPts val="0"/>
              </a:spcAft>
              <a:buSzPts val="1020"/>
              <a:buChar char="⚫"/>
              <a:defRPr sz="1200"/>
            </a:lvl2pPr>
            <a:lvl3pPr marL="1371600" lvl="2" indent="-282575" algn="l">
              <a:lnSpc>
                <a:spcPct val="100000"/>
              </a:lnSpc>
              <a:spcBef>
                <a:spcPts val="370"/>
              </a:spcBef>
              <a:spcAft>
                <a:spcPts val="0"/>
              </a:spcAft>
              <a:buSzPts val="850"/>
              <a:buChar char="⚫"/>
              <a:defRPr sz="1000"/>
            </a:lvl3pPr>
            <a:lvl4pPr marL="1828800" lvl="3" indent="-274319" algn="l">
              <a:lnSpc>
                <a:spcPct val="100000"/>
              </a:lnSpc>
              <a:spcBef>
                <a:spcPts val="370"/>
              </a:spcBef>
              <a:spcAft>
                <a:spcPts val="0"/>
              </a:spcAft>
              <a:buSzPts val="720"/>
              <a:buChar char="⚫"/>
              <a:defRPr sz="900"/>
            </a:lvl4pPr>
            <a:lvl5pPr marL="2286000" lvl="4" indent="-285750" algn="l">
              <a:lnSpc>
                <a:spcPct val="100000"/>
              </a:lnSpc>
              <a:spcBef>
                <a:spcPts val="370"/>
              </a:spcBef>
              <a:spcAft>
                <a:spcPts val="0"/>
              </a:spcAft>
              <a:buSzPts val="900"/>
              <a:buFont typeface="Libre Baskerville"/>
              <a:buChar char="o"/>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82" name="Google Shape;82;p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9"/>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9"/>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9"/>
          <p:cNvSpPr/>
          <p:nvPr/>
        </p:nvSpPr>
        <p:spPr>
          <a:xfrm rot="10800000" flipH="1">
            <a:off x="68307" y="4683555"/>
            <a:ext cx="9006840"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 name="Google Shape;86;p9"/>
          <p:cNvSpPr/>
          <p:nvPr/>
        </p:nvSpPr>
        <p:spPr>
          <a:xfrm>
            <a:off x="68508" y="4650474"/>
            <a:ext cx="9006639"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7" name="Google Shape;87;p9"/>
          <p:cNvSpPr/>
          <p:nvPr/>
        </p:nvSpPr>
        <p:spPr>
          <a:xfrm>
            <a:off x="68510" y="4773224"/>
            <a:ext cx="9006637" cy="4880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 name="Google Shape;88;p9"/>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
        <p:cNvGrpSpPr/>
        <p:nvPr/>
      </p:nvGrpSpPr>
      <p:grpSpPr>
        <a:xfrm>
          <a:off x="0" y="0"/>
          <a:ext cx="0" cy="0"/>
          <a:chOff x="0" y="0"/>
          <a:chExt cx="0" cy="0"/>
        </a:xfrm>
      </p:grpSpPr>
      <p:sp>
        <p:nvSpPr>
          <p:cNvPr id="90" name="Google Shape;90;p10"/>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0"/>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92" name="Google Shape;92;p1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0"/>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0"/>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5"/>
        <p:cNvGrpSpPr/>
        <p:nvPr/>
      </p:nvGrpSpPr>
      <p:grpSpPr>
        <a:xfrm>
          <a:off x="0" y="0"/>
          <a:ext cx="0" cy="0"/>
          <a:chOff x="0" y="0"/>
          <a:chExt cx="0" cy="0"/>
        </a:xfrm>
      </p:grpSpPr>
      <p:sp>
        <p:nvSpPr>
          <p:cNvPr id="96" name="Google Shape;96;p11"/>
          <p:cNvSpPr txBox="1">
            <a:spLocks noGrp="1"/>
          </p:cNvSpPr>
          <p:nvPr>
            <p:ph type="title"/>
          </p:nvPr>
        </p:nvSpPr>
        <p:spPr>
          <a:xfrm rot="5400000">
            <a:off x="4709477" y="2194564"/>
            <a:ext cx="5851525" cy="2011680"/>
          </a:xfrm>
          <a:prstGeom prst="rect">
            <a:avLst/>
          </a:prstGeom>
          <a:noFill/>
          <a:ln>
            <a:noFill/>
          </a:ln>
        </p:spPr>
        <p:txBody>
          <a:bodyPr spcFirstLastPara="1" wrap="square" lIns="91425" tIns="45700" rIns="91425" bIns="91425"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1"/>
          <p:cNvSpPr txBox="1">
            <a:spLocks noGrp="1"/>
          </p:cNvSpPr>
          <p:nvPr>
            <p:ph type="body" idx="1"/>
          </p:nvPr>
        </p:nvSpPr>
        <p:spPr>
          <a:xfrm rot="5400000">
            <a:off x="769937" y="419103"/>
            <a:ext cx="5851525" cy="5562600"/>
          </a:xfrm>
          <a:prstGeom prst="rect">
            <a:avLst/>
          </a:prstGeom>
          <a:noFill/>
          <a:ln>
            <a:noFill/>
          </a:ln>
        </p:spPr>
        <p:txBody>
          <a:bodyPr spcFirstLastPara="1" wrap="square" lIns="91425" tIns="45700" rIns="91425" bIns="45700" anchor="t" anchorCtr="0">
            <a:normAutofit/>
          </a:bodyPr>
          <a:lstStyle>
            <a:lvl1pPr marL="457200" lvl="0" indent="-325755" algn="l">
              <a:lnSpc>
                <a:spcPct val="100000"/>
              </a:lnSpc>
              <a:spcBef>
                <a:spcPts val="580"/>
              </a:spcBef>
              <a:spcAft>
                <a:spcPts val="0"/>
              </a:spcAft>
              <a:buSzPts val="1530"/>
              <a:buChar char="⚫"/>
              <a:defRPr/>
            </a:lvl1pPr>
            <a:lvl2pPr marL="914400" lvl="1" indent="-325755" algn="l">
              <a:lnSpc>
                <a:spcPct val="100000"/>
              </a:lnSpc>
              <a:spcBef>
                <a:spcPts val="370"/>
              </a:spcBef>
              <a:spcAft>
                <a:spcPts val="0"/>
              </a:spcAft>
              <a:buSzPts val="1530"/>
              <a:buChar char="⚫"/>
              <a:defRPr/>
            </a:lvl2pPr>
            <a:lvl3pPr marL="1371600" lvl="2" indent="-325755" algn="l">
              <a:lnSpc>
                <a:spcPct val="100000"/>
              </a:lnSpc>
              <a:spcBef>
                <a:spcPts val="370"/>
              </a:spcBef>
              <a:spcAft>
                <a:spcPts val="0"/>
              </a:spcAft>
              <a:buSzPts val="1530"/>
              <a:buChar char="⚫"/>
              <a:defRPr/>
            </a:lvl3pPr>
            <a:lvl4pPr marL="1828800" lvl="3" indent="-320039" algn="l">
              <a:lnSpc>
                <a:spcPct val="100000"/>
              </a:lnSpc>
              <a:spcBef>
                <a:spcPts val="370"/>
              </a:spcBef>
              <a:spcAft>
                <a:spcPts val="0"/>
              </a:spcAft>
              <a:buSzPts val="1440"/>
              <a:buChar char="⚫"/>
              <a:defRPr/>
            </a:lvl4pPr>
            <a:lvl5pPr marL="2286000" lvl="4" indent="-342900" algn="l">
              <a:lnSpc>
                <a:spcPct val="100000"/>
              </a:lnSpc>
              <a:spcBef>
                <a:spcPts val="370"/>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98" name="Google Shape;98;p1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 name="Google Shape;11;p1"/>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 name="Google Shape;12;p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marR="0" lvl="0" algn="l" rtl="0">
              <a:lnSpc>
                <a:spcPct val="100000"/>
              </a:lnSpc>
              <a:spcBef>
                <a:spcPts val="0"/>
              </a:spcBef>
              <a:spcAft>
                <a:spcPts val="0"/>
              </a:spcAft>
              <a:buClr>
                <a:schemeClr val="dk2"/>
              </a:buClr>
              <a:buSzPts val="4000"/>
              <a:buFont typeface="Libre Franklin"/>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1"/>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marR="0" lvl="0" indent="-368935" algn="l" rtl="0">
              <a:lnSpc>
                <a:spcPct val="100000"/>
              </a:lnSpc>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0"/>
              </a:spcBef>
              <a:spcAft>
                <a:spcPts val="0"/>
              </a:spcAft>
              <a:buClr>
                <a:schemeClr val="accent3"/>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4" name="Google Shape;14;p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 name="Google Shape;15;p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1"/>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3.jp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4.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2"/>
          <p:cNvSpPr/>
          <p:nvPr/>
        </p:nvSpPr>
        <p:spPr>
          <a:xfrm>
            <a:off x="2413000" y="3810000"/>
            <a:ext cx="4445000" cy="1143000"/>
          </a:xfrm>
          <a:prstGeom prst="roundRect">
            <a:avLst>
              <a:gd name="adj" fmla="val 16667"/>
            </a:avLst>
          </a:prstGeom>
          <a:solidFill>
            <a:srgbClr val="4F6128"/>
          </a:solid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7" name="Google Shape;107;p12"/>
          <p:cNvSpPr/>
          <p:nvPr/>
        </p:nvSpPr>
        <p:spPr>
          <a:xfrm>
            <a:off x="2476500" y="3886200"/>
            <a:ext cx="4381500" cy="990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 name="Google Shape;108;p12"/>
          <p:cNvSpPr txBox="1">
            <a:spLocks noGrp="1"/>
          </p:cNvSpPr>
          <p:nvPr>
            <p:ph type="title"/>
          </p:nvPr>
        </p:nvSpPr>
        <p:spPr>
          <a:xfrm>
            <a:off x="0" y="1524000"/>
            <a:ext cx="9144000" cy="838200"/>
          </a:xfrm>
          <a:prstGeom prst="rect">
            <a:avLst/>
          </a:prstGeom>
          <a:noFill/>
          <a:ln>
            <a:noFill/>
          </a:ln>
          <a:effectLst>
            <a:outerShdw blurRad="149987" dist="250190" dir="8460000" algn="ctr">
              <a:srgbClr val="000000">
                <a:alpha val="24705"/>
              </a:srgbClr>
            </a:outerShdw>
          </a:effectLst>
        </p:spPr>
        <p:txBody>
          <a:bodyPr spcFirstLastPara="1" wrap="square" lIns="91425" tIns="45700" rIns="91425" bIns="45700" anchor="ctr" anchorCtr="0">
            <a:normAutofit fontScale="90000"/>
          </a:bodyPr>
          <a:lstStyle/>
          <a:p>
            <a:pPr marL="0" marR="0" lvl="0" indent="0" algn="ctr" rtl="0">
              <a:lnSpc>
                <a:spcPct val="100000"/>
              </a:lnSpc>
              <a:spcBef>
                <a:spcPts val="0"/>
              </a:spcBef>
              <a:spcAft>
                <a:spcPts val="0"/>
              </a:spcAft>
              <a:buClr>
                <a:srgbClr val="17375E"/>
              </a:buClr>
              <a:buSzPct val="100000"/>
              <a:buFont typeface="Calibri"/>
              <a:buNone/>
            </a:pPr>
            <a:br>
              <a:rPr lang="en-US" sz="2700" b="1" i="0" u="none" strike="noStrike" cap="none">
                <a:solidFill>
                  <a:srgbClr val="17375E"/>
                </a:solidFill>
                <a:latin typeface="Calibri"/>
                <a:ea typeface="Calibri"/>
                <a:cs typeface="Calibri"/>
                <a:sym typeface="Calibri"/>
              </a:rPr>
            </a:br>
            <a:br>
              <a:rPr lang="en-US" sz="2700" b="1" i="0" u="none" strike="noStrike" cap="none">
                <a:solidFill>
                  <a:srgbClr val="17375E"/>
                </a:solidFill>
                <a:latin typeface="Calibri"/>
                <a:ea typeface="Calibri"/>
                <a:cs typeface="Calibri"/>
                <a:sym typeface="Calibri"/>
              </a:rPr>
            </a:br>
            <a:br>
              <a:rPr lang="en-US" sz="2700" b="1" i="0" u="none" strike="noStrike" cap="none">
                <a:solidFill>
                  <a:srgbClr val="17375E"/>
                </a:solidFill>
                <a:latin typeface="Calibri"/>
                <a:ea typeface="Calibri"/>
                <a:cs typeface="Calibri"/>
                <a:sym typeface="Calibri"/>
              </a:rPr>
            </a:br>
            <a:r>
              <a:rPr lang="en-US" sz="2700" b="1" i="0" u="none" strike="noStrike" cap="none">
                <a:solidFill>
                  <a:srgbClr val="17375E"/>
                </a:solidFill>
                <a:latin typeface="Calibri"/>
                <a:ea typeface="Calibri"/>
                <a:cs typeface="Calibri"/>
                <a:sym typeface="Calibri"/>
              </a:rPr>
              <a:t>Pimpri Chinchwad Education Trust’s</a:t>
            </a:r>
            <a:br>
              <a:rPr lang="en-US" sz="4000" b="1" i="0" u="none" strike="noStrike" cap="none">
                <a:solidFill>
                  <a:srgbClr val="595959"/>
                </a:solidFill>
                <a:latin typeface="Calibri"/>
                <a:ea typeface="Calibri"/>
                <a:cs typeface="Calibri"/>
                <a:sym typeface="Calibri"/>
              </a:rPr>
            </a:br>
            <a:r>
              <a:rPr lang="en-US" sz="4000" b="1" i="0" u="none" strike="noStrike" cap="none">
                <a:solidFill>
                  <a:srgbClr val="17375E"/>
                </a:solidFill>
                <a:latin typeface="Calibri"/>
                <a:ea typeface="Calibri"/>
                <a:cs typeface="Calibri"/>
                <a:sym typeface="Calibri"/>
              </a:rPr>
              <a:t>Pimpri Chinchwad College of Engineering and Research, Ravet, Pune</a:t>
            </a:r>
            <a:br>
              <a:rPr lang="en-US" sz="4000" b="1" i="0" u="none" strike="noStrike" cap="none">
                <a:solidFill>
                  <a:srgbClr val="17375E"/>
                </a:solidFill>
                <a:latin typeface="Calibri"/>
                <a:ea typeface="Calibri"/>
                <a:cs typeface="Calibri"/>
                <a:sym typeface="Calibri"/>
              </a:rPr>
            </a:br>
            <a:r>
              <a:rPr lang="en-US" sz="4400" b="1" i="0" u="none" strike="noStrike" cap="none">
                <a:solidFill>
                  <a:srgbClr val="0F243E"/>
                </a:solidFill>
                <a:latin typeface="Times New Roman"/>
                <a:ea typeface="Times New Roman"/>
                <a:cs typeface="Times New Roman"/>
                <a:sym typeface="Times New Roman"/>
              </a:rPr>
              <a:t>Department of Computer Engineering</a:t>
            </a:r>
            <a:br>
              <a:rPr lang="en-US" sz="4400" b="1" i="0" u="none" strike="noStrike" cap="none">
                <a:solidFill>
                  <a:srgbClr val="0F243E"/>
                </a:solidFill>
                <a:latin typeface="Times New Roman"/>
                <a:ea typeface="Times New Roman"/>
                <a:cs typeface="Times New Roman"/>
                <a:sym typeface="Times New Roman"/>
              </a:rPr>
            </a:br>
            <a:br>
              <a:rPr lang="en-US" sz="4400" b="1" i="0" u="none" strike="noStrike" cap="none">
                <a:solidFill>
                  <a:srgbClr val="17375E"/>
                </a:solidFill>
                <a:latin typeface="Calibri"/>
                <a:ea typeface="Calibri"/>
                <a:cs typeface="Calibri"/>
                <a:sym typeface="Calibri"/>
              </a:rPr>
            </a:br>
            <a:br>
              <a:rPr lang="en-US" sz="4000" b="1" i="0" u="none" strike="noStrike" cap="none">
                <a:solidFill>
                  <a:srgbClr val="17375E"/>
                </a:solidFill>
                <a:latin typeface="Calibri"/>
                <a:ea typeface="Calibri"/>
                <a:cs typeface="Calibri"/>
                <a:sym typeface="Calibri"/>
              </a:rPr>
            </a:br>
            <a:endParaRPr sz="4800" b="1" i="0" u="none" strike="noStrike" cap="none">
              <a:solidFill>
                <a:srgbClr val="595959"/>
              </a:solidFill>
              <a:latin typeface="Calibri"/>
              <a:ea typeface="Calibri"/>
              <a:cs typeface="Calibri"/>
              <a:sym typeface="Calibri"/>
            </a:endParaRPr>
          </a:p>
        </p:txBody>
      </p:sp>
      <p:pic>
        <p:nvPicPr>
          <p:cNvPr id="109" name="Google Shape;109;p12" descr="PCCOER is best engineering college in Pune"/>
          <p:cNvPicPr preferRelativeResize="0"/>
          <p:nvPr/>
        </p:nvPicPr>
        <p:blipFill rotWithShape="1">
          <a:blip r:embed="rId3">
            <a:alphaModFix/>
          </a:blip>
          <a:srcRect/>
          <a:stretch/>
        </p:blipFill>
        <p:spPr>
          <a:xfrm>
            <a:off x="8039266" y="114785"/>
            <a:ext cx="977734" cy="723900"/>
          </a:xfrm>
          <a:prstGeom prst="rect">
            <a:avLst/>
          </a:prstGeom>
          <a:noFill/>
          <a:ln>
            <a:noFill/>
          </a:ln>
        </p:spPr>
      </p:pic>
      <p:pic>
        <p:nvPicPr>
          <p:cNvPr id="110" name="Google Shape;110;p12" descr="http://pcet.org.in/images/pcet-logo.jpg"/>
          <p:cNvPicPr preferRelativeResize="0"/>
          <p:nvPr/>
        </p:nvPicPr>
        <p:blipFill rotWithShape="1">
          <a:blip r:embed="rId4">
            <a:alphaModFix/>
          </a:blip>
          <a:srcRect/>
          <a:stretch/>
        </p:blipFill>
        <p:spPr>
          <a:xfrm>
            <a:off x="135229" y="142422"/>
            <a:ext cx="1007772" cy="771979"/>
          </a:xfrm>
          <a:prstGeom prst="rect">
            <a:avLst/>
          </a:prstGeom>
          <a:noFill/>
          <a:ln>
            <a:noFill/>
          </a:ln>
        </p:spPr>
      </p:pic>
      <p:sp>
        <p:nvSpPr>
          <p:cNvPr id="111" name="Google Shape;111;p12"/>
          <p:cNvSpPr/>
          <p:nvPr/>
        </p:nvSpPr>
        <p:spPr>
          <a:xfrm>
            <a:off x="609600" y="2895600"/>
            <a:ext cx="8077200" cy="3411190"/>
          </a:xfrm>
          <a:prstGeom prst="rect">
            <a:avLst/>
          </a:prstGeom>
          <a:solidFill>
            <a:schemeClr val="lt1"/>
          </a:solidFill>
          <a:ln w="762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2540" lvl="0" indent="0" algn="ctr" rtl="0">
              <a:lnSpc>
                <a:spcPct val="79687"/>
              </a:lnSpc>
              <a:spcBef>
                <a:spcPts val="0"/>
              </a:spcBef>
              <a:spcAft>
                <a:spcPts val="0"/>
              </a:spcAft>
              <a:buClr>
                <a:schemeClr val="dk1"/>
              </a:buClr>
              <a:buSzPts val="4800"/>
              <a:buFont typeface="Calibri"/>
              <a:buNone/>
            </a:pPr>
            <a:endParaRPr sz="4800" b="1" i="0" u="none" strike="noStrike" cap="none" dirty="0">
              <a:solidFill>
                <a:srgbClr val="0F243E"/>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F243E"/>
                </a:solidFill>
                <a:latin typeface="Times New Roman"/>
                <a:ea typeface="Times New Roman"/>
                <a:cs typeface="Times New Roman"/>
                <a:sym typeface="Times New Roman"/>
              </a:rPr>
              <a:t>Data Structures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dirty="0">
                <a:solidFill>
                  <a:srgbClr val="0F243E"/>
                </a:solidFill>
                <a:latin typeface="Times New Roman"/>
                <a:ea typeface="Times New Roman"/>
                <a:cs typeface="Times New Roman"/>
                <a:sym typeface="Times New Roman"/>
              </a:rPr>
              <a:t>D</a:t>
            </a:r>
            <a:r>
              <a:rPr lang="en-US" sz="2800" b="1" i="0" u="none" strike="noStrike" cap="none" dirty="0">
                <a:solidFill>
                  <a:srgbClr val="0F243E"/>
                </a:solidFill>
                <a:latin typeface="Times New Roman"/>
                <a:ea typeface="Times New Roman"/>
                <a:cs typeface="Times New Roman"/>
                <a:sym typeface="Times New Roman"/>
              </a:rPr>
              <a:t>r. Govind R. Suryawanshi</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0F243E"/>
              </a:solidFill>
              <a:latin typeface="Times New Roman"/>
              <a:ea typeface="Times New Roman"/>
              <a:cs typeface="Times New Roman"/>
              <a:sym typeface="Times New Roman"/>
            </a:endParaRPr>
          </a:p>
        </p:txBody>
      </p:sp>
      <p:sp>
        <p:nvSpPr>
          <p:cNvPr id="112" name="Google Shape;112;p12" descr="BOUQUET #emoji https://www.emojimantra.com/ | Emoji, Mario characters, Art"/>
          <p:cNvSpPr/>
          <p:nvPr/>
        </p:nvSpPr>
        <p:spPr>
          <a:xfrm>
            <a:off x="129646" y="-144463"/>
            <a:ext cx="2540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3" name="Google Shape;113;p12" descr="BOUQUET #emoji https://www.emojimantra.com/ | Emoji, Mario characters, Art"/>
          <p:cNvSpPr/>
          <p:nvPr/>
        </p:nvSpPr>
        <p:spPr>
          <a:xfrm>
            <a:off x="129646" y="-144463"/>
            <a:ext cx="2540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4" name="Google Shape;114;p12" descr="BOUQUET #emoji https://www.emojimantra.com/ | Emoji, Mario characters, Art"/>
          <p:cNvSpPr/>
          <p:nvPr/>
        </p:nvSpPr>
        <p:spPr>
          <a:xfrm>
            <a:off x="129646" y="-144463"/>
            <a:ext cx="2540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4000"/>
              <a:buFont typeface="Libre Franklin"/>
              <a:buNone/>
            </a:pPr>
            <a:r>
              <a:rPr lang="en-US"/>
              <a:t>Case Study </a:t>
            </a:r>
            <a:endParaRPr/>
          </a:p>
        </p:txBody>
      </p:sp>
      <p:sp>
        <p:nvSpPr>
          <p:cNvPr id="120" name="Google Shape;120;p13"/>
          <p:cNvSpPr txBox="1">
            <a:spLocks noGrp="1"/>
          </p:cNvSpPr>
          <p:nvPr>
            <p:ph type="body" idx="1"/>
          </p:nvPr>
        </p:nvSpPr>
        <p:spPr>
          <a:xfrm>
            <a:off x="689317" y="2052711"/>
            <a:ext cx="8046720" cy="2280138"/>
          </a:xfrm>
          <a:prstGeom prst="rect">
            <a:avLst/>
          </a:prstGeom>
          <a:noFill/>
          <a:ln>
            <a:noFill/>
          </a:ln>
        </p:spPr>
        <p:txBody>
          <a:bodyPr spcFirstLastPara="1" wrap="square" lIns="91425" tIns="45700" rIns="91425" bIns="45700" anchor="t" anchorCtr="0">
            <a:noAutofit/>
          </a:bodyPr>
          <a:lstStyle/>
          <a:p>
            <a:pPr marL="274320" lvl="0" indent="-274320" algn="l" rtl="0">
              <a:lnSpc>
                <a:spcPct val="100000"/>
              </a:lnSpc>
              <a:spcBef>
                <a:spcPts val="0"/>
              </a:spcBef>
              <a:spcAft>
                <a:spcPts val="0"/>
              </a:spcAft>
              <a:buSzPts val="2210"/>
              <a:buChar char="⚫"/>
            </a:pPr>
            <a:r>
              <a:rPr lang="en-US" sz="2400"/>
              <a:t>Garbage Collection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4"/>
          <p:cNvSpPr txBox="1">
            <a:spLocks noGrp="1"/>
          </p:cNvSpPr>
          <p:nvPr>
            <p:ph type="title"/>
          </p:nvPr>
        </p:nvSpPr>
        <p:spPr>
          <a:xfrm>
            <a:off x="1266092" y="112544"/>
            <a:ext cx="7329268" cy="576774"/>
          </a:xfrm>
          <a:prstGeom prst="rect">
            <a:avLst/>
          </a:prstGeom>
          <a:solidFill>
            <a:srgbClr val="F4CCC8"/>
          </a:solid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lt1"/>
              </a:buClr>
              <a:buSzPct val="111111"/>
              <a:buFont typeface="Calibri"/>
              <a:buNone/>
            </a:pPr>
            <a:r>
              <a:rPr lang="en-US" sz="4400" b="1" dirty="0">
                <a:solidFill>
                  <a:srgbClr val="FF0000"/>
                </a:solidFill>
              </a:rPr>
              <a:t>UNIT- </a:t>
            </a:r>
            <a:r>
              <a:rPr lang="mr-IN" sz="4400" b="1" dirty="0">
                <a:solidFill>
                  <a:srgbClr val="FF0000"/>
                </a:solidFill>
              </a:rPr>
              <a:t>III</a:t>
            </a:r>
            <a:endParaRPr sz="4400" b="1" dirty="0">
              <a:solidFill>
                <a:srgbClr val="FF0000"/>
              </a:solidFill>
            </a:endParaRPr>
          </a:p>
        </p:txBody>
      </p:sp>
      <p:sp>
        <p:nvSpPr>
          <p:cNvPr id="126" name="Google Shape;126;p1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©PCCOE&amp;R, Ravet, Pune</a:t>
            </a:r>
            <a:endParaRPr/>
          </a:p>
        </p:txBody>
      </p:sp>
      <p:sp>
        <p:nvSpPr>
          <p:cNvPr id="127" name="Google Shape;127;p14"/>
          <p:cNvSpPr txBox="1">
            <a:spLocks noGrp="1"/>
          </p:cNvSpPr>
          <p:nvPr>
            <p:ph type="sldNum" idx="12"/>
          </p:nvPr>
        </p:nvSpPr>
        <p:spPr>
          <a:xfrm>
            <a:off x="146304" y="6210300"/>
            <a:ext cx="457200" cy="457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28" name="Google Shape;128;p14"/>
          <p:cNvSpPr txBox="1">
            <a:spLocks noGrp="1"/>
          </p:cNvSpPr>
          <p:nvPr>
            <p:ph type="body" idx="1"/>
          </p:nvPr>
        </p:nvSpPr>
        <p:spPr>
          <a:xfrm>
            <a:off x="457200" y="2152356"/>
            <a:ext cx="8686800" cy="3967090"/>
          </a:xfrm>
          <a:prstGeom prst="rect">
            <a:avLst/>
          </a:prstGeom>
          <a:noFill/>
          <a:ln>
            <a:noFill/>
          </a:ln>
        </p:spPr>
        <p:txBody>
          <a:bodyPr spcFirstLastPara="1" wrap="square" lIns="91425" tIns="45700" rIns="91425" bIns="45700" anchor="t" anchorCtr="0">
            <a:noAutofit/>
          </a:bodyPr>
          <a:lstStyle/>
          <a:p>
            <a:pPr marL="274320" lvl="0" indent="-274320" algn="l" rtl="0">
              <a:lnSpc>
                <a:spcPct val="100000"/>
              </a:lnSpc>
              <a:spcBef>
                <a:spcPts val="580"/>
              </a:spcBef>
              <a:spcAft>
                <a:spcPts val="0"/>
              </a:spcAft>
              <a:buSzPts val="1700"/>
              <a:buChar char="⚫"/>
            </a:pPr>
            <a:r>
              <a:rPr lang="en-US" sz="2000"/>
              <a:t>Basic concept, stack Abstract Data Type, Representation of Stacks Using Sequential Organization, stack operations, Multiple Stacks,  </a:t>
            </a:r>
            <a:br>
              <a:rPr lang="en-US" sz="2000"/>
            </a:br>
            <a:r>
              <a:rPr lang="en-US" sz="2000" b="1"/>
              <a:t>Applications of Stack- </a:t>
            </a:r>
            <a:r>
              <a:rPr lang="en-US" sz="2000"/>
              <a:t>Expression Evaluation and Conversion, Polish notation and expression  conversion, Need for prefix and postfix expressions, Postfix expression evaluation, Linked Stack and Operations. </a:t>
            </a:r>
            <a:br>
              <a:rPr lang="en-US" sz="2000"/>
            </a:br>
            <a:r>
              <a:rPr lang="en-US" sz="2000" b="1"/>
              <a:t>Recursion</a:t>
            </a:r>
            <a:r>
              <a:rPr lang="en-US" sz="2000"/>
              <a:t>- concept, variants of recursion- direct, indirect, tail and tree, backtracking algorithmic </a:t>
            </a:r>
            <a:br>
              <a:rPr lang="en-US" sz="2000"/>
            </a:br>
            <a:r>
              <a:rPr lang="en-US" sz="2000"/>
              <a:t>strategy, use of stack in backtracking.</a:t>
            </a:r>
            <a:endParaRPr sz="2000"/>
          </a:p>
        </p:txBody>
      </p:sp>
      <p:sp>
        <p:nvSpPr>
          <p:cNvPr id="129" name="Google Shape;129;p14"/>
          <p:cNvSpPr/>
          <p:nvPr/>
        </p:nvSpPr>
        <p:spPr>
          <a:xfrm>
            <a:off x="365761" y="1448972"/>
            <a:ext cx="7244862" cy="58473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742117"/>
                </a:solidFill>
                <a:latin typeface="Arial"/>
                <a:ea typeface="Arial"/>
                <a:cs typeface="Arial"/>
                <a:sym typeface="Arial"/>
              </a:rPr>
              <a:t>Stack</a:t>
            </a:r>
            <a:endParaRPr sz="3200" b="1" i="0" u="none" strike="noStrike" cap="none">
              <a:solidFill>
                <a:srgbClr val="742117"/>
              </a:solidFill>
              <a:latin typeface="Arial"/>
              <a:ea typeface="Arial"/>
              <a:cs typeface="Arial"/>
              <a:sym typeface="Arial"/>
            </a:endParaRPr>
          </a:p>
        </p:txBody>
      </p:sp>
      <p:pic>
        <p:nvPicPr>
          <p:cNvPr id="130" name="Google Shape;130;p14" descr="http://pcet.org.in/images/pcet-logo.jpg"/>
          <p:cNvPicPr preferRelativeResize="0"/>
          <p:nvPr/>
        </p:nvPicPr>
        <p:blipFill rotWithShape="1">
          <a:blip r:embed="rId3">
            <a:alphaModFix/>
          </a:blip>
          <a:srcRect/>
          <a:stretch/>
        </p:blipFill>
        <p:spPr>
          <a:xfrm>
            <a:off x="135229" y="142422"/>
            <a:ext cx="1007772" cy="7719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5"/>
          <p:cNvSpPr txBox="1">
            <a:spLocks noGrp="1"/>
          </p:cNvSpPr>
          <p:nvPr>
            <p:ph type="ctrTitle"/>
          </p:nvPr>
        </p:nvSpPr>
        <p:spPr>
          <a:xfrm>
            <a:off x="900113" y="1679575"/>
            <a:ext cx="8243887" cy="1462088"/>
          </a:xfrm>
          <a:prstGeom prst="rect">
            <a:avLst/>
          </a:prstGeom>
          <a:noFill/>
          <a:ln>
            <a:noFill/>
          </a:ln>
        </p:spPr>
        <p:txBody>
          <a:bodyPr spcFirstLastPara="1" wrap="square" lIns="91425" tIns="45700" rIns="91425" bIns="91425" anchor="b" anchorCtr="0">
            <a:normAutofit fontScale="90000"/>
          </a:bodyPr>
          <a:lstStyle/>
          <a:p>
            <a:pPr marL="0" lvl="0" indent="0" algn="ctr" rtl="0">
              <a:lnSpc>
                <a:spcPct val="100000"/>
              </a:lnSpc>
              <a:spcBef>
                <a:spcPts val="0"/>
              </a:spcBef>
              <a:spcAft>
                <a:spcPts val="0"/>
              </a:spcAft>
              <a:buSzPct val="74074"/>
              <a:buNone/>
            </a:pPr>
            <a:r>
              <a:rPr lang="en-US" sz="6000" b="1">
                <a:latin typeface="Times New Roman"/>
                <a:ea typeface="Times New Roman"/>
                <a:cs typeface="Times New Roman"/>
                <a:sym typeface="Times New Roman"/>
              </a:rPr>
              <a:t>Introduction</a:t>
            </a:r>
            <a:br>
              <a:rPr lang="en-US" sz="6000" b="1">
                <a:latin typeface="Times New Roman"/>
                <a:ea typeface="Times New Roman"/>
                <a:cs typeface="Times New Roman"/>
                <a:sym typeface="Times New Roman"/>
              </a:rPr>
            </a:br>
            <a:r>
              <a:rPr lang="en-US" sz="6000" b="1">
                <a:latin typeface="Times New Roman"/>
                <a:ea typeface="Times New Roman"/>
                <a:cs typeface="Times New Roman"/>
                <a:sym typeface="Times New Roman"/>
              </a:rPr>
              <a:t> Of</a:t>
            </a:r>
            <a:br>
              <a:rPr lang="en-US" sz="6000" b="1">
                <a:latin typeface="Times New Roman"/>
                <a:ea typeface="Times New Roman"/>
                <a:cs typeface="Times New Roman"/>
                <a:sym typeface="Times New Roman"/>
              </a:rPr>
            </a:br>
            <a:r>
              <a:rPr lang="en-US" sz="6000" b="1">
                <a:latin typeface="Times New Roman"/>
                <a:ea typeface="Times New Roman"/>
                <a:cs typeface="Times New Roman"/>
                <a:sym typeface="Times New Roman"/>
              </a:rPr>
              <a:t>Stack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Introduction</a:t>
            </a:r>
            <a:endParaRPr/>
          </a:p>
        </p:txBody>
      </p:sp>
      <p:sp>
        <p:nvSpPr>
          <p:cNvPr id="141" name="Google Shape;141;p16"/>
          <p:cNvSpPr txBox="1">
            <a:spLocks noGrp="1"/>
          </p:cNvSpPr>
          <p:nvPr>
            <p:ph type="body" idx="1"/>
          </p:nvPr>
        </p:nvSpPr>
        <p:spPr>
          <a:xfrm>
            <a:off x="971550" y="2017713"/>
            <a:ext cx="7983538" cy="4114800"/>
          </a:xfrm>
          <a:prstGeom prst="rect">
            <a:avLst/>
          </a:prstGeom>
          <a:noFill/>
          <a:ln>
            <a:noFill/>
          </a:ln>
        </p:spPr>
        <p:txBody>
          <a:bodyPr spcFirstLastPara="1" wrap="square" lIns="91425" tIns="45700" rIns="91425" bIns="45700" anchor="t" anchorCtr="0">
            <a:normAutofit fontScale="92500"/>
          </a:bodyPr>
          <a:lstStyle/>
          <a:p>
            <a:pPr marL="457200" lvl="0" indent="-325755" algn="l" rtl="0">
              <a:lnSpc>
                <a:spcPct val="100000"/>
              </a:lnSpc>
              <a:spcBef>
                <a:spcPts val="580"/>
              </a:spcBef>
              <a:spcAft>
                <a:spcPts val="0"/>
              </a:spcAft>
              <a:buSzPct val="59073"/>
              <a:buChar char="⚫"/>
            </a:pPr>
            <a:r>
              <a:rPr lang="en-US" sz="2800">
                <a:latin typeface="Times New Roman"/>
                <a:ea typeface="Times New Roman"/>
                <a:cs typeface="Times New Roman"/>
                <a:sym typeface="Times New Roman"/>
              </a:rPr>
              <a:t>A stack is a non-primitive linear data structure.</a:t>
            </a:r>
            <a:endParaRPr/>
          </a:p>
          <a:p>
            <a:pPr marL="457200" lvl="0" indent="-325755" algn="l" rtl="0">
              <a:lnSpc>
                <a:spcPct val="100000"/>
              </a:lnSpc>
              <a:spcBef>
                <a:spcPts val="580"/>
              </a:spcBef>
              <a:spcAft>
                <a:spcPts val="0"/>
              </a:spcAft>
              <a:buSzPct val="59073"/>
              <a:buChar char="⚫"/>
            </a:pPr>
            <a:r>
              <a:rPr lang="en-US" sz="2800">
                <a:latin typeface="Times New Roman"/>
                <a:ea typeface="Times New Roman"/>
                <a:cs typeface="Times New Roman"/>
                <a:sym typeface="Times New Roman"/>
              </a:rPr>
              <a:t>It is an ordered list in which addition of new data item and deletion of already existing data items done from only one end, known as top tacks (TOP).</a:t>
            </a:r>
            <a:endParaRPr/>
          </a:p>
          <a:p>
            <a:pPr marL="457200" lvl="0" indent="-325755" algn="l" rtl="0">
              <a:lnSpc>
                <a:spcPct val="100000"/>
              </a:lnSpc>
              <a:spcBef>
                <a:spcPts val="580"/>
              </a:spcBef>
              <a:spcAft>
                <a:spcPts val="0"/>
              </a:spcAft>
              <a:buSzPct val="59073"/>
              <a:buChar char="⚫"/>
            </a:pPr>
            <a:r>
              <a:rPr lang="en-US" sz="2800">
                <a:latin typeface="Times New Roman"/>
                <a:ea typeface="Times New Roman"/>
                <a:cs typeface="Times New Roman"/>
                <a:sym typeface="Times New Roman"/>
              </a:rPr>
              <a:t>As all the deletion and insertion in a stack is done from top of the stack, the last added element will be the first to be removed from the stack.</a:t>
            </a:r>
            <a:endParaRPr/>
          </a:p>
          <a:p>
            <a:pPr marL="457200" lvl="0" indent="-325755" algn="l" rtl="0">
              <a:lnSpc>
                <a:spcPct val="100000"/>
              </a:lnSpc>
              <a:spcBef>
                <a:spcPts val="580"/>
              </a:spcBef>
              <a:spcAft>
                <a:spcPts val="0"/>
              </a:spcAft>
              <a:buSzPct val="59073"/>
              <a:buChar char="⚫"/>
            </a:pPr>
            <a:r>
              <a:rPr lang="en-US" sz="2800">
                <a:latin typeface="Times New Roman"/>
                <a:ea typeface="Times New Roman"/>
                <a:cs typeface="Times New Roman"/>
                <a:sym typeface="Times New Roman"/>
              </a:rPr>
              <a:t>That is the reason why stack is also called </a:t>
            </a:r>
            <a:r>
              <a:rPr lang="en-US" sz="2800" b="1">
                <a:latin typeface="Times New Roman"/>
                <a:ea typeface="Times New Roman"/>
                <a:cs typeface="Times New Roman"/>
                <a:sym typeface="Times New Roman"/>
              </a:rPr>
              <a:t>LAST-IN-FIRST-OUT (LIFO)</a:t>
            </a:r>
            <a:r>
              <a:rPr lang="en-US" sz="2800">
                <a:latin typeface="Times New Roman"/>
                <a:ea typeface="Times New Roman"/>
                <a:cs typeface="Times New Roman"/>
                <a:sym typeface="Times New Roman"/>
              </a:rPr>
              <a:t> type of list.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7"/>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Introduction</a:t>
            </a:r>
            <a:endParaRPr/>
          </a:p>
        </p:txBody>
      </p:sp>
      <p:sp>
        <p:nvSpPr>
          <p:cNvPr id="147" name="Google Shape;147;p1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Example 1: A common model of a stack is plates in a marriage party. Fresh plates are “pushed” onto to the top and “popped” off the top.</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Example 2: Some of you may eat biscuits. If you assume only one side of the cover is open and biscuits are taken off one by one from one side.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8"/>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Introduction</a:t>
            </a:r>
            <a:endParaRPr/>
          </a:p>
        </p:txBody>
      </p:sp>
      <p:sp>
        <p:nvSpPr>
          <p:cNvPr id="153" name="Google Shape;153;p18"/>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Whenever a stack is created the stack base remains fixed, as a new element is added to the stack from the top, the top goes on increasing.</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Conversely as the top most elements of the stack is removed the stack  top is decrementing.</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Show the next slide figure to various stages of stack </a:t>
            </a:r>
            <a:r>
              <a:rPr lang="en-US" sz="2800" b="1">
                <a:latin typeface="Times New Roman"/>
                <a:ea typeface="Times New Roman"/>
                <a:cs typeface="Times New Roman"/>
                <a:sym typeface="Times New Roman"/>
              </a:rPr>
              <a:t>top</a:t>
            </a:r>
            <a:r>
              <a:rPr lang="en-US" sz="2800">
                <a:latin typeface="Times New Roman"/>
                <a:ea typeface="Times New Roman"/>
                <a:cs typeface="Times New Roman"/>
                <a:sym typeface="Times New Roman"/>
              </a:rPr>
              <a:t> during insertion and during deletion.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9"/>
          <p:cNvSpPr txBox="1">
            <a:spLocks noGrp="1"/>
          </p:cNvSpPr>
          <p:nvPr>
            <p:ph type="title"/>
          </p:nvPr>
        </p:nvSpPr>
        <p:spPr>
          <a:xfrm>
            <a:off x="1150938" y="214313"/>
            <a:ext cx="7793037" cy="1462087"/>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SzPts val="4000"/>
              <a:buNone/>
            </a:pPr>
            <a:r>
              <a:rPr lang="en-US" sz="4800" b="1">
                <a:latin typeface="Times New Roman"/>
                <a:ea typeface="Times New Roman"/>
                <a:cs typeface="Times New Roman"/>
                <a:sym typeface="Times New Roman"/>
              </a:rPr>
              <a:t>Introduction</a:t>
            </a:r>
            <a:endParaRPr/>
          </a:p>
        </p:txBody>
      </p:sp>
      <p:sp>
        <p:nvSpPr>
          <p:cNvPr id="159" name="Google Shape;159;p19"/>
          <p:cNvSpPr txBox="1">
            <a:spLocks noGrp="1"/>
          </p:cNvSpPr>
          <p:nvPr>
            <p:ph type="body" idx="1"/>
          </p:nvPr>
        </p:nvSpPr>
        <p:spPr>
          <a:xfrm>
            <a:off x="755650" y="2017713"/>
            <a:ext cx="8137525" cy="4840287"/>
          </a:xfrm>
          <a:prstGeom prst="rect">
            <a:avLst/>
          </a:prstGeom>
          <a:noFill/>
          <a:ln>
            <a:noFill/>
          </a:ln>
        </p:spPr>
        <p:txBody>
          <a:bodyPr spcFirstLastPara="1" wrap="square" lIns="91425" tIns="45700" rIns="91425" bIns="45700" anchor="t" anchorCtr="0">
            <a:normAutofit/>
          </a:bodyPr>
          <a:lstStyle/>
          <a:p>
            <a:pPr marL="457200" lvl="0" indent="-368935" algn="l" rtl="0">
              <a:lnSpc>
                <a:spcPct val="100000"/>
              </a:lnSpc>
              <a:spcBef>
                <a:spcPts val="580"/>
              </a:spcBef>
              <a:spcAft>
                <a:spcPts val="0"/>
              </a:spcAft>
              <a:buSzPts val="2210"/>
              <a:buChar char="⚫"/>
            </a:pPr>
            <a:r>
              <a:rPr lang="en-US" sz="2400">
                <a:latin typeface="Times New Roman"/>
                <a:ea typeface="Times New Roman"/>
                <a:cs typeface="Times New Roman"/>
                <a:sym typeface="Times New Roman"/>
              </a:rPr>
              <a:t>Stack top increases during insertion</a:t>
            </a:r>
            <a:endParaRPr/>
          </a:p>
        </p:txBody>
      </p:sp>
      <p:graphicFrame>
        <p:nvGraphicFramePr>
          <p:cNvPr id="160" name="Google Shape;160;p19"/>
          <p:cNvGraphicFramePr/>
          <p:nvPr/>
        </p:nvGraphicFramePr>
        <p:xfrm>
          <a:off x="1547813" y="2924175"/>
          <a:ext cx="503225" cy="1839925"/>
        </p:xfrm>
        <a:graphic>
          <a:graphicData uri="http://schemas.openxmlformats.org/drawingml/2006/table">
            <a:tbl>
              <a:tblPr>
                <a:noFill/>
                <a:tableStyleId>{E9738A67-A8DE-4FEA-BCF9-A7BFC9072CF7}</a:tableStyleId>
              </a:tblPr>
              <a:tblGrid>
                <a:gridCol w="503225">
                  <a:extLst>
                    <a:ext uri="{9D8B030D-6E8A-4147-A177-3AD203B41FA5}">
                      <a16:colId xmlns:a16="http://schemas.microsoft.com/office/drawing/2014/main" val="20000"/>
                    </a:ext>
                  </a:extLst>
                </a:gridCol>
              </a:tblGrid>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672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1" name="Google Shape;161;p19"/>
          <p:cNvSpPr txBox="1"/>
          <p:nvPr/>
        </p:nvSpPr>
        <p:spPr>
          <a:xfrm>
            <a:off x="1258888" y="4868863"/>
            <a:ext cx="2017712" cy="1604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Stack empty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top=-1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62" name="Google Shape;162;p19"/>
          <p:cNvCxnSpPr/>
          <p:nvPr/>
        </p:nvCxnSpPr>
        <p:spPr>
          <a:xfrm rot="10800000">
            <a:off x="1331913" y="5516563"/>
            <a:ext cx="288925" cy="0"/>
          </a:xfrm>
          <a:prstGeom prst="straightConnector1">
            <a:avLst/>
          </a:prstGeom>
          <a:noFill/>
          <a:ln w="9525" cap="flat" cmpd="sng">
            <a:solidFill>
              <a:schemeClr val="dk1"/>
            </a:solidFill>
            <a:prstDash val="solid"/>
            <a:round/>
            <a:headEnd type="none" w="sm" len="sm"/>
            <a:tailEnd type="triangle" w="med" len="med"/>
          </a:ln>
        </p:spPr>
      </p:cxnSp>
      <p:sp>
        <p:nvSpPr>
          <p:cNvPr id="163" name="Google Shape;163;p19"/>
          <p:cNvSpPr txBox="1"/>
          <p:nvPr/>
        </p:nvSpPr>
        <p:spPr>
          <a:xfrm>
            <a:off x="1258888" y="2997200"/>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64" name="Google Shape;164;p19"/>
          <p:cNvSpPr txBox="1"/>
          <p:nvPr/>
        </p:nvSpPr>
        <p:spPr>
          <a:xfrm>
            <a:off x="1258888" y="3340100"/>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65" name="Google Shape;165;p19"/>
          <p:cNvSpPr txBox="1"/>
          <p:nvPr/>
        </p:nvSpPr>
        <p:spPr>
          <a:xfrm>
            <a:off x="1258888" y="3700463"/>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66" name="Google Shape;166;p19"/>
          <p:cNvSpPr txBox="1"/>
          <p:nvPr/>
        </p:nvSpPr>
        <p:spPr>
          <a:xfrm>
            <a:off x="1258888" y="4060825"/>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67" name="Google Shape;167;p19"/>
          <p:cNvSpPr txBox="1"/>
          <p:nvPr/>
        </p:nvSpPr>
        <p:spPr>
          <a:xfrm>
            <a:off x="1258888" y="4419600"/>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graphicFrame>
        <p:nvGraphicFramePr>
          <p:cNvPr id="168" name="Google Shape;168;p19"/>
          <p:cNvGraphicFramePr/>
          <p:nvPr/>
        </p:nvGraphicFramePr>
        <p:xfrm>
          <a:off x="3563938" y="2971800"/>
          <a:ext cx="506400" cy="1837730"/>
        </p:xfrm>
        <a:graphic>
          <a:graphicData uri="http://schemas.openxmlformats.org/drawingml/2006/table">
            <a:tbl>
              <a:tblPr>
                <a:noFill/>
                <a:tableStyleId>{E9738A67-A8DE-4FEA-BCF9-A7BFC9072CF7}</a:tableStyleId>
              </a:tblPr>
              <a:tblGrid>
                <a:gridCol w="506400">
                  <a:extLst>
                    <a:ext uri="{9D8B030D-6E8A-4147-A177-3AD203B41FA5}">
                      <a16:colId xmlns:a16="http://schemas.microsoft.com/office/drawing/2014/main" val="20000"/>
                    </a:ext>
                  </a:extLst>
                </a:gridCol>
              </a:tblGrid>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465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r>
                        <a:rPr lang="en-US" sz="1800" b="0" i="0" u="none" strike="noStrike" cap="none">
                          <a:solidFill>
                            <a:schemeClr val="dk1"/>
                          </a:solidFill>
                          <a:latin typeface="Times New Roman"/>
                          <a:ea typeface="Times New Roman"/>
                          <a:cs typeface="Times New Roman"/>
                          <a:sym typeface="Times New Roman"/>
                        </a:rPr>
                        <a:t>10</a:t>
                      </a:r>
                      <a:endParaRPr sz="1400" u="none" strike="noStrike" cap="none"/>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9" name="Google Shape;169;p19"/>
          <p:cNvSpPr txBox="1"/>
          <p:nvPr/>
        </p:nvSpPr>
        <p:spPr>
          <a:xfrm>
            <a:off x="2843213" y="4954588"/>
            <a:ext cx="2017712" cy="7794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Insert first element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cxnSp>
        <p:nvCxnSpPr>
          <p:cNvPr id="170" name="Google Shape;170;p19"/>
          <p:cNvCxnSpPr/>
          <p:nvPr/>
        </p:nvCxnSpPr>
        <p:spPr>
          <a:xfrm rot="10800000">
            <a:off x="4211638" y="4581525"/>
            <a:ext cx="360362" cy="0"/>
          </a:xfrm>
          <a:prstGeom prst="straightConnector1">
            <a:avLst/>
          </a:prstGeom>
          <a:noFill/>
          <a:ln w="9525" cap="flat" cmpd="sng">
            <a:solidFill>
              <a:schemeClr val="dk1"/>
            </a:solidFill>
            <a:prstDash val="solid"/>
            <a:round/>
            <a:headEnd type="none" w="sm" len="sm"/>
            <a:tailEnd type="triangle" w="med" len="med"/>
          </a:ln>
        </p:spPr>
      </p:cxnSp>
      <p:sp>
        <p:nvSpPr>
          <p:cNvPr id="171" name="Google Shape;171;p19"/>
          <p:cNvSpPr txBox="1"/>
          <p:nvPr/>
        </p:nvSpPr>
        <p:spPr>
          <a:xfrm>
            <a:off x="4140200" y="4575175"/>
            <a:ext cx="1008063"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Top=0</a:t>
            </a:r>
            <a:endParaRPr sz="1400" b="0" i="0" u="none" strike="noStrike" cap="none">
              <a:solidFill>
                <a:srgbClr val="000000"/>
              </a:solidFill>
              <a:latin typeface="Arial"/>
              <a:ea typeface="Arial"/>
              <a:cs typeface="Arial"/>
              <a:sym typeface="Arial"/>
            </a:endParaRPr>
          </a:p>
        </p:txBody>
      </p:sp>
      <p:sp>
        <p:nvSpPr>
          <p:cNvPr id="172" name="Google Shape;172;p19"/>
          <p:cNvSpPr txBox="1"/>
          <p:nvPr/>
        </p:nvSpPr>
        <p:spPr>
          <a:xfrm>
            <a:off x="3276600" y="2997200"/>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73" name="Google Shape;173;p19"/>
          <p:cNvSpPr txBox="1"/>
          <p:nvPr/>
        </p:nvSpPr>
        <p:spPr>
          <a:xfrm>
            <a:off x="3276600" y="3411538"/>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74" name="Google Shape;174;p19"/>
          <p:cNvSpPr txBox="1"/>
          <p:nvPr/>
        </p:nvSpPr>
        <p:spPr>
          <a:xfrm>
            <a:off x="3276600" y="3771900"/>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75" name="Google Shape;175;p19"/>
          <p:cNvSpPr txBox="1"/>
          <p:nvPr/>
        </p:nvSpPr>
        <p:spPr>
          <a:xfrm>
            <a:off x="3276600" y="4132263"/>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76" name="Google Shape;176;p19"/>
          <p:cNvSpPr txBox="1"/>
          <p:nvPr/>
        </p:nvSpPr>
        <p:spPr>
          <a:xfrm>
            <a:off x="3276600" y="4492625"/>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graphicFrame>
        <p:nvGraphicFramePr>
          <p:cNvPr id="177" name="Google Shape;177;p19"/>
          <p:cNvGraphicFramePr/>
          <p:nvPr/>
        </p:nvGraphicFramePr>
        <p:xfrm>
          <a:off x="6443663" y="2962275"/>
          <a:ext cx="506400" cy="1837730"/>
        </p:xfrm>
        <a:graphic>
          <a:graphicData uri="http://schemas.openxmlformats.org/drawingml/2006/table">
            <a:tbl>
              <a:tblPr>
                <a:noFill/>
                <a:tableStyleId>{E9738A67-A8DE-4FEA-BCF9-A7BFC9072CF7}</a:tableStyleId>
              </a:tblPr>
              <a:tblGrid>
                <a:gridCol w="506400">
                  <a:extLst>
                    <a:ext uri="{9D8B030D-6E8A-4147-A177-3AD203B41FA5}">
                      <a16:colId xmlns:a16="http://schemas.microsoft.com/office/drawing/2014/main" val="20000"/>
                    </a:ext>
                  </a:extLst>
                </a:gridCol>
              </a:tblGrid>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465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r>
                        <a:rPr lang="en-US" sz="1800" b="0" i="0" u="none" strike="noStrike" cap="none">
                          <a:solidFill>
                            <a:schemeClr val="dk1"/>
                          </a:solidFill>
                          <a:latin typeface="Times New Roman"/>
                          <a:ea typeface="Times New Roman"/>
                          <a:cs typeface="Times New Roman"/>
                          <a:sym typeface="Times New Roman"/>
                        </a:rPr>
                        <a:t>20</a:t>
                      </a:r>
                      <a:endParaRPr sz="1400" u="none" strike="noStrike" cap="none"/>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r>
                        <a:rPr lang="en-US" sz="1800" b="0" i="0" u="none" strike="noStrike" cap="none">
                          <a:solidFill>
                            <a:schemeClr val="dk1"/>
                          </a:solidFill>
                          <a:latin typeface="Times New Roman"/>
                          <a:ea typeface="Times New Roman"/>
                          <a:cs typeface="Times New Roman"/>
                          <a:sym typeface="Times New Roman"/>
                        </a:rPr>
                        <a:t>10</a:t>
                      </a:r>
                      <a:endParaRPr sz="1400" u="none" strike="noStrike" cap="none"/>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78" name="Google Shape;178;p19"/>
          <p:cNvSpPr txBox="1"/>
          <p:nvPr/>
        </p:nvSpPr>
        <p:spPr>
          <a:xfrm>
            <a:off x="7019925" y="4221163"/>
            <a:ext cx="1008063"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Top=1</a:t>
            </a:r>
            <a:endParaRPr sz="1400" b="0" i="0" u="none" strike="noStrike" cap="none">
              <a:solidFill>
                <a:srgbClr val="000000"/>
              </a:solidFill>
              <a:latin typeface="Arial"/>
              <a:ea typeface="Arial"/>
              <a:cs typeface="Arial"/>
              <a:sym typeface="Arial"/>
            </a:endParaRPr>
          </a:p>
        </p:txBody>
      </p:sp>
      <p:cxnSp>
        <p:nvCxnSpPr>
          <p:cNvPr id="179" name="Google Shape;179;p19"/>
          <p:cNvCxnSpPr/>
          <p:nvPr/>
        </p:nvCxnSpPr>
        <p:spPr>
          <a:xfrm rot="10800000">
            <a:off x="7092950" y="4221163"/>
            <a:ext cx="360363" cy="0"/>
          </a:xfrm>
          <a:prstGeom prst="straightConnector1">
            <a:avLst/>
          </a:prstGeom>
          <a:noFill/>
          <a:ln w="9525" cap="flat" cmpd="sng">
            <a:solidFill>
              <a:schemeClr val="dk1"/>
            </a:solidFill>
            <a:prstDash val="solid"/>
            <a:round/>
            <a:headEnd type="none" w="sm" len="sm"/>
            <a:tailEnd type="triangle" w="med" len="med"/>
          </a:ln>
        </p:spPr>
      </p:cxnSp>
      <p:sp>
        <p:nvSpPr>
          <p:cNvPr id="180" name="Google Shape;180;p19"/>
          <p:cNvSpPr txBox="1"/>
          <p:nvPr/>
        </p:nvSpPr>
        <p:spPr>
          <a:xfrm>
            <a:off x="5649913" y="4954588"/>
            <a:ext cx="2522537" cy="7794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Insert second element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81" name="Google Shape;181;p19"/>
          <p:cNvSpPr txBox="1"/>
          <p:nvPr/>
        </p:nvSpPr>
        <p:spPr>
          <a:xfrm>
            <a:off x="6084888" y="4492625"/>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182" name="Google Shape;182;p19"/>
          <p:cNvSpPr txBox="1"/>
          <p:nvPr/>
        </p:nvSpPr>
        <p:spPr>
          <a:xfrm>
            <a:off x="6084888" y="4132263"/>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83" name="Google Shape;183;p19"/>
          <p:cNvSpPr txBox="1"/>
          <p:nvPr/>
        </p:nvSpPr>
        <p:spPr>
          <a:xfrm>
            <a:off x="6084888" y="3789363"/>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84" name="Google Shape;184;p19"/>
          <p:cNvSpPr txBox="1"/>
          <p:nvPr/>
        </p:nvSpPr>
        <p:spPr>
          <a:xfrm>
            <a:off x="6084888" y="3429000"/>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85" name="Google Shape;185;p19"/>
          <p:cNvSpPr txBox="1"/>
          <p:nvPr/>
        </p:nvSpPr>
        <p:spPr>
          <a:xfrm>
            <a:off x="6084888" y="3068638"/>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title"/>
          </p:nvPr>
        </p:nvSpPr>
        <p:spPr>
          <a:xfrm>
            <a:off x="1150938" y="214313"/>
            <a:ext cx="7793037" cy="1462087"/>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SzPts val="4000"/>
              <a:buNone/>
            </a:pPr>
            <a:r>
              <a:rPr lang="en-US" sz="4800" b="1">
                <a:latin typeface="Times New Roman"/>
                <a:ea typeface="Times New Roman"/>
                <a:cs typeface="Times New Roman"/>
                <a:sym typeface="Times New Roman"/>
              </a:rPr>
              <a:t>Introduction</a:t>
            </a:r>
            <a:endParaRPr/>
          </a:p>
        </p:txBody>
      </p:sp>
      <p:sp>
        <p:nvSpPr>
          <p:cNvPr id="191" name="Google Shape;191;p20"/>
          <p:cNvSpPr txBox="1">
            <a:spLocks noGrp="1"/>
          </p:cNvSpPr>
          <p:nvPr>
            <p:ph type="body" idx="1"/>
          </p:nvPr>
        </p:nvSpPr>
        <p:spPr>
          <a:xfrm>
            <a:off x="755650" y="2017713"/>
            <a:ext cx="8137525" cy="4840287"/>
          </a:xfrm>
          <a:prstGeom prst="rect">
            <a:avLst/>
          </a:prstGeom>
          <a:noFill/>
          <a:ln>
            <a:noFill/>
          </a:ln>
        </p:spPr>
        <p:txBody>
          <a:bodyPr spcFirstLastPara="1" wrap="square" lIns="91425" tIns="45700" rIns="91425" bIns="45700" anchor="t" anchorCtr="0">
            <a:normAutofit/>
          </a:bodyPr>
          <a:lstStyle/>
          <a:p>
            <a:pPr marL="457200" lvl="0" indent="-368935" algn="l" rtl="0">
              <a:lnSpc>
                <a:spcPct val="100000"/>
              </a:lnSpc>
              <a:spcBef>
                <a:spcPts val="580"/>
              </a:spcBef>
              <a:spcAft>
                <a:spcPts val="0"/>
              </a:spcAft>
              <a:buSzPts val="2210"/>
              <a:buChar char="⚫"/>
            </a:pPr>
            <a:r>
              <a:rPr lang="en-US" sz="2400">
                <a:latin typeface="Times New Roman"/>
                <a:ea typeface="Times New Roman"/>
                <a:cs typeface="Times New Roman"/>
                <a:sym typeface="Times New Roman"/>
              </a:rPr>
              <a:t>Stack top decreases during deletion</a:t>
            </a:r>
            <a:endParaRPr/>
          </a:p>
        </p:txBody>
      </p:sp>
      <p:graphicFrame>
        <p:nvGraphicFramePr>
          <p:cNvPr id="192" name="Google Shape;192;p20"/>
          <p:cNvGraphicFramePr/>
          <p:nvPr/>
        </p:nvGraphicFramePr>
        <p:xfrm>
          <a:off x="6372225" y="2997200"/>
          <a:ext cx="503250" cy="1839925"/>
        </p:xfrm>
        <a:graphic>
          <a:graphicData uri="http://schemas.openxmlformats.org/drawingml/2006/table">
            <a:tbl>
              <a:tblPr>
                <a:noFill/>
                <a:tableStyleId>{E9738A67-A8DE-4FEA-BCF9-A7BFC9072CF7}</a:tableStyleId>
              </a:tblPr>
              <a:tblGrid>
                <a:gridCol w="503250">
                  <a:extLst>
                    <a:ext uri="{9D8B030D-6E8A-4147-A177-3AD203B41FA5}">
                      <a16:colId xmlns:a16="http://schemas.microsoft.com/office/drawing/2014/main" val="20000"/>
                    </a:ext>
                  </a:extLst>
                </a:gridCol>
              </a:tblGrid>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672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830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93" name="Google Shape;193;p20"/>
          <p:cNvSpPr txBox="1"/>
          <p:nvPr/>
        </p:nvSpPr>
        <p:spPr>
          <a:xfrm>
            <a:off x="5724525" y="4941888"/>
            <a:ext cx="2017713" cy="7794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Element 10 deleted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cxnSp>
        <p:nvCxnSpPr>
          <p:cNvPr id="194" name="Google Shape;194;p20"/>
          <p:cNvCxnSpPr/>
          <p:nvPr/>
        </p:nvCxnSpPr>
        <p:spPr>
          <a:xfrm rot="10800000">
            <a:off x="6084888" y="5373688"/>
            <a:ext cx="288925" cy="0"/>
          </a:xfrm>
          <a:prstGeom prst="straightConnector1">
            <a:avLst/>
          </a:prstGeom>
          <a:noFill/>
          <a:ln w="9525" cap="flat" cmpd="sng">
            <a:solidFill>
              <a:schemeClr val="dk1"/>
            </a:solidFill>
            <a:prstDash val="solid"/>
            <a:round/>
            <a:headEnd type="none" w="sm" len="sm"/>
            <a:tailEnd type="triangle" w="med" len="med"/>
          </a:ln>
        </p:spPr>
      </p:cxnSp>
      <p:sp>
        <p:nvSpPr>
          <p:cNvPr id="195" name="Google Shape;195;p20"/>
          <p:cNvSpPr txBox="1"/>
          <p:nvPr/>
        </p:nvSpPr>
        <p:spPr>
          <a:xfrm>
            <a:off x="1258888" y="2997200"/>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96" name="Google Shape;196;p20"/>
          <p:cNvSpPr txBox="1"/>
          <p:nvPr/>
        </p:nvSpPr>
        <p:spPr>
          <a:xfrm>
            <a:off x="1258888" y="3340100"/>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97" name="Google Shape;197;p20"/>
          <p:cNvSpPr txBox="1"/>
          <p:nvPr/>
        </p:nvSpPr>
        <p:spPr>
          <a:xfrm>
            <a:off x="1258888" y="3700463"/>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98" name="Google Shape;198;p20"/>
          <p:cNvSpPr txBox="1"/>
          <p:nvPr/>
        </p:nvSpPr>
        <p:spPr>
          <a:xfrm>
            <a:off x="1258888" y="4060825"/>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99" name="Google Shape;199;p20"/>
          <p:cNvSpPr txBox="1"/>
          <p:nvPr/>
        </p:nvSpPr>
        <p:spPr>
          <a:xfrm>
            <a:off x="1258888" y="4419600"/>
            <a:ext cx="21748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graphicFrame>
        <p:nvGraphicFramePr>
          <p:cNvPr id="200" name="Google Shape;200;p20"/>
          <p:cNvGraphicFramePr/>
          <p:nvPr/>
        </p:nvGraphicFramePr>
        <p:xfrm>
          <a:off x="3563938" y="2924175"/>
          <a:ext cx="506400" cy="1837730"/>
        </p:xfrm>
        <a:graphic>
          <a:graphicData uri="http://schemas.openxmlformats.org/drawingml/2006/table">
            <a:tbl>
              <a:tblPr>
                <a:noFill/>
                <a:tableStyleId>{E9738A67-A8DE-4FEA-BCF9-A7BFC9072CF7}</a:tableStyleId>
              </a:tblPr>
              <a:tblGrid>
                <a:gridCol w="506400">
                  <a:extLst>
                    <a:ext uri="{9D8B030D-6E8A-4147-A177-3AD203B41FA5}">
                      <a16:colId xmlns:a16="http://schemas.microsoft.com/office/drawing/2014/main" val="20000"/>
                    </a:ext>
                  </a:extLst>
                </a:gridCol>
              </a:tblGrid>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465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r>
                        <a:rPr lang="en-US" sz="1800" b="0" i="0" u="none" strike="noStrike" cap="none">
                          <a:solidFill>
                            <a:schemeClr val="dk1"/>
                          </a:solidFill>
                          <a:latin typeface="Times New Roman"/>
                          <a:ea typeface="Times New Roman"/>
                          <a:cs typeface="Times New Roman"/>
                          <a:sym typeface="Times New Roman"/>
                        </a:rPr>
                        <a:t>10</a:t>
                      </a:r>
                      <a:endParaRPr sz="1400" u="none" strike="noStrike" cap="none"/>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01" name="Google Shape;201;p20"/>
          <p:cNvSpPr txBox="1"/>
          <p:nvPr/>
        </p:nvSpPr>
        <p:spPr>
          <a:xfrm>
            <a:off x="3132138" y="4941888"/>
            <a:ext cx="2017712" cy="7794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Element 20 deleted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cxnSp>
        <p:nvCxnSpPr>
          <p:cNvPr id="202" name="Google Shape;202;p20"/>
          <p:cNvCxnSpPr/>
          <p:nvPr/>
        </p:nvCxnSpPr>
        <p:spPr>
          <a:xfrm rot="10800000">
            <a:off x="4211638" y="4581525"/>
            <a:ext cx="360362" cy="0"/>
          </a:xfrm>
          <a:prstGeom prst="straightConnector1">
            <a:avLst/>
          </a:prstGeom>
          <a:noFill/>
          <a:ln w="9525" cap="flat" cmpd="sng">
            <a:solidFill>
              <a:schemeClr val="dk1"/>
            </a:solidFill>
            <a:prstDash val="solid"/>
            <a:round/>
            <a:headEnd type="none" w="sm" len="sm"/>
            <a:tailEnd type="triangle" w="med" len="med"/>
          </a:ln>
        </p:spPr>
      </p:cxnSp>
      <p:sp>
        <p:nvSpPr>
          <p:cNvPr id="203" name="Google Shape;203;p20"/>
          <p:cNvSpPr txBox="1"/>
          <p:nvPr/>
        </p:nvSpPr>
        <p:spPr>
          <a:xfrm>
            <a:off x="4140200" y="4575175"/>
            <a:ext cx="1008063"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Top=0</a:t>
            </a:r>
            <a:endParaRPr sz="1400" b="0" i="0" u="none" strike="noStrike" cap="none">
              <a:solidFill>
                <a:srgbClr val="000000"/>
              </a:solidFill>
              <a:latin typeface="Arial"/>
              <a:ea typeface="Arial"/>
              <a:cs typeface="Arial"/>
              <a:sym typeface="Arial"/>
            </a:endParaRPr>
          </a:p>
        </p:txBody>
      </p:sp>
      <p:sp>
        <p:nvSpPr>
          <p:cNvPr id="204" name="Google Shape;204;p20"/>
          <p:cNvSpPr txBox="1"/>
          <p:nvPr/>
        </p:nvSpPr>
        <p:spPr>
          <a:xfrm>
            <a:off x="3276600" y="2997200"/>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05" name="Google Shape;205;p20"/>
          <p:cNvSpPr txBox="1"/>
          <p:nvPr/>
        </p:nvSpPr>
        <p:spPr>
          <a:xfrm>
            <a:off x="3276600" y="3411538"/>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206" name="Google Shape;206;p20"/>
          <p:cNvSpPr txBox="1"/>
          <p:nvPr/>
        </p:nvSpPr>
        <p:spPr>
          <a:xfrm>
            <a:off x="3276600" y="3771900"/>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07" name="Google Shape;207;p20"/>
          <p:cNvSpPr txBox="1"/>
          <p:nvPr/>
        </p:nvSpPr>
        <p:spPr>
          <a:xfrm>
            <a:off x="3276600" y="4132263"/>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208" name="Google Shape;208;p20"/>
          <p:cNvSpPr txBox="1"/>
          <p:nvPr/>
        </p:nvSpPr>
        <p:spPr>
          <a:xfrm>
            <a:off x="3276600" y="4492625"/>
            <a:ext cx="217488"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graphicFrame>
        <p:nvGraphicFramePr>
          <p:cNvPr id="209" name="Google Shape;209;p20"/>
          <p:cNvGraphicFramePr/>
          <p:nvPr/>
        </p:nvGraphicFramePr>
        <p:xfrm>
          <a:off x="1689100" y="2924175"/>
          <a:ext cx="506425" cy="1837730"/>
        </p:xfrm>
        <a:graphic>
          <a:graphicData uri="http://schemas.openxmlformats.org/drawingml/2006/table">
            <a:tbl>
              <a:tblPr>
                <a:noFill/>
                <a:tableStyleId>{E9738A67-A8DE-4FEA-BCF9-A7BFC9072CF7}</a:tableStyleId>
              </a:tblPr>
              <a:tblGrid>
                <a:gridCol w="506425">
                  <a:extLst>
                    <a:ext uri="{9D8B030D-6E8A-4147-A177-3AD203B41FA5}">
                      <a16:colId xmlns:a16="http://schemas.microsoft.com/office/drawing/2014/main" val="20000"/>
                    </a:ext>
                  </a:extLst>
                </a:gridCol>
              </a:tblGrid>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4650">
                <a:tc>
                  <a:txBody>
                    <a:bodyPr/>
                    <a:lstStyle/>
                    <a:p>
                      <a:pPr marL="0" marR="0" lvl="0" indent="0" algn="l" rtl="0">
                        <a:lnSpc>
                          <a:spcPct val="100000"/>
                        </a:lnSpc>
                        <a:spcBef>
                          <a:spcPts val="0"/>
                        </a:spcBef>
                        <a:spcAft>
                          <a:spcPts val="0"/>
                        </a:spcAft>
                        <a:buClr>
                          <a:schemeClr val="folHlink"/>
                        </a:buClr>
                        <a:buSzPts val="1080"/>
                        <a:buFont typeface="Noto Sans Symbols"/>
                        <a:buNone/>
                      </a:pPr>
                      <a:endParaRPr sz="1800" b="0" i="0" u="none" strike="noStrike" cap="none">
                        <a:solidFill>
                          <a:schemeClr val="dk1"/>
                        </a:solidFill>
                        <a:latin typeface="Times New Roman"/>
                        <a:ea typeface="Times New Roman"/>
                        <a:cs typeface="Times New Roman"/>
                        <a:sym typeface="Times New Roman"/>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r>
                        <a:rPr lang="en-US" sz="1800" b="0" i="0" u="none" strike="noStrike" cap="none">
                          <a:solidFill>
                            <a:schemeClr val="dk1"/>
                          </a:solidFill>
                          <a:latin typeface="Times New Roman"/>
                          <a:ea typeface="Times New Roman"/>
                          <a:cs typeface="Times New Roman"/>
                          <a:sym typeface="Times New Roman"/>
                        </a:rPr>
                        <a:t>20</a:t>
                      </a:r>
                      <a:endParaRPr sz="1400" u="none" strike="noStrike" cap="none"/>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6075">
                <a:tc>
                  <a:txBody>
                    <a:bodyPr/>
                    <a:lstStyle/>
                    <a:p>
                      <a:pPr marL="0" marR="0" lvl="0" indent="0" algn="l" rtl="0">
                        <a:lnSpc>
                          <a:spcPct val="100000"/>
                        </a:lnSpc>
                        <a:spcBef>
                          <a:spcPts val="0"/>
                        </a:spcBef>
                        <a:spcAft>
                          <a:spcPts val="0"/>
                        </a:spcAft>
                        <a:buClr>
                          <a:schemeClr val="folHlink"/>
                        </a:buClr>
                        <a:buSzPts val="1080"/>
                        <a:buFont typeface="Noto Sans Symbols"/>
                        <a:buNone/>
                      </a:pPr>
                      <a:r>
                        <a:rPr lang="en-US" sz="1800" b="0" i="0" u="none" strike="noStrike" cap="none">
                          <a:solidFill>
                            <a:schemeClr val="dk1"/>
                          </a:solidFill>
                          <a:latin typeface="Times New Roman"/>
                          <a:ea typeface="Times New Roman"/>
                          <a:cs typeface="Times New Roman"/>
                          <a:sym typeface="Times New Roman"/>
                        </a:rPr>
                        <a:t>10</a:t>
                      </a:r>
                      <a:endParaRPr sz="1400" u="none" strike="noStrike" cap="none"/>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0" name="Google Shape;210;p20"/>
          <p:cNvSpPr txBox="1"/>
          <p:nvPr/>
        </p:nvSpPr>
        <p:spPr>
          <a:xfrm>
            <a:off x="971550" y="4868863"/>
            <a:ext cx="1584325" cy="7794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Stack Initially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11" name="Google Shape;211;p20"/>
          <p:cNvSpPr txBox="1"/>
          <p:nvPr/>
        </p:nvSpPr>
        <p:spPr>
          <a:xfrm>
            <a:off x="6084888" y="4492625"/>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212" name="Google Shape;212;p20"/>
          <p:cNvSpPr txBox="1"/>
          <p:nvPr/>
        </p:nvSpPr>
        <p:spPr>
          <a:xfrm>
            <a:off x="6084888" y="4132263"/>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213" name="Google Shape;213;p20"/>
          <p:cNvSpPr txBox="1"/>
          <p:nvPr/>
        </p:nvSpPr>
        <p:spPr>
          <a:xfrm>
            <a:off x="6084888" y="3789363"/>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14" name="Google Shape;214;p20"/>
          <p:cNvSpPr txBox="1"/>
          <p:nvPr/>
        </p:nvSpPr>
        <p:spPr>
          <a:xfrm>
            <a:off x="6084888" y="3429000"/>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215" name="Google Shape;215;p20"/>
          <p:cNvSpPr txBox="1"/>
          <p:nvPr/>
        </p:nvSpPr>
        <p:spPr>
          <a:xfrm>
            <a:off x="6084888" y="3068638"/>
            <a:ext cx="287337" cy="30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16" name="Google Shape;216;p20"/>
          <p:cNvSpPr txBox="1"/>
          <p:nvPr/>
        </p:nvSpPr>
        <p:spPr>
          <a:xfrm>
            <a:off x="2195513" y="4214813"/>
            <a:ext cx="1008062"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Top=1</a:t>
            </a:r>
            <a:endParaRPr sz="1400" b="0" i="0" u="none" strike="noStrike" cap="none">
              <a:solidFill>
                <a:srgbClr val="000000"/>
              </a:solidFill>
              <a:latin typeface="Arial"/>
              <a:ea typeface="Arial"/>
              <a:cs typeface="Arial"/>
              <a:sym typeface="Arial"/>
            </a:endParaRPr>
          </a:p>
        </p:txBody>
      </p:sp>
      <p:cxnSp>
        <p:nvCxnSpPr>
          <p:cNvPr id="217" name="Google Shape;217;p20"/>
          <p:cNvCxnSpPr/>
          <p:nvPr/>
        </p:nvCxnSpPr>
        <p:spPr>
          <a:xfrm rot="10800000">
            <a:off x="2268538" y="4214813"/>
            <a:ext cx="360362" cy="0"/>
          </a:xfrm>
          <a:prstGeom prst="straightConnector1">
            <a:avLst/>
          </a:prstGeom>
          <a:noFill/>
          <a:ln w="9525" cap="flat" cmpd="sng">
            <a:solidFill>
              <a:schemeClr val="dk1"/>
            </a:solidFill>
            <a:prstDash val="solid"/>
            <a:round/>
            <a:headEnd type="none" w="sm" len="sm"/>
            <a:tailEnd type="triangle" w="med" len="med"/>
          </a:ln>
        </p:spPr>
      </p:cxnSp>
      <p:sp>
        <p:nvSpPr>
          <p:cNvPr id="218" name="Google Shape;218;p20"/>
          <p:cNvSpPr txBox="1"/>
          <p:nvPr/>
        </p:nvSpPr>
        <p:spPr>
          <a:xfrm>
            <a:off x="6516688" y="5149850"/>
            <a:ext cx="1008062"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Top=-1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Stack Implementation</a:t>
            </a:r>
            <a:endParaRPr/>
          </a:p>
        </p:txBody>
      </p:sp>
      <p:sp>
        <p:nvSpPr>
          <p:cNvPr id="224" name="Google Shape;224;p21"/>
          <p:cNvSpPr txBox="1">
            <a:spLocks noGrp="1"/>
          </p:cNvSpPr>
          <p:nvPr>
            <p:ph type="body" idx="1"/>
          </p:nvPr>
        </p:nvSpPr>
        <p:spPr>
          <a:xfrm>
            <a:off x="774725" y="1384667"/>
            <a:ext cx="7772400" cy="4651375"/>
          </a:xfrm>
          <a:prstGeom prst="rect">
            <a:avLst/>
          </a:prstGeom>
          <a:noFill/>
          <a:ln>
            <a:noFill/>
          </a:ln>
        </p:spPr>
        <p:txBody>
          <a:bodyPr spcFirstLastPara="1" wrap="square" lIns="91425" tIns="45700" rIns="91425" bIns="45700" anchor="t" anchorCtr="0">
            <a:normAutofit lnSpcReduction="10000"/>
          </a:bodyPr>
          <a:lstStyle/>
          <a:p>
            <a:pPr marL="457200" lvl="0" indent="-325755" algn="l" rtl="0">
              <a:lnSpc>
                <a:spcPct val="90000"/>
              </a:lnSpc>
              <a:spcBef>
                <a:spcPts val="580"/>
              </a:spcBef>
              <a:spcAft>
                <a:spcPts val="0"/>
              </a:spcAft>
              <a:buSzPts val="1530"/>
              <a:buChar char="⚫"/>
            </a:pPr>
            <a:r>
              <a:rPr lang="en-US" sz="2800">
                <a:latin typeface="Times New Roman"/>
                <a:ea typeface="Times New Roman"/>
                <a:cs typeface="Times New Roman"/>
                <a:sym typeface="Times New Roman"/>
              </a:rPr>
              <a:t>Stack can be implemented in two ways:</a:t>
            </a:r>
            <a:endParaRPr/>
          </a:p>
          <a:p>
            <a:pPr marL="914400" lvl="1" indent="-325755" algn="l" rtl="0">
              <a:lnSpc>
                <a:spcPct val="90000"/>
              </a:lnSpc>
              <a:spcBef>
                <a:spcPts val="370"/>
              </a:spcBef>
              <a:spcAft>
                <a:spcPts val="0"/>
              </a:spcAft>
              <a:buSzPts val="1530"/>
              <a:buChar char="⚫"/>
            </a:pPr>
            <a:r>
              <a:rPr lang="en-US">
                <a:latin typeface="Times New Roman"/>
                <a:ea typeface="Times New Roman"/>
                <a:cs typeface="Times New Roman"/>
                <a:sym typeface="Times New Roman"/>
              </a:rPr>
              <a:t>Static implementation</a:t>
            </a:r>
            <a:endParaRPr/>
          </a:p>
          <a:p>
            <a:pPr marL="914400" lvl="1" indent="-325755" algn="l" rtl="0">
              <a:lnSpc>
                <a:spcPct val="90000"/>
              </a:lnSpc>
              <a:spcBef>
                <a:spcPts val="370"/>
              </a:spcBef>
              <a:spcAft>
                <a:spcPts val="0"/>
              </a:spcAft>
              <a:buSzPts val="1530"/>
              <a:buChar char="⚫"/>
            </a:pPr>
            <a:r>
              <a:rPr lang="en-US">
                <a:latin typeface="Times New Roman"/>
                <a:ea typeface="Times New Roman"/>
                <a:cs typeface="Times New Roman"/>
                <a:sym typeface="Times New Roman"/>
              </a:rPr>
              <a:t>Dynamic implementation</a:t>
            </a:r>
            <a:endParaRPr/>
          </a:p>
          <a:p>
            <a:pPr marL="457200" lvl="0" indent="-325755" algn="l" rtl="0">
              <a:lnSpc>
                <a:spcPct val="90000"/>
              </a:lnSpc>
              <a:spcBef>
                <a:spcPts val="580"/>
              </a:spcBef>
              <a:spcAft>
                <a:spcPts val="0"/>
              </a:spcAft>
              <a:buSzPts val="1530"/>
              <a:buChar char="⚫"/>
            </a:pPr>
            <a:r>
              <a:rPr lang="en-US" sz="2800" b="1">
                <a:latin typeface="Times New Roman"/>
                <a:ea typeface="Times New Roman"/>
                <a:cs typeface="Times New Roman"/>
                <a:sym typeface="Times New Roman"/>
              </a:rPr>
              <a:t>Static implementation </a:t>
            </a:r>
            <a:r>
              <a:rPr lang="en-US" sz="2800">
                <a:latin typeface="Times New Roman"/>
                <a:ea typeface="Times New Roman"/>
                <a:cs typeface="Times New Roman"/>
                <a:sym typeface="Times New Roman"/>
              </a:rPr>
              <a:t>uses arrays to create stack.</a:t>
            </a:r>
            <a:endParaRPr/>
          </a:p>
          <a:p>
            <a:pPr marL="457200" lvl="0" indent="-325755" algn="l" rtl="0">
              <a:lnSpc>
                <a:spcPct val="90000"/>
              </a:lnSpc>
              <a:spcBef>
                <a:spcPts val="580"/>
              </a:spcBef>
              <a:spcAft>
                <a:spcPts val="0"/>
              </a:spcAft>
              <a:buSzPts val="1530"/>
              <a:buChar char="⚫"/>
            </a:pPr>
            <a:r>
              <a:rPr lang="en-US" sz="2800">
                <a:latin typeface="Times New Roman"/>
                <a:ea typeface="Times New Roman"/>
                <a:cs typeface="Times New Roman"/>
                <a:sym typeface="Times New Roman"/>
              </a:rPr>
              <a:t>Static implementation though a very simple technique but is not a flexible way of creation, as the size of stack has to be declared during program design, after that the size cannot be varied.</a:t>
            </a:r>
            <a:endParaRPr/>
          </a:p>
          <a:p>
            <a:pPr marL="457200" lvl="0" indent="-325755" algn="l" rtl="0">
              <a:lnSpc>
                <a:spcPct val="90000"/>
              </a:lnSpc>
              <a:spcBef>
                <a:spcPts val="580"/>
              </a:spcBef>
              <a:spcAft>
                <a:spcPts val="0"/>
              </a:spcAft>
              <a:buSzPts val="1530"/>
              <a:buChar char="⚫"/>
            </a:pPr>
            <a:r>
              <a:rPr lang="en-US" sz="2800">
                <a:latin typeface="Times New Roman"/>
                <a:ea typeface="Times New Roman"/>
                <a:cs typeface="Times New Roman"/>
                <a:sym typeface="Times New Roman"/>
              </a:rPr>
              <a:t>Moreover static implementation is not too efficient with respect to memory utilization.</a:t>
            </a:r>
            <a:endParaRPr/>
          </a:p>
          <a:p>
            <a:pPr marL="457200" lvl="0" indent="-228600" algn="l" rtl="0">
              <a:lnSpc>
                <a:spcPct val="90000"/>
              </a:lnSpc>
              <a:spcBef>
                <a:spcPts val="580"/>
              </a:spcBef>
              <a:spcAft>
                <a:spcPts val="0"/>
              </a:spcAft>
              <a:buSzPts val="1530"/>
              <a:buNone/>
            </a:pPr>
            <a:endParaRPr sz="2800">
              <a:latin typeface="Times New Roman"/>
              <a:ea typeface="Times New Roman"/>
              <a:cs typeface="Times New Roman"/>
              <a:sym typeface="Times New Roman"/>
            </a:endParaRPr>
          </a:p>
          <a:p>
            <a:pPr marL="914400" lvl="1" indent="-325755" algn="l" rtl="0">
              <a:lnSpc>
                <a:spcPct val="90000"/>
              </a:lnSpc>
              <a:spcBef>
                <a:spcPts val="370"/>
              </a:spcBef>
              <a:spcAft>
                <a:spcPts val="0"/>
              </a:spcAft>
              <a:buSzPts val="1530"/>
              <a:buFont typeface="Noto Sans Symbols"/>
              <a:buNone/>
            </a:pPr>
            <a:endParaRPr>
              <a:latin typeface="Times New Roman"/>
              <a:ea typeface="Times New Roman"/>
              <a:cs typeface="Times New Roman"/>
              <a:sym typeface="Times New Roman"/>
            </a:endParaRPr>
          </a:p>
          <a:p>
            <a:pPr marL="914400" lvl="1" indent="-325755" algn="l" rtl="0">
              <a:lnSpc>
                <a:spcPct val="90000"/>
              </a:lnSpc>
              <a:spcBef>
                <a:spcPts val="370"/>
              </a:spcBef>
              <a:spcAft>
                <a:spcPts val="0"/>
              </a:spcAft>
              <a:buSzPts val="1530"/>
              <a:buFont typeface="Noto Sans Symbols"/>
              <a:buNone/>
            </a:pP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2"/>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Stack Implementation</a:t>
            </a:r>
            <a:endParaRPr/>
          </a:p>
        </p:txBody>
      </p:sp>
      <p:sp>
        <p:nvSpPr>
          <p:cNvPr id="230" name="Google Shape;230;p2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As the declaration of array is done before the start of the operation, now if there are too few elements to be stored in the stack the statically allocated memory will be wasted.</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On the other hand if there are more number of elements to be stored in the stack then we can’t be able to change the size of array to increase its capacity.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Stack Implementation</a:t>
            </a:r>
            <a:endParaRPr/>
          </a:p>
        </p:txBody>
      </p:sp>
      <p:sp>
        <p:nvSpPr>
          <p:cNvPr id="236" name="Google Shape;236;p2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Dynamic implementation</a:t>
            </a:r>
            <a:r>
              <a:rPr lang="en-US" sz="2800">
                <a:latin typeface="Times New Roman"/>
                <a:ea typeface="Times New Roman"/>
                <a:cs typeface="Times New Roman"/>
                <a:sym typeface="Times New Roman"/>
              </a:rPr>
              <a:t> is also called linked list representation and uses pointers to implement the stack type of data structure.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Operations on Stack</a:t>
            </a:r>
            <a:endParaRPr/>
          </a:p>
        </p:txBody>
      </p:sp>
      <p:sp>
        <p:nvSpPr>
          <p:cNvPr id="242" name="Google Shape;242;p2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90000"/>
              </a:lnSpc>
              <a:spcBef>
                <a:spcPts val="580"/>
              </a:spcBef>
              <a:spcAft>
                <a:spcPts val="0"/>
              </a:spcAft>
              <a:buSzPts val="1530"/>
              <a:buChar char="⚫"/>
            </a:pPr>
            <a:r>
              <a:rPr lang="en-US" sz="2800">
                <a:latin typeface="Times New Roman"/>
                <a:ea typeface="Times New Roman"/>
                <a:cs typeface="Times New Roman"/>
                <a:sym typeface="Times New Roman"/>
              </a:rPr>
              <a:t>The basic operation that can be performed on stack are as follows:</a:t>
            </a:r>
            <a:endParaRPr/>
          </a:p>
          <a:p>
            <a:pPr marL="457200" lvl="0" indent="-325755" algn="l" rtl="0">
              <a:lnSpc>
                <a:spcPct val="90000"/>
              </a:lnSpc>
              <a:spcBef>
                <a:spcPts val="580"/>
              </a:spcBef>
              <a:spcAft>
                <a:spcPts val="0"/>
              </a:spcAft>
              <a:buSzPts val="1530"/>
              <a:buChar char="⚫"/>
            </a:pPr>
            <a:r>
              <a:rPr lang="en-US" sz="2800" b="1">
                <a:latin typeface="Times New Roman"/>
                <a:ea typeface="Times New Roman"/>
                <a:cs typeface="Times New Roman"/>
                <a:sym typeface="Times New Roman"/>
              </a:rPr>
              <a:t>PUSH :</a:t>
            </a:r>
            <a:r>
              <a:rPr lang="en-US" sz="2800">
                <a:latin typeface="Times New Roman"/>
                <a:ea typeface="Times New Roman"/>
                <a:cs typeface="Times New Roman"/>
                <a:sym typeface="Times New Roman"/>
              </a:rPr>
              <a:t>The process of adding a new element to the top of stack is called PUSH operation. when new element will be inserted at the top after every push operation that top is incremented by one. In case the array is full and no new element can be accommodated, it is called STACK-FULL condition. This condition is called STACK OVERFLOW.</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5"/>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Operations on Stack</a:t>
            </a:r>
            <a:endParaRPr/>
          </a:p>
        </p:txBody>
      </p:sp>
      <p:sp>
        <p:nvSpPr>
          <p:cNvPr id="248" name="Google Shape;248;p25"/>
          <p:cNvSpPr txBox="1">
            <a:spLocks noGrp="1"/>
          </p:cNvSpPr>
          <p:nvPr>
            <p:ph type="body" idx="1"/>
          </p:nvPr>
        </p:nvSpPr>
        <p:spPr>
          <a:xfrm>
            <a:off x="784885" y="1619592"/>
            <a:ext cx="8128000" cy="5013325"/>
          </a:xfrm>
          <a:prstGeom prst="rect">
            <a:avLst/>
          </a:prstGeom>
          <a:noFill/>
          <a:ln>
            <a:noFill/>
          </a:ln>
        </p:spPr>
        <p:txBody>
          <a:bodyPr spcFirstLastPara="1" wrap="square" lIns="91425" tIns="45700" rIns="91425" bIns="45700" anchor="t" anchorCtr="0">
            <a:normAutofit/>
          </a:bodyPr>
          <a:lstStyle/>
          <a:p>
            <a:pPr marL="457200" lvl="0" indent="-325755" algn="l" rtl="0">
              <a:lnSpc>
                <a:spcPct val="90000"/>
              </a:lnSpc>
              <a:spcBef>
                <a:spcPts val="580"/>
              </a:spcBef>
              <a:spcAft>
                <a:spcPts val="0"/>
              </a:spcAft>
              <a:buSzPts val="1530"/>
              <a:buChar char="⚫"/>
            </a:pPr>
            <a:r>
              <a:rPr lang="en-US" sz="2800" b="1">
                <a:latin typeface="Times New Roman"/>
                <a:ea typeface="Times New Roman"/>
                <a:cs typeface="Times New Roman"/>
                <a:sym typeface="Times New Roman"/>
              </a:rPr>
              <a:t>POP: </a:t>
            </a:r>
            <a:r>
              <a:rPr lang="en-US" sz="2800">
                <a:latin typeface="Times New Roman"/>
                <a:ea typeface="Times New Roman"/>
                <a:cs typeface="Times New Roman"/>
                <a:sym typeface="Times New Roman"/>
              </a:rPr>
              <a:t>The process of deleting an element from the top of stack is called POP operation. After every pop operation the stack is decremented by one. If there is no element on the stack and the pop is performed then this will result into STACK UNDERFLOW condition.</a:t>
            </a:r>
            <a:endParaRPr sz="2800" b="1">
              <a:latin typeface="Times New Roman"/>
              <a:ea typeface="Times New Roman"/>
              <a:cs typeface="Times New Roman"/>
              <a:sym typeface="Times New Roman"/>
            </a:endParaRPr>
          </a:p>
          <a:p>
            <a:pPr marL="457200" lvl="0" indent="-325755" algn="l" rtl="0">
              <a:lnSpc>
                <a:spcPct val="90000"/>
              </a:lnSpc>
              <a:spcBef>
                <a:spcPts val="580"/>
              </a:spcBef>
              <a:spcAft>
                <a:spcPts val="0"/>
              </a:spcAft>
              <a:buSzPts val="1530"/>
              <a:buChar char="⚫"/>
            </a:pPr>
            <a:r>
              <a:rPr lang="en-US" sz="2800" b="1">
                <a:latin typeface="Times New Roman"/>
                <a:ea typeface="Times New Roman"/>
                <a:cs typeface="Times New Roman"/>
                <a:sym typeface="Times New Roman"/>
              </a:rPr>
              <a:t>PEEP: </a:t>
            </a:r>
            <a:r>
              <a:rPr lang="en-US" sz="2800">
                <a:latin typeface="Times New Roman"/>
                <a:ea typeface="Times New Roman"/>
                <a:cs typeface="Times New Roman"/>
                <a:sym typeface="Times New Roman"/>
              </a:rPr>
              <a:t>If one is interested only about an information stored at some location in a stack then peep operation is required. In short we can say extract any position information from the stack.</a:t>
            </a:r>
            <a:endParaRPr sz="2800" b="1">
              <a:latin typeface="Times New Roman"/>
              <a:ea typeface="Times New Roman"/>
              <a:cs typeface="Times New Roman"/>
              <a:sym typeface="Times New Roman"/>
            </a:endParaRPr>
          </a:p>
          <a:p>
            <a:pPr marL="457200" lvl="0" indent="-325755" algn="l" rtl="0">
              <a:lnSpc>
                <a:spcPct val="90000"/>
              </a:lnSpc>
              <a:spcBef>
                <a:spcPts val="580"/>
              </a:spcBef>
              <a:spcAft>
                <a:spcPts val="0"/>
              </a:spcAft>
              <a:buSzPts val="1530"/>
              <a:buChar char="⚫"/>
            </a:pPr>
            <a:r>
              <a:rPr lang="en-US" sz="2800" b="1">
                <a:latin typeface="Times New Roman"/>
                <a:ea typeface="Times New Roman"/>
                <a:cs typeface="Times New Roman"/>
                <a:sym typeface="Times New Roman"/>
              </a:rPr>
              <a:t>UPDATE</a:t>
            </a:r>
            <a:r>
              <a:rPr lang="en-US" sz="2800">
                <a:latin typeface="Times New Roman"/>
                <a:ea typeface="Times New Roman"/>
                <a:cs typeface="Times New Roman"/>
                <a:sym typeface="Times New Roman"/>
              </a:rPr>
              <a:t>: Update operation is required when the content of some location in a stack is to be changed.</a:t>
            </a:r>
            <a:endParaRPr/>
          </a:p>
          <a:p>
            <a:pPr marL="457200" lvl="0" indent="-228600" algn="l" rtl="0">
              <a:lnSpc>
                <a:spcPct val="9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Stack Terminology</a:t>
            </a:r>
            <a:endParaRPr/>
          </a:p>
        </p:txBody>
      </p:sp>
      <p:sp>
        <p:nvSpPr>
          <p:cNvPr id="254" name="Google Shape;254;p2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MAXSIZE: </a:t>
            </a:r>
            <a:r>
              <a:rPr lang="en-US" sz="2800">
                <a:latin typeface="Times New Roman"/>
                <a:ea typeface="Times New Roman"/>
                <a:cs typeface="Times New Roman"/>
                <a:sym typeface="Times New Roman"/>
              </a:rPr>
              <a:t>This term is not standard one, we use this term to refer the maximum size of stack.</a:t>
            </a:r>
            <a:endParaRPr sz="2800" b="1">
              <a:latin typeface="Times New Roman"/>
              <a:ea typeface="Times New Roman"/>
              <a:cs typeface="Times New Roman"/>
              <a:sym typeface="Times New Roman"/>
            </a:endParaRPr>
          </a:p>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TOP: This</a:t>
            </a:r>
            <a:r>
              <a:rPr lang="en-US" sz="2800">
                <a:latin typeface="Times New Roman"/>
                <a:ea typeface="Times New Roman"/>
                <a:cs typeface="Times New Roman"/>
                <a:sym typeface="Times New Roman"/>
              </a:rPr>
              <a:t> term refers to the top stack (TOS). The stack top is used to check stack overflow or underflow conditions. Initially TOP stores -1. this assumption is taken so that whenever an element is added to the stack the TOP is first incremented and then the item is inserted into the location currently indicated by the TOP.</a:t>
            </a:r>
            <a:endParaRPr sz="2800" b="1">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7"/>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Stack Terminology</a:t>
            </a:r>
            <a:endParaRPr/>
          </a:p>
        </p:txBody>
      </p:sp>
      <p:sp>
        <p:nvSpPr>
          <p:cNvPr id="260" name="Google Shape;260;p2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STACK UNDERFLOW: </a:t>
            </a:r>
            <a:r>
              <a:rPr lang="en-US" sz="2800">
                <a:latin typeface="Times New Roman"/>
                <a:ea typeface="Times New Roman"/>
                <a:cs typeface="Times New Roman"/>
                <a:sym typeface="Times New Roman"/>
              </a:rPr>
              <a:t>This is the situation when the stack contains no element. At this point the top of stack is present at the bottom of the stack.</a:t>
            </a:r>
            <a:endParaRPr sz="2800" b="1">
              <a:latin typeface="Times New Roman"/>
              <a:ea typeface="Times New Roman"/>
              <a:cs typeface="Times New Roman"/>
              <a:sym typeface="Times New Roman"/>
            </a:endParaRPr>
          </a:p>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STACK OVERFLOW: </a:t>
            </a:r>
            <a:r>
              <a:rPr lang="en-US" sz="2800">
                <a:latin typeface="Times New Roman"/>
                <a:ea typeface="Times New Roman"/>
                <a:cs typeface="Times New Roman"/>
                <a:sym typeface="Times New Roman"/>
              </a:rPr>
              <a:t>This is the situation when the stack becomes full, and no more elements can be pushed onto the stack. At this point the stack top is present at the highest location of the stack.</a:t>
            </a:r>
            <a:endParaRPr sz="2800" b="1">
              <a:latin typeface="Times New Roman"/>
              <a:ea typeface="Times New Roman"/>
              <a:cs typeface="Times New Roman"/>
              <a:sym typeface="Times New Roman"/>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8"/>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Application of Stacks</a:t>
            </a:r>
            <a:endParaRPr/>
          </a:p>
        </p:txBody>
      </p:sp>
      <p:sp>
        <p:nvSpPr>
          <p:cNvPr id="266" name="Google Shape;266;p28"/>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There are various application of Stack:</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Recursion: Recursion is an important facility in many programming language, such as  PASCAL and C ect.</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Some machine are also known which use built-in stack hardware called ‘stack machine’.</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Representation of Polish Notation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9"/>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Recursion:</a:t>
            </a:r>
            <a:endParaRPr/>
          </a:p>
        </p:txBody>
      </p:sp>
      <p:sp>
        <p:nvSpPr>
          <p:cNvPr id="272" name="Google Shape;272;p29"/>
          <p:cNvSpPr txBox="1">
            <a:spLocks noGrp="1"/>
          </p:cNvSpPr>
          <p:nvPr>
            <p:ph type="body" idx="1"/>
          </p:nvPr>
        </p:nvSpPr>
        <p:spPr>
          <a:xfrm>
            <a:off x="747567" y="1440938"/>
            <a:ext cx="7912100" cy="4840287"/>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Recursion is the name gives to a technique for defining a function in terms of itself.</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If is define as “a function call itself, thus chain of process occurs.”</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There are two important conditions that must be satisfied by any recursive procedure:</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Each time a procedure calls itself, it must be “nearer” in some sense solution.</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There must be a decision criterion for stopping the process or computation.</a:t>
            </a:r>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a:p>
            <a:pPr marL="914400" lvl="1" indent="-228600" algn="l" rtl="0">
              <a:lnSpc>
                <a:spcPct val="100000"/>
              </a:lnSpc>
              <a:spcBef>
                <a:spcPts val="370"/>
              </a:spcBef>
              <a:spcAft>
                <a:spcPts val="0"/>
              </a:spcAft>
              <a:buSzPts val="1530"/>
              <a:buNone/>
            </a:pP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0"/>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Recursion:</a:t>
            </a:r>
            <a:endParaRPr/>
          </a:p>
        </p:txBody>
      </p:sp>
      <p:sp>
        <p:nvSpPr>
          <p:cNvPr id="278" name="Google Shape;278;p30"/>
          <p:cNvSpPr txBox="1">
            <a:spLocks noGrp="1"/>
          </p:cNvSpPr>
          <p:nvPr>
            <p:ph type="body" idx="1"/>
          </p:nvPr>
        </p:nvSpPr>
        <p:spPr>
          <a:xfrm>
            <a:off x="971550" y="1773238"/>
            <a:ext cx="7983538" cy="5084762"/>
          </a:xfrm>
          <a:prstGeom prst="rect">
            <a:avLst/>
          </a:prstGeom>
          <a:noFill/>
          <a:ln>
            <a:noFill/>
          </a:ln>
        </p:spPr>
        <p:txBody>
          <a:bodyPr spcFirstLastPara="1" wrap="square" lIns="91425" tIns="45700" rIns="91425" bIns="45700" anchor="t" anchorCtr="0">
            <a:normAutofit/>
          </a:bodyPr>
          <a:lstStyle/>
          <a:p>
            <a:pPr marL="533400" lvl="0" indent="-533400" algn="l" rtl="0">
              <a:lnSpc>
                <a:spcPct val="80000"/>
              </a:lnSpc>
              <a:spcBef>
                <a:spcPts val="580"/>
              </a:spcBef>
              <a:spcAft>
                <a:spcPts val="0"/>
              </a:spcAft>
              <a:buSzPts val="1530"/>
              <a:buChar char="⚫"/>
            </a:pPr>
            <a:r>
              <a:rPr lang="en-US" sz="2800">
                <a:latin typeface="Times New Roman"/>
                <a:ea typeface="Times New Roman"/>
                <a:cs typeface="Times New Roman"/>
                <a:sym typeface="Times New Roman"/>
              </a:rPr>
              <a:t>There are three popular implementation of recursive computations:</a:t>
            </a:r>
            <a:endParaRPr/>
          </a:p>
          <a:p>
            <a:pPr marL="914400" lvl="1" indent="-457200" algn="l" rtl="0">
              <a:lnSpc>
                <a:spcPct val="80000"/>
              </a:lnSpc>
              <a:spcBef>
                <a:spcPts val="370"/>
              </a:spcBef>
              <a:spcAft>
                <a:spcPts val="0"/>
              </a:spcAft>
              <a:buSzPts val="1530"/>
              <a:buChar char="⚫"/>
            </a:pPr>
            <a:r>
              <a:rPr lang="en-US">
                <a:latin typeface="Times New Roman"/>
                <a:ea typeface="Times New Roman"/>
                <a:cs typeface="Times New Roman"/>
                <a:sym typeface="Times New Roman"/>
              </a:rPr>
              <a:t>Calculation of factorial value</a:t>
            </a:r>
            <a:endParaRPr/>
          </a:p>
          <a:p>
            <a:pPr marL="914400" lvl="1" indent="-457200" algn="l" rtl="0">
              <a:lnSpc>
                <a:spcPct val="80000"/>
              </a:lnSpc>
              <a:spcBef>
                <a:spcPts val="370"/>
              </a:spcBef>
              <a:spcAft>
                <a:spcPts val="0"/>
              </a:spcAft>
              <a:buSzPts val="1530"/>
              <a:buChar char="⚫"/>
            </a:pPr>
            <a:r>
              <a:rPr lang="en-US">
                <a:latin typeface="Times New Roman"/>
                <a:ea typeface="Times New Roman"/>
                <a:cs typeface="Times New Roman"/>
                <a:sym typeface="Times New Roman"/>
              </a:rPr>
              <a:t>Quick sort</a:t>
            </a:r>
            <a:endParaRPr/>
          </a:p>
          <a:p>
            <a:pPr marL="914400" lvl="1" indent="-457200" algn="l" rtl="0">
              <a:lnSpc>
                <a:spcPct val="80000"/>
              </a:lnSpc>
              <a:spcBef>
                <a:spcPts val="370"/>
              </a:spcBef>
              <a:spcAft>
                <a:spcPts val="0"/>
              </a:spcAft>
              <a:buSzPts val="1530"/>
              <a:buChar char="⚫"/>
            </a:pPr>
            <a:r>
              <a:rPr lang="en-US">
                <a:latin typeface="Times New Roman"/>
                <a:ea typeface="Times New Roman"/>
                <a:cs typeface="Times New Roman"/>
                <a:sym typeface="Times New Roman"/>
              </a:rPr>
              <a:t>Tower of Hanoi problem</a:t>
            </a:r>
            <a:endParaRPr/>
          </a:p>
          <a:p>
            <a:pPr marL="533400" lvl="0" indent="-533400" algn="l" rtl="0">
              <a:lnSpc>
                <a:spcPct val="80000"/>
              </a:lnSpc>
              <a:spcBef>
                <a:spcPts val="580"/>
              </a:spcBef>
              <a:spcAft>
                <a:spcPts val="0"/>
              </a:spcAft>
              <a:buSzPts val="1530"/>
              <a:buChar char="⚫"/>
            </a:pPr>
            <a:r>
              <a:rPr lang="en-US" sz="2800">
                <a:latin typeface="Times New Roman"/>
                <a:ea typeface="Times New Roman"/>
                <a:cs typeface="Times New Roman"/>
                <a:sym typeface="Times New Roman"/>
              </a:rPr>
              <a:t>Very simple example is to find Factorial value for an integer n:</a:t>
            </a:r>
            <a:endParaRPr/>
          </a:p>
          <a:p>
            <a:pPr marL="533400" lvl="0" indent="-533400" algn="l" rtl="0">
              <a:lnSpc>
                <a:spcPct val="8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n!=n*(n-1)*(n-2)*……..*3*2*1</a:t>
            </a:r>
            <a:endParaRPr/>
          </a:p>
          <a:p>
            <a:pPr marL="533400" lvl="0" indent="-533400" algn="l" rtl="0">
              <a:lnSpc>
                <a:spcPct val="8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n!=n*(n-1)!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Recursion:</a:t>
            </a:r>
            <a:endParaRPr/>
          </a:p>
        </p:txBody>
      </p:sp>
      <p:sp>
        <p:nvSpPr>
          <p:cNvPr id="284" name="Google Shape;284;p31"/>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80000"/>
              </a:lnSpc>
              <a:spcBef>
                <a:spcPts val="580"/>
              </a:spcBef>
              <a:spcAft>
                <a:spcPts val="0"/>
              </a:spcAft>
              <a:buSzPts val="1530"/>
              <a:buChar char="⚫"/>
            </a:pPr>
            <a:r>
              <a:rPr lang="en-US">
                <a:latin typeface="Times New Roman"/>
                <a:ea typeface="Times New Roman"/>
                <a:cs typeface="Times New Roman"/>
                <a:sym typeface="Times New Roman"/>
              </a:rPr>
              <a:t>What is the simple implementation of factorial calculation:</a:t>
            </a:r>
            <a:endParaRPr/>
          </a:p>
          <a:p>
            <a:pPr marL="914400" lvl="1" indent="-325755" algn="l" rtl="0">
              <a:lnSpc>
                <a:spcPct val="80000"/>
              </a:lnSpc>
              <a:spcBef>
                <a:spcPts val="370"/>
              </a:spcBef>
              <a:spcAft>
                <a:spcPts val="0"/>
              </a:spcAft>
              <a:buSzPts val="1530"/>
              <a:buFont typeface="Noto Sans Symbols"/>
              <a:buAutoNum type="arabicPeriod"/>
            </a:pPr>
            <a:r>
              <a:rPr lang="en-US" sz="3200">
                <a:latin typeface="Times New Roman"/>
                <a:ea typeface="Times New Roman"/>
                <a:cs typeface="Times New Roman"/>
                <a:sym typeface="Times New Roman"/>
              </a:rPr>
              <a:t>fact=1</a:t>
            </a:r>
            <a:endParaRPr/>
          </a:p>
          <a:p>
            <a:pPr marL="914400" lvl="1" indent="-325755" algn="l" rtl="0">
              <a:lnSpc>
                <a:spcPct val="80000"/>
              </a:lnSpc>
              <a:spcBef>
                <a:spcPts val="370"/>
              </a:spcBef>
              <a:spcAft>
                <a:spcPts val="0"/>
              </a:spcAft>
              <a:buSzPts val="1530"/>
              <a:buFont typeface="Noto Sans Symbols"/>
              <a:buAutoNum type="arabicPeriod"/>
            </a:pPr>
            <a:r>
              <a:rPr lang="en-US" sz="3200">
                <a:latin typeface="Times New Roman"/>
                <a:ea typeface="Times New Roman"/>
                <a:cs typeface="Times New Roman"/>
                <a:sym typeface="Times New Roman"/>
              </a:rPr>
              <a:t>For(i=1 to N) do</a:t>
            </a:r>
            <a:endParaRPr/>
          </a:p>
          <a:p>
            <a:pPr marL="914400" lvl="1" indent="-325755" algn="l" rtl="0">
              <a:lnSpc>
                <a:spcPct val="80000"/>
              </a:lnSpc>
              <a:spcBef>
                <a:spcPts val="370"/>
              </a:spcBef>
              <a:spcAft>
                <a:spcPts val="0"/>
              </a:spcAft>
              <a:buSzPts val="1530"/>
              <a:buFont typeface="Noto Sans Symbols"/>
              <a:buAutoNum type="arabicPeriod"/>
            </a:pPr>
            <a:r>
              <a:rPr lang="en-US" sz="3200">
                <a:latin typeface="Times New Roman"/>
                <a:ea typeface="Times New Roman"/>
                <a:cs typeface="Times New Roman"/>
                <a:sym typeface="Times New Roman"/>
              </a:rPr>
              <a:t>Fact=i*fact</a:t>
            </a:r>
            <a:endParaRPr/>
          </a:p>
          <a:p>
            <a:pPr marL="914400" lvl="1" indent="-325755" algn="l" rtl="0">
              <a:lnSpc>
                <a:spcPct val="80000"/>
              </a:lnSpc>
              <a:spcBef>
                <a:spcPts val="370"/>
              </a:spcBef>
              <a:spcAft>
                <a:spcPts val="0"/>
              </a:spcAft>
              <a:buSzPts val="1530"/>
              <a:buFont typeface="Noto Sans Symbols"/>
              <a:buAutoNum type="arabicPeriod"/>
            </a:pPr>
            <a:r>
              <a:rPr lang="en-US" sz="3200">
                <a:latin typeface="Times New Roman"/>
                <a:ea typeface="Times New Roman"/>
                <a:cs typeface="Times New Roman"/>
                <a:sym typeface="Times New Roman"/>
              </a:rPr>
              <a:t>End for</a:t>
            </a:r>
            <a:endParaRPr/>
          </a:p>
          <a:p>
            <a:pPr marL="914400" lvl="1" indent="-325755" algn="l" rtl="0">
              <a:lnSpc>
                <a:spcPct val="80000"/>
              </a:lnSpc>
              <a:spcBef>
                <a:spcPts val="370"/>
              </a:spcBef>
              <a:spcAft>
                <a:spcPts val="0"/>
              </a:spcAft>
              <a:buSzPts val="1530"/>
              <a:buFont typeface="Noto Sans Symbols"/>
              <a:buAutoNum type="arabicPeriod"/>
            </a:pPr>
            <a:r>
              <a:rPr lang="en-US" sz="3200">
                <a:latin typeface="Times New Roman"/>
                <a:ea typeface="Times New Roman"/>
                <a:cs typeface="Times New Roman"/>
                <a:sym typeface="Times New Roman"/>
              </a:rPr>
              <a:t>Return(fact)</a:t>
            </a:r>
            <a:endParaRPr/>
          </a:p>
          <a:p>
            <a:pPr marL="914400" lvl="1" indent="-325755" algn="l" rtl="0">
              <a:lnSpc>
                <a:spcPct val="80000"/>
              </a:lnSpc>
              <a:spcBef>
                <a:spcPts val="370"/>
              </a:spcBef>
              <a:spcAft>
                <a:spcPts val="0"/>
              </a:spcAft>
              <a:buSzPts val="1530"/>
              <a:buFont typeface="Noto Sans Symbols"/>
              <a:buAutoNum type="arabicPeriod"/>
            </a:pPr>
            <a:r>
              <a:rPr lang="en-US" sz="3200">
                <a:latin typeface="Times New Roman"/>
                <a:ea typeface="Times New Roman"/>
                <a:cs typeface="Times New Roman"/>
                <a:sym typeface="Times New Roman"/>
              </a:rPr>
              <a:t>Stop</a:t>
            </a:r>
            <a:endParaRPr/>
          </a:p>
          <a:p>
            <a:pPr marL="457200" lvl="0" indent="-228600" algn="l" rtl="0">
              <a:lnSpc>
                <a:spcPct val="80000"/>
              </a:lnSpc>
              <a:spcBef>
                <a:spcPts val="580"/>
              </a:spcBef>
              <a:spcAft>
                <a:spcPts val="0"/>
              </a:spcAft>
              <a:buSzPts val="1530"/>
              <a:buNone/>
            </a:pPr>
            <a:endParaRPr>
              <a:latin typeface="Times New Roman"/>
              <a:ea typeface="Times New Roman"/>
              <a:cs typeface="Times New Roman"/>
              <a:sym typeface="Times New Roman"/>
            </a:endParaRPr>
          </a:p>
          <a:p>
            <a:pPr marL="457200" lvl="0" indent="-228600" algn="l" rtl="0">
              <a:lnSpc>
                <a:spcPct val="8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2"/>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Recursion:</a:t>
            </a:r>
            <a:endParaRPr/>
          </a:p>
        </p:txBody>
      </p:sp>
      <p:sp>
        <p:nvSpPr>
          <p:cNvPr id="290" name="Google Shape;290;p32"/>
          <p:cNvSpPr txBox="1">
            <a:spLocks noGrp="1"/>
          </p:cNvSpPr>
          <p:nvPr>
            <p:ph type="body" idx="1"/>
          </p:nvPr>
        </p:nvSpPr>
        <p:spPr>
          <a:xfrm>
            <a:off x="1042988" y="1684338"/>
            <a:ext cx="7912100" cy="5057775"/>
          </a:xfrm>
          <a:prstGeom prst="rect">
            <a:avLst/>
          </a:prstGeom>
          <a:noFill/>
          <a:ln>
            <a:noFill/>
          </a:ln>
        </p:spPr>
        <p:txBody>
          <a:bodyPr spcFirstLastPara="1" wrap="square" lIns="91425" tIns="45700" rIns="91425" bIns="45700" anchor="t" anchorCtr="0">
            <a:normAutofit lnSpcReduction="10000"/>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Now let us see the recursive definition of the same.</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1. if (N==0)</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2.  fact=1</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3. else</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4. fact=N*FACTORIAL(N-1)</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5. end if</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6. return (fact)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7. Stop</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This recursive definition to implementation using stack show in word file.</a:t>
            </a:r>
            <a:endParaRPr/>
          </a:p>
          <a:p>
            <a:pPr marL="457200" lvl="0" indent="-325755" algn="l" rtl="0">
              <a:lnSpc>
                <a:spcPct val="100000"/>
              </a:lnSpc>
              <a:spcBef>
                <a:spcPts val="580"/>
              </a:spcBef>
              <a:spcAft>
                <a:spcPts val="0"/>
              </a:spcAft>
              <a:buSzPts val="1530"/>
              <a:buFont typeface="Noto Sans Symbols"/>
              <a:buNone/>
            </a:pPr>
            <a:endParaRPr sz="28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Tower of Hanoi Problem</a:t>
            </a:r>
            <a:endParaRPr/>
          </a:p>
        </p:txBody>
      </p:sp>
      <p:sp>
        <p:nvSpPr>
          <p:cNvPr id="296" name="Google Shape;296;p33"/>
          <p:cNvSpPr txBox="1">
            <a:spLocks noGrp="1"/>
          </p:cNvSpPr>
          <p:nvPr>
            <p:ph type="body" idx="1"/>
          </p:nvPr>
        </p:nvSpPr>
        <p:spPr>
          <a:xfrm>
            <a:off x="1116013" y="2017713"/>
            <a:ext cx="7839075" cy="4840287"/>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Another complex recursive problem is the tower of Hanoi problem.</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This problem has a historical basis in the ritual of ancient Vietnam.</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 problem can be described as below:</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Suppose, there are three pillars A,B,C. there are N discs of decreasing size so that no two discs are of the same size.</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Initially all the discs are stacked on one pillar in their decreasing order of size.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Tower of Hanoi Problem</a:t>
            </a:r>
            <a:endParaRPr/>
          </a:p>
        </p:txBody>
      </p:sp>
      <p:sp>
        <p:nvSpPr>
          <p:cNvPr id="302" name="Google Shape;302;p3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Let this pillar be A. other two pillars are empty. </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 problem is to move all the discs from one pillar to other using as auxiliary so that</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Only one disc may be moved at a time.</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A disc may be moved from any pillar to another.</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At no time can a larger disc be placed on a smaller disc.</a:t>
            </a:r>
            <a:endParaRPr/>
          </a:p>
          <a:p>
            <a:pPr marL="457200" lvl="0" indent="-325755" algn="l" rtl="0">
              <a:lnSpc>
                <a:spcPct val="100000"/>
              </a:lnSpc>
              <a:spcBef>
                <a:spcPts val="580"/>
              </a:spcBef>
              <a:spcAft>
                <a:spcPts val="0"/>
              </a:spcAft>
              <a:buSzPts val="1530"/>
              <a:buFont typeface="Noto Sans Symbols"/>
              <a:buNone/>
            </a:pPr>
            <a:endParaRPr sz="2800">
              <a:latin typeface="Times New Roman"/>
              <a:ea typeface="Times New Roman"/>
              <a:cs typeface="Times New Roman"/>
              <a:sym typeface="Times New Roman"/>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5"/>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Tower of Hanoi Problem</a:t>
            </a:r>
            <a:endParaRPr/>
          </a:p>
        </p:txBody>
      </p:sp>
      <p:sp>
        <p:nvSpPr>
          <p:cNvPr id="308" name="Google Shape;308;p3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 solution of this problem is: Move N discs from Pillar A to C via the pillar B means:</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Move first (n-1) discs from pillar A to B</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Move the disc from pillar A to C</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Move all (n-1) discs from pillar B to C</a:t>
            </a:r>
            <a:endParaRPr/>
          </a:p>
          <a:p>
            <a:pPr marL="457200" lvl="0" indent="-325755" algn="l" rtl="0">
              <a:lnSpc>
                <a:spcPct val="100000"/>
              </a:lnSpc>
              <a:spcBef>
                <a:spcPts val="580"/>
              </a:spcBef>
              <a:spcAft>
                <a:spcPts val="0"/>
              </a:spcAft>
              <a:buSzPts val="1530"/>
              <a:buChar char="⚫"/>
            </a:pPr>
            <a:r>
              <a:rPr lang="en-US">
                <a:latin typeface="Times New Roman"/>
                <a:ea typeface="Times New Roman"/>
                <a:cs typeface="Times New Roman"/>
                <a:sym typeface="Times New Roman"/>
              </a:rPr>
              <a:t>This problem implementation to show in word file.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Polish Notation</a:t>
            </a:r>
            <a:endParaRPr/>
          </a:p>
        </p:txBody>
      </p:sp>
      <p:sp>
        <p:nvSpPr>
          <p:cNvPr id="314" name="Google Shape;314;p36"/>
          <p:cNvSpPr txBox="1">
            <a:spLocks noGrp="1"/>
          </p:cNvSpPr>
          <p:nvPr>
            <p:ph type="body" idx="1"/>
          </p:nvPr>
        </p:nvSpPr>
        <p:spPr>
          <a:xfrm>
            <a:off x="848727" y="1567547"/>
            <a:ext cx="7839075" cy="4579937"/>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 process of writing the operators of an expression either before their operands or after them is called the polish notation.</a:t>
            </a:r>
            <a:endParaRPr/>
          </a:p>
          <a:p>
            <a:pPr marL="457200" lvl="0" indent="0" algn="l" rtl="0">
              <a:lnSpc>
                <a:spcPct val="100000"/>
              </a:lnSpc>
              <a:spcBef>
                <a:spcPts val="580"/>
              </a:spcBef>
              <a:spcAft>
                <a:spcPts val="0"/>
              </a:spcAft>
              <a:buSzPts val="1530"/>
              <a:buNone/>
            </a:pP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 fundamental property of polish notation is that the order in which the operations are to be performed is completely determined by the positions of the operators and operands in the expression.</a:t>
            </a:r>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7"/>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Polish Notation</a:t>
            </a:r>
            <a:endParaRPr/>
          </a:p>
        </p:txBody>
      </p:sp>
      <p:sp>
        <p:nvSpPr>
          <p:cNvPr id="320" name="Google Shape;320;p37"/>
          <p:cNvSpPr txBox="1">
            <a:spLocks noGrp="1"/>
          </p:cNvSpPr>
          <p:nvPr>
            <p:ph type="body" idx="1"/>
          </p:nvPr>
        </p:nvSpPr>
        <p:spPr>
          <a:xfrm>
            <a:off x="1116013" y="2017713"/>
            <a:ext cx="7839075" cy="4579937"/>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 polish notation are classified into three categories.</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These are:</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Infix notation</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Prefix notation</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Postfix notation</a:t>
            </a:r>
            <a:endParaRPr/>
          </a:p>
          <a:p>
            <a:pPr marL="914400" lvl="1" indent="-228600" algn="l" rtl="0">
              <a:lnSpc>
                <a:spcPct val="100000"/>
              </a:lnSpc>
              <a:spcBef>
                <a:spcPts val="370"/>
              </a:spcBef>
              <a:spcAft>
                <a:spcPts val="0"/>
              </a:spcAft>
              <a:buSzPts val="1530"/>
              <a:buNone/>
            </a:pPr>
            <a:endParaRPr>
              <a:latin typeface="Times New Roman"/>
              <a:ea typeface="Times New Roman"/>
              <a:cs typeface="Times New Roman"/>
              <a:sym typeface="Times New Roman"/>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8"/>
          <p:cNvSpPr txBox="1">
            <a:spLocks noGrp="1"/>
          </p:cNvSpPr>
          <p:nvPr>
            <p:ph type="title"/>
          </p:nvPr>
        </p:nvSpPr>
        <p:spPr>
          <a:xfrm>
            <a:off x="1150938" y="214313"/>
            <a:ext cx="7793037" cy="1462087"/>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SzPts val="4000"/>
              <a:buNone/>
            </a:pPr>
            <a:r>
              <a:rPr lang="en-US" sz="4800" b="1">
                <a:latin typeface="Times New Roman"/>
                <a:ea typeface="Times New Roman"/>
                <a:cs typeface="Times New Roman"/>
                <a:sym typeface="Times New Roman"/>
              </a:rPr>
              <a:t>Introduction</a:t>
            </a:r>
            <a:endParaRPr/>
          </a:p>
        </p:txBody>
      </p:sp>
      <p:sp>
        <p:nvSpPr>
          <p:cNvPr id="326" name="Google Shape;326;p38"/>
          <p:cNvSpPr txBox="1">
            <a:spLocks noGrp="1"/>
          </p:cNvSpPr>
          <p:nvPr>
            <p:ph type="body" idx="1"/>
          </p:nvPr>
        </p:nvSpPr>
        <p:spPr>
          <a:xfrm>
            <a:off x="1182688" y="2017713"/>
            <a:ext cx="5405400" cy="403200"/>
          </a:xfrm>
          <a:prstGeom prst="rect">
            <a:avLst/>
          </a:prstGeom>
          <a:noFill/>
          <a:ln>
            <a:noFill/>
          </a:ln>
        </p:spPr>
        <p:txBody>
          <a:bodyPr spcFirstLastPara="1" wrap="square" lIns="91425" tIns="45700" rIns="91425" bIns="45700" anchor="t" anchorCtr="0">
            <a:normAutofit fontScale="77500" lnSpcReduction="20000"/>
          </a:bodyPr>
          <a:lstStyle/>
          <a:p>
            <a:pPr marL="457200" lvl="0" indent="-368935" algn="l" rtl="0">
              <a:lnSpc>
                <a:spcPct val="100000"/>
              </a:lnSpc>
              <a:spcBef>
                <a:spcPts val="580"/>
              </a:spcBef>
              <a:spcAft>
                <a:spcPts val="0"/>
              </a:spcAft>
              <a:buSzPct val="118817"/>
              <a:buChar char="⚫"/>
            </a:pPr>
            <a:r>
              <a:rPr lang="en-US" sz="2400">
                <a:latin typeface="Times New Roman"/>
                <a:ea typeface="Times New Roman"/>
                <a:cs typeface="Times New Roman"/>
                <a:sym typeface="Times New Roman"/>
              </a:rPr>
              <a:t>Operator Precedence Table:</a:t>
            </a:r>
            <a:endParaRPr/>
          </a:p>
          <a:p>
            <a:pPr marL="457200" lvl="0" indent="-228600" algn="l" rtl="0">
              <a:lnSpc>
                <a:spcPct val="100000"/>
              </a:lnSpc>
              <a:spcBef>
                <a:spcPts val="580"/>
              </a:spcBef>
              <a:spcAft>
                <a:spcPts val="0"/>
              </a:spcAft>
              <a:buSzPct val="118817"/>
              <a:buNone/>
            </a:pPr>
            <a:endParaRPr sz="2400">
              <a:latin typeface="Times New Roman"/>
              <a:ea typeface="Times New Roman"/>
              <a:cs typeface="Times New Roman"/>
              <a:sym typeface="Times New Roman"/>
            </a:endParaRPr>
          </a:p>
          <a:p>
            <a:pPr marL="457200" lvl="0" indent="-228600" algn="l" rtl="0">
              <a:lnSpc>
                <a:spcPct val="100000"/>
              </a:lnSpc>
              <a:spcBef>
                <a:spcPts val="580"/>
              </a:spcBef>
              <a:spcAft>
                <a:spcPts val="0"/>
              </a:spcAft>
              <a:buSzPct val="118817"/>
              <a:buNone/>
            </a:pPr>
            <a:endParaRPr sz="2400">
              <a:latin typeface="Times New Roman"/>
              <a:ea typeface="Times New Roman"/>
              <a:cs typeface="Times New Roman"/>
              <a:sym typeface="Times New Roman"/>
            </a:endParaRPr>
          </a:p>
        </p:txBody>
      </p:sp>
      <p:graphicFrame>
        <p:nvGraphicFramePr>
          <p:cNvPr id="327" name="Google Shape;327;p38"/>
          <p:cNvGraphicFramePr/>
          <p:nvPr/>
        </p:nvGraphicFramePr>
        <p:xfrm>
          <a:off x="539750" y="2493963"/>
          <a:ext cx="8353425" cy="3795415"/>
        </p:xfrm>
        <a:graphic>
          <a:graphicData uri="http://schemas.openxmlformats.org/drawingml/2006/table">
            <a:tbl>
              <a:tblPr>
                <a:noFill/>
                <a:tableStyleId>{E9738A67-A8DE-4FEA-BCF9-A7BFC9072CF7}</a:tableStyleId>
              </a:tblPr>
              <a:tblGrid>
                <a:gridCol w="2305050">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gridCol w="2736850">
                  <a:extLst>
                    <a:ext uri="{9D8B030D-6E8A-4147-A177-3AD203B41FA5}">
                      <a16:colId xmlns:a16="http://schemas.microsoft.com/office/drawing/2014/main" val="20002"/>
                    </a:ext>
                  </a:extLst>
                </a:gridCol>
                <a:gridCol w="1800225">
                  <a:extLst>
                    <a:ext uri="{9D8B030D-6E8A-4147-A177-3AD203B41FA5}">
                      <a16:colId xmlns:a16="http://schemas.microsoft.com/office/drawing/2014/main" val="20003"/>
                    </a:ext>
                  </a:extLst>
                </a:gridCol>
              </a:tblGrid>
              <a:tr h="473075">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1" i="0" u="none" strike="noStrike" cap="none">
                          <a:solidFill>
                            <a:schemeClr val="dk1"/>
                          </a:solidFill>
                          <a:latin typeface="Times New Roman"/>
                          <a:ea typeface="Times New Roman"/>
                          <a:cs typeface="Times New Roman"/>
                          <a:sym typeface="Times New Roman"/>
                        </a:rPr>
                        <a:t>Operator Name</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1" i="0" u="none" strike="noStrike" cap="none">
                          <a:solidFill>
                            <a:schemeClr val="dk1"/>
                          </a:solidFill>
                          <a:latin typeface="Times New Roman"/>
                          <a:ea typeface="Times New Roman"/>
                          <a:cs typeface="Times New Roman"/>
                          <a:sym typeface="Times New Roman"/>
                        </a:rPr>
                        <a:t>Operator</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1" i="0" u="none" strike="noStrike" cap="none">
                          <a:solidFill>
                            <a:schemeClr val="dk1"/>
                          </a:solidFill>
                          <a:latin typeface="Times New Roman"/>
                          <a:ea typeface="Times New Roman"/>
                          <a:cs typeface="Times New Roman"/>
                          <a:sym typeface="Times New Roman"/>
                        </a:rPr>
                        <a:t>Highest Precedence</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1" i="0" u="none" strike="noStrike" cap="none">
                          <a:solidFill>
                            <a:schemeClr val="dk1"/>
                          </a:solidFill>
                          <a:latin typeface="Times New Roman"/>
                          <a:ea typeface="Times New Roman"/>
                          <a:cs typeface="Times New Roman"/>
                          <a:sym typeface="Times New Roman"/>
                        </a:rPr>
                        <a:t>Association</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81025">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All types of Brackets</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1</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Left-Right</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2450">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Exponential</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 or $ or </a:t>
                      </a:r>
                      <a:r>
                        <a:rPr lang="en-US" sz="2800" b="0" i="0" u="none" strike="noStrike" cap="none">
                          <a:solidFill>
                            <a:schemeClr val="dk1"/>
                          </a:solidFill>
                          <a:latin typeface="Tahoma"/>
                          <a:ea typeface="Tahoma"/>
                          <a:cs typeface="Tahoma"/>
                          <a:sym typeface="Tahoma"/>
                        </a:rPr>
                        <a:t>↑ </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2</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Right-Left</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90600">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Mulitplication/</a:t>
                      </a:r>
                      <a:endParaRPr sz="1400" u="none" strike="noStrike" cap="none"/>
                    </a:p>
                    <a:p>
                      <a:pPr marL="0" marR="0" lvl="0" indent="0" algn="l" rtl="0">
                        <a:lnSpc>
                          <a:spcPct val="100000"/>
                        </a:lnSpc>
                        <a:spcBef>
                          <a:spcPts val="48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Devision</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3</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Left-Right</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990600">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Addition/</a:t>
                      </a:r>
                      <a:endParaRPr sz="1400" u="none" strike="noStrike" cap="none"/>
                    </a:p>
                    <a:p>
                      <a:pPr marL="0" marR="0" lvl="0" indent="0" algn="l" rtl="0">
                        <a:lnSpc>
                          <a:spcPct val="100000"/>
                        </a:lnSpc>
                        <a:spcBef>
                          <a:spcPts val="48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Subtraction</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4</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1440"/>
                        <a:buFont typeface="Noto Sans Symbols"/>
                        <a:buNone/>
                      </a:pPr>
                      <a:r>
                        <a:rPr lang="en-US" sz="2400" b="0" i="0" u="none" strike="noStrike" cap="none">
                          <a:solidFill>
                            <a:schemeClr val="dk1"/>
                          </a:solidFill>
                          <a:latin typeface="Times New Roman"/>
                          <a:ea typeface="Times New Roman"/>
                          <a:cs typeface="Times New Roman"/>
                          <a:sym typeface="Times New Roman"/>
                        </a:rPr>
                        <a:t>Left-Right</a:t>
                      </a:r>
                      <a:endParaRPr sz="1400" u="none" strike="noStrike" cap="none"/>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9"/>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fontScale="90000"/>
          </a:bodyPr>
          <a:lstStyle/>
          <a:p>
            <a:pPr marL="0" lvl="0" indent="0" algn="l" rtl="0">
              <a:lnSpc>
                <a:spcPct val="100000"/>
              </a:lnSpc>
              <a:spcBef>
                <a:spcPts val="0"/>
              </a:spcBef>
              <a:spcAft>
                <a:spcPts val="0"/>
              </a:spcAft>
              <a:buClr>
                <a:schemeClr val="dk2"/>
              </a:buClr>
              <a:buSzPct val="50000"/>
              <a:buNone/>
            </a:pPr>
            <a:r>
              <a:rPr lang="en-US" b="1"/>
              <a:t>Algorithm for Infix to Post Fix</a:t>
            </a:r>
            <a:br>
              <a:rPr lang="en-US" b="1"/>
            </a:br>
            <a:endParaRPr/>
          </a:p>
        </p:txBody>
      </p:sp>
      <p:sp>
        <p:nvSpPr>
          <p:cNvPr id="333" name="Google Shape;333;p39"/>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
        <p:nvSpPr>
          <p:cNvPr id="334" name="Google Shape;334;p39"/>
          <p:cNvSpPr txBox="1">
            <a:spLocks noGrp="1"/>
          </p:cNvSpPr>
          <p:nvPr>
            <p:ph type="body" idx="1"/>
          </p:nvPr>
        </p:nvSpPr>
        <p:spPr>
          <a:xfrm>
            <a:off x="457200" y="858129"/>
            <a:ext cx="8391378" cy="5458265"/>
          </a:xfrm>
          <a:prstGeom prst="rect">
            <a:avLst/>
          </a:prstGeom>
          <a:noFill/>
          <a:ln>
            <a:noFill/>
          </a:ln>
        </p:spPr>
        <p:txBody>
          <a:bodyPr spcFirstLastPara="1" wrap="square" lIns="91425" tIns="45700" rIns="91425" bIns="45700" anchor="t" anchorCtr="0">
            <a:normAutofit fontScale="62500" lnSpcReduction="20000"/>
          </a:bodyPr>
          <a:lstStyle/>
          <a:p>
            <a:pPr marL="457200" lvl="0" indent="-325755" algn="l" rtl="0">
              <a:lnSpc>
                <a:spcPct val="100000"/>
              </a:lnSpc>
              <a:spcBef>
                <a:spcPts val="580"/>
              </a:spcBef>
              <a:spcAft>
                <a:spcPts val="0"/>
              </a:spcAft>
              <a:buSzPct val="84413"/>
              <a:buFont typeface="Arial"/>
              <a:buChar char="•"/>
            </a:pPr>
            <a:r>
              <a:rPr lang="en-US" sz="2900" b="1"/>
              <a:t>Step 1</a:t>
            </a:r>
            <a:r>
              <a:rPr lang="en-US" sz="2900"/>
              <a:t> : Scan the Infix Expression from left to right.</a:t>
            </a:r>
            <a:endParaRPr/>
          </a:p>
          <a:p>
            <a:pPr marL="457200" lvl="0" indent="-325755" algn="l" rtl="0">
              <a:lnSpc>
                <a:spcPct val="100000"/>
              </a:lnSpc>
              <a:spcBef>
                <a:spcPts val="580"/>
              </a:spcBef>
              <a:spcAft>
                <a:spcPts val="0"/>
              </a:spcAft>
              <a:buSzPct val="84413"/>
              <a:buFont typeface="Arial"/>
              <a:buChar char="•"/>
            </a:pPr>
            <a:r>
              <a:rPr lang="en-US" sz="2900" b="1"/>
              <a:t>Step 2</a:t>
            </a:r>
            <a:r>
              <a:rPr lang="en-US" sz="2900"/>
              <a:t> : If the scanned character is an operand, append it with final Infix to Postfix string.</a:t>
            </a:r>
            <a:endParaRPr/>
          </a:p>
          <a:p>
            <a:pPr marL="457200" lvl="0" indent="-325755" algn="l" rtl="0">
              <a:lnSpc>
                <a:spcPct val="100000"/>
              </a:lnSpc>
              <a:spcBef>
                <a:spcPts val="580"/>
              </a:spcBef>
              <a:spcAft>
                <a:spcPts val="0"/>
              </a:spcAft>
              <a:buSzPct val="84413"/>
              <a:buFont typeface="Arial"/>
              <a:buChar char="•"/>
            </a:pPr>
            <a:r>
              <a:rPr lang="en-US" sz="2900" b="1"/>
              <a:t>Step 3</a:t>
            </a:r>
            <a:r>
              <a:rPr lang="en-US" sz="2900"/>
              <a:t> : Else, </a:t>
            </a:r>
            <a:endParaRPr/>
          </a:p>
          <a:p>
            <a:pPr marL="742950" lvl="1" indent="-285750" algn="just" rtl="0">
              <a:lnSpc>
                <a:spcPct val="100000"/>
              </a:lnSpc>
              <a:spcBef>
                <a:spcPts val="370"/>
              </a:spcBef>
              <a:spcAft>
                <a:spcPts val="0"/>
              </a:spcAft>
              <a:buSzPct val="94153"/>
              <a:buFont typeface="Arial"/>
              <a:buChar char="•"/>
            </a:pPr>
            <a:r>
              <a:rPr lang="en-US" sz="2600" b="1"/>
              <a:t>Step 3.1</a:t>
            </a:r>
            <a:r>
              <a:rPr lang="en-US" sz="2600"/>
              <a:t> : If the precedence order of the scanned(incoming) operator is greater than the precedence order of the operator in the stack (or the stack is empty or the stack contains a ‘(‘ or ‘[‘ or ‘{‘), push it on stack.</a:t>
            </a:r>
            <a:endParaRPr/>
          </a:p>
          <a:p>
            <a:pPr marL="457200" lvl="0" indent="-325755" algn="just" rtl="0">
              <a:lnSpc>
                <a:spcPct val="100000"/>
              </a:lnSpc>
              <a:spcBef>
                <a:spcPts val="580"/>
              </a:spcBef>
              <a:spcAft>
                <a:spcPts val="0"/>
              </a:spcAft>
              <a:buSzPct val="84413"/>
              <a:buFont typeface="Arial"/>
              <a:buChar char="•"/>
            </a:pPr>
            <a:r>
              <a:rPr lang="en-US" sz="2900" b="1"/>
              <a:t>Step 3.2</a:t>
            </a:r>
            <a:r>
              <a:rPr lang="en-US" sz="2900"/>
              <a:t> : Else, Pop all the operators from the stack which are greater than or equal to in precedence than that of the scanned operator. After doing that Push the scanned operator to the stack. (If you encounter parenthesis while popping then stop there and push the scanned operator in the stack.)</a:t>
            </a:r>
            <a:endParaRPr/>
          </a:p>
          <a:p>
            <a:pPr marL="457200" lvl="0" indent="-325755" algn="l" rtl="0">
              <a:lnSpc>
                <a:spcPct val="100000"/>
              </a:lnSpc>
              <a:spcBef>
                <a:spcPts val="580"/>
              </a:spcBef>
              <a:spcAft>
                <a:spcPts val="0"/>
              </a:spcAft>
              <a:buSzPct val="84413"/>
              <a:buFont typeface="Arial"/>
              <a:buChar char="•"/>
            </a:pPr>
            <a:r>
              <a:rPr lang="en-US" sz="2900" b="1"/>
              <a:t>Step 4</a:t>
            </a:r>
            <a:r>
              <a:rPr lang="en-US" sz="2900"/>
              <a:t> : If the scanned character is an ‘(‘ or ‘[‘ or ‘{‘, push it to the stack.</a:t>
            </a:r>
            <a:endParaRPr/>
          </a:p>
          <a:p>
            <a:pPr marL="457200" lvl="0" indent="-325755" algn="l" rtl="0">
              <a:lnSpc>
                <a:spcPct val="100000"/>
              </a:lnSpc>
              <a:spcBef>
                <a:spcPts val="580"/>
              </a:spcBef>
              <a:spcAft>
                <a:spcPts val="0"/>
              </a:spcAft>
              <a:buSzPct val="84413"/>
              <a:buFont typeface="Arial"/>
              <a:buChar char="•"/>
            </a:pPr>
            <a:r>
              <a:rPr lang="en-US" sz="2900" b="1"/>
              <a:t>Step 5</a:t>
            </a:r>
            <a:r>
              <a:rPr lang="en-US" sz="2900"/>
              <a:t> : If the scanned character is an ‘)’or ‘]’ or ‘}’, pop the stack and and output it until a ‘(‘ or ‘[‘ or ‘{‘ respectively is encountered, and discard both the parenthesis.</a:t>
            </a:r>
            <a:endParaRPr/>
          </a:p>
          <a:p>
            <a:pPr marL="457200" lvl="0" indent="-325755" algn="l" rtl="0">
              <a:lnSpc>
                <a:spcPct val="100000"/>
              </a:lnSpc>
              <a:spcBef>
                <a:spcPts val="580"/>
              </a:spcBef>
              <a:spcAft>
                <a:spcPts val="0"/>
              </a:spcAft>
              <a:buSzPct val="84413"/>
              <a:buFont typeface="Arial"/>
              <a:buChar char="•"/>
            </a:pPr>
            <a:r>
              <a:rPr lang="en-US" sz="2900" b="1"/>
              <a:t>Step 6</a:t>
            </a:r>
            <a:r>
              <a:rPr lang="en-US" sz="2900"/>
              <a:t> : Repeat steps 2-6 until infix expression is scanned.</a:t>
            </a:r>
            <a:endParaRPr/>
          </a:p>
          <a:p>
            <a:pPr marL="457200" lvl="0" indent="-325755" algn="l" rtl="0">
              <a:lnSpc>
                <a:spcPct val="100000"/>
              </a:lnSpc>
              <a:spcBef>
                <a:spcPts val="580"/>
              </a:spcBef>
              <a:spcAft>
                <a:spcPts val="0"/>
              </a:spcAft>
              <a:buSzPct val="84413"/>
              <a:buFont typeface="Arial"/>
              <a:buChar char="•"/>
            </a:pPr>
            <a:r>
              <a:rPr lang="en-US" sz="2900" b="1"/>
              <a:t>Step 7</a:t>
            </a:r>
            <a:r>
              <a:rPr lang="en-US" sz="2900"/>
              <a:t> : Print the output</a:t>
            </a:r>
            <a:endParaRPr/>
          </a:p>
          <a:p>
            <a:pPr marL="457200" lvl="0" indent="-325755" algn="l" rtl="0">
              <a:lnSpc>
                <a:spcPct val="100000"/>
              </a:lnSpc>
              <a:spcBef>
                <a:spcPts val="580"/>
              </a:spcBef>
              <a:spcAft>
                <a:spcPts val="0"/>
              </a:spcAft>
              <a:buSzPct val="84413"/>
              <a:buFont typeface="Arial"/>
              <a:buChar char="•"/>
            </a:pPr>
            <a:r>
              <a:rPr lang="en-US" sz="2900" b="1"/>
              <a:t>Step 8</a:t>
            </a:r>
            <a:r>
              <a:rPr lang="en-US" sz="2900"/>
              <a:t> : Pop and output from the stack until it is not empty.</a:t>
            </a:r>
            <a:endParaRPr/>
          </a:p>
          <a:p>
            <a:pPr marL="457200" lvl="0" indent="-228600" algn="l" rtl="0">
              <a:lnSpc>
                <a:spcPct val="100000"/>
              </a:lnSpc>
              <a:spcBef>
                <a:spcPts val="580"/>
              </a:spcBef>
              <a:spcAft>
                <a:spcPts val="0"/>
              </a:spcAft>
              <a:buSzPct val="94153"/>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0"/>
          <p:cNvSpPr>
            <a:spLocks noGrp="1"/>
          </p:cNvSpPr>
          <p:nvPr>
            <p:ph type="sldNum" idx="4294967295"/>
          </p:nvPr>
        </p:nvSpPr>
        <p:spPr>
          <a:xfrm>
            <a:off x="0" y="6210300"/>
            <a:ext cx="457200" cy="457200"/>
          </a:xfrm>
          <a:prstGeom prst="ellipse">
            <a:avLst/>
          </a:prstGeom>
          <a:solidFill>
            <a:schemeClr val="accent1"/>
          </a:solidFill>
          <a:ln>
            <a:noFill/>
          </a:ln>
        </p:spPr>
        <p:txBody>
          <a:bodyPr spcFirstLastPara="1" wrap="square" lIns="0" tIns="0" rIns="0" bIns="0" anchor="ctr" anchorCtr="1">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pic>
        <p:nvPicPr>
          <p:cNvPr id="340" name="Google Shape;340;p40"/>
          <p:cNvPicPr preferRelativeResize="0"/>
          <p:nvPr/>
        </p:nvPicPr>
        <p:blipFill rotWithShape="1">
          <a:blip r:embed="rId3">
            <a:alphaModFix/>
          </a:blip>
          <a:srcRect l="36154" t="24073" r="18460" b="23115"/>
          <a:stretch/>
        </p:blipFill>
        <p:spPr>
          <a:xfrm>
            <a:off x="457199" y="351692"/>
            <a:ext cx="8636593" cy="60631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46" name="Google Shape;346;p41"/>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Infix expression to postfix form:</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		:AB*=T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a:t>
            </a:r>
            <a:r>
              <a:rPr lang="en-US" sz="2800">
                <a:latin typeface="Times New Roman"/>
                <a:ea typeface="Times New Roman"/>
                <a:cs typeface="Times New Roman"/>
                <a:sym typeface="Times New Roman"/>
              </a:rPr>
              <a:t>	:puts the value of 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2"/>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52" name="Google Shape;352;p4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:AB*=T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:CD/=S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AB*CD/+</a:t>
            </a:r>
            <a:r>
              <a:rPr lang="en-US" sz="2800">
                <a:latin typeface="Times New Roman"/>
                <a:ea typeface="Times New Roman"/>
                <a:cs typeface="Times New Roman"/>
                <a:sym typeface="Times New Roman"/>
              </a:rPr>
              <a:t>		:put the value of T &amp; 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58" name="Google Shape;358;p4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=T/S			:T=AB+ &amp; S=CD-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AB+CD-/</a:t>
            </a:r>
            <a:r>
              <a:rPr lang="en-US" sz="2800">
                <a:latin typeface="Times New Roman"/>
                <a:ea typeface="Times New Roman"/>
                <a:cs typeface="Times New Roman"/>
                <a:sym typeface="Times New Roman"/>
              </a:rPr>
              <a:t>		:put the value of T &amp; 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64" name="Google Shape;364;p4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:T=AB+</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:S=TC*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:put the value of 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AB+C*D/	</a:t>
            </a:r>
            <a:r>
              <a:rPr lang="en-US" sz="2800">
                <a:latin typeface="Times New Roman"/>
                <a:ea typeface="Times New Roman"/>
                <a:cs typeface="Times New Roman"/>
                <a:sym typeface="Times New Roman"/>
              </a:rPr>
              <a:t>	:put the value of T</a:t>
            </a:r>
            <a:endParaRPr/>
          </a:p>
          <a:p>
            <a:pPr marL="457200" lvl="0" indent="-325755" algn="l" rtl="0">
              <a:lnSpc>
                <a:spcPct val="100000"/>
              </a:lnSpc>
              <a:spcBef>
                <a:spcPts val="580"/>
              </a:spcBef>
              <a:spcAft>
                <a:spcPts val="0"/>
              </a:spcAft>
              <a:buSzPts val="1530"/>
              <a:buFont typeface="Noto Sans Symbols"/>
              <a:buNone/>
            </a:pPr>
            <a:endParaRPr sz="28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5"/>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70" name="Google Shape;370;p4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To solves these examples:</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(A+B)*C/D+E^F/G</a:t>
            </a:r>
            <a:endParaRPr/>
          </a:p>
          <a:p>
            <a:pPr marL="1371600" lvl="2" indent="-325755" algn="l" rtl="0">
              <a:lnSpc>
                <a:spcPct val="100000"/>
              </a:lnSpc>
              <a:spcBef>
                <a:spcPts val="370"/>
              </a:spcBef>
              <a:spcAft>
                <a:spcPts val="0"/>
              </a:spcAft>
              <a:buSzPts val="1530"/>
              <a:buChar char="⚫"/>
            </a:pPr>
            <a:r>
              <a:rPr lang="en-US" sz="2800">
                <a:latin typeface="Times New Roman"/>
                <a:ea typeface="Times New Roman"/>
                <a:cs typeface="Times New Roman"/>
                <a:sym typeface="Times New Roman"/>
              </a:rPr>
              <a:t>Ans: AB+C*D/EF^G/+</a:t>
            </a:r>
            <a:endParaRPr/>
          </a:p>
          <a:p>
            <a:pPr marL="914400" lvl="1" indent="-325755" algn="l" rtl="0">
              <a:lnSpc>
                <a:spcPct val="100000"/>
              </a:lnSpc>
              <a:spcBef>
                <a:spcPts val="370"/>
              </a:spcBef>
              <a:spcAft>
                <a:spcPts val="0"/>
              </a:spcAft>
              <a:buSzPts val="1530"/>
              <a:buChar char="⚫"/>
            </a:pPr>
            <a:r>
              <a:rPr lang="en-US">
                <a:latin typeface="Times New Roman"/>
                <a:ea typeface="Times New Roman"/>
                <a:cs typeface="Times New Roman"/>
                <a:sym typeface="Times New Roman"/>
              </a:rPr>
              <a:t>A-B/(C*D^E)</a:t>
            </a:r>
            <a:endParaRPr/>
          </a:p>
          <a:p>
            <a:pPr marL="1371600" lvl="2" indent="-325755" algn="l" rtl="0">
              <a:lnSpc>
                <a:spcPct val="100000"/>
              </a:lnSpc>
              <a:spcBef>
                <a:spcPts val="370"/>
              </a:spcBef>
              <a:spcAft>
                <a:spcPts val="0"/>
              </a:spcAft>
              <a:buSzPts val="1530"/>
              <a:buChar char="⚫"/>
            </a:pPr>
            <a:r>
              <a:rPr lang="en-US" sz="2800">
                <a:latin typeface="Times New Roman"/>
                <a:ea typeface="Times New Roman"/>
                <a:cs typeface="Times New Roman"/>
                <a:sym typeface="Times New Roman"/>
              </a:rPr>
              <a:t>Ans: ABCDE^*/-</a:t>
            </a:r>
            <a:endParaRPr/>
          </a:p>
          <a:p>
            <a:pPr marL="914400" lvl="1" indent="-325755" algn="l" rtl="0">
              <a:lnSpc>
                <a:spcPct val="100000"/>
              </a:lnSpc>
              <a:spcBef>
                <a:spcPts val="370"/>
              </a:spcBef>
              <a:spcAft>
                <a:spcPts val="0"/>
              </a:spcAft>
              <a:buSzPts val="1530"/>
              <a:buChar char="⚫"/>
            </a:pPr>
            <a:r>
              <a:rPr lang="en-US"/>
              <a:t>(a + b↑ c↑ d) * (e + f / d)</a:t>
            </a:r>
            <a:endParaRPr/>
          </a:p>
          <a:p>
            <a:pPr marL="1371600" lvl="2" indent="-325755" algn="l" rtl="0">
              <a:lnSpc>
                <a:spcPct val="100000"/>
              </a:lnSpc>
              <a:spcBef>
                <a:spcPts val="370"/>
              </a:spcBef>
              <a:spcAft>
                <a:spcPts val="0"/>
              </a:spcAft>
              <a:buSzPts val="1530"/>
              <a:buChar char="⚫"/>
            </a:pPr>
            <a:r>
              <a:rPr lang="en-US"/>
              <a:t>Ans:abcd ↑↑+efd/+*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76" name="Google Shape;376;p4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Infix expression to prefix form:</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			:T=*AB</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a:t>
            </a:r>
            <a:endParaRPr/>
          </a:p>
          <a:p>
            <a:pPr marL="457200" lvl="0" indent="-325755" algn="l" rtl="0">
              <a:lnSpc>
                <a:spcPct val="100000"/>
              </a:lnSpc>
              <a:spcBef>
                <a:spcPts val="580"/>
              </a:spcBef>
              <a:spcAft>
                <a:spcPts val="0"/>
              </a:spcAft>
              <a:buSzPts val="1530"/>
              <a:buFont typeface="Noto Sans Symbols"/>
              <a:buNone/>
            </a:pPr>
            <a:r>
              <a:rPr lang="en-US" sz="2800" b="1">
                <a:latin typeface="Times New Roman"/>
                <a:ea typeface="Times New Roman"/>
                <a:cs typeface="Times New Roman"/>
                <a:sym typeface="Times New Roman"/>
              </a:rPr>
              <a:t>=+*ABC</a:t>
            </a:r>
            <a:r>
              <a:rPr lang="en-US" sz="2800">
                <a:latin typeface="Times New Roman"/>
                <a:ea typeface="Times New Roman"/>
                <a:cs typeface="Times New Roman"/>
                <a:sym typeface="Times New Roman"/>
              </a:rPr>
              <a:t>		:put the value of T</a:t>
            </a:r>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7"/>
          <p:cNvSpPr txBox="1">
            <a:spLocks noGrp="1"/>
          </p:cNvSpPr>
          <p:nvPr>
            <p:ph type="title"/>
          </p:nvPr>
        </p:nvSpPr>
        <p:spPr>
          <a:xfrm>
            <a:off x="478302" y="0"/>
            <a:ext cx="7343335" cy="647114"/>
          </a:xfrm>
          <a:prstGeom prst="rect">
            <a:avLst/>
          </a:prstGeom>
          <a:noFill/>
          <a:ln>
            <a:noFill/>
          </a:ln>
        </p:spPr>
        <p:txBody>
          <a:bodyPr spcFirstLastPara="1" wrap="square" lIns="91425" tIns="45700" rIns="91425" bIns="91425" anchor="b" anchorCtr="0">
            <a:normAutofit fontScale="90000"/>
          </a:bodyPr>
          <a:lstStyle/>
          <a:p>
            <a:pPr marL="0" lvl="0" indent="0" algn="l" rtl="0">
              <a:lnSpc>
                <a:spcPct val="100000"/>
              </a:lnSpc>
              <a:spcBef>
                <a:spcPts val="0"/>
              </a:spcBef>
              <a:spcAft>
                <a:spcPts val="0"/>
              </a:spcAft>
              <a:buClr>
                <a:schemeClr val="dk2"/>
              </a:buClr>
              <a:buSzPct val="50000"/>
              <a:buNone/>
            </a:pPr>
            <a:r>
              <a:rPr lang="en-US"/>
              <a:t>Algorithm for Infix to Prefix</a:t>
            </a:r>
            <a:endParaRPr/>
          </a:p>
        </p:txBody>
      </p:sp>
      <p:sp>
        <p:nvSpPr>
          <p:cNvPr id="382" name="Google Shape;382;p47"/>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
        <p:nvSpPr>
          <p:cNvPr id="383" name="Google Shape;383;p47"/>
          <p:cNvSpPr txBox="1">
            <a:spLocks noGrp="1"/>
          </p:cNvSpPr>
          <p:nvPr>
            <p:ph type="body" idx="1"/>
          </p:nvPr>
        </p:nvSpPr>
        <p:spPr>
          <a:xfrm>
            <a:off x="478301" y="647113"/>
            <a:ext cx="8342141" cy="5725551"/>
          </a:xfrm>
          <a:prstGeom prst="rect">
            <a:avLst/>
          </a:prstGeom>
          <a:noFill/>
          <a:ln>
            <a:noFill/>
          </a:ln>
        </p:spPr>
        <p:txBody>
          <a:bodyPr spcFirstLastPara="1" wrap="square" lIns="91425" tIns="45700" rIns="91425" bIns="45700" anchor="t" anchorCtr="0">
            <a:normAutofit fontScale="62500" lnSpcReduction="20000"/>
          </a:bodyPr>
          <a:lstStyle/>
          <a:p>
            <a:pPr marL="457200" lvl="0" indent="-325755" algn="l" rtl="0">
              <a:lnSpc>
                <a:spcPct val="100000"/>
              </a:lnSpc>
              <a:spcBef>
                <a:spcPts val="580"/>
              </a:spcBef>
              <a:spcAft>
                <a:spcPts val="0"/>
              </a:spcAft>
              <a:buSzPct val="94153"/>
              <a:buFont typeface="Noto Sans Symbols"/>
              <a:buChar char="⮚"/>
            </a:pPr>
            <a:r>
              <a:rPr lang="en-US"/>
              <a:t>First, reverse the infix expression given in the problem.</a:t>
            </a:r>
            <a:endParaRPr/>
          </a:p>
          <a:p>
            <a:pPr marL="457200" lvl="0" indent="-325755" algn="l" rtl="0">
              <a:lnSpc>
                <a:spcPct val="100000"/>
              </a:lnSpc>
              <a:spcBef>
                <a:spcPts val="580"/>
              </a:spcBef>
              <a:spcAft>
                <a:spcPts val="0"/>
              </a:spcAft>
              <a:buSzPct val="94153"/>
              <a:buFont typeface="Noto Sans Symbols"/>
              <a:buChar char="⮚"/>
            </a:pPr>
            <a:r>
              <a:rPr lang="en-US"/>
              <a:t>Scan the expression from left to right.</a:t>
            </a:r>
            <a:endParaRPr/>
          </a:p>
          <a:p>
            <a:pPr marL="457200" lvl="0" indent="-325755" algn="l" rtl="0">
              <a:lnSpc>
                <a:spcPct val="100000"/>
              </a:lnSpc>
              <a:spcBef>
                <a:spcPts val="580"/>
              </a:spcBef>
              <a:spcAft>
                <a:spcPts val="0"/>
              </a:spcAft>
              <a:buSzPct val="94153"/>
              <a:buFont typeface="Noto Sans Symbols"/>
              <a:buChar char="⮚"/>
            </a:pPr>
            <a:r>
              <a:rPr lang="en-US"/>
              <a:t>Whenever the operands arrive, print them.</a:t>
            </a:r>
            <a:endParaRPr/>
          </a:p>
          <a:p>
            <a:pPr marL="457200" lvl="0" indent="-325755" algn="l" rtl="0">
              <a:lnSpc>
                <a:spcPct val="100000"/>
              </a:lnSpc>
              <a:spcBef>
                <a:spcPts val="580"/>
              </a:spcBef>
              <a:spcAft>
                <a:spcPts val="0"/>
              </a:spcAft>
              <a:buSzPct val="94153"/>
              <a:buFont typeface="Noto Sans Symbols"/>
              <a:buChar char="⮚"/>
            </a:pPr>
            <a:r>
              <a:rPr lang="en-US"/>
              <a:t>If the operator arrives and the stack is found to be empty, then simply push the operator into the stack.</a:t>
            </a:r>
            <a:endParaRPr/>
          </a:p>
          <a:p>
            <a:pPr marL="457200" lvl="0" indent="-325755" algn="l" rtl="0">
              <a:lnSpc>
                <a:spcPct val="100000"/>
              </a:lnSpc>
              <a:spcBef>
                <a:spcPts val="580"/>
              </a:spcBef>
              <a:spcAft>
                <a:spcPts val="0"/>
              </a:spcAft>
              <a:buSzPct val="94153"/>
              <a:buFont typeface="Noto Sans Symbols"/>
              <a:buChar char="⮚"/>
            </a:pPr>
            <a:r>
              <a:rPr lang="en-US"/>
              <a:t>If the incoming operator has higher precedence than the TOP of the stack, push the incoming operator into the stack.</a:t>
            </a:r>
            <a:endParaRPr/>
          </a:p>
          <a:p>
            <a:pPr marL="457200" lvl="0" indent="-325755" algn="l" rtl="0">
              <a:lnSpc>
                <a:spcPct val="100000"/>
              </a:lnSpc>
              <a:spcBef>
                <a:spcPts val="580"/>
              </a:spcBef>
              <a:spcAft>
                <a:spcPts val="0"/>
              </a:spcAft>
              <a:buSzPct val="94153"/>
              <a:buFont typeface="Noto Sans Symbols"/>
              <a:buChar char="⮚"/>
            </a:pPr>
            <a:r>
              <a:rPr lang="en-US"/>
              <a:t>If the incoming operator has the same precedence with a TOP of the stack, push the incoming operator into the stack.</a:t>
            </a:r>
            <a:endParaRPr/>
          </a:p>
          <a:p>
            <a:pPr marL="457200" lvl="0" indent="-325755" algn="l" rtl="0">
              <a:lnSpc>
                <a:spcPct val="100000"/>
              </a:lnSpc>
              <a:spcBef>
                <a:spcPts val="580"/>
              </a:spcBef>
              <a:spcAft>
                <a:spcPts val="0"/>
              </a:spcAft>
              <a:buSzPct val="94153"/>
              <a:buFont typeface="Noto Sans Symbols"/>
              <a:buChar char="⮚"/>
            </a:pPr>
            <a:r>
              <a:rPr lang="en-US"/>
              <a:t>If the incoming operator has lower precedence than the TOP of the stack, pop, and print the top of the stack. Test the incoming operator against the top of the stack again and pop the operator from the stack till it finds the operator of a lower precedence or same precedence.</a:t>
            </a:r>
            <a:endParaRPr/>
          </a:p>
          <a:p>
            <a:pPr marL="457200" lvl="0" indent="-325755" algn="l" rtl="0">
              <a:lnSpc>
                <a:spcPct val="100000"/>
              </a:lnSpc>
              <a:spcBef>
                <a:spcPts val="580"/>
              </a:spcBef>
              <a:spcAft>
                <a:spcPts val="0"/>
              </a:spcAft>
              <a:buSzPct val="94153"/>
              <a:buFont typeface="Noto Sans Symbols"/>
              <a:buChar char="⮚"/>
            </a:pPr>
            <a:r>
              <a:rPr lang="en-US"/>
              <a:t>If the incoming operator has the same precedence with the top of the stack and the incoming operator is ^, then pop the top of the stack till the condition is true. If the condition is not true, push the ^ operator.</a:t>
            </a:r>
            <a:endParaRPr/>
          </a:p>
          <a:p>
            <a:pPr marL="457200" lvl="0" indent="-325755" algn="l" rtl="0">
              <a:lnSpc>
                <a:spcPct val="100000"/>
              </a:lnSpc>
              <a:spcBef>
                <a:spcPts val="580"/>
              </a:spcBef>
              <a:spcAft>
                <a:spcPts val="0"/>
              </a:spcAft>
              <a:buSzPct val="94153"/>
              <a:buFont typeface="Noto Sans Symbols"/>
              <a:buChar char="⮚"/>
            </a:pPr>
            <a:r>
              <a:rPr lang="en-US"/>
              <a:t>When we reach the end of the expression, pop, and print all the operators from the top of the stack.</a:t>
            </a:r>
            <a:endParaRPr/>
          </a:p>
          <a:p>
            <a:pPr marL="457200" lvl="0" indent="-325755" algn="l" rtl="0">
              <a:lnSpc>
                <a:spcPct val="100000"/>
              </a:lnSpc>
              <a:spcBef>
                <a:spcPts val="580"/>
              </a:spcBef>
              <a:spcAft>
                <a:spcPts val="0"/>
              </a:spcAft>
              <a:buSzPct val="94153"/>
              <a:buFont typeface="Noto Sans Symbols"/>
              <a:buChar char="⮚"/>
            </a:pPr>
            <a:r>
              <a:rPr lang="en-US"/>
              <a:t>If the operator is ')', then push it into the stack.</a:t>
            </a:r>
            <a:endParaRPr/>
          </a:p>
          <a:p>
            <a:pPr marL="457200" lvl="0" indent="-325755" algn="l" rtl="0">
              <a:lnSpc>
                <a:spcPct val="100000"/>
              </a:lnSpc>
              <a:spcBef>
                <a:spcPts val="580"/>
              </a:spcBef>
              <a:spcAft>
                <a:spcPts val="0"/>
              </a:spcAft>
              <a:buSzPct val="94153"/>
              <a:buFont typeface="Noto Sans Symbols"/>
              <a:buChar char="⮚"/>
            </a:pPr>
            <a:r>
              <a:rPr lang="en-US"/>
              <a:t>If the operator is '(', then pop all the operators from the stack till it finds ) opening bracket in the stack.</a:t>
            </a:r>
            <a:endParaRPr/>
          </a:p>
          <a:p>
            <a:pPr marL="457200" lvl="0" indent="-325755" algn="l" rtl="0">
              <a:lnSpc>
                <a:spcPct val="100000"/>
              </a:lnSpc>
              <a:spcBef>
                <a:spcPts val="580"/>
              </a:spcBef>
              <a:spcAft>
                <a:spcPts val="0"/>
              </a:spcAft>
              <a:buSzPct val="94153"/>
              <a:buFont typeface="Noto Sans Symbols"/>
              <a:buChar char="⮚"/>
            </a:pPr>
            <a:r>
              <a:rPr lang="en-US"/>
              <a:t>If the top of the stack is ')', push the operator on the stack.</a:t>
            </a:r>
            <a:endParaRPr/>
          </a:p>
          <a:p>
            <a:pPr marL="457200" lvl="0" indent="-325755" algn="l" rtl="0">
              <a:lnSpc>
                <a:spcPct val="100000"/>
              </a:lnSpc>
              <a:spcBef>
                <a:spcPts val="580"/>
              </a:spcBef>
              <a:spcAft>
                <a:spcPts val="0"/>
              </a:spcAft>
              <a:buSzPct val="94153"/>
              <a:buFont typeface="Noto Sans Symbols"/>
              <a:buChar char="⮚"/>
            </a:pPr>
            <a:r>
              <a:rPr lang="en-US"/>
              <a:t>At the end, reverse the output.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8"/>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89" name="Google Shape;389;p48"/>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		:T=^BC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			:S=/AT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			:put the value of 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		:put the value of T</a:t>
            </a:r>
            <a:endParaRPr/>
          </a:p>
          <a:p>
            <a:pPr marL="457200" lvl="0" indent="-325755" algn="l" rtl="0">
              <a:lnSpc>
                <a:spcPct val="100000"/>
              </a:lnSpc>
              <a:spcBef>
                <a:spcPts val="580"/>
              </a:spcBef>
              <a:spcAft>
                <a:spcPts val="0"/>
              </a:spcAft>
              <a:buSzPts val="1530"/>
              <a:buFont typeface="Noto Sans Symbols"/>
              <a:buNone/>
            </a:pPr>
            <a:r>
              <a:rPr lang="en-US" sz="2800" b="1">
                <a:latin typeface="Times New Roman"/>
                <a:ea typeface="Times New Roman"/>
                <a:cs typeface="Times New Roman"/>
                <a:sym typeface="Times New Roman"/>
              </a:rPr>
              <a:t>=+/A^BCD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9"/>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395" name="Google Shape;395;p49"/>
          <p:cNvSpPr txBox="1">
            <a:spLocks noGrp="1"/>
          </p:cNvSpPr>
          <p:nvPr>
            <p:ph type="body" idx="1"/>
          </p:nvPr>
        </p:nvSpPr>
        <p:spPr>
          <a:xfrm>
            <a:off x="1116013" y="1700213"/>
            <a:ext cx="7704137" cy="5157787"/>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400">
                <a:latin typeface="Times New Roman"/>
                <a:ea typeface="Times New Roman"/>
                <a:cs typeface="Times New Roman"/>
                <a:sym typeface="Times New Roman"/>
              </a:rPr>
              <a:t>(A*B+(C/D))-F</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=(A*B+(/CD))-F</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=(A*B+T)-F			:T=/CD</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=((*AB)+T)-F</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=(S+T)-F			:S=*AB</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=(+ST)-F			:R=+ST</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=R-F</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=-RF</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=-+STF			:put the value of R</a:t>
            </a:r>
            <a:endParaRPr/>
          </a:p>
          <a:p>
            <a:pPr marL="457200" lvl="0" indent="-325755" algn="l" rtl="0">
              <a:lnSpc>
                <a:spcPct val="100000"/>
              </a:lnSpc>
              <a:spcBef>
                <a:spcPts val="580"/>
              </a:spcBef>
              <a:spcAft>
                <a:spcPts val="0"/>
              </a:spcAft>
              <a:buSzPts val="1530"/>
              <a:buFont typeface="Noto Sans Symbols"/>
              <a:buNone/>
            </a:pPr>
            <a:r>
              <a:rPr lang="en-US" sz="2400">
                <a:latin typeface="Times New Roman"/>
                <a:ea typeface="Times New Roman"/>
                <a:cs typeface="Times New Roman"/>
                <a:sym typeface="Times New Roman"/>
              </a:rPr>
              <a:t>=-+*ABTF			:put the value of S</a:t>
            </a:r>
            <a:endParaRPr/>
          </a:p>
          <a:p>
            <a:pPr marL="457200" lvl="0" indent="-325755" algn="l" rtl="0">
              <a:lnSpc>
                <a:spcPct val="100000"/>
              </a:lnSpc>
              <a:spcBef>
                <a:spcPts val="580"/>
              </a:spcBef>
              <a:spcAft>
                <a:spcPts val="0"/>
              </a:spcAft>
              <a:buSzPts val="1530"/>
              <a:buFont typeface="Noto Sans Symbols"/>
              <a:buNone/>
            </a:pPr>
            <a:r>
              <a:rPr lang="en-US" sz="2400" b="1">
                <a:latin typeface="Times New Roman"/>
                <a:ea typeface="Times New Roman"/>
                <a:cs typeface="Times New Roman"/>
                <a:sym typeface="Times New Roman"/>
              </a:rPr>
              <a:t>=-+*AB/CDF			:</a:t>
            </a:r>
            <a:r>
              <a:rPr lang="en-US" sz="2400">
                <a:latin typeface="Times New Roman"/>
                <a:ea typeface="Times New Roman"/>
                <a:cs typeface="Times New Roman"/>
                <a:sym typeface="Times New Roman"/>
              </a:rPr>
              <a:t>put the value of T</a:t>
            </a:r>
            <a:endParaRPr sz="2400" b="1">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0"/>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01" name="Google Shape;401;p50"/>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Postfix expression to Infix form: to evaluate expression from left to right</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			</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			:A*B=T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a:t>
            </a:r>
            <a:r>
              <a:rPr lang="en-US" sz="2800">
                <a:latin typeface="Times New Roman"/>
                <a:ea typeface="Times New Roman"/>
                <a:cs typeface="Times New Roman"/>
                <a:sym typeface="Times New Roman"/>
              </a:rPr>
              <a:t>		:put the value of 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07" name="Google Shape;407;p51"/>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		:T=B/C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			:S=A+T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		:put the value of 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A+B/C-D		:</a:t>
            </a:r>
            <a:r>
              <a:rPr lang="en-US" sz="2800">
                <a:latin typeface="Times New Roman"/>
                <a:ea typeface="Times New Roman"/>
                <a:cs typeface="Times New Roman"/>
                <a:sym typeface="Times New Roman"/>
              </a:rPr>
              <a:t>put the value of T</a:t>
            </a:r>
            <a:endParaRPr sz="2800" b="1">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2"/>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13" name="Google Shape;413;p5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:T=A+B</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			:S=T*C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=T*C/D		:put the value of 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A+B)*C/D</a:t>
            </a:r>
            <a:r>
              <a:rPr lang="en-US" sz="2800">
                <a:latin typeface="Times New Roman"/>
                <a:ea typeface="Times New Roman"/>
                <a:cs typeface="Times New Roman"/>
                <a:sym typeface="Times New Roman"/>
              </a:rPr>
              <a:t>		:put the value of 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19" name="Google Shape;419;p5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Prefix expression to Infix form: to evaluate expression from right to left</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			:T=A*B</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=T+C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a:t>
            </a:r>
            <a:r>
              <a:rPr lang="en-US" sz="2800">
                <a:latin typeface="Times New Roman"/>
                <a:ea typeface="Times New Roman"/>
                <a:cs typeface="Times New Roman"/>
                <a:sym typeface="Times New Roman"/>
              </a:rPr>
              <a:t>		:put the value of T</a:t>
            </a:r>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5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25" name="Google Shape;425;p5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=-/A(B^C)D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		:T=B^C</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			:S=A/T</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=S-D</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=A/T-D		:put the value of S</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A/B^C-D	</a:t>
            </a:r>
            <a:r>
              <a:rPr lang="en-US" sz="2800">
                <a:latin typeface="Times New Roman"/>
                <a:ea typeface="Times New Roman"/>
                <a:cs typeface="Times New Roman"/>
                <a:sym typeface="Times New Roman"/>
              </a:rPr>
              <a:t>	:put the value of 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5"/>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31" name="Google Shape;431;p5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Postfix Expression Evaluation: to evaluate expression from left to right</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345*+</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=3(4*5)+</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=3 20 +</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=3+20</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23</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lnSpc>
                <a:spcPct val="100000"/>
              </a:lnSpc>
              <a:spcBef>
                <a:spcPts val="0"/>
              </a:spcBef>
              <a:spcAft>
                <a:spcPts val="0"/>
              </a:spcAft>
              <a:buClr>
                <a:schemeClr val="dk2"/>
              </a:buClr>
              <a:buSzPts val="1800"/>
              <a:buNone/>
            </a:pPr>
            <a:r>
              <a:rPr lang="en-US" sz="4800" b="1">
                <a:latin typeface="Times New Roman"/>
                <a:ea typeface="Times New Roman"/>
                <a:cs typeface="Times New Roman"/>
                <a:sym typeface="Times New Roman"/>
              </a:rPr>
              <a:t>Examples</a:t>
            </a:r>
            <a:endParaRPr/>
          </a:p>
        </p:txBody>
      </p:sp>
      <p:sp>
        <p:nvSpPr>
          <p:cNvPr id="437" name="Google Shape;437;p5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457200" lvl="0" indent="-325755" algn="l" rtl="0">
              <a:lnSpc>
                <a:spcPct val="100000"/>
              </a:lnSpc>
              <a:spcBef>
                <a:spcPts val="580"/>
              </a:spcBef>
              <a:spcAft>
                <a:spcPts val="0"/>
              </a:spcAft>
              <a:buSzPts val="1530"/>
              <a:buChar char="⚫"/>
            </a:pPr>
            <a:r>
              <a:rPr lang="en-US" sz="2800" b="1">
                <a:latin typeface="Times New Roman"/>
                <a:ea typeface="Times New Roman"/>
                <a:cs typeface="Times New Roman"/>
                <a:sym typeface="Times New Roman"/>
              </a:rPr>
              <a:t>Prefix Expression Evaluation: to evaluate expression from right to left</a:t>
            </a:r>
            <a:endParaRPr/>
          </a:p>
          <a:p>
            <a:pPr marL="457200" lvl="0" indent="-325755" algn="l" rtl="0">
              <a:lnSpc>
                <a:spcPct val="100000"/>
              </a:lnSpc>
              <a:spcBef>
                <a:spcPts val="580"/>
              </a:spcBef>
              <a:spcAft>
                <a:spcPts val="0"/>
              </a:spcAft>
              <a:buSzPts val="1530"/>
              <a:buChar char="⚫"/>
            </a:pPr>
            <a:r>
              <a:rPr lang="en-US" sz="2800">
                <a:latin typeface="Times New Roman"/>
                <a:ea typeface="Times New Roman"/>
                <a:cs typeface="Times New Roman"/>
                <a:sym typeface="Times New Roman"/>
              </a:rPr>
              <a:t>+*213</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=+(2*1)3</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=+ 2 3</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=2+3</a:t>
            </a:r>
            <a:endParaRPr/>
          </a:p>
          <a:p>
            <a:pPr marL="457200" lvl="0" indent="-325755" algn="l" rtl="0">
              <a:lnSpc>
                <a:spcPct val="100000"/>
              </a:lnSpc>
              <a:spcBef>
                <a:spcPts val="580"/>
              </a:spcBef>
              <a:spcAft>
                <a:spcPts val="0"/>
              </a:spcAft>
              <a:buSzPts val="1530"/>
              <a:buFont typeface="Noto Sans Symbols"/>
              <a:buNone/>
            </a:pPr>
            <a:r>
              <a:rPr lang="en-US" sz="2800">
                <a:latin typeface="Times New Roman"/>
                <a:ea typeface="Times New Roman"/>
                <a:cs typeface="Times New Roman"/>
                <a:sym typeface="Times New Roman"/>
              </a:rPr>
              <a:t>=</a:t>
            </a:r>
            <a:r>
              <a:rPr lang="en-US" sz="2800" b="1">
                <a:latin typeface="Times New Roman"/>
                <a:ea typeface="Times New Roman"/>
                <a:cs typeface="Times New Roman"/>
                <a:sym typeface="Times New Roman"/>
              </a:rPr>
              <a:t>5</a:t>
            </a:r>
            <a:endParaRPr/>
          </a:p>
          <a:p>
            <a:pPr marL="457200" lvl="0" indent="-228600" algn="l" rtl="0">
              <a:lnSpc>
                <a:spcPct val="100000"/>
              </a:lnSpc>
              <a:spcBef>
                <a:spcPts val="580"/>
              </a:spcBef>
              <a:spcAft>
                <a:spcPts val="0"/>
              </a:spcAft>
              <a:buSzPts val="1530"/>
              <a:buNone/>
            </a:pPr>
            <a:endParaRPr sz="2800" b="1">
              <a:latin typeface="Times New Roman"/>
              <a:ea typeface="Times New Roman"/>
              <a:cs typeface="Times New Roman"/>
              <a:sym typeface="Times New Roman"/>
            </a:endParaRPr>
          </a:p>
          <a:p>
            <a:pPr marL="457200" lvl="0" indent="-228600" algn="l" rtl="0">
              <a:lnSpc>
                <a:spcPct val="100000"/>
              </a:lnSpc>
              <a:spcBef>
                <a:spcPts val="580"/>
              </a:spcBef>
              <a:spcAft>
                <a:spcPts val="0"/>
              </a:spcAft>
              <a:buSzPts val="1530"/>
              <a:buNone/>
            </a:pPr>
            <a:endParaRPr sz="28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2171</Words>
  <Application>Microsoft Office PowerPoint</Application>
  <PresentationFormat>On-screen Show (4:3)</PresentationFormat>
  <Paragraphs>347</Paragraphs>
  <Slides>45</Slides>
  <Notes>45</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Equity</vt:lpstr>
      <vt:lpstr>   Pimpri Chinchwad Education Trust’s Pimpri Chinchwad College of Engineering and Research, Ravet, Pune Department of Computer Engineering   </vt:lpstr>
      <vt:lpstr>Case Study </vt:lpstr>
      <vt:lpstr>UNIT- III</vt:lpstr>
      <vt:lpstr>Introduction  Of Stack</vt:lpstr>
      <vt:lpstr>Introduction</vt:lpstr>
      <vt:lpstr>Introduction</vt:lpstr>
      <vt:lpstr>Introduction</vt:lpstr>
      <vt:lpstr>Introduction</vt:lpstr>
      <vt:lpstr>Introduction</vt:lpstr>
      <vt:lpstr>Stack Implementation</vt:lpstr>
      <vt:lpstr>Stack Implementation</vt:lpstr>
      <vt:lpstr>Stack Implementation</vt:lpstr>
      <vt:lpstr>Operations on Stack</vt:lpstr>
      <vt:lpstr>Operations on Stack</vt:lpstr>
      <vt:lpstr>Stack Terminology</vt:lpstr>
      <vt:lpstr>Stack Terminology</vt:lpstr>
      <vt:lpstr>Application of Stacks</vt:lpstr>
      <vt:lpstr>Recursion:</vt:lpstr>
      <vt:lpstr>Recursion:</vt:lpstr>
      <vt:lpstr>Recursion:</vt:lpstr>
      <vt:lpstr>Recursion:</vt:lpstr>
      <vt:lpstr>Tower of Hanoi Problem</vt:lpstr>
      <vt:lpstr>Tower of Hanoi Problem</vt:lpstr>
      <vt:lpstr>Tower of Hanoi Problem</vt:lpstr>
      <vt:lpstr>Polish Notation</vt:lpstr>
      <vt:lpstr>Polish Notation</vt:lpstr>
      <vt:lpstr>Introduction</vt:lpstr>
      <vt:lpstr>Algorithm for Infix to Post Fix </vt:lpstr>
      <vt:lpstr>PowerPoint Presentation</vt:lpstr>
      <vt:lpstr>Examples</vt:lpstr>
      <vt:lpstr>Examples</vt:lpstr>
      <vt:lpstr>Examples</vt:lpstr>
      <vt:lpstr>Examples</vt:lpstr>
      <vt:lpstr>Examples</vt:lpstr>
      <vt:lpstr>Examples</vt:lpstr>
      <vt:lpstr>Algorithm for Infix to Prefix</vt:lpstr>
      <vt:lpstr>Examples</vt:lpstr>
      <vt:lpstr>Examples</vt:lpstr>
      <vt:lpstr>Examples</vt:lpstr>
      <vt:lpstr>Examples</vt:lpstr>
      <vt:lpstr>Examples</vt:lpstr>
      <vt:lpstr>Examples</vt:lpstr>
      <vt:lpstr>Examples</vt:lpstr>
      <vt:lpstr>Examples</vt:lpstr>
      <vt:lpstr>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Pimpri Chinchwad Education Trust’s Pimpri Chinchwad College of Engineering and Research, Ravet, Pune Department of Computer Engineering   </dc:title>
  <cp:lastModifiedBy>Govind Sury</cp:lastModifiedBy>
  <cp:revision>2</cp:revision>
  <dcterms:modified xsi:type="dcterms:W3CDTF">2025-08-31T16:35:30Z</dcterms:modified>
</cp:coreProperties>
</file>