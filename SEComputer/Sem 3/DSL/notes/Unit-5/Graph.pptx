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ml" Extension="xml"/>
  <Default ContentType="image/png" Extension="png"/>
  <Default ContentType="application/vnd.openxmlformats-officedocument.wordprocessingml.document" Extension="docx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wordprocessingml.document" PartName="/ppt/embeddings/Microsoft_Office_Word_Document1.docx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j3wY2nj2wXbQDef5TbDv+vGVuu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Office_Word_Document1.docx"/><Relationship Id="rId5" Type="http://schemas.openxmlformats.org/officeDocument/2006/relationships/package" Target="../embeddings/Microsoft_Office_Word_Document1.docx"/><Relationship Id="rId6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b="1" lang="en-US" sz="6600"/>
              <a:t>Unit-V- Graph</a:t>
            </a:r>
            <a:endParaRPr b="1"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 Graph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Graphs- Basic Concepts, Storage representation, Adjacency matrix, adjacency list adjacency multi list, inverse adjacency list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Traversals-depth first and breadth first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Minimum spanning Tree: Greedy algorithms for computing minimum spanning tree- Prims and Kruskal Algorithms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Dikjtra's Single source shortest path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pairs shortest paths- Flyod-Warshall Algorithm Topological ordering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Case Study: Data structure used in Web graph and Google map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138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GRAPH ABSTRACT DATA TYPE</a:t>
            </a:r>
            <a:endParaRPr b="1" sz="3600"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533400" y="11430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 graph is a set of vertices and edges {</a:t>
            </a:r>
            <a:r>
              <a:rPr b="1" i="1" lang="en-US" sz="2400"/>
              <a:t>V</a:t>
            </a:r>
            <a:r>
              <a:rPr b="1" lang="en-US" sz="2400"/>
              <a:t>, </a:t>
            </a:r>
            <a:r>
              <a:rPr b="1" i="1" lang="en-US" sz="2400"/>
              <a:t>E</a:t>
            </a:r>
            <a:r>
              <a:rPr b="1" lang="en-US" sz="2400"/>
              <a:t>} and can be declared as follows: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495550"/>
            <a:ext cx="586740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381000" y="228600"/>
            <a:ext cx="82296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Create</a:t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Insert Vertex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Delete Vertex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066799"/>
            <a:ext cx="6248400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4191000"/>
            <a:ext cx="52578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5240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Insert Edge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Delete Edge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Is_empty</a:t>
            </a:r>
            <a:endParaRPr b="1"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i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i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i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228600"/>
            <a:ext cx="426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401" y="2638424"/>
            <a:ext cx="426720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457200" y="1385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Representation of GraphS</a:t>
            </a:r>
            <a:endParaRPr b="1"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Adjacency Matrix </a:t>
            </a:r>
            <a:r>
              <a:rPr lang="en-US" sz="2000"/>
              <a:t>(sequential representation)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2209800"/>
            <a:ext cx="70866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4800"/>
            <a:ext cx="7239000" cy="5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33400"/>
            <a:ext cx="68580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3810000"/>
            <a:ext cx="6324599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304800" y="152400"/>
            <a:ext cx="8534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class defined for graph implementation using an adjacency matrix with some basic functions.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371600"/>
            <a:ext cx="57912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657600"/>
            <a:ext cx="57912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381000" y="3048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2. Adjacency List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28724"/>
            <a:ext cx="6858000" cy="242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04800"/>
            <a:ext cx="70866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457200" y="228600"/>
            <a:ext cx="82296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3. Adjacency Multilist</a:t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1393" y="974834"/>
            <a:ext cx="6477000" cy="930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1393" y="1905000"/>
            <a:ext cx="723899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9400" y="5105400"/>
            <a:ext cx="3810000" cy="15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2"/>
          <p:cNvCxnSpPr/>
          <p:nvPr/>
        </p:nvCxnSpPr>
        <p:spPr>
          <a:xfrm rot="5400000">
            <a:off x="1485900" y="3009900"/>
            <a:ext cx="1066800" cy="838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81000" y="2286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4. Inverse Adjacency List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990600"/>
            <a:ext cx="624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/>
        </p:nvSpPr>
        <p:spPr>
          <a:xfrm>
            <a:off x="381000" y="2286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Orthogonal List Representation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38200"/>
            <a:ext cx="80010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381000" y="228600"/>
            <a:ext cx="8229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Comparison of Sequential and Linked Representations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1. Adjacency matrix representation always requires an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matrix with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vertices, regardless of the number of edges. It needs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more memory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asymptotically. If the graph is sparse,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many of the entries are null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 However, since it provides direct access, it is suitable for many applications.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2. Linked representation (adjacency list) of a graph has an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advantage of space complexity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when a graph is sparse but does not provide direct access. The probable disadvantage of adjacency list is that it does not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allow direct access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and hence, we cannot quickly determine whether an edge between any two vertices is incident or not.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3. Though the list representation is asymptotically as efficient as a matrix representation,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the simplicity of the matrix is preferred when the graph is small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 In addition, for a weighted graph, an additional field is needed in the graph node, whereas for matrix representation, the same matrix can be used. Considering all these aspects, the matrix representation of a graph is more powerful than all the other forms.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GRAPH traversal</a:t>
            </a:r>
            <a:endParaRPr b="1"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Depth-first Search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Breadth First Search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17"/>
          <p:cNvGraphicFramePr/>
          <p:nvPr/>
        </p:nvGraphicFramePr>
        <p:xfrm>
          <a:off x="1295400" y="762000"/>
          <a:ext cx="6927850" cy="5867400"/>
        </p:xfrm>
        <a:graphic>
          <a:graphicData uri="http://schemas.openxmlformats.org/presentationml/2006/ole">
            <mc:AlternateContent>
              <mc:Choice Requires="v">
                <p:oleObj r:id="rId4" imgH="5867400" imgW="6927850" progId="Word.Document.12" spid="_x0000_s1">
                  <p:embed/>
                </p:oleObj>
              </mc:Choice>
              <mc:Fallback>
                <p:oleObj r:id="rId5" imgH="5867400" imgW="6927850" progId="Word.Document.12">
                  <p:embed/>
                  <p:pic>
                    <p:nvPicPr>
                      <p:cNvPr id="184" name="Google Shape;184;p1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95400" y="762000"/>
                        <a:ext cx="6927850" cy="586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/>
          <p:nvPr/>
        </p:nvSpPr>
        <p:spPr>
          <a:xfrm>
            <a:off x="914400" y="269786"/>
            <a:ext cx="6781800" cy="658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bfs(int start)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queue[size],v;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*g;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int visited[size];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(queue,start);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[start]=1;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while(front!=rear)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v=delq(queue);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cout&lt;&lt;v;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g=head[v].next;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while(g!=null)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if(visited[g-&gt;vertex]==0)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add(queue,g-&gt;vertex);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visited[g-&gt;vertex]=1;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g=g-&gt;next;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	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1000"/>
            <a:ext cx="7086599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457200" y="692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Spanning tree</a:t>
            </a:r>
            <a:endParaRPr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457200" y="10668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tree is a connected graph with no cycles. A spanning tree is a sub-graph of G that has all vertices of G and is a tree. A minimum spanning tree of a weighted graph G is the spanning tree of G whose edges sum to minimum weight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09800"/>
            <a:ext cx="71628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Methods used to compute the minimum spanning tree of a graph </a:t>
            </a:r>
            <a:endParaRPr/>
          </a:p>
        </p:txBody>
      </p:sp>
      <p:sp>
        <p:nvSpPr>
          <p:cNvPr id="207" name="Google Shape;20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AutoNum type="arabicPeriod"/>
            </a:pPr>
            <a:r>
              <a:rPr b="1" lang="en-US"/>
              <a:t>Prim’s algorithm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2.  Kruskal’s algorithm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Connected Components</a:t>
            </a:r>
            <a:endParaRPr b="1"/>
          </a:p>
        </p:txBody>
      </p:sp>
      <p:pic>
        <p:nvPicPr>
          <p:cNvPr id="213" name="Google Shape;21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990600"/>
            <a:ext cx="28956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410200" y="1454727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graph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with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connected component</a:t>
            </a:r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3733800"/>
            <a:ext cx="28956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5410200" y="4591734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with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connected components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Prim’s Algorithm</a:t>
            </a:r>
            <a:endParaRPr/>
          </a:p>
        </p:txBody>
      </p:sp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A=ⱷ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each v ϵ V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key[v] = ∞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parent[v] = null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Key[r] = 0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 = V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While Q!=ⱷ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 = min(Q) by key value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 = Q-u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parent (u) !=null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A=A U (u, parent(u))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each v ϵ Adj(u)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if v ϵ Q and w(u,v) &lt; key[v]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parent [v] = u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key [v] = w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Return 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381000"/>
            <a:ext cx="5486400" cy="338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3733800"/>
            <a:ext cx="73152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803" y="609600"/>
            <a:ext cx="51816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/>
          <p:nvPr/>
        </p:nvSpPr>
        <p:spPr>
          <a:xfrm>
            <a:off x="3124200" y="4724400"/>
            <a:ext cx="24808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spanning tree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81000"/>
            <a:ext cx="54864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457200" y="346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Kruskal’s Algorithm</a:t>
            </a:r>
            <a:endParaRPr b="1"/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A=ⱷ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each v ϵ V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make-disjoint-set (v)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Sort E by weight incresingly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each  (v1,v2) ϵ E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if find (v1) != find (v2) 	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A = A U { (v1,v2)}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Union (v1,v2)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Return A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304801"/>
            <a:ext cx="4572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" y="3276600"/>
            <a:ext cx="741045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57200"/>
            <a:ext cx="47244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3733800"/>
            <a:ext cx="54864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457200" y="-207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Biconnected Components</a:t>
            </a:r>
            <a:endParaRPr b="1"/>
          </a:p>
        </p:txBody>
      </p:sp>
      <p:pic>
        <p:nvPicPr>
          <p:cNvPr id="263" name="Google Shape;263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43000"/>
            <a:ext cx="7086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57200" y="692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Disjoint Set Operations</a:t>
            </a:r>
            <a:endParaRPr b="1"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57200" y="1143000"/>
            <a:ext cx="83820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1800"/>
              <a:t>Find : </a:t>
            </a:r>
            <a:r>
              <a:rPr lang="en-US" sz="1800"/>
              <a:t>This is a membership check of the element. It determines the set in which a particular element is located and is also useful for determining whether two elements are in the same set or not.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1800"/>
              <a:t>Union </a:t>
            </a:r>
            <a:r>
              <a:rPr lang="en-US" sz="1800"/>
              <a:t>This operation combines or merges two sets into a single set.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These two operations are supported by a disjoint-set data structure. Hence, it is also called as a </a:t>
            </a:r>
            <a:r>
              <a:rPr i="1" lang="en-US" sz="1800"/>
              <a:t>union–find data structure </a:t>
            </a:r>
            <a:r>
              <a:rPr lang="en-US" sz="1800"/>
              <a:t>or </a:t>
            </a:r>
            <a:r>
              <a:rPr i="1" lang="en-US" sz="1800"/>
              <a:t>merge–find set</a:t>
            </a:r>
            <a:r>
              <a:rPr lang="en-US" sz="1800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457200" y="692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SHORTEST path algorithm</a:t>
            </a:r>
            <a:endParaRPr b="1"/>
          </a:p>
        </p:txBody>
      </p:sp>
      <p:pic>
        <p:nvPicPr>
          <p:cNvPr id="275" name="Google Shape;275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914400"/>
            <a:ext cx="48006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962400"/>
            <a:ext cx="52578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95400"/>
            <a:ext cx="75438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909" y="381000"/>
            <a:ext cx="64770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971800"/>
            <a:ext cx="7162800" cy="25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57200"/>
            <a:ext cx="6858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3352801"/>
            <a:ext cx="4572000" cy="121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4567671"/>
            <a:ext cx="716280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81000"/>
            <a:ext cx="71628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72000"/>
            <a:ext cx="69342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2017-01-04T08:43:08Z</dcterms:created>
  <dc:creator>Madhuri</dc:creator>
</cp:coreProperties>
</file>