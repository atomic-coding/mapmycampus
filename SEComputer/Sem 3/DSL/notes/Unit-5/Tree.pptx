
<file path=[Content_Types].xml><?xml version="1.0" encoding="utf-8"?>
<Types xmlns="http://schemas.openxmlformats.org/package/2006/content-types">
  <Default ContentType="application/vnd.openxmlformats-officedocument.vmlDrawing" Extension="vml"/>
  <Default ContentType="application/x-fontdata" Extension="fntdata"/>
  <Default ContentType="application/vnd.openxmlformats-officedocument.oleObject" Extension="bin"/>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2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1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125.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31.xml"/>
  <Override ContentType="application/vnd.openxmlformats-officedocument.presentationml.slide+xml" PartName="/ppt/slides/slide127.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30.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110.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124.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32.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oleObject" PartName="/ppt/embeddings/oleObject3.bin"/>
  <Override ContentType="application/vnd.openxmlformats-officedocument.oleObject" PartName="/ppt/embeddings/oleObject2.bin"/>
  <Override ContentType="application/vnd.openxmlformats-officedocument.oleObject" PartName="/ppt/embeddings/oleObject1.bin"/>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notesSlide+xml" PartName="/ppt/notesSlides/notesSlide67.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23.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24.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128.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63"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Lst>
  <p:sldSz cy="6858000" cx="9144000"/>
  <p:notesSz cx="6858000" cy="9144000"/>
  <p:embeddedFontLst>
    <p:embeddedFont>
      <p:font typeface="Tahoma"/>
      <p:regular r:id="rId140"/>
      <p:bold r:id="rId1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142" roundtripDataSignature="AMtx7mjoqV4ZMFarac9DRf667NTHYIWPi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CE245B8-3A78-4B4D-A062-3696DA59E64A}">
  <a:tblStyle styleId="{7CE245B8-3A78-4B4D-A062-3696DA59E64A}"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07" Type="http://schemas.openxmlformats.org/officeDocument/2006/relationships/slide" Target="slides/slide100.xml"/><Relationship Id="rId106" Type="http://schemas.openxmlformats.org/officeDocument/2006/relationships/slide" Target="slides/slide99.xml"/><Relationship Id="rId105" Type="http://schemas.openxmlformats.org/officeDocument/2006/relationships/slide" Target="slides/slide98.xml"/><Relationship Id="rId104" Type="http://schemas.openxmlformats.org/officeDocument/2006/relationships/slide" Target="slides/slide97.xml"/><Relationship Id="rId109" Type="http://schemas.openxmlformats.org/officeDocument/2006/relationships/slide" Target="slides/slide102.xml"/><Relationship Id="rId108" Type="http://schemas.openxmlformats.org/officeDocument/2006/relationships/slide" Target="slides/slide101.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103" Type="http://schemas.openxmlformats.org/officeDocument/2006/relationships/slide" Target="slides/slide96.xml"/><Relationship Id="rId102" Type="http://schemas.openxmlformats.org/officeDocument/2006/relationships/slide" Target="slides/slide95.xml"/><Relationship Id="rId101" Type="http://schemas.openxmlformats.org/officeDocument/2006/relationships/slide" Target="slides/slide94.xml"/><Relationship Id="rId100" Type="http://schemas.openxmlformats.org/officeDocument/2006/relationships/slide" Target="slides/slide93.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29" Type="http://schemas.openxmlformats.org/officeDocument/2006/relationships/slide" Target="slides/slide122.xml"/><Relationship Id="rId128" Type="http://schemas.openxmlformats.org/officeDocument/2006/relationships/slide" Target="slides/slide121.xml"/><Relationship Id="rId127" Type="http://schemas.openxmlformats.org/officeDocument/2006/relationships/slide" Target="slides/slide120.xml"/><Relationship Id="rId126" Type="http://schemas.openxmlformats.org/officeDocument/2006/relationships/slide" Target="slides/slide119.xml"/><Relationship Id="rId26" Type="http://schemas.openxmlformats.org/officeDocument/2006/relationships/slide" Target="slides/slide19.xml"/><Relationship Id="rId121" Type="http://schemas.openxmlformats.org/officeDocument/2006/relationships/slide" Target="slides/slide114.xml"/><Relationship Id="rId25" Type="http://schemas.openxmlformats.org/officeDocument/2006/relationships/slide" Target="slides/slide18.xml"/><Relationship Id="rId120" Type="http://schemas.openxmlformats.org/officeDocument/2006/relationships/slide" Target="slides/slide113.xml"/><Relationship Id="rId28" Type="http://schemas.openxmlformats.org/officeDocument/2006/relationships/slide" Target="slides/slide21.xml"/><Relationship Id="rId27" Type="http://schemas.openxmlformats.org/officeDocument/2006/relationships/slide" Target="slides/slide20.xml"/><Relationship Id="rId125" Type="http://schemas.openxmlformats.org/officeDocument/2006/relationships/slide" Target="slides/slide118.xml"/><Relationship Id="rId29" Type="http://schemas.openxmlformats.org/officeDocument/2006/relationships/slide" Target="slides/slide22.xml"/><Relationship Id="rId124" Type="http://schemas.openxmlformats.org/officeDocument/2006/relationships/slide" Target="slides/slide117.xml"/><Relationship Id="rId123" Type="http://schemas.openxmlformats.org/officeDocument/2006/relationships/slide" Target="slides/slide116.xml"/><Relationship Id="rId122" Type="http://schemas.openxmlformats.org/officeDocument/2006/relationships/slide" Target="slides/slide115.xml"/><Relationship Id="rId95" Type="http://schemas.openxmlformats.org/officeDocument/2006/relationships/slide" Target="slides/slide88.xml"/><Relationship Id="rId94" Type="http://schemas.openxmlformats.org/officeDocument/2006/relationships/slide" Target="slides/slide87.xml"/><Relationship Id="rId97" Type="http://schemas.openxmlformats.org/officeDocument/2006/relationships/slide" Target="slides/slide90.xml"/><Relationship Id="rId96" Type="http://schemas.openxmlformats.org/officeDocument/2006/relationships/slide" Target="slides/slide89.xml"/><Relationship Id="rId11" Type="http://schemas.openxmlformats.org/officeDocument/2006/relationships/slide" Target="slides/slide4.xml"/><Relationship Id="rId99" Type="http://schemas.openxmlformats.org/officeDocument/2006/relationships/slide" Target="slides/slide92.xml"/><Relationship Id="rId10" Type="http://schemas.openxmlformats.org/officeDocument/2006/relationships/slide" Target="slides/slide3.xml"/><Relationship Id="rId98" Type="http://schemas.openxmlformats.org/officeDocument/2006/relationships/slide" Target="slides/slide91.xml"/><Relationship Id="rId13" Type="http://schemas.openxmlformats.org/officeDocument/2006/relationships/slide" Target="slides/slide6.xml"/><Relationship Id="rId12" Type="http://schemas.openxmlformats.org/officeDocument/2006/relationships/slide" Target="slides/slide5.xml"/><Relationship Id="rId91" Type="http://schemas.openxmlformats.org/officeDocument/2006/relationships/slide" Target="slides/slide84.xml"/><Relationship Id="rId90" Type="http://schemas.openxmlformats.org/officeDocument/2006/relationships/slide" Target="slides/slide83.xml"/><Relationship Id="rId93" Type="http://schemas.openxmlformats.org/officeDocument/2006/relationships/slide" Target="slides/slide86.xml"/><Relationship Id="rId92" Type="http://schemas.openxmlformats.org/officeDocument/2006/relationships/slide" Target="slides/slide85.xml"/><Relationship Id="rId118" Type="http://schemas.openxmlformats.org/officeDocument/2006/relationships/slide" Target="slides/slide111.xml"/><Relationship Id="rId117" Type="http://schemas.openxmlformats.org/officeDocument/2006/relationships/slide" Target="slides/slide110.xml"/><Relationship Id="rId116" Type="http://schemas.openxmlformats.org/officeDocument/2006/relationships/slide" Target="slides/slide109.xml"/><Relationship Id="rId115" Type="http://schemas.openxmlformats.org/officeDocument/2006/relationships/slide" Target="slides/slide108.xml"/><Relationship Id="rId119" Type="http://schemas.openxmlformats.org/officeDocument/2006/relationships/slide" Target="slides/slide112.xml"/><Relationship Id="rId15" Type="http://schemas.openxmlformats.org/officeDocument/2006/relationships/slide" Target="slides/slide8.xml"/><Relationship Id="rId110" Type="http://schemas.openxmlformats.org/officeDocument/2006/relationships/slide" Target="slides/slide103.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14" Type="http://schemas.openxmlformats.org/officeDocument/2006/relationships/slide" Target="slides/slide107.xml"/><Relationship Id="rId18" Type="http://schemas.openxmlformats.org/officeDocument/2006/relationships/slide" Target="slides/slide11.xml"/><Relationship Id="rId113" Type="http://schemas.openxmlformats.org/officeDocument/2006/relationships/slide" Target="slides/slide106.xml"/><Relationship Id="rId112" Type="http://schemas.openxmlformats.org/officeDocument/2006/relationships/slide" Target="slides/slide105.xml"/><Relationship Id="rId111" Type="http://schemas.openxmlformats.org/officeDocument/2006/relationships/slide" Target="slides/slide104.xml"/><Relationship Id="rId84" Type="http://schemas.openxmlformats.org/officeDocument/2006/relationships/slide" Target="slides/slide77.xml"/><Relationship Id="rId83" Type="http://schemas.openxmlformats.org/officeDocument/2006/relationships/slide" Target="slides/slide76.xml"/><Relationship Id="rId86" Type="http://schemas.openxmlformats.org/officeDocument/2006/relationships/slide" Target="slides/slide79.xml"/><Relationship Id="rId85" Type="http://schemas.openxmlformats.org/officeDocument/2006/relationships/slide" Target="slides/slide78.xml"/><Relationship Id="rId88" Type="http://schemas.openxmlformats.org/officeDocument/2006/relationships/slide" Target="slides/slide81.xml"/><Relationship Id="rId87" Type="http://schemas.openxmlformats.org/officeDocument/2006/relationships/slide" Target="slides/slide80.xml"/><Relationship Id="rId89" Type="http://schemas.openxmlformats.org/officeDocument/2006/relationships/slide" Target="slides/slide82.xml"/><Relationship Id="rId80" Type="http://schemas.openxmlformats.org/officeDocument/2006/relationships/slide" Target="slides/slide73.xml"/><Relationship Id="rId82" Type="http://schemas.openxmlformats.org/officeDocument/2006/relationships/slide" Target="slides/slide75.xml"/><Relationship Id="rId81" Type="http://schemas.openxmlformats.org/officeDocument/2006/relationships/slide" Target="slides/slide74.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142" Type="http://customschemas.google.com/relationships/presentationmetadata" Target="metadata"/><Relationship Id="rId141" Type="http://schemas.openxmlformats.org/officeDocument/2006/relationships/font" Target="fonts/Tahoma-bold.fntdata"/><Relationship Id="rId140" Type="http://schemas.openxmlformats.org/officeDocument/2006/relationships/font" Target="fonts/Tahoma-regular.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73" Type="http://schemas.openxmlformats.org/officeDocument/2006/relationships/slide" Target="slides/slide66.xml"/><Relationship Id="rId72" Type="http://schemas.openxmlformats.org/officeDocument/2006/relationships/slide" Target="slides/slide65.xml"/><Relationship Id="rId75" Type="http://schemas.openxmlformats.org/officeDocument/2006/relationships/slide" Target="slides/slide68.xml"/><Relationship Id="rId74" Type="http://schemas.openxmlformats.org/officeDocument/2006/relationships/slide" Target="slides/slide67.xml"/><Relationship Id="rId77" Type="http://schemas.openxmlformats.org/officeDocument/2006/relationships/slide" Target="slides/slide70.xml"/><Relationship Id="rId76" Type="http://schemas.openxmlformats.org/officeDocument/2006/relationships/slide" Target="slides/slide69.xml"/><Relationship Id="rId79" Type="http://schemas.openxmlformats.org/officeDocument/2006/relationships/slide" Target="slides/slide72.xml"/><Relationship Id="rId78" Type="http://schemas.openxmlformats.org/officeDocument/2006/relationships/slide" Target="slides/slide71.xml"/><Relationship Id="rId71" Type="http://schemas.openxmlformats.org/officeDocument/2006/relationships/slide" Target="slides/slide64.xml"/><Relationship Id="rId70" Type="http://schemas.openxmlformats.org/officeDocument/2006/relationships/slide" Target="slides/slide63.xml"/><Relationship Id="rId139" Type="http://schemas.openxmlformats.org/officeDocument/2006/relationships/slide" Target="slides/slide132.xml"/><Relationship Id="rId138" Type="http://schemas.openxmlformats.org/officeDocument/2006/relationships/slide" Target="slides/slide131.xml"/><Relationship Id="rId137" Type="http://schemas.openxmlformats.org/officeDocument/2006/relationships/slide" Target="slides/slide130.xml"/><Relationship Id="rId132" Type="http://schemas.openxmlformats.org/officeDocument/2006/relationships/slide" Target="slides/slide125.xml"/><Relationship Id="rId131" Type="http://schemas.openxmlformats.org/officeDocument/2006/relationships/slide" Target="slides/slide124.xml"/><Relationship Id="rId130" Type="http://schemas.openxmlformats.org/officeDocument/2006/relationships/slide" Target="slides/slide123.xml"/><Relationship Id="rId136" Type="http://schemas.openxmlformats.org/officeDocument/2006/relationships/slide" Target="slides/slide129.xml"/><Relationship Id="rId135" Type="http://schemas.openxmlformats.org/officeDocument/2006/relationships/slide" Target="slides/slide128.xml"/><Relationship Id="rId134" Type="http://schemas.openxmlformats.org/officeDocument/2006/relationships/slide" Target="slides/slide127.xml"/><Relationship Id="rId133" Type="http://schemas.openxmlformats.org/officeDocument/2006/relationships/slide" Target="slides/slide126.xml"/><Relationship Id="rId62" Type="http://schemas.openxmlformats.org/officeDocument/2006/relationships/slide" Target="slides/slide55.xml"/><Relationship Id="rId61" Type="http://schemas.openxmlformats.org/officeDocument/2006/relationships/slide" Target="slides/slide54.xml"/><Relationship Id="rId64" Type="http://schemas.openxmlformats.org/officeDocument/2006/relationships/slide" Target="slides/slide57.xml"/><Relationship Id="rId63" Type="http://schemas.openxmlformats.org/officeDocument/2006/relationships/slide" Target="slides/slide56.xml"/><Relationship Id="rId66" Type="http://schemas.openxmlformats.org/officeDocument/2006/relationships/slide" Target="slides/slide59.xml"/><Relationship Id="rId65" Type="http://schemas.openxmlformats.org/officeDocument/2006/relationships/slide" Target="slides/slide58.xml"/><Relationship Id="rId68" Type="http://schemas.openxmlformats.org/officeDocument/2006/relationships/slide" Target="slides/slide61.xml"/><Relationship Id="rId67" Type="http://schemas.openxmlformats.org/officeDocument/2006/relationships/slide" Target="slides/slide60.xml"/><Relationship Id="rId60" Type="http://schemas.openxmlformats.org/officeDocument/2006/relationships/slide" Target="slides/slide53.xml"/><Relationship Id="rId69" Type="http://schemas.openxmlformats.org/officeDocument/2006/relationships/slide" Target="slides/slide6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55" Type="http://schemas.openxmlformats.org/officeDocument/2006/relationships/slide" Target="slides/slide48.xml"/><Relationship Id="rId54" Type="http://schemas.openxmlformats.org/officeDocument/2006/relationships/slide" Target="slides/slide47.xml"/><Relationship Id="rId57" Type="http://schemas.openxmlformats.org/officeDocument/2006/relationships/slide" Target="slides/slide50.xml"/><Relationship Id="rId56" Type="http://schemas.openxmlformats.org/officeDocument/2006/relationships/slide" Target="slides/slide49.xml"/><Relationship Id="rId59" Type="http://schemas.openxmlformats.org/officeDocument/2006/relationships/slide" Target="slides/slide52.xml"/><Relationship Id="rId58" Type="http://schemas.openxmlformats.org/officeDocument/2006/relationships/slide" Target="slides/slide5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3.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8.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1200" u="sng"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2000" u="none" cap="none" strike="noStrike">
                <a:solidFill>
                  <a:srgbClr val="003399"/>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00000"/>
              </a:buClr>
              <a:buSzPts val="1400"/>
              <a:buFont typeface="Arial"/>
              <a:buNone/>
              <a:defRPr b="0" i="0" sz="2000" u="none" cap="none" strike="noStrike">
                <a:solidFill>
                  <a:srgbClr val="003399"/>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00000"/>
              </a:buClr>
              <a:buSzPts val="1400"/>
              <a:buFont typeface="Arial"/>
              <a:buNone/>
              <a:defRPr b="0" i="0" sz="2000" u="none" cap="none" strike="noStrike">
                <a:solidFill>
                  <a:srgbClr val="003399"/>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00000"/>
              </a:buClr>
              <a:buSzPts val="1400"/>
              <a:buFont typeface="Arial"/>
              <a:buNone/>
              <a:defRPr b="0" i="0" sz="2000" u="none" cap="none" strike="noStrike">
                <a:solidFill>
                  <a:srgbClr val="003399"/>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00000"/>
              </a:buClr>
              <a:buSzPts val="1400"/>
              <a:buFont typeface="Arial"/>
              <a:buNone/>
              <a:defRPr b="0" i="0" sz="2000" u="none" cap="none" strike="noStrike">
                <a:solidFill>
                  <a:srgbClr val="003399"/>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00000"/>
              </a:buClr>
              <a:buSzPts val="1400"/>
              <a:buFont typeface="Arial"/>
              <a:buNone/>
              <a:defRPr b="0" i="0" sz="2000" u="none" cap="none" strike="noStrike">
                <a:solidFill>
                  <a:srgbClr val="003399"/>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00000"/>
              </a:buClr>
              <a:buSzPts val="1400"/>
              <a:buFont typeface="Arial"/>
              <a:buNone/>
              <a:defRPr b="0" i="0" sz="2000" u="none" cap="none" strike="noStrike">
                <a:solidFill>
                  <a:srgbClr val="003399"/>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00000"/>
              </a:buClr>
              <a:buSzPts val="1400"/>
              <a:buFont typeface="Arial"/>
              <a:buNone/>
              <a:defRPr b="0" i="0" sz="2000" u="none" cap="none" strike="noStrike">
                <a:solidFill>
                  <a:srgbClr val="003399"/>
                </a:solidFill>
                <a:latin typeface="Times New Roman"/>
                <a:ea typeface="Times New Roman"/>
                <a:cs typeface="Times New Roman"/>
                <a:sym typeface="Times New Roman"/>
              </a:defRPr>
            </a:lvl9pPr>
          </a:lstStyle>
          <a:p/>
        </p:txBody>
      </p:sp>
      <p:sp>
        <p:nvSpPr>
          <p:cNvPr id="4" name="Google Shape;4;n"/>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1" i="0" sz="1200" u="sng"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2000" u="none" cap="none" strike="noStrike">
                <a:solidFill>
                  <a:srgbClr val="003399"/>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00000"/>
              </a:buClr>
              <a:buSzPts val="1400"/>
              <a:buFont typeface="Arial"/>
              <a:buNone/>
              <a:defRPr b="0" i="0" sz="2000" u="none" cap="none" strike="noStrike">
                <a:solidFill>
                  <a:srgbClr val="003399"/>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00000"/>
              </a:buClr>
              <a:buSzPts val="1400"/>
              <a:buFont typeface="Arial"/>
              <a:buNone/>
              <a:defRPr b="0" i="0" sz="2000" u="none" cap="none" strike="noStrike">
                <a:solidFill>
                  <a:srgbClr val="003399"/>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00000"/>
              </a:buClr>
              <a:buSzPts val="1400"/>
              <a:buFont typeface="Arial"/>
              <a:buNone/>
              <a:defRPr b="0" i="0" sz="2000" u="none" cap="none" strike="noStrike">
                <a:solidFill>
                  <a:srgbClr val="003399"/>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00000"/>
              </a:buClr>
              <a:buSzPts val="1400"/>
              <a:buFont typeface="Arial"/>
              <a:buNone/>
              <a:defRPr b="0" i="0" sz="2000" u="none" cap="none" strike="noStrike">
                <a:solidFill>
                  <a:srgbClr val="003399"/>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00000"/>
              </a:buClr>
              <a:buSzPts val="1400"/>
              <a:buFont typeface="Arial"/>
              <a:buNone/>
              <a:defRPr b="0" i="0" sz="2000" u="none" cap="none" strike="noStrike">
                <a:solidFill>
                  <a:srgbClr val="003399"/>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00000"/>
              </a:buClr>
              <a:buSzPts val="1400"/>
              <a:buFont typeface="Arial"/>
              <a:buNone/>
              <a:defRPr b="0" i="0" sz="2000" u="none" cap="none" strike="noStrike">
                <a:solidFill>
                  <a:srgbClr val="003399"/>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00000"/>
              </a:buClr>
              <a:buSzPts val="1400"/>
              <a:buFont typeface="Arial"/>
              <a:buNone/>
              <a:defRPr b="0" i="0" sz="2000" u="none" cap="none" strike="noStrike">
                <a:solidFill>
                  <a:srgbClr val="003399"/>
                </a:solidFill>
                <a:latin typeface="Times New Roman"/>
                <a:ea typeface="Times New Roman"/>
                <a:cs typeface="Times New Roman"/>
                <a:sym typeface="Times New Roman"/>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Times New Roman"/>
                <a:ea typeface="Times New Roman"/>
                <a:cs typeface="Times New Roman"/>
                <a:sym typeface="Times New Roman"/>
              </a:defRPr>
            </a:lvl1pPr>
            <a:lvl2pPr indent="-228600" lvl="1" marL="9144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Times New Roman"/>
                <a:ea typeface="Times New Roman"/>
                <a:cs typeface="Times New Roman"/>
                <a:sym typeface="Times New Roman"/>
              </a:defRPr>
            </a:lvl2pPr>
            <a:lvl3pPr indent="-228600" lvl="2" marL="13716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Times New Roman"/>
                <a:ea typeface="Times New Roman"/>
                <a:cs typeface="Times New Roman"/>
                <a:sym typeface="Times New Roman"/>
              </a:defRPr>
            </a:lvl3pPr>
            <a:lvl4pPr indent="-228600" lvl="3" marL="18288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Times New Roman"/>
                <a:ea typeface="Times New Roman"/>
                <a:cs typeface="Times New Roman"/>
                <a:sym typeface="Times New Roman"/>
              </a:defRPr>
            </a:lvl4pPr>
            <a:lvl5pPr indent="-228600" lvl="4" marL="22860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Times New Roman"/>
                <a:ea typeface="Times New Roman"/>
                <a:cs typeface="Times New Roman"/>
                <a:sym typeface="Times New Roman"/>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6800"/>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1200" u="sng"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2000" u="none" cap="none" strike="noStrike">
                <a:solidFill>
                  <a:srgbClr val="003399"/>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00000"/>
              </a:buClr>
              <a:buSzPts val="1400"/>
              <a:buFont typeface="Arial"/>
              <a:buNone/>
              <a:defRPr b="0" i="0" sz="2000" u="none" cap="none" strike="noStrike">
                <a:solidFill>
                  <a:srgbClr val="003399"/>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00000"/>
              </a:buClr>
              <a:buSzPts val="1400"/>
              <a:buFont typeface="Arial"/>
              <a:buNone/>
              <a:defRPr b="0" i="0" sz="2000" u="none" cap="none" strike="noStrike">
                <a:solidFill>
                  <a:srgbClr val="003399"/>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00000"/>
              </a:buClr>
              <a:buSzPts val="1400"/>
              <a:buFont typeface="Arial"/>
              <a:buNone/>
              <a:defRPr b="0" i="0" sz="2000" u="none" cap="none" strike="noStrike">
                <a:solidFill>
                  <a:srgbClr val="003399"/>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00000"/>
              </a:buClr>
              <a:buSzPts val="1400"/>
              <a:buFont typeface="Arial"/>
              <a:buNone/>
              <a:defRPr b="0" i="0" sz="2000" u="none" cap="none" strike="noStrike">
                <a:solidFill>
                  <a:srgbClr val="003399"/>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00000"/>
              </a:buClr>
              <a:buSzPts val="1400"/>
              <a:buFont typeface="Arial"/>
              <a:buNone/>
              <a:defRPr b="0" i="0" sz="2000" u="none" cap="none" strike="noStrike">
                <a:solidFill>
                  <a:srgbClr val="003399"/>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00000"/>
              </a:buClr>
              <a:buSzPts val="1400"/>
              <a:buFont typeface="Arial"/>
              <a:buNone/>
              <a:defRPr b="0" i="0" sz="2000" u="none" cap="none" strike="noStrike">
                <a:solidFill>
                  <a:srgbClr val="003399"/>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00000"/>
              </a:buClr>
              <a:buSzPts val="1400"/>
              <a:buFont typeface="Arial"/>
              <a:buNone/>
              <a:defRPr b="0" i="0" sz="2000" u="none" cap="none" strike="noStrike">
                <a:solidFill>
                  <a:srgbClr val="003399"/>
                </a:solidFill>
                <a:latin typeface="Times New Roman"/>
                <a:ea typeface="Times New Roman"/>
                <a:cs typeface="Times New Roman"/>
                <a:sym typeface="Times New Roman"/>
              </a:defRPr>
            </a:lvl9pPr>
          </a:lstStyle>
          <a:p/>
        </p:txBody>
      </p:sp>
      <p:sp>
        <p:nvSpPr>
          <p:cNvPr id="8" name="Google Shape;8;n"/>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sng" cap="none" strike="noStrike">
                <a:solidFill>
                  <a:schemeClr val="dk1"/>
                </a:solidFill>
                <a:latin typeface="Times New Roman"/>
                <a:ea typeface="Times New Roman"/>
                <a:cs typeface="Times New Roman"/>
                <a:sym typeface="Times New Roman"/>
              </a:rPr>
              <a:t>‹#›</a:t>
            </a:fld>
            <a:endParaRPr b="1" i="0" sz="1200" u="sng" cap="none" strike="noStrike">
              <a:solidFill>
                <a:schemeClr val="dk1"/>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02" name="Google Shape;202;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07" name="Google Shape;207;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13" name="Google Shape;213;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47" name="Google Shape;247;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53" name="Google Shape;253;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71" name="Google Shape;271;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34" name="Google Shape;334;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40" name="Google Shape;340;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78" name="Google Shape;378;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1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84" name="Google Shape;384;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1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89" name="Google Shape;389;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p1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462" name="Google Shape;462;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1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471" name="Google Shape;471;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p1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477" name="Google Shape;477;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p1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556" name="Google Shape;556;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p1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562" name="Google Shape;562;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p1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647" name="Google Shape;647;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 name="Shape 663"/>
        <p:cNvGrpSpPr/>
        <p:nvPr/>
      </p:nvGrpSpPr>
      <p:grpSpPr>
        <a:xfrm>
          <a:off x="0" y="0"/>
          <a:ext cx="0" cy="0"/>
          <a:chOff x="0" y="0"/>
          <a:chExt cx="0" cy="0"/>
        </a:xfrm>
      </p:grpSpPr>
      <p:sp>
        <p:nvSpPr>
          <p:cNvPr id="664" name="Google Shape;664;p1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665" name="Google Shape;665;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p1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671" name="Google Shape;671;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p2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677" name="Google Shape;677;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p2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683" name="Google Shape;683;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p2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691" name="Google Shape;691;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p2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697" name="Google Shape;697;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1" name="Shape 701"/>
        <p:cNvGrpSpPr/>
        <p:nvPr/>
      </p:nvGrpSpPr>
      <p:grpSpPr>
        <a:xfrm>
          <a:off x="0" y="0"/>
          <a:ext cx="0" cy="0"/>
          <a:chOff x="0" y="0"/>
          <a:chExt cx="0" cy="0"/>
        </a:xfrm>
      </p:grpSpPr>
      <p:sp>
        <p:nvSpPr>
          <p:cNvPr id="702" name="Google Shape;702;p2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703" name="Google Shape;703;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 name="Shape 707"/>
        <p:cNvGrpSpPr/>
        <p:nvPr/>
      </p:nvGrpSpPr>
      <p:grpSpPr>
        <a:xfrm>
          <a:off x="0" y="0"/>
          <a:ext cx="0" cy="0"/>
          <a:chOff x="0" y="0"/>
          <a:chExt cx="0" cy="0"/>
        </a:xfrm>
      </p:grpSpPr>
      <p:sp>
        <p:nvSpPr>
          <p:cNvPr id="708" name="Google Shape;708;p2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709" name="Google Shape;709;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p2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715" name="Google Shape;715;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p2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722" name="Google Shape;722;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 name="Shape 725"/>
        <p:cNvGrpSpPr/>
        <p:nvPr/>
      </p:nvGrpSpPr>
      <p:grpSpPr>
        <a:xfrm>
          <a:off x="0" y="0"/>
          <a:ext cx="0" cy="0"/>
          <a:chOff x="0" y="0"/>
          <a:chExt cx="0" cy="0"/>
        </a:xfrm>
      </p:grpSpPr>
      <p:sp>
        <p:nvSpPr>
          <p:cNvPr id="726" name="Google Shape;726;p2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727" name="Google Shape;727;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1" name="Shape 731"/>
        <p:cNvGrpSpPr/>
        <p:nvPr/>
      </p:nvGrpSpPr>
      <p:grpSpPr>
        <a:xfrm>
          <a:off x="0" y="0"/>
          <a:ext cx="0" cy="0"/>
          <a:chOff x="0" y="0"/>
          <a:chExt cx="0" cy="0"/>
        </a:xfrm>
      </p:grpSpPr>
      <p:sp>
        <p:nvSpPr>
          <p:cNvPr id="732" name="Google Shape;732;p2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733" name="Google Shape;733;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7" name="Shape 737"/>
        <p:cNvGrpSpPr/>
        <p:nvPr/>
      </p:nvGrpSpPr>
      <p:grpSpPr>
        <a:xfrm>
          <a:off x="0" y="0"/>
          <a:ext cx="0" cy="0"/>
          <a:chOff x="0" y="0"/>
          <a:chExt cx="0" cy="0"/>
        </a:xfrm>
      </p:grpSpPr>
      <p:sp>
        <p:nvSpPr>
          <p:cNvPr id="738" name="Google Shape;738;p3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739" name="Google Shape;739;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3" name="Shape 743"/>
        <p:cNvGrpSpPr/>
        <p:nvPr/>
      </p:nvGrpSpPr>
      <p:grpSpPr>
        <a:xfrm>
          <a:off x="0" y="0"/>
          <a:ext cx="0" cy="0"/>
          <a:chOff x="0" y="0"/>
          <a:chExt cx="0" cy="0"/>
        </a:xfrm>
      </p:grpSpPr>
      <p:sp>
        <p:nvSpPr>
          <p:cNvPr id="744" name="Google Shape;744;p3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745" name="Google Shape;745;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9" name="Shape 749"/>
        <p:cNvGrpSpPr/>
        <p:nvPr/>
      </p:nvGrpSpPr>
      <p:grpSpPr>
        <a:xfrm>
          <a:off x="0" y="0"/>
          <a:ext cx="0" cy="0"/>
          <a:chOff x="0" y="0"/>
          <a:chExt cx="0" cy="0"/>
        </a:xfrm>
      </p:grpSpPr>
      <p:sp>
        <p:nvSpPr>
          <p:cNvPr id="750" name="Google Shape;750;p3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751" name="Google Shape;751;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5" name="Shape 755"/>
        <p:cNvGrpSpPr/>
        <p:nvPr/>
      </p:nvGrpSpPr>
      <p:grpSpPr>
        <a:xfrm>
          <a:off x="0" y="0"/>
          <a:ext cx="0" cy="0"/>
          <a:chOff x="0" y="0"/>
          <a:chExt cx="0" cy="0"/>
        </a:xfrm>
      </p:grpSpPr>
      <p:sp>
        <p:nvSpPr>
          <p:cNvPr id="756" name="Google Shape;756;p3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757" name="Google Shape;757;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6" name="Shape 816"/>
        <p:cNvGrpSpPr/>
        <p:nvPr/>
      </p:nvGrpSpPr>
      <p:grpSpPr>
        <a:xfrm>
          <a:off x="0" y="0"/>
          <a:ext cx="0" cy="0"/>
          <a:chOff x="0" y="0"/>
          <a:chExt cx="0" cy="0"/>
        </a:xfrm>
      </p:grpSpPr>
      <p:sp>
        <p:nvSpPr>
          <p:cNvPr id="817" name="Google Shape;817;p3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818" name="Google Shape;818;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p3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825" name="Google Shape;825;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0" name="Shape 830"/>
        <p:cNvGrpSpPr/>
        <p:nvPr/>
      </p:nvGrpSpPr>
      <p:grpSpPr>
        <a:xfrm>
          <a:off x="0" y="0"/>
          <a:ext cx="0" cy="0"/>
          <a:chOff x="0" y="0"/>
          <a:chExt cx="0" cy="0"/>
        </a:xfrm>
      </p:grpSpPr>
      <p:sp>
        <p:nvSpPr>
          <p:cNvPr id="831" name="Google Shape;831;p3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832" name="Google Shape;832;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 name="Shape 837"/>
        <p:cNvGrpSpPr/>
        <p:nvPr/>
      </p:nvGrpSpPr>
      <p:grpSpPr>
        <a:xfrm>
          <a:off x="0" y="0"/>
          <a:ext cx="0" cy="0"/>
          <a:chOff x="0" y="0"/>
          <a:chExt cx="0" cy="0"/>
        </a:xfrm>
      </p:grpSpPr>
      <p:sp>
        <p:nvSpPr>
          <p:cNvPr id="838" name="Google Shape;838;p3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839" name="Google Shape;839;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4" name="Shape 844"/>
        <p:cNvGrpSpPr/>
        <p:nvPr/>
      </p:nvGrpSpPr>
      <p:grpSpPr>
        <a:xfrm>
          <a:off x="0" y="0"/>
          <a:ext cx="0" cy="0"/>
          <a:chOff x="0" y="0"/>
          <a:chExt cx="0" cy="0"/>
        </a:xfrm>
      </p:grpSpPr>
      <p:sp>
        <p:nvSpPr>
          <p:cNvPr id="845" name="Google Shape;845;p3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846" name="Google Shape;846;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0" name="Shape 850"/>
        <p:cNvGrpSpPr/>
        <p:nvPr/>
      </p:nvGrpSpPr>
      <p:grpSpPr>
        <a:xfrm>
          <a:off x="0" y="0"/>
          <a:ext cx="0" cy="0"/>
          <a:chOff x="0" y="0"/>
          <a:chExt cx="0" cy="0"/>
        </a:xfrm>
      </p:grpSpPr>
      <p:sp>
        <p:nvSpPr>
          <p:cNvPr id="851" name="Google Shape;851;p3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852" name="Google Shape;852;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6" name="Shape 856"/>
        <p:cNvGrpSpPr/>
        <p:nvPr/>
      </p:nvGrpSpPr>
      <p:grpSpPr>
        <a:xfrm>
          <a:off x="0" y="0"/>
          <a:ext cx="0" cy="0"/>
          <a:chOff x="0" y="0"/>
          <a:chExt cx="0" cy="0"/>
        </a:xfrm>
      </p:grpSpPr>
      <p:sp>
        <p:nvSpPr>
          <p:cNvPr id="857" name="Google Shape;857;p4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858" name="Google Shape;858;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2" name="Shape 862"/>
        <p:cNvGrpSpPr/>
        <p:nvPr/>
      </p:nvGrpSpPr>
      <p:grpSpPr>
        <a:xfrm>
          <a:off x="0" y="0"/>
          <a:ext cx="0" cy="0"/>
          <a:chOff x="0" y="0"/>
          <a:chExt cx="0" cy="0"/>
        </a:xfrm>
      </p:grpSpPr>
      <p:sp>
        <p:nvSpPr>
          <p:cNvPr id="863" name="Google Shape;863;p4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864" name="Google Shape;864;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0" name="Shape 870"/>
        <p:cNvGrpSpPr/>
        <p:nvPr/>
      </p:nvGrpSpPr>
      <p:grpSpPr>
        <a:xfrm>
          <a:off x="0" y="0"/>
          <a:ext cx="0" cy="0"/>
          <a:chOff x="0" y="0"/>
          <a:chExt cx="0" cy="0"/>
        </a:xfrm>
      </p:grpSpPr>
      <p:sp>
        <p:nvSpPr>
          <p:cNvPr id="871" name="Google Shape;871;p4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872" name="Google Shape;872;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7" name="Shape 877"/>
        <p:cNvGrpSpPr/>
        <p:nvPr/>
      </p:nvGrpSpPr>
      <p:grpSpPr>
        <a:xfrm>
          <a:off x="0" y="0"/>
          <a:ext cx="0" cy="0"/>
          <a:chOff x="0" y="0"/>
          <a:chExt cx="0" cy="0"/>
        </a:xfrm>
      </p:grpSpPr>
      <p:sp>
        <p:nvSpPr>
          <p:cNvPr id="878" name="Google Shape;878;p4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879" name="Google Shape;879;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p4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885" name="Google Shape;885;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5" name="Shape 915"/>
        <p:cNvGrpSpPr/>
        <p:nvPr/>
      </p:nvGrpSpPr>
      <p:grpSpPr>
        <a:xfrm>
          <a:off x="0" y="0"/>
          <a:ext cx="0" cy="0"/>
          <a:chOff x="0" y="0"/>
          <a:chExt cx="0" cy="0"/>
        </a:xfrm>
      </p:grpSpPr>
      <p:sp>
        <p:nvSpPr>
          <p:cNvPr id="916" name="Google Shape;916;p4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917" name="Google Shape;917;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7" name="Shape 927"/>
        <p:cNvGrpSpPr/>
        <p:nvPr/>
      </p:nvGrpSpPr>
      <p:grpSpPr>
        <a:xfrm>
          <a:off x="0" y="0"/>
          <a:ext cx="0" cy="0"/>
          <a:chOff x="0" y="0"/>
          <a:chExt cx="0" cy="0"/>
        </a:xfrm>
      </p:grpSpPr>
      <p:sp>
        <p:nvSpPr>
          <p:cNvPr id="928" name="Google Shape;928;p4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929" name="Google Shape;929;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p4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935" name="Google Shape;935;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9" name="Shape 939"/>
        <p:cNvGrpSpPr/>
        <p:nvPr/>
      </p:nvGrpSpPr>
      <p:grpSpPr>
        <a:xfrm>
          <a:off x="0" y="0"/>
          <a:ext cx="0" cy="0"/>
          <a:chOff x="0" y="0"/>
          <a:chExt cx="0" cy="0"/>
        </a:xfrm>
      </p:grpSpPr>
      <p:sp>
        <p:nvSpPr>
          <p:cNvPr id="940" name="Google Shape;940;p4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941" name="Google Shape;941;p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4" name="Shape 944"/>
        <p:cNvGrpSpPr/>
        <p:nvPr/>
      </p:nvGrpSpPr>
      <p:grpSpPr>
        <a:xfrm>
          <a:off x="0" y="0"/>
          <a:ext cx="0" cy="0"/>
          <a:chOff x="0" y="0"/>
          <a:chExt cx="0" cy="0"/>
        </a:xfrm>
      </p:grpSpPr>
      <p:sp>
        <p:nvSpPr>
          <p:cNvPr id="945" name="Google Shape;945;p4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946" name="Google Shape;946;p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0" name="Shape 950"/>
        <p:cNvGrpSpPr/>
        <p:nvPr/>
      </p:nvGrpSpPr>
      <p:grpSpPr>
        <a:xfrm>
          <a:off x="0" y="0"/>
          <a:ext cx="0" cy="0"/>
          <a:chOff x="0" y="0"/>
          <a:chExt cx="0" cy="0"/>
        </a:xfrm>
      </p:grpSpPr>
      <p:sp>
        <p:nvSpPr>
          <p:cNvPr id="951" name="Google Shape;951;p5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952" name="Google Shape;952;p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6" name="Shape 956"/>
        <p:cNvGrpSpPr/>
        <p:nvPr/>
      </p:nvGrpSpPr>
      <p:grpSpPr>
        <a:xfrm>
          <a:off x="0" y="0"/>
          <a:ext cx="0" cy="0"/>
          <a:chOff x="0" y="0"/>
          <a:chExt cx="0" cy="0"/>
        </a:xfrm>
      </p:grpSpPr>
      <p:sp>
        <p:nvSpPr>
          <p:cNvPr id="957" name="Google Shape;957;p5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958" name="Google Shape;958;p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1" name="Shape 1021"/>
        <p:cNvGrpSpPr/>
        <p:nvPr/>
      </p:nvGrpSpPr>
      <p:grpSpPr>
        <a:xfrm>
          <a:off x="0" y="0"/>
          <a:ext cx="0" cy="0"/>
          <a:chOff x="0" y="0"/>
          <a:chExt cx="0" cy="0"/>
        </a:xfrm>
      </p:grpSpPr>
      <p:sp>
        <p:nvSpPr>
          <p:cNvPr id="1022" name="Google Shape;1022;p5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023" name="Google Shape;1023;p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8" name="Shape 1048"/>
        <p:cNvGrpSpPr/>
        <p:nvPr/>
      </p:nvGrpSpPr>
      <p:grpSpPr>
        <a:xfrm>
          <a:off x="0" y="0"/>
          <a:ext cx="0" cy="0"/>
          <a:chOff x="0" y="0"/>
          <a:chExt cx="0" cy="0"/>
        </a:xfrm>
      </p:grpSpPr>
      <p:sp>
        <p:nvSpPr>
          <p:cNvPr id="1049" name="Google Shape;1049;p5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050" name="Google Shape;1050;p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3" name="Shape 1193"/>
        <p:cNvGrpSpPr/>
        <p:nvPr/>
      </p:nvGrpSpPr>
      <p:grpSpPr>
        <a:xfrm>
          <a:off x="0" y="0"/>
          <a:ext cx="0" cy="0"/>
          <a:chOff x="0" y="0"/>
          <a:chExt cx="0" cy="0"/>
        </a:xfrm>
      </p:grpSpPr>
      <p:sp>
        <p:nvSpPr>
          <p:cNvPr id="1194" name="Google Shape;1194;p5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195" name="Google Shape;1195;p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6" name="Shape 1216"/>
        <p:cNvGrpSpPr/>
        <p:nvPr/>
      </p:nvGrpSpPr>
      <p:grpSpPr>
        <a:xfrm>
          <a:off x="0" y="0"/>
          <a:ext cx="0" cy="0"/>
          <a:chOff x="0" y="0"/>
          <a:chExt cx="0" cy="0"/>
        </a:xfrm>
      </p:grpSpPr>
      <p:sp>
        <p:nvSpPr>
          <p:cNvPr id="1217" name="Google Shape;1217;p5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218" name="Google Shape;1218;p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3" name="Shape 1223"/>
        <p:cNvGrpSpPr/>
        <p:nvPr/>
      </p:nvGrpSpPr>
      <p:grpSpPr>
        <a:xfrm>
          <a:off x="0" y="0"/>
          <a:ext cx="0" cy="0"/>
          <a:chOff x="0" y="0"/>
          <a:chExt cx="0" cy="0"/>
        </a:xfrm>
      </p:grpSpPr>
      <p:sp>
        <p:nvSpPr>
          <p:cNvPr id="1224" name="Google Shape;1224;p5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225" name="Google Shape;1225;p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9" name="Shape 1229"/>
        <p:cNvGrpSpPr/>
        <p:nvPr/>
      </p:nvGrpSpPr>
      <p:grpSpPr>
        <a:xfrm>
          <a:off x="0" y="0"/>
          <a:ext cx="0" cy="0"/>
          <a:chOff x="0" y="0"/>
          <a:chExt cx="0" cy="0"/>
        </a:xfrm>
      </p:grpSpPr>
      <p:sp>
        <p:nvSpPr>
          <p:cNvPr id="1230" name="Google Shape;1230;p5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231" name="Google Shape;1231;p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0" name="Shape 1300"/>
        <p:cNvGrpSpPr/>
        <p:nvPr/>
      </p:nvGrpSpPr>
      <p:grpSpPr>
        <a:xfrm>
          <a:off x="0" y="0"/>
          <a:ext cx="0" cy="0"/>
          <a:chOff x="0" y="0"/>
          <a:chExt cx="0" cy="0"/>
        </a:xfrm>
      </p:grpSpPr>
      <p:sp>
        <p:nvSpPr>
          <p:cNvPr id="1301" name="Google Shape;1301;p5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302" name="Google Shape;1302;p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1" name="Shape 1311"/>
        <p:cNvGrpSpPr/>
        <p:nvPr/>
      </p:nvGrpSpPr>
      <p:grpSpPr>
        <a:xfrm>
          <a:off x="0" y="0"/>
          <a:ext cx="0" cy="0"/>
          <a:chOff x="0" y="0"/>
          <a:chExt cx="0" cy="0"/>
        </a:xfrm>
      </p:grpSpPr>
      <p:sp>
        <p:nvSpPr>
          <p:cNvPr id="1312" name="Google Shape;1312;p5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313" name="Google Shape;1313;p5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1" name="Shape 1321"/>
        <p:cNvGrpSpPr/>
        <p:nvPr/>
      </p:nvGrpSpPr>
      <p:grpSpPr>
        <a:xfrm>
          <a:off x="0" y="0"/>
          <a:ext cx="0" cy="0"/>
          <a:chOff x="0" y="0"/>
          <a:chExt cx="0" cy="0"/>
        </a:xfrm>
      </p:grpSpPr>
      <p:sp>
        <p:nvSpPr>
          <p:cNvPr id="1322" name="Google Shape;1322;p6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323" name="Google Shape;1323;p6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8" name="Shape 1328"/>
        <p:cNvGrpSpPr/>
        <p:nvPr/>
      </p:nvGrpSpPr>
      <p:grpSpPr>
        <a:xfrm>
          <a:off x="0" y="0"/>
          <a:ext cx="0" cy="0"/>
          <a:chOff x="0" y="0"/>
          <a:chExt cx="0" cy="0"/>
        </a:xfrm>
      </p:grpSpPr>
      <p:sp>
        <p:nvSpPr>
          <p:cNvPr id="1329" name="Google Shape;1329;p6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330" name="Google Shape;1330;p6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4" name="Shape 1334"/>
        <p:cNvGrpSpPr/>
        <p:nvPr/>
      </p:nvGrpSpPr>
      <p:grpSpPr>
        <a:xfrm>
          <a:off x="0" y="0"/>
          <a:ext cx="0" cy="0"/>
          <a:chOff x="0" y="0"/>
          <a:chExt cx="0" cy="0"/>
        </a:xfrm>
      </p:grpSpPr>
      <p:sp>
        <p:nvSpPr>
          <p:cNvPr id="1335" name="Google Shape;1335;p62: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Times New Roman"/>
                <a:ea typeface="Times New Roman"/>
                <a:cs typeface="Times New Roman"/>
                <a:sym typeface="Times New Roman"/>
              </a:rPr>
              <a:t>An Introduction to Huffman Coding</a:t>
            </a:r>
            <a:endParaRPr/>
          </a:p>
        </p:txBody>
      </p:sp>
      <p:sp>
        <p:nvSpPr>
          <p:cNvPr id="1336" name="Google Shape;1336;p62:notes"/>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a:latin typeface="Times New Roman"/>
                <a:ea typeface="Times New Roman"/>
                <a:cs typeface="Times New Roman"/>
                <a:sym typeface="Times New Roman"/>
              </a:rPr>
              <a:t>March 21, 2000</a:t>
            </a:r>
            <a:endParaRPr/>
          </a:p>
        </p:txBody>
      </p:sp>
      <p:sp>
        <p:nvSpPr>
          <p:cNvPr id="1337" name="Google Shape;1337;p62:notes"/>
          <p:cNvSpPr txBox="1"/>
          <p:nvPr>
            <p:ph idx="11" type="ftr"/>
          </p:nvPr>
        </p:nvSpPr>
        <p:spPr>
          <a:xfrm>
            <a:off x="0" y="8686800"/>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Times New Roman"/>
                <a:ea typeface="Times New Roman"/>
                <a:cs typeface="Times New Roman"/>
                <a:sym typeface="Times New Roman"/>
              </a:rPr>
              <a:t>Mike Scott</a:t>
            </a:r>
            <a:endParaRPr/>
          </a:p>
        </p:txBody>
      </p:sp>
      <p:sp>
        <p:nvSpPr>
          <p:cNvPr id="1338" name="Google Shape;1338;p62: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1339" name="Google Shape;1339;p62:notes"/>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40" name="Google Shape;1340;p6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4" name="Shape 1344"/>
        <p:cNvGrpSpPr/>
        <p:nvPr/>
      </p:nvGrpSpPr>
      <p:grpSpPr>
        <a:xfrm>
          <a:off x="0" y="0"/>
          <a:ext cx="0" cy="0"/>
          <a:chOff x="0" y="0"/>
          <a:chExt cx="0" cy="0"/>
        </a:xfrm>
      </p:grpSpPr>
      <p:sp>
        <p:nvSpPr>
          <p:cNvPr id="1345" name="Google Shape;1345;p63: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Times New Roman"/>
                <a:ea typeface="Times New Roman"/>
                <a:cs typeface="Times New Roman"/>
                <a:sym typeface="Times New Roman"/>
              </a:rPr>
              <a:t>An Introduction to Huffman Coding</a:t>
            </a:r>
            <a:endParaRPr/>
          </a:p>
        </p:txBody>
      </p:sp>
      <p:sp>
        <p:nvSpPr>
          <p:cNvPr id="1346" name="Google Shape;1346;p63:notes"/>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a:latin typeface="Times New Roman"/>
                <a:ea typeface="Times New Roman"/>
                <a:cs typeface="Times New Roman"/>
                <a:sym typeface="Times New Roman"/>
              </a:rPr>
              <a:t>March 21, 2000</a:t>
            </a:r>
            <a:endParaRPr/>
          </a:p>
        </p:txBody>
      </p:sp>
      <p:sp>
        <p:nvSpPr>
          <p:cNvPr id="1347" name="Google Shape;1347;p63:notes"/>
          <p:cNvSpPr txBox="1"/>
          <p:nvPr>
            <p:ph idx="11" type="ftr"/>
          </p:nvPr>
        </p:nvSpPr>
        <p:spPr>
          <a:xfrm>
            <a:off x="0" y="8686800"/>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Times New Roman"/>
                <a:ea typeface="Times New Roman"/>
                <a:cs typeface="Times New Roman"/>
                <a:sym typeface="Times New Roman"/>
              </a:rPr>
              <a:t>Mike Scott</a:t>
            </a:r>
            <a:endParaRPr/>
          </a:p>
        </p:txBody>
      </p:sp>
      <p:sp>
        <p:nvSpPr>
          <p:cNvPr id="1348" name="Google Shape;1348;p63: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1349" name="Google Shape;1349;p63:notes"/>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50" name="Google Shape;1350;p6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4" name="Shape 1354"/>
        <p:cNvGrpSpPr/>
        <p:nvPr/>
      </p:nvGrpSpPr>
      <p:grpSpPr>
        <a:xfrm>
          <a:off x="0" y="0"/>
          <a:ext cx="0" cy="0"/>
          <a:chOff x="0" y="0"/>
          <a:chExt cx="0" cy="0"/>
        </a:xfrm>
      </p:grpSpPr>
      <p:sp>
        <p:nvSpPr>
          <p:cNvPr id="1355" name="Google Shape;1355;p64: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Times New Roman"/>
                <a:ea typeface="Times New Roman"/>
                <a:cs typeface="Times New Roman"/>
                <a:sym typeface="Times New Roman"/>
              </a:rPr>
              <a:t>An Introduction to Huffman Coding</a:t>
            </a:r>
            <a:endParaRPr/>
          </a:p>
        </p:txBody>
      </p:sp>
      <p:sp>
        <p:nvSpPr>
          <p:cNvPr id="1356" name="Google Shape;1356;p64:notes"/>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a:latin typeface="Times New Roman"/>
                <a:ea typeface="Times New Roman"/>
                <a:cs typeface="Times New Roman"/>
                <a:sym typeface="Times New Roman"/>
              </a:rPr>
              <a:t>March 21, 2000</a:t>
            </a:r>
            <a:endParaRPr/>
          </a:p>
        </p:txBody>
      </p:sp>
      <p:sp>
        <p:nvSpPr>
          <p:cNvPr id="1357" name="Google Shape;1357;p64:notes"/>
          <p:cNvSpPr txBox="1"/>
          <p:nvPr>
            <p:ph idx="11" type="ftr"/>
          </p:nvPr>
        </p:nvSpPr>
        <p:spPr>
          <a:xfrm>
            <a:off x="0" y="8686800"/>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Times New Roman"/>
                <a:ea typeface="Times New Roman"/>
                <a:cs typeface="Times New Roman"/>
                <a:sym typeface="Times New Roman"/>
              </a:rPr>
              <a:t>Mike Scott</a:t>
            </a:r>
            <a:endParaRPr/>
          </a:p>
        </p:txBody>
      </p:sp>
      <p:sp>
        <p:nvSpPr>
          <p:cNvPr id="1358" name="Google Shape;1358;p64: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1359" name="Google Shape;1359;p64:notes"/>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60" name="Google Shape;1360;p6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4" name="Shape 1364"/>
        <p:cNvGrpSpPr/>
        <p:nvPr/>
      </p:nvGrpSpPr>
      <p:grpSpPr>
        <a:xfrm>
          <a:off x="0" y="0"/>
          <a:ext cx="0" cy="0"/>
          <a:chOff x="0" y="0"/>
          <a:chExt cx="0" cy="0"/>
        </a:xfrm>
      </p:grpSpPr>
      <p:sp>
        <p:nvSpPr>
          <p:cNvPr id="1365" name="Google Shape;1365;p65: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Times New Roman"/>
                <a:ea typeface="Times New Roman"/>
                <a:cs typeface="Times New Roman"/>
                <a:sym typeface="Times New Roman"/>
              </a:rPr>
              <a:t>An Introduction to Huffman Coding</a:t>
            </a:r>
            <a:endParaRPr/>
          </a:p>
        </p:txBody>
      </p:sp>
      <p:sp>
        <p:nvSpPr>
          <p:cNvPr id="1366" name="Google Shape;1366;p65:notes"/>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a:latin typeface="Times New Roman"/>
                <a:ea typeface="Times New Roman"/>
                <a:cs typeface="Times New Roman"/>
                <a:sym typeface="Times New Roman"/>
              </a:rPr>
              <a:t>March 21, 2000</a:t>
            </a:r>
            <a:endParaRPr/>
          </a:p>
        </p:txBody>
      </p:sp>
      <p:sp>
        <p:nvSpPr>
          <p:cNvPr id="1367" name="Google Shape;1367;p65:notes"/>
          <p:cNvSpPr txBox="1"/>
          <p:nvPr>
            <p:ph idx="11" type="ftr"/>
          </p:nvPr>
        </p:nvSpPr>
        <p:spPr>
          <a:xfrm>
            <a:off x="0" y="8686800"/>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Times New Roman"/>
                <a:ea typeface="Times New Roman"/>
                <a:cs typeface="Times New Roman"/>
                <a:sym typeface="Times New Roman"/>
              </a:rPr>
              <a:t>Mike Scott</a:t>
            </a:r>
            <a:endParaRPr/>
          </a:p>
        </p:txBody>
      </p:sp>
      <p:sp>
        <p:nvSpPr>
          <p:cNvPr id="1368" name="Google Shape;1368;p65: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1369" name="Google Shape;1369;p65:notes"/>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70" name="Google Shape;1370;p6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4" name="Shape 1374"/>
        <p:cNvGrpSpPr/>
        <p:nvPr/>
      </p:nvGrpSpPr>
      <p:grpSpPr>
        <a:xfrm>
          <a:off x="0" y="0"/>
          <a:ext cx="0" cy="0"/>
          <a:chOff x="0" y="0"/>
          <a:chExt cx="0" cy="0"/>
        </a:xfrm>
      </p:grpSpPr>
      <p:sp>
        <p:nvSpPr>
          <p:cNvPr id="1375" name="Google Shape;1375;p66: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Times New Roman"/>
                <a:ea typeface="Times New Roman"/>
                <a:cs typeface="Times New Roman"/>
                <a:sym typeface="Times New Roman"/>
              </a:rPr>
              <a:t>An Introduction to Huffman Coding</a:t>
            </a:r>
            <a:endParaRPr/>
          </a:p>
        </p:txBody>
      </p:sp>
      <p:sp>
        <p:nvSpPr>
          <p:cNvPr id="1376" name="Google Shape;1376;p66:notes"/>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a:latin typeface="Times New Roman"/>
                <a:ea typeface="Times New Roman"/>
                <a:cs typeface="Times New Roman"/>
                <a:sym typeface="Times New Roman"/>
              </a:rPr>
              <a:t>March 21, 2000</a:t>
            </a:r>
            <a:endParaRPr/>
          </a:p>
        </p:txBody>
      </p:sp>
      <p:sp>
        <p:nvSpPr>
          <p:cNvPr id="1377" name="Google Shape;1377;p66:notes"/>
          <p:cNvSpPr txBox="1"/>
          <p:nvPr>
            <p:ph idx="11" type="ftr"/>
          </p:nvPr>
        </p:nvSpPr>
        <p:spPr>
          <a:xfrm>
            <a:off x="0" y="8686800"/>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Times New Roman"/>
                <a:ea typeface="Times New Roman"/>
                <a:cs typeface="Times New Roman"/>
                <a:sym typeface="Times New Roman"/>
              </a:rPr>
              <a:t>Mike Scott</a:t>
            </a:r>
            <a:endParaRPr/>
          </a:p>
        </p:txBody>
      </p:sp>
      <p:sp>
        <p:nvSpPr>
          <p:cNvPr id="1378" name="Google Shape;1378;p66: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1379" name="Google Shape;1379;p66:notes"/>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80" name="Google Shape;1380;p6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4" name="Shape 1384"/>
        <p:cNvGrpSpPr/>
        <p:nvPr/>
      </p:nvGrpSpPr>
      <p:grpSpPr>
        <a:xfrm>
          <a:off x="0" y="0"/>
          <a:ext cx="0" cy="0"/>
          <a:chOff x="0" y="0"/>
          <a:chExt cx="0" cy="0"/>
        </a:xfrm>
      </p:grpSpPr>
      <p:sp>
        <p:nvSpPr>
          <p:cNvPr id="1385" name="Google Shape;1385;p67: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Times New Roman"/>
                <a:ea typeface="Times New Roman"/>
                <a:cs typeface="Times New Roman"/>
                <a:sym typeface="Times New Roman"/>
              </a:rPr>
              <a:t>An Introduction to Huffman Coding</a:t>
            </a:r>
            <a:endParaRPr/>
          </a:p>
        </p:txBody>
      </p:sp>
      <p:sp>
        <p:nvSpPr>
          <p:cNvPr id="1386" name="Google Shape;1386;p67:notes"/>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a:latin typeface="Times New Roman"/>
                <a:ea typeface="Times New Roman"/>
                <a:cs typeface="Times New Roman"/>
                <a:sym typeface="Times New Roman"/>
              </a:rPr>
              <a:t>March 21, 2000</a:t>
            </a:r>
            <a:endParaRPr/>
          </a:p>
        </p:txBody>
      </p:sp>
      <p:sp>
        <p:nvSpPr>
          <p:cNvPr id="1387" name="Google Shape;1387;p67:notes"/>
          <p:cNvSpPr txBox="1"/>
          <p:nvPr>
            <p:ph idx="11" type="ftr"/>
          </p:nvPr>
        </p:nvSpPr>
        <p:spPr>
          <a:xfrm>
            <a:off x="0" y="8686800"/>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Times New Roman"/>
                <a:ea typeface="Times New Roman"/>
                <a:cs typeface="Times New Roman"/>
                <a:sym typeface="Times New Roman"/>
              </a:rPr>
              <a:t>Mike Scott</a:t>
            </a:r>
            <a:endParaRPr/>
          </a:p>
        </p:txBody>
      </p:sp>
      <p:sp>
        <p:nvSpPr>
          <p:cNvPr id="1388" name="Google Shape;1388;p67: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1389" name="Google Shape;1389;p67:notes"/>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90" name="Google Shape;1390;p6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6" name="Shape 1396"/>
        <p:cNvGrpSpPr/>
        <p:nvPr/>
      </p:nvGrpSpPr>
      <p:grpSpPr>
        <a:xfrm>
          <a:off x="0" y="0"/>
          <a:ext cx="0" cy="0"/>
          <a:chOff x="0" y="0"/>
          <a:chExt cx="0" cy="0"/>
        </a:xfrm>
      </p:grpSpPr>
      <p:sp>
        <p:nvSpPr>
          <p:cNvPr id="1397" name="Google Shape;1397;p68: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Times New Roman"/>
                <a:ea typeface="Times New Roman"/>
                <a:cs typeface="Times New Roman"/>
                <a:sym typeface="Times New Roman"/>
              </a:rPr>
              <a:t>An Introduction to Huffman Coding</a:t>
            </a:r>
            <a:endParaRPr/>
          </a:p>
        </p:txBody>
      </p:sp>
      <p:sp>
        <p:nvSpPr>
          <p:cNvPr id="1398" name="Google Shape;1398;p68:notes"/>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a:latin typeface="Times New Roman"/>
                <a:ea typeface="Times New Roman"/>
                <a:cs typeface="Times New Roman"/>
                <a:sym typeface="Times New Roman"/>
              </a:rPr>
              <a:t>March 21, 2000</a:t>
            </a:r>
            <a:endParaRPr/>
          </a:p>
        </p:txBody>
      </p:sp>
      <p:sp>
        <p:nvSpPr>
          <p:cNvPr id="1399" name="Google Shape;1399;p68:notes"/>
          <p:cNvSpPr txBox="1"/>
          <p:nvPr>
            <p:ph idx="11" type="ftr"/>
          </p:nvPr>
        </p:nvSpPr>
        <p:spPr>
          <a:xfrm>
            <a:off x="0" y="8686800"/>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Times New Roman"/>
                <a:ea typeface="Times New Roman"/>
                <a:cs typeface="Times New Roman"/>
                <a:sym typeface="Times New Roman"/>
              </a:rPr>
              <a:t>Mike Scott</a:t>
            </a:r>
            <a:endParaRPr/>
          </a:p>
        </p:txBody>
      </p:sp>
      <p:sp>
        <p:nvSpPr>
          <p:cNvPr id="1400" name="Google Shape;1400;p68: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1401" name="Google Shape;1401;p68:notes"/>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02" name="Google Shape;1402;p6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6" name="Shape 1406"/>
        <p:cNvGrpSpPr/>
        <p:nvPr/>
      </p:nvGrpSpPr>
      <p:grpSpPr>
        <a:xfrm>
          <a:off x="0" y="0"/>
          <a:ext cx="0" cy="0"/>
          <a:chOff x="0" y="0"/>
          <a:chExt cx="0" cy="0"/>
        </a:xfrm>
      </p:grpSpPr>
      <p:sp>
        <p:nvSpPr>
          <p:cNvPr id="1407" name="Google Shape;1407;p69: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Times New Roman"/>
                <a:ea typeface="Times New Roman"/>
                <a:cs typeface="Times New Roman"/>
                <a:sym typeface="Times New Roman"/>
              </a:rPr>
              <a:t>An Introduction to Huffman Coding</a:t>
            </a:r>
            <a:endParaRPr/>
          </a:p>
        </p:txBody>
      </p:sp>
      <p:sp>
        <p:nvSpPr>
          <p:cNvPr id="1408" name="Google Shape;1408;p69:notes"/>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a:latin typeface="Times New Roman"/>
                <a:ea typeface="Times New Roman"/>
                <a:cs typeface="Times New Roman"/>
                <a:sym typeface="Times New Roman"/>
              </a:rPr>
              <a:t>March 21, 2000</a:t>
            </a:r>
            <a:endParaRPr/>
          </a:p>
        </p:txBody>
      </p:sp>
      <p:sp>
        <p:nvSpPr>
          <p:cNvPr id="1409" name="Google Shape;1409;p69:notes"/>
          <p:cNvSpPr txBox="1"/>
          <p:nvPr>
            <p:ph idx="11" type="ftr"/>
          </p:nvPr>
        </p:nvSpPr>
        <p:spPr>
          <a:xfrm>
            <a:off x="0" y="8686800"/>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Times New Roman"/>
                <a:ea typeface="Times New Roman"/>
                <a:cs typeface="Times New Roman"/>
                <a:sym typeface="Times New Roman"/>
              </a:rPr>
              <a:t>Mike Scott</a:t>
            </a:r>
            <a:endParaRPr/>
          </a:p>
        </p:txBody>
      </p:sp>
      <p:sp>
        <p:nvSpPr>
          <p:cNvPr id="1410" name="Google Shape;1410;p69: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1411" name="Google Shape;1411;p69:notes"/>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12" name="Google Shape;1412;p6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6" name="Shape 1416"/>
        <p:cNvGrpSpPr/>
        <p:nvPr/>
      </p:nvGrpSpPr>
      <p:grpSpPr>
        <a:xfrm>
          <a:off x="0" y="0"/>
          <a:ext cx="0" cy="0"/>
          <a:chOff x="0" y="0"/>
          <a:chExt cx="0" cy="0"/>
        </a:xfrm>
      </p:grpSpPr>
      <p:sp>
        <p:nvSpPr>
          <p:cNvPr id="1417" name="Google Shape;1417;p70: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Times New Roman"/>
                <a:ea typeface="Times New Roman"/>
                <a:cs typeface="Times New Roman"/>
                <a:sym typeface="Times New Roman"/>
              </a:rPr>
              <a:t>An Introduction to Huffman Coding</a:t>
            </a:r>
            <a:endParaRPr/>
          </a:p>
        </p:txBody>
      </p:sp>
      <p:sp>
        <p:nvSpPr>
          <p:cNvPr id="1418" name="Google Shape;1418;p70:notes"/>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a:latin typeface="Times New Roman"/>
                <a:ea typeface="Times New Roman"/>
                <a:cs typeface="Times New Roman"/>
                <a:sym typeface="Times New Roman"/>
              </a:rPr>
              <a:t>March 21, 2000</a:t>
            </a:r>
            <a:endParaRPr/>
          </a:p>
        </p:txBody>
      </p:sp>
      <p:sp>
        <p:nvSpPr>
          <p:cNvPr id="1419" name="Google Shape;1419;p70:notes"/>
          <p:cNvSpPr txBox="1"/>
          <p:nvPr>
            <p:ph idx="11" type="ftr"/>
          </p:nvPr>
        </p:nvSpPr>
        <p:spPr>
          <a:xfrm>
            <a:off x="0" y="8686800"/>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Times New Roman"/>
                <a:ea typeface="Times New Roman"/>
                <a:cs typeface="Times New Roman"/>
                <a:sym typeface="Times New Roman"/>
              </a:rPr>
              <a:t>Mike Scott</a:t>
            </a:r>
            <a:endParaRPr/>
          </a:p>
        </p:txBody>
      </p:sp>
      <p:sp>
        <p:nvSpPr>
          <p:cNvPr id="1420" name="Google Shape;1420;p70: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1421" name="Google Shape;1421;p70:notes"/>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22" name="Google Shape;1422;p7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6" name="Shape 1426"/>
        <p:cNvGrpSpPr/>
        <p:nvPr/>
      </p:nvGrpSpPr>
      <p:grpSpPr>
        <a:xfrm>
          <a:off x="0" y="0"/>
          <a:ext cx="0" cy="0"/>
          <a:chOff x="0" y="0"/>
          <a:chExt cx="0" cy="0"/>
        </a:xfrm>
      </p:grpSpPr>
      <p:sp>
        <p:nvSpPr>
          <p:cNvPr id="1427" name="Google Shape;1427;p71: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Times New Roman"/>
                <a:ea typeface="Times New Roman"/>
                <a:cs typeface="Times New Roman"/>
                <a:sym typeface="Times New Roman"/>
              </a:rPr>
              <a:t>An Introduction to Huffman Coding</a:t>
            </a:r>
            <a:endParaRPr/>
          </a:p>
        </p:txBody>
      </p:sp>
      <p:sp>
        <p:nvSpPr>
          <p:cNvPr id="1428" name="Google Shape;1428;p71:notes"/>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a:latin typeface="Times New Roman"/>
                <a:ea typeface="Times New Roman"/>
                <a:cs typeface="Times New Roman"/>
                <a:sym typeface="Times New Roman"/>
              </a:rPr>
              <a:t>March 21, 2000</a:t>
            </a:r>
            <a:endParaRPr/>
          </a:p>
        </p:txBody>
      </p:sp>
      <p:sp>
        <p:nvSpPr>
          <p:cNvPr id="1429" name="Google Shape;1429;p71:notes"/>
          <p:cNvSpPr txBox="1"/>
          <p:nvPr>
            <p:ph idx="11" type="ftr"/>
          </p:nvPr>
        </p:nvSpPr>
        <p:spPr>
          <a:xfrm>
            <a:off x="0" y="8686800"/>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Times New Roman"/>
                <a:ea typeface="Times New Roman"/>
                <a:cs typeface="Times New Roman"/>
                <a:sym typeface="Times New Roman"/>
              </a:rPr>
              <a:t>Mike Scott</a:t>
            </a:r>
            <a:endParaRPr/>
          </a:p>
        </p:txBody>
      </p:sp>
      <p:sp>
        <p:nvSpPr>
          <p:cNvPr id="1430" name="Google Shape;1430;p71: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1431" name="Google Shape;1431;p71:notes"/>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32" name="Google Shape;1432;p7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4" name="Shape 1474"/>
        <p:cNvGrpSpPr/>
        <p:nvPr/>
      </p:nvGrpSpPr>
      <p:grpSpPr>
        <a:xfrm>
          <a:off x="0" y="0"/>
          <a:ext cx="0" cy="0"/>
          <a:chOff x="0" y="0"/>
          <a:chExt cx="0" cy="0"/>
        </a:xfrm>
      </p:grpSpPr>
      <p:sp>
        <p:nvSpPr>
          <p:cNvPr id="1475" name="Google Shape;1475;p72: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Times New Roman"/>
                <a:ea typeface="Times New Roman"/>
                <a:cs typeface="Times New Roman"/>
                <a:sym typeface="Times New Roman"/>
              </a:rPr>
              <a:t>An Introduction to Huffman Coding</a:t>
            </a:r>
            <a:endParaRPr/>
          </a:p>
        </p:txBody>
      </p:sp>
      <p:sp>
        <p:nvSpPr>
          <p:cNvPr id="1476" name="Google Shape;1476;p72:notes"/>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a:latin typeface="Times New Roman"/>
                <a:ea typeface="Times New Roman"/>
                <a:cs typeface="Times New Roman"/>
                <a:sym typeface="Times New Roman"/>
              </a:rPr>
              <a:t>March 21, 2000</a:t>
            </a:r>
            <a:endParaRPr/>
          </a:p>
        </p:txBody>
      </p:sp>
      <p:sp>
        <p:nvSpPr>
          <p:cNvPr id="1477" name="Google Shape;1477;p72:notes"/>
          <p:cNvSpPr txBox="1"/>
          <p:nvPr>
            <p:ph idx="11" type="ftr"/>
          </p:nvPr>
        </p:nvSpPr>
        <p:spPr>
          <a:xfrm>
            <a:off x="0" y="8686800"/>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Times New Roman"/>
                <a:ea typeface="Times New Roman"/>
                <a:cs typeface="Times New Roman"/>
                <a:sym typeface="Times New Roman"/>
              </a:rPr>
              <a:t>Mike Scott</a:t>
            </a:r>
            <a:endParaRPr/>
          </a:p>
        </p:txBody>
      </p:sp>
      <p:sp>
        <p:nvSpPr>
          <p:cNvPr id="1478" name="Google Shape;1478;p72: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1479" name="Google Shape;1479;p72:notes"/>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80" name="Google Shape;1480;p7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4" name="Shape 1484"/>
        <p:cNvGrpSpPr/>
        <p:nvPr/>
      </p:nvGrpSpPr>
      <p:grpSpPr>
        <a:xfrm>
          <a:off x="0" y="0"/>
          <a:ext cx="0" cy="0"/>
          <a:chOff x="0" y="0"/>
          <a:chExt cx="0" cy="0"/>
        </a:xfrm>
      </p:grpSpPr>
      <p:sp>
        <p:nvSpPr>
          <p:cNvPr id="1485" name="Google Shape;1485;p73: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Times New Roman"/>
                <a:ea typeface="Times New Roman"/>
                <a:cs typeface="Times New Roman"/>
                <a:sym typeface="Times New Roman"/>
              </a:rPr>
              <a:t>An Introduction to Huffman Coding</a:t>
            </a:r>
            <a:endParaRPr/>
          </a:p>
        </p:txBody>
      </p:sp>
      <p:sp>
        <p:nvSpPr>
          <p:cNvPr id="1486" name="Google Shape;1486;p73:notes"/>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a:latin typeface="Times New Roman"/>
                <a:ea typeface="Times New Roman"/>
                <a:cs typeface="Times New Roman"/>
                <a:sym typeface="Times New Roman"/>
              </a:rPr>
              <a:t>March 21, 2000</a:t>
            </a:r>
            <a:endParaRPr/>
          </a:p>
        </p:txBody>
      </p:sp>
      <p:sp>
        <p:nvSpPr>
          <p:cNvPr id="1487" name="Google Shape;1487;p73:notes"/>
          <p:cNvSpPr txBox="1"/>
          <p:nvPr>
            <p:ph idx="11" type="ftr"/>
          </p:nvPr>
        </p:nvSpPr>
        <p:spPr>
          <a:xfrm>
            <a:off x="0" y="8686800"/>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Times New Roman"/>
                <a:ea typeface="Times New Roman"/>
                <a:cs typeface="Times New Roman"/>
                <a:sym typeface="Times New Roman"/>
              </a:rPr>
              <a:t>Mike Scott</a:t>
            </a:r>
            <a:endParaRPr/>
          </a:p>
        </p:txBody>
      </p:sp>
      <p:sp>
        <p:nvSpPr>
          <p:cNvPr id="1488" name="Google Shape;1488;p73: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1489" name="Google Shape;1489;p73:notes"/>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90" name="Google Shape;1490;p7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1" name="Shape 1531"/>
        <p:cNvGrpSpPr/>
        <p:nvPr/>
      </p:nvGrpSpPr>
      <p:grpSpPr>
        <a:xfrm>
          <a:off x="0" y="0"/>
          <a:ext cx="0" cy="0"/>
          <a:chOff x="0" y="0"/>
          <a:chExt cx="0" cy="0"/>
        </a:xfrm>
      </p:grpSpPr>
      <p:sp>
        <p:nvSpPr>
          <p:cNvPr id="1532" name="Google Shape;1532;p74: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Times New Roman"/>
                <a:ea typeface="Times New Roman"/>
                <a:cs typeface="Times New Roman"/>
                <a:sym typeface="Times New Roman"/>
              </a:rPr>
              <a:t>An Introduction to Huffman Coding</a:t>
            </a:r>
            <a:endParaRPr/>
          </a:p>
        </p:txBody>
      </p:sp>
      <p:sp>
        <p:nvSpPr>
          <p:cNvPr id="1533" name="Google Shape;1533;p74:notes"/>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a:latin typeface="Times New Roman"/>
                <a:ea typeface="Times New Roman"/>
                <a:cs typeface="Times New Roman"/>
                <a:sym typeface="Times New Roman"/>
              </a:rPr>
              <a:t>March 21, 2000</a:t>
            </a:r>
            <a:endParaRPr/>
          </a:p>
        </p:txBody>
      </p:sp>
      <p:sp>
        <p:nvSpPr>
          <p:cNvPr id="1534" name="Google Shape;1534;p74:notes"/>
          <p:cNvSpPr txBox="1"/>
          <p:nvPr>
            <p:ph idx="11" type="ftr"/>
          </p:nvPr>
        </p:nvSpPr>
        <p:spPr>
          <a:xfrm>
            <a:off x="0" y="8686800"/>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Times New Roman"/>
                <a:ea typeface="Times New Roman"/>
                <a:cs typeface="Times New Roman"/>
                <a:sym typeface="Times New Roman"/>
              </a:rPr>
              <a:t>Mike Scott</a:t>
            </a:r>
            <a:endParaRPr/>
          </a:p>
        </p:txBody>
      </p:sp>
      <p:sp>
        <p:nvSpPr>
          <p:cNvPr id="1535" name="Google Shape;1535;p74: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1536" name="Google Shape;1536;p74:notes"/>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37" name="Google Shape;1537;p7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5" name="Shape 1575"/>
        <p:cNvGrpSpPr/>
        <p:nvPr/>
      </p:nvGrpSpPr>
      <p:grpSpPr>
        <a:xfrm>
          <a:off x="0" y="0"/>
          <a:ext cx="0" cy="0"/>
          <a:chOff x="0" y="0"/>
          <a:chExt cx="0" cy="0"/>
        </a:xfrm>
      </p:grpSpPr>
      <p:sp>
        <p:nvSpPr>
          <p:cNvPr id="1576" name="Google Shape;1576;p75: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Times New Roman"/>
                <a:ea typeface="Times New Roman"/>
                <a:cs typeface="Times New Roman"/>
                <a:sym typeface="Times New Roman"/>
              </a:rPr>
              <a:t>An Introduction to Huffman Coding</a:t>
            </a:r>
            <a:endParaRPr/>
          </a:p>
        </p:txBody>
      </p:sp>
      <p:sp>
        <p:nvSpPr>
          <p:cNvPr id="1577" name="Google Shape;1577;p75:notes"/>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a:latin typeface="Times New Roman"/>
                <a:ea typeface="Times New Roman"/>
                <a:cs typeface="Times New Roman"/>
                <a:sym typeface="Times New Roman"/>
              </a:rPr>
              <a:t>March 21, 2000</a:t>
            </a:r>
            <a:endParaRPr/>
          </a:p>
        </p:txBody>
      </p:sp>
      <p:sp>
        <p:nvSpPr>
          <p:cNvPr id="1578" name="Google Shape;1578;p75:notes"/>
          <p:cNvSpPr txBox="1"/>
          <p:nvPr>
            <p:ph idx="11" type="ftr"/>
          </p:nvPr>
        </p:nvSpPr>
        <p:spPr>
          <a:xfrm>
            <a:off x="0" y="8686800"/>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Times New Roman"/>
                <a:ea typeface="Times New Roman"/>
                <a:cs typeface="Times New Roman"/>
                <a:sym typeface="Times New Roman"/>
              </a:rPr>
              <a:t>Mike Scott</a:t>
            </a:r>
            <a:endParaRPr/>
          </a:p>
        </p:txBody>
      </p:sp>
      <p:sp>
        <p:nvSpPr>
          <p:cNvPr id="1579" name="Google Shape;1579;p75: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1580" name="Google Shape;1580;p75:notes"/>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81" name="Google Shape;1581;p7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1" name="Shape 1621"/>
        <p:cNvGrpSpPr/>
        <p:nvPr/>
      </p:nvGrpSpPr>
      <p:grpSpPr>
        <a:xfrm>
          <a:off x="0" y="0"/>
          <a:ext cx="0" cy="0"/>
          <a:chOff x="0" y="0"/>
          <a:chExt cx="0" cy="0"/>
        </a:xfrm>
      </p:grpSpPr>
      <p:sp>
        <p:nvSpPr>
          <p:cNvPr id="1622" name="Google Shape;1622;p76: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Times New Roman"/>
                <a:ea typeface="Times New Roman"/>
                <a:cs typeface="Times New Roman"/>
                <a:sym typeface="Times New Roman"/>
              </a:rPr>
              <a:t>An Introduction to Huffman Coding</a:t>
            </a:r>
            <a:endParaRPr/>
          </a:p>
        </p:txBody>
      </p:sp>
      <p:sp>
        <p:nvSpPr>
          <p:cNvPr id="1623" name="Google Shape;1623;p76:notes"/>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a:latin typeface="Times New Roman"/>
                <a:ea typeface="Times New Roman"/>
                <a:cs typeface="Times New Roman"/>
                <a:sym typeface="Times New Roman"/>
              </a:rPr>
              <a:t>March 21, 2000</a:t>
            </a:r>
            <a:endParaRPr/>
          </a:p>
        </p:txBody>
      </p:sp>
      <p:sp>
        <p:nvSpPr>
          <p:cNvPr id="1624" name="Google Shape;1624;p76:notes"/>
          <p:cNvSpPr txBox="1"/>
          <p:nvPr>
            <p:ph idx="11" type="ftr"/>
          </p:nvPr>
        </p:nvSpPr>
        <p:spPr>
          <a:xfrm>
            <a:off x="0" y="8686800"/>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Times New Roman"/>
                <a:ea typeface="Times New Roman"/>
                <a:cs typeface="Times New Roman"/>
                <a:sym typeface="Times New Roman"/>
              </a:rPr>
              <a:t>Mike Scott</a:t>
            </a:r>
            <a:endParaRPr/>
          </a:p>
        </p:txBody>
      </p:sp>
      <p:sp>
        <p:nvSpPr>
          <p:cNvPr id="1625" name="Google Shape;1625;p76: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1626" name="Google Shape;1626;p76:notes"/>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27" name="Google Shape;1627;p7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6" name="Shape 1666"/>
        <p:cNvGrpSpPr/>
        <p:nvPr/>
      </p:nvGrpSpPr>
      <p:grpSpPr>
        <a:xfrm>
          <a:off x="0" y="0"/>
          <a:ext cx="0" cy="0"/>
          <a:chOff x="0" y="0"/>
          <a:chExt cx="0" cy="0"/>
        </a:xfrm>
      </p:grpSpPr>
      <p:sp>
        <p:nvSpPr>
          <p:cNvPr id="1667" name="Google Shape;1667;p77: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Times New Roman"/>
                <a:ea typeface="Times New Roman"/>
                <a:cs typeface="Times New Roman"/>
                <a:sym typeface="Times New Roman"/>
              </a:rPr>
              <a:t>An Introduction to Huffman Coding</a:t>
            </a:r>
            <a:endParaRPr/>
          </a:p>
        </p:txBody>
      </p:sp>
      <p:sp>
        <p:nvSpPr>
          <p:cNvPr id="1668" name="Google Shape;1668;p77:notes"/>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a:latin typeface="Times New Roman"/>
                <a:ea typeface="Times New Roman"/>
                <a:cs typeface="Times New Roman"/>
                <a:sym typeface="Times New Roman"/>
              </a:rPr>
              <a:t>March 21, 2000</a:t>
            </a:r>
            <a:endParaRPr/>
          </a:p>
        </p:txBody>
      </p:sp>
      <p:sp>
        <p:nvSpPr>
          <p:cNvPr id="1669" name="Google Shape;1669;p77:notes"/>
          <p:cNvSpPr txBox="1"/>
          <p:nvPr>
            <p:ph idx="11" type="ftr"/>
          </p:nvPr>
        </p:nvSpPr>
        <p:spPr>
          <a:xfrm>
            <a:off x="0" y="8686800"/>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Times New Roman"/>
                <a:ea typeface="Times New Roman"/>
                <a:cs typeface="Times New Roman"/>
                <a:sym typeface="Times New Roman"/>
              </a:rPr>
              <a:t>Mike Scott</a:t>
            </a:r>
            <a:endParaRPr/>
          </a:p>
        </p:txBody>
      </p:sp>
      <p:sp>
        <p:nvSpPr>
          <p:cNvPr id="1670" name="Google Shape;1670;p77: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1671" name="Google Shape;1671;p77:notes"/>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72" name="Google Shape;1672;p7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3" name="Shape 1713"/>
        <p:cNvGrpSpPr/>
        <p:nvPr/>
      </p:nvGrpSpPr>
      <p:grpSpPr>
        <a:xfrm>
          <a:off x="0" y="0"/>
          <a:ext cx="0" cy="0"/>
          <a:chOff x="0" y="0"/>
          <a:chExt cx="0" cy="0"/>
        </a:xfrm>
      </p:grpSpPr>
      <p:sp>
        <p:nvSpPr>
          <p:cNvPr id="1714" name="Google Shape;1714;p78: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Times New Roman"/>
                <a:ea typeface="Times New Roman"/>
                <a:cs typeface="Times New Roman"/>
                <a:sym typeface="Times New Roman"/>
              </a:rPr>
              <a:t>An Introduction to Huffman Coding</a:t>
            </a:r>
            <a:endParaRPr/>
          </a:p>
        </p:txBody>
      </p:sp>
      <p:sp>
        <p:nvSpPr>
          <p:cNvPr id="1715" name="Google Shape;1715;p78:notes"/>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a:latin typeface="Times New Roman"/>
                <a:ea typeface="Times New Roman"/>
                <a:cs typeface="Times New Roman"/>
                <a:sym typeface="Times New Roman"/>
              </a:rPr>
              <a:t>March 21, 2000</a:t>
            </a:r>
            <a:endParaRPr/>
          </a:p>
        </p:txBody>
      </p:sp>
      <p:sp>
        <p:nvSpPr>
          <p:cNvPr id="1716" name="Google Shape;1716;p78:notes"/>
          <p:cNvSpPr txBox="1"/>
          <p:nvPr>
            <p:ph idx="11" type="ftr"/>
          </p:nvPr>
        </p:nvSpPr>
        <p:spPr>
          <a:xfrm>
            <a:off x="0" y="8686800"/>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Times New Roman"/>
                <a:ea typeface="Times New Roman"/>
                <a:cs typeface="Times New Roman"/>
                <a:sym typeface="Times New Roman"/>
              </a:rPr>
              <a:t>Mike Scott</a:t>
            </a:r>
            <a:endParaRPr/>
          </a:p>
        </p:txBody>
      </p:sp>
      <p:sp>
        <p:nvSpPr>
          <p:cNvPr id="1717" name="Google Shape;1717;p78: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1718" name="Google Shape;1718;p78:notes"/>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19" name="Google Shape;1719;p7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9" name="Shape 1759"/>
        <p:cNvGrpSpPr/>
        <p:nvPr/>
      </p:nvGrpSpPr>
      <p:grpSpPr>
        <a:xfrm>
          <a:off x="0" y="0"/>
          <a:ext cx="0" cy="0"/>
          <a:chOff x="0" y="0"/>
          <a:chExt cx="0" cy="0"/>
        </a:xfrm>
      </p:grpSpPr>
      <p:sp>
        <p:nvSpPr>
          <p:cNvPr id="1760" name="Google Shape;1760;p79: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Times New Roman"/>
                <a:ea typeface="Times New Roman"/>
                <a:cs typeface="Times New Roman"/>
                <a:sym typeface="Times New Roman"/>
              </a:rPr>
              <a:t>An Introduction to Huffman Coding</a:t>
            </a:r>
            <a:endParaRPr/>
          </a:p>
        </p:txBody>
      </p:sp>
      <p:sp>
        <p:nvSpPr>
          <p:cNvPr id="1761" name="Google Shape;1761;p79:notes"/>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a:latin typeface="Times New Roman"/>
                <a:ea typeface="Times New Roman"/>
                <a:cs typeface="Times New Roman"/>
                <a:sym typeface="Times New Roman"/>
              </a:rPr>
              <a:t>March 21, 2000</a:t>
            </a:r>
            <a:endParaRPr/>
          </a:p>
        </p:txBody>
      </p:sp>
      <p:sp>
        <p:nvSpPr>
          <p:cNvPr id="1762" name="Google Shape;1762;p79:notes"/>
          <p:cNvSpPr txBox="1"/>
          <p:nvPr>
            <p:ph idx="11" type="ftr"/>
          </p:nvPr>
        </p:nvSpPr>
        <p:spPr>
          <a:xfrm>
            <a:off x="0" y="8686800"/>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Times New Roman"/>
                <a:ea typeface="Times New Roman"/>
                <a:cs typeface="Times New Roman"/>
                <a:sym typeface="Times New Roman"/>
              </a:rPr>
              <a:t>Mike Scott</a:t>
            </a:r>
            <a:endParaRPr/>
          </a:p>
        </p:txBody>
      </p:sp>
      <p:sp>
        <p:nvSpPr>
          <p:cNvPr id="1763" name="Google Shape;1763;p79: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1764" name="Google Shape;1764;p79:notes"/>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65" name="Google Shape;1765;p7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7" name="Shape 1807"/>
        <p:cNvGrpSpPr/>
        <p:nvPr/>
      </p:nvGrpSpPr>
      <p:grpSpPr>
        <a:xfrm>
          <a:off x="0" y="0"/>
          <a:ext cx="0" cy="0"/>
          <a:chOff x="0" y="0"/>
          <a:chExt cx="0" cy="0"/>
        </a:xfrm>
      </p:grpSpPr>
      <p:sp>
        <p:nvSpPr>
          <p:cNvPr id="1808" name="Google Shape;1808;p80: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Times New Roman"/>
                <a:ea typeface="Times New Roman"/>
                <a:cs typeface="Times New Roman"/>
                <a:sym typeface="Times New Roman"/>
              </a:rPr>
              <a:t>An Introduction to Huffman Coding</a:t>
            </a:r>
            <a:endParaRPr/>
          </a:p>
        </p:txBody>
      </p:sp>
      <p:sp>
        <p:nvSpPr>
          <p:cNvPr id="1809" name="Google Shape;1809;p80:notes"/>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a:latin typeface="Times New Roman"/>
                <a:ea typeface="Times New Roman"/>
                <a:cs typeface="Times New Roman"/>
                <a:sym typeface="Times New Roman"/>
              </a:rPr>
              <a:t>March 21, 2000</a:t>
            </a:r>
            <a:endParaRPr/>
          </a:p>
        </p:txBody>
      </p:sp>
      <p:sp>
        <p:nvSpPr>
          <p:cNvPr id="1810" name="Google Shape;1810;p80:notes"/>
          <p:cNvSpPr txBox="1"/>
          <p:nvPr>
            <p:ph idx="11" type="ftr"/>
          </p:nvPr>
        </p:nvSpPr>
        <p:spPr>
          <a:xfrm>
            <a:off x="0" y="8686800"/>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Times New Roman"/>
                <a:ea typeface="Times New Roman"/>
                <a:cs typeface="Times New Roman"/>
                <a:sym typeface="Times New Roman"/>
              </a:rPr>
              <a:t>Mike Scott</a:t>
            </a:r>
            <a:endParaRPr/>
          </a:p>
        </p:txBody>
      </p:sp>
      <p:sp>
        <p:nvSpPr>
          <p:cNvPr id="1811" name="Google Shape;1811;p80: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1812" name="Google Shape;1812;p80:notes"/>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13" name="Google Shape;1813;p8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4" name="Shape 1854"/>
        <p:cNvGrpSpPr/>
        <p:nvPr/>
      </p:nvGrpSpPr>
      <p:grpSpPr>
        <a:xfrm>
          <a:off x="0" y="0"/>
          <a:ext cx="0" cy="0"/>
          <a:chOff x="0" y="0"/>
          <a:chExt cx="0" cy="0"/>
        </a:xfrm>
      </p:grpSpPr>
      <p:sp>
        <p:nvSpPr>
          <p:cNvPr id="1855" name="Google Shape;1855;p81: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Times New Roman"/>
                <a:ea typeface="Times New Roman"/>
                <a:cs typeface="Times New Roman"/>
                <a:sym typeface="Times New Roman"/>
              </a:rPr>
              <a:t>An Introduction to Huffman Coding</a:t>
            </a:r>
            <a:endParaRPr/>
          </a:p>
        </p:txBody>
      </p:sp>
      <p:sp>
        <p:nvSpPr>
          <p:cNvPr id="1856" name="Google Shape;1856;p81:notes"/>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a:latin typeface="Times New Roman"/>
                <a:ea typeface="Times New Roman"/>
                <a:cs typeface="Times New Roman"/>
                <a:sym typeface="Times New Roman"/>
              </a:rPr>
              <a:t>March 21, 2000</a:t>
            </a:r>
            <a:endParaRPr/>
          </a:p>
        </p:txBody>
      </p:sp>
      <p:sp>
        <p:nvSpPr>
          <p:cNvPr id="1857" name="Google Shape;1857;p81:notes"/>
          <p:cNvSpPr txBox="1"/>
          <p:nvPr>
            <p:ph idx="11" type="ftr"/>
          </p:nvPr>
        </p:nvSpPr>
        <p:spPr>
          <a:xfrm>
            <a:off x="0" y="8686800"/>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Times New Roman"/>
                <a:ea typeface="Times New Roman"/>
                <a:cs typeface="Times New Roman"/>
                <a:sym typeface="Times New Roman"/>
              </a:rPr>
              <a:t>Mike Scott</a:t>
            </a:r>
            <a:endParaRPr/>
          </a:p>
        </p:txBody>
      </p:sp>
      <p:sp>
        <p:nvSpPr>
          <p:cNvPr id="1858" name="Google Shape;1858;p81: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1859" name="Google Shape;1859;p81:notes"/>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60" name="Google Shape;1860;p8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3" name="Shape 1903"/>
        <p:cNvGrpSpPr/>
        <p:nvPr/>
      </p:nvGrpSpPr>
      <p:grpSpPr>
        <a:xfrm>
          <a:off x="0" y="0"/>
          <a:ext cx="0" cy="0"/>
          <a:chOff x="0" y="0"/>
          <a:chExt cx="0" cy="0"/>
        </a:xfrm>
      </p:grpSpPr>
      <p:sp>
        <p:nvSpPr>
          <p:cNvPr id="1904" name="Google Shape;1904;p82: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Times New Roman"/>
                <a:ea typeface="Times New Roman"/>
                <a:cs typeface="Times New Roman"/>
                <a:sym typeface="Times New Roman"/>
              </a:rPr>
              <a:t>An Introduction to Huffman Coding</a:t>
            </a:r>
            <a:endParaRPr/>
          </a:p>
        </p:txBody>
      </p:sp>
      <p:sp>
        <p:nvSpPr>
          <p:cNvPr id="1905" name="Google Shape;1905;p82:notes"/>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a:latin typeface="Times New Roman"/>
                <a:ea typeface="Times New Roman"/>
                <a:cs typeface="Times New Roman"/>
                <a:sym typeface="Times New Roman"/>
              </a:rPr>
              <a:t>March 21, 2000</a:t>
            </a:r>
            <a:endParaRPr/>
          </a:p>
        </p:txBody>
      </p:sp>
      <p:sp>
        <p:nvSpPr>
          <p:cNvPr id="1906" name="Google Shape;1906;p82:notes"/>
          <p:cNvSpPr txBox="1"/>
          <p:nvPr>
            <p:ph idx="11" type="ftr"/>
          </p:nvPr>
        </p:nvSpPr>
        <p:spPr>
          <a:xfrm>
            <a:off x="0" y="8686800"/>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Times New Roman"/>
                <a:ea typeface="Times New Roman"/>
                <a:cs typeface="Times New Roman"/>
                <a:sym typeface="Times New Roman"/>
              </a:rPr>
              <a:t>Mike Scott</a:t>
            </a:r>
            <a:endParaRPr/>
          </a:p>
        </p:txBody>
      </p:sp>
      <p:sp>
        <p:nvSpPr>
          <p:cNvPr id="1907" name="Google Shape;1907;p82: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1908" name="Google Shape;1908;p82:notes"/>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09" name="Google Shape;1909;p8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1" name="Shape 1951"/>
        <p:cNvGrpSpPr/>
        <p:nvPr/>
      </p:nvGrpSpPr>
      <p:grpSpPr>
        <a:xfrm>
          <a:off x="0" y="0"/>
          <a:ext cx="0" cy="0"/>
          <a:chOff x="0" y="0"/>
          <a:chExt cx="0" cy="0"/>
        </a:xfrm>
      </p:grpSpPr>
      <p:sp>
        <p:nvSpPr>
          <p:cNvPr id="1952" name="Google Shape;1952;p83: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Times New Roman"/>
                <a:ea typeface="Times New Roman"/>
                <a:cs typeface="Times New Roman"/>
                <a:sym typeface="Times New Roman"/>
              </a:rPr>
              <a:t>An Introduction to Huffman Coding</a:t>
            </a:r>
            <a:endParaRPr/>
          </a:p>
        </p:txBody>
      </p:sp>
      <p:sp>
        <p:nvSpPr>
          <p:cNvPr id="1953" name="Google Shape;1953;p83:notes"/>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a:latin typeface="Times New Roman"/>
                <a:ea typeface="Times New Roman"/>
                <a:cs typeface="Times New Roman"/>
                <a:sym typeface="Times New Roman"/>
              </a:rPr>
              <a:t>March 21, 2000</a:t>
            </a:r>
            <a:endParaRPr/>
          </a:p>
        </p:txBody>
      </p:sp>
      <p:sp>
        <p:nvSpPr>
          <p:cNvPr id="1954" name="Google Shape;1954;p83:notes"/>
          <p:cNvSpPr txBox="1"/>
          <p:nvPr>
            <p:ph idx="11" type="ftr"/>
          </p:nvPr>
        </p:nvSpPr>
        <p:spPr>
          <a:xfrm>
            <a:off x="0" y="8686800"/>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Times New Roman"/>
                <a:ea typeface="Times New Roman"/>
                <a:cs typeface="Times New Roman"/>
                <a:sym typeface="Times New Roman"/>
              </a:rPr>
              <a:t>Mike Scott</a:t>
            </a:r>
            <a:endParaRPr/>
          </a:p>
        </p:txBody>
      </p:sp>
      <p:sp>
        <p:nvSpPr>
          <p:cNvPr id="1955" name="Google Shape;1955;p83: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1956" name="Google Shape;1956;p83:notes"/>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57" name="Google Shape;1957;p8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1" name="Shape 2001"/>
        <p:cNvGrpSpPr/>
        <p:nvPr/>
      </p:nvGrpSpPr>
      <p:grpSpPr>
        <a:xfrm>
          <a:off x="0" y="0"/>
          <a:ext cx="0" cy="0"/>
          <a:chOff x="0" y="0"/>
          <a:chExt cx="0" cy="0"/>
        </a:xfrm>
      </p:grpSpPr>
      <p:sp>
        <p:nvSpPr>
          <p:cNvPr id="2002" name="Google Shape;2002;p84: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Times New Roman"/>
                <a:ea typeface="Times New Roman"/>
                <a:cs typeface="Times New Roman"/>
                <a:sym typeface="Times New Roman"/>
              </a:rPr>
              <a:t>An Introduction to Huffman Coding</a:t>
            </a:r>
            <a:endParaRPr/>
          </a:p>
        </p:txBody>
      </p:sp>
      <p:sp>
        <p:nvSpPr>
          <p:cNvPr id="2003" name="Google Shape;2003;p84:notes"/>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a:latin typeface="Times New Roman"/>
                <a:ea typeface="Times New Roman"/>
                <a:cs typeface="Times New Roman"/>
                <a:sym typeface="Times New Roman"/>
              </a:rPr>
              <a:t>March 21, 2000</a:t>
            </a:r>
            <a:endParaRPr/>
          </a:p>
        </p:txBody>
      </p:sp>
      <p:sp>
        <p:nvSpPr>
          <p:cNvPr id="2004" name="Google Shape;2004;p84:notes"/>
          <p:cNvSpPr txBox="1"/>
          <p:nvPr>
            <p:ph idx="11" type="ftr"/>
          </p:nvPr>
        </p:nvSpPr>
        <p:spPr>
          <a:xfrm>
            <a:off x="0" y="8686800"/>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Times New Roman"/>
                <a:ea typeface="Times New Roman"/>
                <a:cs typeface="Times New Roman"/>
                <a:sym typeface="Times New Roman"/>
              </a:rPr>
              <a:t>Mike Scott</a:t>
            </a:r>
            <a:endParaRPr/>
          </a:p>
        </p:txBody>
      </p:sp>
      <p:sp>
        <p:nvSpPr>
          <p:cNvPr id="2005" name="Google Shape;2005;p84: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2006" name="Google Shape;2006;p84:notes"/>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07" name="Google Shape;2007;p8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0" name="Shape 2050"/>
        <p:cNvGrpSpPr/>
        <p:nvPr/>
      </p:nvGrpSpPr>
      <p:grpSpPr>
        <a:xfrm>
          <a:off x="0" y="0"/>
          <a:ext cx="0" cy="0"/>
          <a:chOff x="0" y="0"/>
          <a:chExt cx="0" cy="0"/>
        </a:xfrm>
      </p:grpSpPr>
      <p:sp>
        <p:nvSpPr>
          <p:cNvPr id="2051" name="Google Shape;2051;p85: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Times New Roman"/>
                <a:ea typeface="Times New Roman"/>
                <a:cs typeface="Times New Roman"/>
                <a:sym typeface="Times New Roman"/>
              </a:rPr>
              <a:t>An Introduction to Huffman Coding</a:t>
            </a:r>
            <a:endParaRPr/>
          </a:p>
        </p:txBody>
      </p:sp>
      <p:sp>
        <p:nvSpPr>
          <p:cNvPr id="2052" name="Google Shape;2052;p85:notes"/>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a:latin typeface="Times New Roman"/>
                <a:ea typeface="Times New Roman"/>
                <a:cs typeface="Times New Roman"/>
                <a:sym typeface="Times New Roman"/>
              </a:rPr>
              <a:t>March 21, 2000</a:t>
            </a:r>
            <a:endParaRPr/>
          </a:p>
        </p:txBody>
      </p:sp>
      <p:sp>
        <p:nvSpPr>
          <p:cNvPr id="2053" name="Google Shape;2053;p85:notes"/>
          <p:cNvSpPr txBox="1"/>
          <p:nvPr>
            <p:ph idx="11" type="ftr"/>
          </p:nvPr>
        </p:nvSpPr>
        <p:spPr>
          <a:xfrm>
            <a:off x="0" y="8686800"/>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Times New Roman"/>
                <a:ea typeface="Times New Roman"/>
                <a:cs typeface="Times New Roman"/>
                <a:sym typeface="Times New Roman"/>
              </a:rPr>
              <a:t>Mike Scott</a:t>
            </a:r>
            <a:endParaRPr/>
          </a:p>
        </p:txBody>
      </p:sp>
      <p:sp>
        <p:nvSpPr>
          <p:cNvPr id="2054" name="Google Shape;2054;p85: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2055" name="Google Shape;2055;p85:notes"/>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56" name="Google Shape;2056;p8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1" name="Shape 2101"/>
        <p:cNvGrpSpPr/>
        <p:nvPr/>
      </p:nvGrpSpPr>
      <p:grpSpPr>
        <a:xfrm>
          <a:off x="0" y="0"/>
          <a:ext cx="0" cy="0"/>
          <a:chOff x="0" y="0"/>
          <a:chExt cx="0" cy="0"/>
        </a:xfrm>
      </p:grpSpPr>
      <p:sp>
        <p:nvSpPr>
          <p:cNvPr id="2102" name="Google Shape;2102;p86: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Times New Roman"/>
                <a:ea typeface="Times New Roman"/>
                <a:cs typeface="Times New Roman"/>
                <a:sym typeface="Times New Roman"/>
              </a:rPr>
              <a:t>An Introduction to Huffman Coding</a:t>
            </a:r>
            <a:endParaRPr/>
          </a:p>
        </p:txBody>
      </p:sp>
      <p:sp>
        <p:nvSpPr>
          <p:cNvPr id="2103" name="Google Shape;2103;p86:notes"/>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a:latin typeface="Times New Roman"/>
                <a:ea typeface="Times New Roman"/>
                <a:cs typeface="Times New Roman"/>
                <a:sym typeface="Times New Roman"/>
              </a:rPr>
              <a:t>March 21, 2000</a:t>
            </a:r>
            <a:endParaRPr/>
          </a:p>
        </p:txBody>
      </p:sp>
      <p:sp>
        <p:nvSpPr>
          <p:cNvPr id="2104" name="Google Shape;2104;p86:notes"/>
          <p:cNvSpPr txBox="1"/>
          <p:nvPr>
            <p:ph idx="11" type="ftr"/>
          </p:nvPr>
        </p:nvSpPr>
        <p:spPr>
          <a:xfrm>
            <a:off x="0" y="8686800"/>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Times New Roman"/>
                <a:ea typeface="Times New Roman"/>
                <a:cs typeface="Times New Roman"/>
                <a:sym typeface="Times New Roman"/>
              </a:rPr>
              <a:t>Mike Scott</a:t>
            </a:r>
            <a:endParaRPr/>
          </a:p>
        </p:txBody>
      </p:sp>
      <p:sp>
        <p:nvSpPr>
          <p:cNvPr id="2105" name="Google Shape;2105;p86: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2106" name="Google Shape;2106;p86:notes"/>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07" name="Google Shape;2107;p8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1" name="Shape 2151"/>
        <p:cNvGrpSpPr/>
        <p:nvPr/>
      </p:nvGrpSpPr>
      <p:grpSpPr>
        <a:xfrm>
          <a:off x="0" y="0"/>
          <a:ext cx="0" cy="0"/>
          <a:chOff x="0" y="0"/>
          <a:chExt cx="0" cy="0"/>
        </a:xfrm>
      </p:grpSpPr>
      <p:sp>
        <p:nvSpPr>
          <p:cNvPr id="2152" name="Google Shape;2152;p87: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Times New Roman"/>
                <a:ea typeface="Times New Roman"/>
                <a:cs typeface="Times New Roman"/>
                <a:sym typeface="Times New Roman"/>
              </a:rPr>
              <a:t>An Introduction to Huffman Coding</a:t>
            </a:r>
            <a:endParaRPr/>
          </a:p>
        </p:txBody>
      </p:sp>
      <p:sp>
        <p:nvSpPr>
          <p:cNvPr id="2153" name="Google Shape;2153;p87:notes"/>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a:latin typeface="Times New Roman"/>
                <a:ea typeface="Times New Roman"/>
                <a:cs typeface="Times New Roman"/>
                <a:sym typeface="Times New Roman"/>
              </a:rPr>
              <a:t>March 21, 2000</a:t>
            </a:r>
            <a:endParaRPr/>
          </a:p>
        </p:txBody>
      </p:sp>
      <p:sp>
        <p:nvSpPr>
          <p:cNvPr id="2154" name="Google Shape;2154;p87:notes"/>
          <p:cNvSpPr txBox="1"/>
          <p:nvPr>
            <p:ph idx="11" type="ftr"/>
          </p:nvPr>
        </p:nvSpPr>
        <p:spPr>
          <a:xfrm>
            <a:off x="0" y="8686800"/>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Times New Roman"/>
                <a:ea typeface="Times New Roman"/>
                <a:cs typeface="Times New Roman"/>
                <a:sym typeface="Times New Roman"/>
              </a:rPr>
              <a:t>Mike Scott</a:t>
            </a:r>
            <a:endParaRPr/>
          </a:p>
        </p:txBody>
      </p:sp>
      <p:sp>
        <p:nvSpPr>
          <p:cNvPr id="2155" name="Google Shape;2155;p87: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2156" name="Google Shape;2156;p87:notes"/>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57" name="Google Shape;2157;p8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4" name="Shape 2204"/>
        <p:cNvGrpSpPr/>
        <p:nvPr/>
      </p:nvGrpSpPr>
      <p:grpSpPr>
        <a:xfrm>
          <a:off x="0" y="0"/>
          <a:ext cx="0" cy="0"/>
          <a:chOff x="0" y="0"/>
          <a:chExt cx="0" cy="0"/>
        </a:xfrm>
      </p:grpSpPr>
      <p:sp>
        <p:nvSpPr>
          <p:cNvPr id="2205" name="Google Shape;2205;p88: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Times New Roman"/>
                <a:ea typeface="Times New Roman"/>
                <a:cs typeface="Times New Roman"/>
                <a:sym typeface="Times New Roman"/>
              </a:rPr>
              <a:t>An Introduction to Huffman Coding</a:t>
            </a:r>
            <a:endParaRPr/>
          </a:p>
        </p:txBody>
      </p:sp>
      <p:sp>
        <p:nvSpPr>
          <p:cNvPr id="2206" name="Google Shape;2206;p88:notes"/>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a:latin typeface="Times New Roman"/>
                <a:ea typeface="Times New Roman"/>
                <a:cs typeface="Times New Roman"/>
                <a:sym typeface="Times New Roman"/>
              </a:rPr>
              <a:t>March 21, 2000</a:t>
            </a:r>
            <a:endParaRPr/>
          </a:p>
        </p:txBody>
      </p:sp>
      <p:sp>
        <p:nvSpPr>
          <p:cNvPr id="2207" name="Google Shape;2207;p88:notes"/>
          <p:cNvSpPr txBox="1"/>
          <p:nvPr>
            <p:ph idx="11" type="ftr"/>
          </p:nvPr>
        </p:nvSpPr>
        <p:spPr>
          <a:xfrm>
            <a:off x="0" y="8686800"/>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Times New Roman"/>
                <a:ea typeface="Times New Roman"/>
                <a:cs typeface="Times New Roman"/>
                <a:sym typeface="Times New Roman"/>
              </a:rPr>
              <a:t>Mike Scott</a:t>
            </a:r>
            <a:endParaRPr/>
          </a:p>
        </p:txBody>
      </p:sp>
      <p:sp>
        <p:nvSpPr>
          <p:cNvPr id="2208" name="Google Shape;2208;p88: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2209" name="Google Shape;2209;p88:notes"/>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10" name="Google Shape;2210;p8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5" name="Shape 2255"/>
        <p:cNvGrpSpPr/>
        <p:nvPr/>
      </p:nvGrpSpPr>
      <p:grpSpPr>
        <a:xfrm>
          <a:off x="0" y="0"/>
          <a:ext cx="0" cy="0"/>
          <a:chOff x="0" y="0"/>
          <a:chExt cx="0" cy="0"/>
        </a:xfrm>
      </p:grpSpPr>
      <p:sp>
        <p:nvSpPr>
          <p:cNvPr id="2256" name="Google Shape;2256;p89: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Times New Roman"/>
                <a:ea typeface="Times New Roman"/>
                <a:cs typeface="Times New Roman"/>
                <a:sym typeface="Times New Roman"/>
              </a:rPr>
              <a:t>An Introduction to Huffman Coding</a:t>
            </a:r>
            <a:endParaRPr/>
          </a:p>
        </p:txBody>
      </p:sp>
      <p:sp>
        <p:nvSpPr>
          <p:cNvPr id="2257" name="Google Shape;2257;p89:notes"/>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a:latin typeface="Times New Roman"/>
                <a:ea typeface="Times New Roman"/>
                <a:cs typeface="Times New Roman"/>
                <a:sym typeface="Times New Roman"/>
              </a:rPr>
              <a:t>March 21, 2000</a:t>
            </a:r>
            <a:endParaRPr/>
          </a:p>
        </p:txBody>
      </p:sp>
      <p:sp>
        <p:nvSpPr>
          <p:cNvPr id="2258" name="Google Shape;2258;p89:notes"/>
          <p:cNvSpPr txBox="1"/>
          <p:nvPr>
            <p:ph idx="11" type="ftr"/>
          </p:nvPr>
        </p:nvSpPr>
        <p:spPr>
          <a:xfrm>
            <a:off x="0" y="8686800"/>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Times New Roman"/>
                <a:ea typeface="Times New Roman"/>
                <a:cs typeface="Times New Roman"/>
                <a:sym typeface="Times New Roman"/>
              </a:rPr>
              <a:t>Mike Scott</a:t>
            </a:r>
            <a:endParaRPr/>
          </a:p>
        </p:txBody>
      </p:sp>
      <p:sp>
        <p:nvSpPr>
          <p:cNvPr id="2259" name="Google Shape;2259;p89: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2260" name="Google Shape;2260;p89:notes"/>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61" name="Google Shape;2261;p8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8" name="Shape 2308"/>
        <p:cNvGrpSpPr/>
        <p:nvPr/>
      </p:nvGrpSpPr>
      <p:grpSpPr>
        <a:xfrm>
          <a:off x="0" y="0"/>
          <a:ext cx="0" cy="0"/>
          <a:chOff x="0" y="0"/>
          <a:chExt cx="0" cy="0"/>
        </a:xfrm>
      </p:grpSpPr>
      <p:sp>
        <p:nvSpPr>
          <p:cNvPr id="2309" name="Google Shape;2309;p90: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Times New Roman"/>
                <a:ea typeface="Times New Roman"/>
                <a:cs typeface="Times New Roman"/>
                <a:sym typeface="Times New Roman"/>
              </a:rPr>
              <a:t>An Introduction to Huffman Coding</a:t>
            </a:r>
            <a:endParaRPr/>
          </a:p>
        </p:txBody>
      </p:sp>
      <p:sp>
        <p:nvSpPr>
          <p:cNvPr id="2310" name="Google Shape;2310;p90:notes"/>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a:latin typeface="Times New Roman"/>
                <a:ea typeface="Times New Roman"/>
                <a:cs typeface="Times New Roman"/>
                <a:sym typeface="Times New Roman"/>
              </a:rPr>
              <a:t>March 21, 2000</a:t>
            </a:r>
            <a:endParaRPr/>
          </a:p>
        </p:txBody>
      </p:sp>
      <p:sp>
        <p:nvSpPr>
          <p:cNvPr id="2311" name="Google Shape;2311;p90:notes"/>
          <p:cNvSpPr txBox="1"/>
          <p:nvPr>
            <p:ph idx="11" type="ftr"/>
          </p:nvPr>
        </p:nvSpPr>
        <p:spPr>
          <a:xfrm>
            <a:off x="0" y="8686800"/>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Times New Roman"/>
                <a:ea typeface="Times New Roman"/>
                <a:cs typeface="Times New Roman"/>
                <a:sym typeface="Times New Roman"/>
              </a:rPr>
              <a:t>Mike Scott</a:t>
            </a:r>
            <a:endParaRPr/>
          </a:p>
        </p:txBody>
      </p:sp>
      <p:sp>
        <p:nvSpPr>
          <p:cNvPr id="2312" name="Google Shape;2312;p90: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2313" name="Google Shape;2313;p90:notes"/>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14" name="Google Shape;2314;p9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1" name="Shape 2361"/>
        <p:cNvGrpSpPr/>
        <p:nvPr/>
      </p:nvGrpSpPr>
      <p:grpSpPr>
        <a:xfrm>
          <a:off x="0" y="0"/>
          <a:ext cx="0" cy="0"/>
          <a:chOff x="0" y="0"/>
          <a:chExt cx="0" cy="0"/>
        </a:xfrm>
      </p:grpSpPr>
      <p:sp>
        <p:nvSpPr>
          <p:cNvPr id="2362" name="Google Shape;2362;p91: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Times New Roman"/>
                <a:ea typeface="Times New Roman"/>
                <a:cs typeface="Times New Roman"/>
                <a:sym typeface="Times New Roman"/>
              </a:rPr>
              <a:t>An Introduction to Huffman Coding</a:t>
            </a:r>
            <a:endParaRPr/>
          </a:p>
        </p:txBody>
      </p:sp>
      <p:sp>
        <p:nvSpPr>
          <p:cNvPr id="2363" name="Google Shape;2363;p91:notes"/>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a:latin typeface="Times New Roman"/>
                <a:ea typeface="Times New Roman"/>
                <a:cs typeface="Times New Roman"/>
                <a:sym typeface="Times New Roman"/>
              </a:rPr>
              <a:t>March 21, 2000</a:t>
            </a:r>
            <a:endParaRPr/>
          </a:p>
        </p:txBody>
      </p:sp>
      <p:sp>
        <p:nvSpPr>
          <p:cNvPr id="2364" name="Google Shape;2364;p91:notes"/>
          <p:cNvSpPr txBox="1"/>
          <p:nvPr>
            <p:ph idx="11" type="ftr"/>
          </p:nvPr>
        </p:nvSpPr>
        <p:spPr>
          <a:xfrm>
            <a:off x="0" y="8686800"/>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Times New Roman"/>
                <a:ea typeface="Times New Roman"/>
                <a:cs typeface="Times New Roman"/>
                <a:sym typeface="Times New Roman"/>
              </a:rPr>
              <a:t>Mike Scott</a:t>
            </a:r>
            <a:endParaRPr/>
          </a:p>
        </p:txBody>
      </p:sp>
      <p:sp>
        <p:nvSpPr>
          <p:cNvPr id="2365" name="Google Shape;2365;p91: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2366" name="Google Shape;2366;p91:notes"/>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67" name="Google Shape;2367;p9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5" name="Shape 2415"/>
        <p:cNvGrpSpPr/>
        <p:nvPr/>
      </p:nvGrpSpPr>
      <p:grpSpPr>
        <a:xfrm>
          <a:off x="0" y="0"/>
          <a:ext cx="0" cy="0"/>
          <a:chOff x="0" y="0"/>
          <a:chExt cx="0" cy="0"/>
        </a:xfrm>
      </p:grpSpPr>
      <p:sp>
        <p:nvSpPr>
          <p:cNvPr id="2416" name="Google Shape;2416;p92: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Times New Roman"/>
                <a:ea typeface="Times New Roman"/>
                <a:cs typeface="Times New Roman"/>
                <a:sym typeface="Times New Roman"/>
              </a:rPr>
              <a:t>An Introduction to Huffman Coding</a:t>
            </a:r>
            <a:endParaRPr/>
          </a:p>
        </p:txBody>
      </p:sp>
      <p:sp>
        <p:nvSpPr>
          <p:cNvPr id="2417" name="Google Shape;2417;p92:notes"/>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a:latin typeface="Times New Roman"/>
                <a:ea typeface="Times New Roman"/>
                <a:cs typeface="Times New Roman"/>
                <a:sym typeface="Times New Roman"/>
              </a:rPr>
              <a:t>March 21, 2000</a:t>
            </a:r>
            <a:endParaRPr/>
          </a:p>
        </p:txBody>
      </p:sp>
      <p:sp>
        <p:nvSpPr>
          <p:cNvPr id="2418" name="Google Shape;2418;p92:notes"/>
          <p:cNvSpPr txBox="1"/>
          <p:nvPr>
            <p:ph idx="11" type="ftr"/>
          </p:nvPr>
        </p:nvSpPr>
        <p:spPr>
          <a:xfrm>
            <a:off x="0" y="8686800"/>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Times New Roman"/>
                <a:ea typeface="Times New Roman"/>
                <a:cs typeface="Times New Roman"/>
                <a:sym typeface="Times New Roman"/>
              </a:rPr>
              <a:t>Mike Scott</a:t>
            </a:r>
            <a:endParaRPr/>
          </a:p>
        </p:txBody>
      </p:sp>
      <p:sp>
        <p:nvSpPr>
          <p:cNvPr id="2419" name="Google Shape;2419;p92: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2420" name="Google Shape;2420;p92:notes"/>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21" name="Google Shape;2421;p9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9" name="Shape 2469"/>
        <p:cNvGrpSpPr/>
        <p:nvPr/>
      </p:nvGrpSpPr>
      <p:grpSpPr>
        <a:xfrm>
          <a:off x="0" y="0"/>
          <a:ext cx="0" cy="0"/>
          <a:chOff x="0" y="0"/>
          <a:chExt cx="0" cy="0"/>
        </a:xfrm>
      </p:grpSpPr>
      <p:sp>
        <p:nvSpPr>
          <p:cNvPr id="2470" name="Google Shape;2470;p93: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Times New Roman"/>
                <a:ea typeface="Times New Roman"/>
                <a:cs typeface="Times New Roman"/>
                <a:sym typeface="Times New Roman"/>
              </a:rPr>
              <a:t>An Introduction to Huffman Coding</a:t>
            </a:r>
            <a:endParaRPr/>
          </a:p>
        </p:txBody>
      </p:sp>
      <p:sp>
        <p:nvSpPr>
          <p:cNvPr id="2471" name="Google Shape;2471;p93:notes"/>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a:latin typeface="Times New Roman"/>
                <a:ea typeface="Times New Roman"/>
                <a:cs typeface="Times New Roman"/>
                <a:sym typeface="Times New Roman"/>
              </a:rPr>
              <a:t>March 21, 2000</a:t>
            </a:r>
            <a:endParaRPr/>
          </a:p>
        </p:txBody>
      </p:sp>
      <p:sp>
        <p:nvSpPr>
          <p:cNvPr id="2472" name="Google Shape;2472;p93:notes"/>
          <p:cNvSpPr txBox="1"/>
          <p:nvPr>
            <p:ph idx="11" type="ftr"/>
          </p:nvPr>
        </p:nvSpPr>
        <p:spPr>
          <a:xfrm>
            <a:off x="0" y="8686800"/>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Times New Roman"/>
                <a:ea typeface="Times New Roman"/>
                <a:cs typeface="Times New Roman"/>
                <a:sym typeface="Times New Roman"/>
              </a:rPr>
              <a:t>Mike Scott</a:t>
            </a:r>
            <a:endParaRPr/>
          </a:p>
        </p:txBody>
      </p:sp>
      <p:sp>
        <p:nvSpPr>
          <p:cNvPr id="2473" name="Google Shape;2473;p93: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2474" name="Google Shape;2474;p93:notes"/>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75" name="Google Shape;2475;p9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4" name="Shape 2524"/>
        <p:cNvGrpSpPr/>
        <p:nvPr/>
      </p:nvGrpSpPr>
      <p:grpSpPr>
        <a:xfrm>
          <a:off x="0" y="0"/>
          <a:ext cx="0" cy="0"/>
          <a:chOff x="0" y="0"/>
          <a:chExt cx="0" cy="0"/>
        </a:xfrm>
      </p:grpSpPr>
      <p:sp>
        <p:nvSpPr>
          <p:cNvPr id="2525" name="Google Shape;2525;p94: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Times New Roman"/>
                <a:ea typeface="Times New Roman"/>
                <a:cs typeface="Times New Roman"/>
                <a:sym typeface="Times New Roman"/>
              </a:rPr>
              <a:t>An Introduction to Huffman Coding</a:t>
            </a:r>
            <a:endParaRPr/>
          </a:p>
        </p:txBody>
      </p:sp>
      <p:sp>
        <p:nvSpPr>
          <p:cNvPr id="2526" name="Google Shape;2526;p94:notes"/>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a:latin typeface="Times New Roman"/>
                <a:ea typeface="Times New Roman"/>
                <a:cs typeface="Times New Roman"/>
                <a:sym typeface="Times New Roman"/>
              </a:rPr>
              <a:t>March 21, 2000</a:t>
            </a:r>
            <a:endParaRPr/>
          </a:p>
        </p:txBody>
      </p:sp>
      <p:sp>
        <p:nvSpPr>
          <p:cNvPr id="2527" name="Google Shape;2527;p94:notes"/>
          <p:cNvSpPr txBox="1"/>
          <p:nvPr>
            <p:ph idx="11" type="ftr"/>
          </p:nvPr>
        </p:nvSpPr>
        <p:spPr>
          <a:xfrm>
            <a:off x="0" y="8686800"/>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Times New Roman"/>
                <a:ea typeface="Times New Roman"/>
                <a:cs typeface="Times New Roman"/>
                <a:sym typeface="Times New Roman"/>
              </a:rPr>
              <a:t>Mike Scott</a:t>
            </a:r>
            <a:endParaRPr/>
          </a:p>
        </p:txBody>
      </p:sp>
      <p:sp>
        <p:nvSpPr>
          <p:cNvPr id="2528" name="Google Shape;2528;p94: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2529" name="Google Shape;2529;p94:notes"/>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30" name="Google Shape;2530;p9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8" name="Shape 2578"/>
        <p:cNvGrpSpPr/>
        <p:nvPr/>
      </p:nvGrpSpPr>
      <p:grpSpPr>
        <a:xfrm>
          <a:off x="0" y="0"/>
          <a:ext cx="0" cy="0"/>
          <a:chOff x="0" y="0"/>
          <a:chExt cx="0" cy="0"/>
        </a:xfrm>
      </p:grpSpPr>
      <p:sp>
        <p:nvSpPr>
          <p:cNvPr id="2579" name="Google Shape;2579;p95: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Times New Roman"/>
                <a:ea typeface="Times New Roman"/>
                <a:cs typeface="Times New Roman"/>
                <a:sym typeface="Times New Roman"/>
              </a:rPr>
              <a:t>An Introduction to Huffman Coding</a:t>
            </a:r>
            <a:endParaRPr/>
          </a:p>
        </p:txBody>
      </p:sp>
      <p:sp>
        <p:nvSpPr>
          <p:cNvPr id="2580" name="Google Shape;2580;p95:notes"/>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a:latin typeface="Times New Roman"/>
                <a:ea typeface="Times New Roman"/>
                <a:cs typeface="Times New Roman"/>
                <a:sym typeface="Times New Roman"/>
              </a:rPr>
              <a:t>March 21, 2000</a:t>
            </a:r>
            <a:endParaRPr/>
          </a:p>
        </p:txBody>
      </p:sp>
      <p:sp>
        <p:nvSpPr>
          <p:cNvPr id="2581" name="Google Shape;2581;p95:notes"/>
          <p:cNvSpPr txBox="1"/>
          <p:nvPr>
            <p:ph idx="11" type="ftr"/>
          </p:nvPr>
        </p:nvSpPr>
        <p:spPr>
          <a:xfrm>
            <a:off x="0" y="8686800"/>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Times New Roman"/>
                <a:ea typeface="Times New Roman"/>
                <a:cs typeface="Times New Roman"/>
                <a:sym typeface="Times New Roman"/>
              </a:rPr>
              <a:t>Mike Scott</a:t>
            </a:r>
            <a:endParaRPr/>
          </a:p>
        </p:txBody>
      </p:sp>
      <p:sp>
        <p:nvSpPr>
          <p:cNvPr id="2582" name="Google Shape;2582;p95: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2583" name="Google Shape;2583;p95:notes"/>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84" name="Google Shape;2584;p9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5" name="Shape 2635"/>
        <p:cNvGrpSpPr/>
        <p:nvPr/>
      </p:nvGrpSpPr>
      <p:grpSpPr>
        <a:xfrm>
          <a:off x="0" y="0"/>
          <a:ext cx="0" cy="0"/>
          <a:chOff x="0" y="0"/>
          <a:chExt cx="0" cy="0"/>
        </a:xfrm>
      </p:grpSpPr>
      <p:sp>
        <p:nvSpPr>
          <p:cNvPr id="2636" name="Google Shape;2636;p96: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Times New Roman"/>
                <a:ea typeface="Times New Roman"/>
                <a:cs typeface="Times New Roman"/>
                <a:sym typeface="Times New Roman"/>
              </a:rPr>
              <a:t>An Introduction to Huffman Coding</a:t>
            </a:r>
            <a:endParaRPr/>
          </a:p>
        </p:txBody>
      </p:sp>
      <p:sp>
        <p:nvSpPr>
          <p:cNvPr id="2637" name="Google Shape;2637;p96:notes"/>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a:latin typeface="Times New Roman"/>
                <a:ea typeface="Times New Roman"/>
                <a:cs typeface="Times New Roman"/>
                <a:sym typeface="Times New Roman"/>
              </a:rPr>
              <a:t>March 21, 2000</a:t>
            </a:r>
            <a:endParaRPr/>
          </a:p>
        </p:txBody>
      </p:sp>
      <p:sp>
        <p:nvSpPr>
          <p:cNvPr id="2638" name="Google Shape;2638;p96:notes"/>
          <p:cNvSpPr txBox="1"/>
          <p:nvPr>
            <p:ph idx="11" type="ftr"/>
          </p:nvPr>
        </p:nvSpPr>
        <p:spPr>
          <a:xfrm>
            <a:off x="0" y="8686800"/>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Times New Roman"/>
                <a:ea typeface="Times New Roman"/>
                <a:cs typeface="Times New Roman"/>
                <a:sym typeface="Times New Roman"/>
              </a:rPr>
              <a:t>Mike Scott</a:t>
            </a:r>
            <a:endParaRPr/>
          </a:p>
        </p:txBody>
      </p:sp>
      <p:sp>
        <p:nvSpPr>
          <p:cNvPr id="2639" name="Google Shape;2639;p96: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2640" name="Google Shape;2640;p96:notes"/>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41" name="Google Shape;2641;p9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3" name="Shape 2693"/>
        <p:cNvGrpSpPr/>
        <p:nvPr/>
      </p:nvGrpSpPr>
      <p:grpSpPr>
        <a:xfrm>
          <a:off x="0" y="0"/>
          <a:ext cx="0" cy="0"/>
          <a:chOff x="0" y="0"/>
          <a:chExt cx="0" cy="0"/>
        </a:xfrm>
      </p:grpSpPr>
      <p:sp>
        <p:nvSpPr>
          <p:cNvPr id="2694" name="Google Shape;2694;p97: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Times New Roman"/>
                <a:ea typeface="Times New Roman"/>
                <a:cs typeface="Times New Roman"/>
                <a:sym typeface="Times New Roman"/>
              </a:rPr>
              <a:t>An Introduction to Huffman Coding</a:t>
            </a:r>
            <a:endParaRPr/>
          </a:p>
        </p:txBody>
      </p:sp>
      <p:sp>
        <p:nvSpPr>
          <p:cNvPr id="2695" name="Google Shape;2695;p97:notes"/>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a:latin typeface="Times New Roman"/>
                <a:ea typeface="Times New Roman"/>
                <a:cs typeface="Times New Roman"/>
                <a:sym typeface="Times New Roman"/>
              </a:rPr>
              <a:t>March 21, 2000</a:t>
            </a:r>
            <a:endParaRPr/>
          </a:p>
        </p:txBody>
      </p:sp>
      <p:sp>
        <p:nvSpPr>
          <p:cNvPr id="2696" name="Google Shape;2696;p97:notes"/>
          <p:cNvSpPr txBox="1"/>
          <p:nvPr>
            <p:ph idx="11" type="ftr"/>
          </p:nvPr>
        </p:nvSpPr>
        <p:spPr>
          <a:xfrm>
            <a:off x="0" y="8686800"/>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Times New Roman"/>
                <a:ea typeface="Times New Roman"/>
                <a:cs typeface="Times New Roman"/>
                <a:sym typeface="Times New Roman"/>
              </a:rPr>
              <a:t>Mike Scott</a:t>
            </a:r>
            <a:endParaRPr/>
          </a:p>
        </p:txBody>
      </p:sp>
      <p:sp>
        <p:nvSpPr>
          <p:cNvPr id="2697" name="Google Shape;2697;p97: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2698" name="Google Shape;2698;p97:notes"/>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99" name="Google Shape;2699;p9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0" name="Shape 2750"/>
        <p:cNvGrpSpPr/>
        <p:nvPr/>
      </p:nvGrpSpPr>
      <p:grpSpPr>
        <a:xfrm>
          <a:off x="0" y="0"/>
          <a:ext cx="0" cy="0"/>
          <a:chOff x="0" y="0"/>
          <a:chExt cx="0" cy="0"/>
        </a:xfrm>
      </p:grpSpPr>
      <p:sp>
        <p:nvSpPr>
          <p:cNvPr id="2751" name="Google Shape;2751;p98: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Times New Roman"/>
                <a:ea typeface="Times New Roman"/>
                <a:cs typeface="Times New Roman"/>
                <a:sym typeface="Times New Roman"/>
              </a:rPr>
              <a:t>An Introduction to Huffman Coding</a:t>
            </a:r>
            <a:endParaRPr/>
          </a:p>
        </p:txBody>
      </p:sp>
      <p:sp>
        <p:nvSpPr>
          <p:cNvPr id="2752" name="Google Shape;2752;p98:notes"/>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a:latin typeface="Times New Roman"/>
                <a:ea typeface="Times New Roman"/>
                <a:cs typeface="Times New Roman"/>
                <a:sym typeface="Times New Roman"/>
              </a:rPr>
              <a:t>March 21, 2000</a:t>
            </a:r>
            <a:endParaRPr/>
          </a:p>
        </p:txBody>
      </p:sp>
      <p:sp>
        <p:nvSpPr>
          <p:cNvPr id="2753" name="Google Shape;2753;p98:notes"/>
          <p:cNvSpPr txBox="1"/>
          <p:nvPr>
            <p:ph idx="11" type="ftr"/>
          </p:nvPr>
        </p:nvSpPr>
        <p:spPr>
          <a:xfrm>
            <a:off x="0" y="8686800"/>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Times New Roman"/>
                <a:ea typeface="Times New Roman"/>
                <a:cs typeface="Times New Roman"/>
                <a:sym typeface="Times New Roman"/>
              </a:rPr>
              <a:t>Mike Scott</a:t>
            </a:r>
            <a:endParaRPr/>
          </a:p>
        </p:txBody>
      </p:sp>
      <p:sp>
        <p:nvSpPr>
          <p:cNvPr id="2754" name="Google Shape;2754;p98: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2755" name="Google Shape;2755;p98:notes"/>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56" name="Google Shape;2756;p9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7" name="Shape 2807"/>
        <p:cNvGrpSpPr/>
        <p:nvPr/>
      </p:nvGrpSpPr>
      <p:grpSpPr>
        <a:xfrm>
          <a:off x="0" y="0"/>
          <a:ext cx="0" cy="0"/>
          <a:chOff x="0" y="0"/>
          <a:chExt cx="0" cy="0"/>
        </a:xfrm>
      </p:grpSpPr>
      <p:sp>
        <p:nvSpPr>
          <p:cNvPr id="2808" name="Google Shape;2808;p99: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Times New Roman"/>
                <a:ea typeface="Times New Roman"/>
                <a:cs typeface="Times New Roman"/>
                <a:sym typeface="Times New Roman"/>
              </a:rPr>
              <a:t>An Introduction to Huffman Coding</a:t>
            </a:r>
            <a:endParaRPr/>
          </a:p>
        </p:txBody>
      </p:sp>
      <p:sp>
        <p:nvSpPr>
          <p:cNvPr id="2809" name="Google Shape;2809;p99:notes"/>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a:latin typeface="Times New Roman"/>
                <a:ea typeface="Times New Roman"/>
                <a:cs typeface="Times New Roman"/>
                <a:sym typeface="Times New Roman"/>
              </a:rPr>
              <a:t>March 21, 2000</a:t>
            </a:r>
            <a:endParaRPr/>
          </a:p>
        </p:txBody>
      </p:sp>
      <p:sp>
        <p:nvSpPr>
          <p:cNvPr id="2810" name="Google Shape;2810;p99:notes"/>
          <p:cNvSpPr txBox="1"/>
          <p:nvPr>
            <p:ph idx="11" type="ftr"/>
          </p:nvPr>
        </p:nvSpPr>
        <p:spPr>
          <a:xfrm>
            <a:off x="0" y="8686800"/>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Times New Roman"/>
                <a:ea typeface="Times New Roman"/>
                <a:cs typeface="Times New Roman"/>
                <a:sym typeface="Times New Roman"/>
              </a:rPr>
              <a:t>Mike Scott</a:t>
            </a:r>
            <a:endParaRPr/>
          </a:p>
        </p:txBody>
      </p:sp>
      <p:sp>
        <p:nvSpPr>
          <p:cNvPr id="2811" name="Google Shape;2811;p99: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2812" name="Google Shape;2812;p99:notes"/>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13" name="Google Shape;2813;p9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0" name="Shape 2820"/>
        <p:cNvGrpSpPr/>
        <p:nvPr/>
      </p:nvGrpSpPr>
      <p:grpSpPr>
        <a:xfrm>
          <a:off x="0" y="0"/>
          <a:ext cx="0" cy="0"/>
          <a:chOff x="0" y="0"/>
          <a:chExt cx="0" cy="0"/>
        </a:xfrm>
      </p:grpSpPr>
      <p:sp>
        <p:nvSpPr>
          <p:cNvPr id="2821" name="Google Shape;2821;p100: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Times New Roman"/>
                <a:ea typeface="Times New Roman"/>
                <a:cs typeface="Times New Roman"/>
                <a:sym typeface="Times New Roman"/>
              </a:rPr>
              <a:t>An Introduction to Huffman Coding</a:t>
            </a:r>
            <a:endParaRPr/>
          </a:p>
        </p:txBody>
      </p:sp>
      <p:sp>
        <p:nvSpPr>
          <p:cNvPr id="2822" name="Google Shape;2822;p100:notes"/>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a:latin typeface="Times New Roman"/>
                <a:ea typeface="Times New Roman"/>
                <a:cs typeface="Times New Roman"/>
                <a:sym typeface="Times New Roman"/>
              </a:rPr>
              <a:t>March 21, 2000</a:t>
            </a:r>
            <a:endParaRPr/>
          </a:p>
        </p:txBody>
      </p:sp>
      <p:sp>
        <p:nvSpPr>
          <p:cNvPr id="2823" name="Google Shape;2823;p100:notes"/>
          <p:cNvSpPr txBox="1"/>
          <p:nvPr>
            <p:ph idx="11" type="ftr"/>
          </p:nvPr>
        </p:nvSpPr>
        <p:spPr>
          <a:xfrm>
            <a:off x="0" y="8686800"/>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Times New Roman"/>
                <a:ea typeface="Times New Roman"/>
                <a:cs typeface="Times New Roman"/>
                <a:sym typeface="Times New Roman"/>
              </a:rPr>
              <a:t>Mike Scott</a:t>
            </a:r>
            <a:endParaRPr/>
          </a:p>
        </p:txBody>
      </p:sp>
      <p:sp>
        <p:nvSpPr>
          <p:cNvPr id="2824" name="Google Shape;2824;p100: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2825" name="Google Shape;2825;p100:notes"/>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26" name="Google Shape;2826;p10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2" name="Shape 2832"/>
        <p:cNvGrpSpPr/>
        <p:nvPr/>
      </p:nvGrpSpPr>
      <p:grpSpPr>
        <a:xfrm>
          <a:off x="0" y="0"/>
          <a:ext cx="0" cy="0"/>
          <a:chOff x="0" y="0"/>
          <a:chExt cx="0" cy="0"/>
        </a:xfrm>
      </p:grpSpPr>
      <p:sp>
        <p:nvSpPr>
          <p:cNvPr id="2833" name="Google Shape;2833;p101:notes"/>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Times New Roman"/>
                <a:ea typeface="Times New Roman"/>
                <a:cs typeface="Times New Roman"/>
                <a:sym typeface="Times New Roman"/>
              </a:rPr>
              <a:t>An Introduction to Huffman Coding</a:t>
            </a:r>
            <a:endParaRPr/>
          </a:p>
        </p:txBody>
      </p:sp>
      <p:sp>
        <p:nvSpPr>
          <p:cNvPr id="2834" name="Google Shape;2834;p101:notes"/>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lang="en-US">
                <a:latin typeface="Times New Roman"/>
                <a:ea typeface="Times New Roman"/>
                <a:cs typeface="Times New Roman"/>
                <a:sym typeface="Times New Roman"/>
              </a:rPr>
              <a:t>March 21, 2000</a:t>
            </a:r>
            <a:endParaRPr/>
          </a:p>
        </p:txBody>
      </p:sp>
      <p:sp>
        <p:nvSpPr>
          <p:cNvPr id="2835" name="Google Shape;2835;p101:notes"/>
          <p:cNvSpPr txBox="1"/>
          <p:nvPr>
            <p:ph idx="11" type="ftr"/>
          </p:nvPr>
        </p:nvSpPr>
        <p:spPr>
          <a:xfrm>
            <a:off x="0" y="8686800"/>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Times New Roman"/>
                <a:ea typeface="Times New Roman"/>
                <a:cs typeface="Times New Roman"/>
                <a:sym typeface="Times New Roman"/>
              </a:rPr>
              <a:t>Mike Scott</a:t>
            </a:r>
            <a:endParaRPr/>
          </a:p>
        </p:txBody>
      </p:sp>
      <p:sp>
        <p:nvSpPr>
          <p:cNvPr id="2836" name="Google Shape;2836;p101: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latin typeface="Times New Roman"/>
                <a:ea typeface="Times New Roman"/>
                <a:cs typeface="Times New Roman"/>
                <a:sym typeface="Times New Roman"/>
              </a:rPr>
              <a:t>‹#›</a:t>
            </a:fld>
            <a:endParaRPr>
              <a:latin typeface="Times New Roman"/>
              <a:ea typeface="Times New Roman"/>
              <a:cs typeface="Times New Roman"/>
              <a:sym typeface="Times New Roman"/>
            </a:endParaRPr>
          </a:p>
        </p:txBody>
      </p:sp>
      <p:sp>
        <p:nvSpPr>
          <p:cNvPr id="2837" name="Google Shape;2837;p101:notes"/>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38" name="Google Shape;2838;p10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Times New Roman"/>
              <a:ea typeface="Times New Roman"/>
              <a:cs typeface="Times New Roman"/>
              <a:sym typeface="Times New Roman"/>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2" name="Shape 2842"/>
        <p:cNvGrpSpPr/>
        <p:nvPr/>
      </p:nvGrpSpPr>
      <p:grpSpPr>
        <a:xfrm>
          <a:off x="0" y="0"/>
          <a:ext cx="0" cy="0"/>
          <a:chOff x="0" y="0"/>
          <a:chExt cx="0" cy="0"/>
        </a:xfrm>
      </p:grpSpPr>
      <p:sp>
        <p:nvSpPr>
          <p:cNvPr id="2843" name="Google Shape;2843;p10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844" name="Google Shape;2844;p10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6" name="Shape 2896"/>
        <p:cNvGrpSpPr/>
        <p:nvPr/>
      </p:nvGrpSpPr>
      <p:grpSpPr>
        <a:xfrm>
          <a:off x="0" y="0"/>
          <a:ext cx="0" cy="0"/>
          <a:chOff x="0" y="0"/>
          <a:chExt cx="0" cy="0"/>
        </a:xfrm>
      </p:grpSpPr>
      <p:sp>
        <p:nvSpPr>
          <p:cNvPr id="2897" name="Google Shape;2897;p10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898" name="Google Shape;2898;p10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3" name="Shape 2903"/>
        <p:cNvGrpSpPr/>
        <p:nvPr/>
      </p:nvGrpSpPr>
      <p:grpSpPr>
        <a:xfrm>
          <a:off x="0" y="0"/>
          <a:ext cx="0" cy="0"/>
          <a:chOff x="0" y="0"/>
          <a:chExt cx="0" cy="0"/>
        </a:xfrm>
      </p:grpSpPr>
      <p:sp>
        <p:nvSpPr>
          <p:cNvPr id="2904" name="Google Shape;2904;p10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905" name="Google Shape;2905;p10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1" name="Shape 2931"/>
        <p:cNvGrpSpPr/>
        <p:nvPr/>
      </p:nvGrpSpPr>
      <p:grpSpPr>
        <a:xfrm>
          <a:off x="0" y="0"/>
          <a:ext cx="0" cy="0"/>
          <a:chOff x="0" y="0"/>
          <a:chExt cx="0" cy="0"/>
        </a:xfrm>
      </p:grpSpPr>
      <p:sp>
        <p:nvSpPr>
          <p:cNvPr id="2932" name="Google Shape;2932;p10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933" name="Google Shape;2933;p10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7" name="Shape 2937"/>
        <p:cNvGrpSpPr/>
        <p:nvPr/>
      </p:nvGrpSpPr>
      <p:grpSpPr>
        <a:xfrm>
          <a:off x="0" y="0"/>
          <a:ext cx="0" cy="0"/>
          <a:chOff x="0" y="0"/>
          <a:chExt cx="0" cy="0"/>
        </a:xfrm>
      </p:grpSpPr>
      <p:sp>
        <p:nvSpPr>
          <p:cNvPr id="2938" name="Google Shape;2938;p10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939" name="Google Shape;2939;p10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3" name="Shape 2943"/>
        <p:cNvGrpSpPr/>
        <p:nvPr/>
      </p:nvGrpSpPr>
      <p:grpSpPr>
        <a:xfrm>
          <a:off x="0" y="0"/>
          <a:ext cx="0" cy="0"/>
          <a:chOff x="0" y="0"/>
          <a:chExt cx="0" cy="0"/>
        </a:xfrm>
      </p:grpSpPr>
      <p:sp>
        <p:nvSpPr>
          <p:cNvPr id="2944" name="Google Shape;2944;p10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945" name="Google Shape;2945;p10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6" name="Shape 2966"/>
        <p:cNvGrpSpPr/>
        <p:nvPr/>
      </p:nvGrpSpPr>
      <p:grpSpPr>
        <a:xfrm>
          <a:off x="0" y="0"/>
          <a:ext cx="0" cy="0"/>
          <a:chOff x="0" y="0"/>
          <a:chExt cx="0" cy="0"/>
        </a:xfrm>
      </p:grpSpPr>
      <p:sp>
        <p:nvSpPr>
          <p:cNvPr id="2967" name="Google Shape;2967;p10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968" name="Google Shape;2968;p10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0" name="Shape 2980"/>
        <p:cNvGrpSpPr/>
        <p:nvPr/>
      </p:nvGrpSpPr>
      <p:grpSpPr>
        <a:xfrm>
          <a:off x="0" y="0"/>
          <a:ext cx="0" cy="0"/>
          <a:chOff x="0" y="0"/>
          <a:chExt cx="0" cy="0"/>
        </a:xfrm>
      </p:grpSpPr>
      <p:sp>
        <p:nvSpPr>
          <p:cNvPr id="2981" name="Google Shape;2981;p10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982" name="Google Shape;2982;p10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6" name="Shape 2986"/>
        <p:cNvGrpSpPr/>
        <p:nvPr/>
      </p:nvGrpSpPr>
      <p:grpSpPr>
        <a:xfrm>
          <a:off x="0" y="0"/>
          <a:ext cx="0" cy="0"/>
          <a:chOff x="0" y="0"/>
          <a:chExt cx="0" cy="0"/>
        </a:xfrm>
      </p:grpSpPr>
      <p:sp>
        <p:nvSpPr>
          <p:cNvPr id="2987" name="Google Shape;2987;p11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988" name="Google Shape;2988;p1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1" name="Shape 2991"/>
        <p:cNvGrpSpPr/>
        <p:nvPr/>
      </p:nvGrpSpPr>
      <p:grpSpPr>
        <a:xfrm>
          <a:off x="0" y="0"/>
          <a:ext cx="0" cy="0"/>
          <a:chOff x="0" y="0"/>
          <a:chExt cx="0" cy="0"/>
        </a:xfrm>
      </p:grpSpPr>
      <p:sp>
        <p:nvSpPr>
          <p:cNvPr id="2992" name="Google Shape;2992;p11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993" name="Google Shape;2993;p1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6" name="Shape 2996"/>
        <p:cNvGrpSpPr/>
        <p:nvPr/>
      </p:nvGrpSpPr>
      <p:grpSpPr>
        <a:xfrm>
          <a:off x="0" y="0"/>
          <a:ext cx="0" cy="0"/>
          <a:chOff x="0" y="0"/>
          <a:chExt cx="0" cy="0"/>
        </a:xfrm>
      </p:grpSpPr>
      <p:sp>
        <p:nvSpPr>
          <p:cNvPr id="2997" name="Google Shape;2997;p11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998" name="Google Shape;2998;p1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2" name="Shape 3002"/>
        <p:cNvGrpSpPr/>
        <p:nvPr/>
      </p:nvGrpSpPr>
      <p:grpSpPr>
        <a:xfrm>
          <a:off x="0" y="0"/>
          <a:ext cx="0" cy="0"/>
          <a:chOff x="0" y="0"/>
          <a:chExt cx="0" cy="0"/>
        </a:xfrm>
      </p:grpSpPr>
      <p:sp>
        <p:nvSpPr>
          <p:cNvPr id="3003" name="Google Shape;3003;p11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004" name="Google Shape;3004;p1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8" name="Shape 3008"/>
        <p:cNvGrpSpPr/>
        <p:nvPr/>
      </p:nvGrpSpPr>
      <p:grpSpPr>
        <a:xfrm>
          <a:off x="0" y="0"/>
          <a:ext cx="0" cy="0"/>
          <a:chOff x="0" y="0"/>
          <a:chExt cx="0" cy="0"/>
        </a:xfrm>
      </p:grpSpPr>
      <p:sp>
        <p:nvSpPr>
          <p:cNvPr id="3009" name="Google Shape;3009;p11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010" name="Google Shape;3010;p1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8" name="Shape 3048"/>
        <p:cNvGrpSpPr/>
        <p:nvPr/>
      </p:nvGrpSpPr>
      <p:grpSpPr>
        <a:xfrm>
          <a:off x="0" y="0"/>
          <a:ext cx="0" cy="0"/>
          <a:chOff x="0" y="0"/>
          <a:chExt cx="0" cy="0"/>
        </a:xfrm>
      </p:grpSpPr>
      <p:sp>
        <p:nvSpPr>
          <p:cNvPr id="3049" name="Google Shape;3049;p11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050" name="Google Shape;3050;p1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8" name="Shape 3088"/>
        <p:cNvGrpSpPr/>
        <p:nvPr/>
      </p:nvGrpSpPr>
      <p:grpSpPr>
        <a:xfrm>
          <a:off x="0" y="0"/>
          <a:ext cx="0" cy="0"/>
          <a:chOff x="0" y="0"/>
          <a:chExt cx="0" cy="0"/>
        </a:xfrm>
      </p:grpSpPr>
      <p:sp>
        <p:nvSpPr>
          <p:cNvPr id="3089" name="Google Shape;3089;p11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090" name="Google Shape;3090;p1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4" name="Shape 3094"/>
        <p:cNvGrpSpPr/>
        <p:nvPr/>
      </p:nvGrpSpPr>
      <p:grpSpPr>
        <a:xfrm>
          <a:off x="0" y="0"/>
          <a:ext cx="0" cy="0"/>
          <a:chOff x="0" y="0"/>
          <a:chExt cx="0" cy="0"/>
        </a:xfrm>
      </p:grpSpPr>
      <p:sp>
        <p:nvSpPr>
          <p:cNvPr id="3095" name="Google Shape;3095;p11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096" name="Google Shape;3096;p1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0" name="Shape 3100"/>
        <p:cNvGrpSpPr/>
        <p:nvPr/>
      </p:nvGrpSpPr>
      <p:grpSpPr>
        <a:xfrm>
          <a:off x="0" y="0"/>
          <a:ext cx="0" cy="0"/>
          <a:chOff x="0" y="0"/>
          <a:chExt cx="0" cy="0"/>
        </a:xfrm>
      </p:grpSpPr>
      <p:sp>
        <p:nvSpPr>
          <p:cNvPr id="3101" name="Google Shape;3101;p11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102" name="Google Shape;3102;p1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6" name="Shape 3106"/>
        <p:cNvGrpSpPr/>
        <p:nvPr/>
      </p:nvGrpSpPr>
      <p:grpSpPr>
        <a:xfrm>
          <a:off x="0" y="0"/>
          <a:ext cx="0" cy="0"/>
          <a:chOff x="0" y="0"/>
          <a:chExt cx="0" cy="0"/>
        </a:xfrm>
      </p:grpSpPr>
      <p:sp>
        <p:nvSpPr>
          <p:cNvPr id="3107" name="Google Shape;3107;p11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108" name="Google Shape;3108;p1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9" name="Shape 3159"/>
        <p:cNvGrpSpPr/>
        <p:nvPr/>
      </p:nvGrpSpPr>
      <p:grpSpPr>
        <a:xfrm>
          <a:off x="0" y="0"/>
          <a:ext cx="0" cy="0"/>
          <a:chOff x="0" y="0"/>
          <a:chExt cx="0" cy="0"/>
        </a:xfrm>
      </p:grpSpPr>
      <p:sp>
        <p:nvSpPr>
          <p:cNvPr id="3160" name="Google Shape;3160;p12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161" name="Google Shape;3161;p1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7" name="Shape 3167"/>
        <p:cNvGrpSpPr/>
        <p:nvPr/>
      </p:nvGrpSpPr>
      <p:grpSpPr>
        <a:xfrm>
          <a:off x="0" y="0"/>
          <a:ext cx="0" cy="0"/>
          <a:chOff x="0" y="0"/>
          <a:chExt cx="0" cy="0"/>
        </a:xfrm>
      </p:grpSpPr>
      <p:sp>
        <p:nvSpPr>
          <p:cNvPr id="3168" name="Google Shape;3168;p12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169" name="Google Shape;3169;p1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7" name="Shape 3207"/>
        <p:cNvGrpSpPr/>
        <p:nvPr/>
      </p:nvGrpSpPr>
      <p:grpSpPr>
        <a:xfrm>
          <a:off x="0" y="0"/>
          <a:ext cx="0" cy="0"/>
          <a:chOff x="0" y="0"/>
          <a:chExt cx="0" cy="0"/>
        </a:xfrm>
      </p:grpSpPr>
      <p:sp>
        <p:nvSpPr>
          <p:cNvPr id="3208" name="Google Shape;3208;p12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209" name="Google Shape;3209;p1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3" name="Shape 3213"/>
        <p:cNvGrpSpPr/>
        <p:nvPr/>
      </p:nvGrpSpPr>
      <p:grpSpPr>
        <a:xfrm>
          <a:off x="0" y="0"/>
          <a:ext cx="0" cy="0"/>
          <a:chOff x="0" y="0"/>
          <a:chExt cx="0" cy="0"/>
        </a:xfrm>
      </p:grpSpPr>
      <p:sp>
        <p:nvSpPr>
          <p:cNvPr id="3214" name="Google Shape;3214;p12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215" name="Google Shape;3215;p1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8" name="Shape 3218"/>
        <p:cNvGrpSpPr/>
        <p:nvPr/>
      </p:nvGrpSpPr>
      <p:grpSpPr>
        <a:xfrm>
          <a:off x="0" y="0"/>
          <a:ext cx="0" cy="0"/>
          <a:chOff x="0" y="0"/>
          <a:chExt cx="0" cy="0"/>
        </a:xfrm>
      </p:grpSpPr>
      <p:sp>
        <p:nvSpPr>
          <p:cNvPr id="3219" name="Google Shape;3219;p12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220" name="Google Shape;3220;p1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4" name="Shape 3224"/>
        <p:cNvGrpSpPr/>
        <p:nvPr/>
      </p:nvGrpSpPr>
      <p:grpSpPr>
        <a:xfrm>
          <a:off x="0" y="0"/>
          <a:ext cx="0" cy="0"/>
          <a:chOff x="0" y="0"/>
          <a:chExt cx="0" cy="0"/>
        </a:xfrm>
      </p:grpSpPr>
      <p:sp>
        <p:nvSpPr>
          <p:cNvPr id="3225" name="Google Shape;3225;p12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226" name="Google Shape;3226;p1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5" name="Shape 3265"/>
        <p:cNvGrpSpPr/>
        <p:nvPr/>
      </p:nvGrpSpPr>
      <p:grpSpPr>
        <a:xfrm>
          <a:off x="0" y="0"/>
          <a:ext cx="0" cy="0"/>
          <a:chOff x="0" y="0"/>
          <a:chExt cx="0" cy="0"/>
        </a:xfrm>
      </p:grpSpPr>
      <p:sp>
        <p:nvSpPr>
          <p:cNvPr id="3266" name="Google Shape;3266;p12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267" name="Google Shape;3267;p1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1" name="Shape 3271"/>
        <p:cNvGrpSpPr/>
        <p:nvPr/>
      </p:nvGrpSpPr>
      <p:grpSpPr>
        <a:xfrm>
          <a:off x="0" y="0"/>
          <a:ext cx="0" cy="0"/>
          <a:chOff x="0" y="0"/>
          <a:chExt cx="0" cy="0"/>
        </a:xfrm>
      </p:grpSpPr>
      <p:sp>
        <p:nvSpPr>
          <p:cNvPr id="3272" name="Google Shape;3272;p12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273" name="Google Shape;3273;p1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8" name="Shape 3278"/>
        <p:cNvGrpSpPr/>
        <p:nvPr/>
      </p:nvGrpSpPr>
      <p:grpSpPr>
        <a:xfrm>
          <a:off x="0" y="0"/>
          <a:ext cx="0" cy="0"/>
          <a:chOff x="0" y="0"/>
          <a:chExt cx="0" cy="0"/>
        </a:xfrm>
      </p:grpSpPr>
      <p:sp>
        <p:nvSpPr>
          <p:cNvPr id="3279" name="Google Shape;3279;p12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280" name="Google Shape;3280;p1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4" name="Shape 3324"/>
        <p:cNvGrpSpPr/>
        <p:nvPr/>
      </p:nvGrpSpPr>
      <p:grpSpPr>
        <a:xfrm>
          <a:off x="0" y="0"/>
          <a:ext cx="0" cy="0"/>
          <a:chOff x="0" y="0"/>
          <a:chExt cx="0" cy="0"/>
        </a:xfrm>
      </p:grpSpPr>
      <p:sp>
        <p:nvSpPr>
          <p:cNvPr id="3325" name="Google Shape;3325;p12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326" name="Google Shape;3326;p1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0" name="Shape 3330"/>
        <p:cNvGrpSpPr/>
        <p:nvPr/>
      </p:nvGrpSpPr>
      <p:grpSpPr>
        <a:xfrm>
          <a:off x="0" y="0"/>
          <a:ext cx="0" cy="0"/>
          <a:chOff x="0" y="0"/>
          <a:chExt cx="0" cy="0"/>
        </a:xfrm>
      </p:grpSpPr>
      <p:sp>
        <p:nvSpPr>
          <p:cNvPr id="3331" name="Google Shape;3331;p13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332" name="Google Shape;3332;p1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5" name="Shape 3375"/>
        <p:cNvGrpSpPr/>
        <p:nvPr/>
      </p:nvGrpSpPr>
      <p:grpSpPr>
        <a:xfrm>
          <a:off x="0" y="0"/>
          <a:ext cx="0" cy="0"/>
          <a:chOff x="0" y="0"/>
          <a:chExt cx="0" cy="0"/>
        </a:xfrm>
      </p:grpSpPr>
      <p:sp>
        <p:nvSpPr>
          <p:cNvPr id="3376" name="Google Shape;3376;p13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377" name="Google Shape;3377;p1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0" name="Shape 3440"/>
        <p:cNvGrpSpPr/>
        <p:nvPr/>
      </p:nvGrpSpPr>
      <p:grpSpPr>
        <a:xfrm>
          <a:off x="0" y="0"/>
          <a:ext cx="0" cy="0"/>
          <a:chOff x="0" y="0"/>
          <a:chExt cx="0" cy="0"/>
        </a:xfrm>
      </p:grpSpPr>
      <p:sp>
        <p:nvSpPr>
          <p:cNvPr id="3441" name="Google Shape;3441;p13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442" name="Google Shape;3442;p1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5" name="Shape 15"/>
        <p:cNvGrpSpPr/>
        <p:nvPr/>
      </p:nvGrpSpPr>
      <p:grpSpPr>
        <a:xfrm>
          <a:off x="0" y="0"/>
          <a:ext cx="0" cy="0"/>
          <a:chOff x="0" y="0"/>
          <a:chExt cx="0" cy="0"/>
        </a:xfrm>
      </p:grpSpPr>
      <p:sp>
        <p:nvSpPr>
          <p:cNvPr id="16" name="Google Shape;16;p134"/>
          <p:cNvSpPr txBox="1"/>
          <p:nvPr>
            <p:ph type="title"/>
          </p:nvPr>
        </p:nvSpPr>
        <p:spPr>
          <a:xfrm>
            <a:off x="696913" y="592138"/>
            <a:ext cx="7772400" cy="11430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34"/>
          <p:cNvSpPr txBox="1"/>
          <p:nvPr>
            <p:ph idx="10" type="dt"/>
          </p:nvPr>
        </p:nvSpPr>
        <p:spPr>
          <a:xfrm>
            <a:off x="696913" y="64008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7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134"/>
          <p:cNvSpPr txBox="1"/>
          <p:nvPr>
            <p:ph idx="11" type="ftr"/>
          </p:nvPr>
        </p:nvSpPr>
        <p:spPr>
          <a:xfrm>
            <a:off x="3105150" y="6383338"/>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7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34"/>
          <p:cNvSpPr txBox="1"/>
          <p:nvPr>
            <p:ph idx="12" type="sldNum"/>
          </p:nvPr>
        </p:nvSpPr>
        <p:spPr>
          <a:xfrm>
            <a:off x="6534150" y="6383338"/>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0" name="Shape 20"/>
        <p:cNvGrpSpPr/>
        <p:nvPr/>
      </p:nvGrpSpPr>
      <p:grpSpPr>
        <a:xfrm>
          <a:off x="0" y="0"/>
          <a:ext cx="0" cy="0"/>
          <a:chOff x="0" y="0"/>
          <a:chExt cx="0" cy="0"/>
        </a:xfrm>
      </p:grpSpPr>
      <p:sp>
        <p:nvSpPr>
          <p:cNvPr id="21" name="Google Shape;21;p135"/>
          <p:cNvSpPr txBox="1"/>
          <p:nvPr>
            <p:ph idx="10" type="dt"/>
          </p:nvPr>
        </p:nvSpPr>
        <p:spPr>
          <a:xfrm>
            <a:off x="696913" y="64008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7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135"/>
          <p:cNvSpPr txBox="1"/>
          <p:nvPr>
            <p:ph idx="11" type="ftr"/>
          </p:nvPr>
        </p:nvSpPr>
        <p:spPr>
          <a:xfrm>
            <a:off x="3105150" y="6383338"/>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7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35"/>
          <p:cNvSpPr txBox="1"/>
          <p:nvPr>
            <p:ph idx="12" type="sldNum"/>
          </p:nvPr>
        </p:nvSpPr>
        <p:spPr>
          <a:xfrm>
            <a:off x="6534150" y="6383338"/>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4" name="Shape 24"/>
        <p:cNvGrpSpPr/>
        <p:nvPr/>
      </p:nvGrpSpPr>
      <p:grpSpPr>
        <a:xfrm>
          <a:off x="0" y="0"/>
          <a:ext cx="0" cy="0"/>
          <a:chOff x="0" y="0"/>
          <a:chExt cx="0" cy="0"/>
        </a:xfrm>
      </p:grpSpPr>
      <p:sp>
        <p:nvSpPr>
          <p:cNvPr id="25" name="Google Shape;25;p138"/>
          <p:cNvSpPr txBox="1"/>
          <p:nvPr>
            <p:ph type="title"/>
          </p:nvPr>
        </p:nvSpPr>
        <p:spPr>
          <a:xfrm>
            <a:off x="696913" y="592138"/>
            <a:ext cx="7772400" cy="11430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38"/>
          <p:cNvSpPr txBox="1"/>
          <p:nvPr>
            <p:ph idx="1" type="body"/>
          </p:nvPr>
        </p:nvSpPr>
        <p:spPr>
          <a:xfrm>
            <a:off x="696913" y="2116138"/>
            <a:ext cx="7772400" cy="4114800"/>
          </a:xfrm>
          <a:prstGeom prst="rect">
            <a:avLst/>
          </a:prstGeom>
          <a:noFill/>
          <a:ln>
            <a:noFill/>
          </a:ln>
        </p:spPr>
        <p:txBody>
          <a:bodyPr anchorCtr="0" anchor="t" bIns="45700" lIns="91425" spcFirstLastPara="1" rIns="91425" wrap="square" tIns="45700">
            <a:noAutofit/>
          </a:bodyPr>
          <a:lstStyle>
            <a:lvl1pPr indent="-308610" lvl="0" marL="457200" algn="l">
              <a:lnSpc>
                <a:spcPct val="100000"/>
              </a:lnSpc>
              <a:spcBef>
                <a:spcPts val="360"/>
              </a:spcBef>
              <a:spcAft>
                <a:spcPts val="0"/>
              </a:spcAft>
              <a:buSzPts val="126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7" name="Google Shape;27;p138"/>
          <p:cNvSpPr txBox="1"/>
          <p:nvPr>
            <p:ph idx="10" type="dt"/>
          </p:nvPr>
        </p:nvSpPr>
        <p:spPr>
          <a:xfrm>
            <a:off x="696913" y="64008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7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38"/>
          <p:cNvSpPr txBox="1"/>
          <p:nvPr>
            <p:ph idx="11" type="ftr"/>
          </p:nvPr>
        </p:nvSpPr>
        <p:spPr>
          <a:xfrm>
            <a:off x="3105150" y="6383338"/>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7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38"/>
          <p:cNvSpPr txBox="1"/>
          <p:nvPr>
            <p:ph idx="12" type="sldNum"/>
          </p:nvPr>
        </p:nvSpPr>
        <p:spPr>
          <a:xfrm>
            <a:off x="6534150" y="6383338"/>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0" name="Shape 30"/>
        <p:cNvGrpSpPr/>
        <p:nvPr/>
      </p:nvGrpSpPr>
      <p:grpSpPr>
        <a:xfrm>
          <a:off x="0" y="0"/>
          <a:ext cx="0" cy="0"/>
          <a:chOff x="0" y="0"/>
          <a:chExt cx="0" cy="0"/>
        </a:xfrm>
      </p:grpSpPr>
      <p:grpSp>
        <p:nvGrpSpPr>
          <p:cNvPr id="31" name="Google Shape;31;p139"/>
          <p:cNvGrpSpPr/>
          <p:nvPr/>
        </p:nvGrpSpPr>
        <p:grpSpPr>
          <a:xfrm>
            <a:off x="-3175" y="2438400"/>
            <a:ext cx="9147175" cy="1063625"/>
            <a:chOff x="-2" y="1536"/>
            <a:chExt cx="5763" cy="670"/>
          </a:xfrm>
        </p:grpSpPr>
        <p:grpSp>
          <p:nvGrpSpPr>
            <p:cNvPr id="32" name="Google Shape;32;p139"/>
            <p:cNvGrpSpPr/>
            <p:nvPr/>
          </p:nvGrpSpPr>
          <p:grpSpPr>
            <a:xfrm flipH="1">
              <a:off x="-2" y="1562"/>
              <a:ext cx="5763" cy="640"/>
              <a:chOff x="-3" y="1562"/>
              <a:chExt cx="5763" cy="640"/>
            </a:xfrm>
          </p:grpSpPr>
          <p:sp>
            <p:nvSpPr>
              <p:cNvPr id="33" name="Google Shape;33;p139"/>
              <p:cNvSpPr/>
              <p:nvPr/>
            </p:nvSpPr>
            <p:spPr>
              <a:xfrm rot="-5400000">
                <a:off x="2558" y="-993"/>
                <a:ext cx="624" cy="5745"/>
              </a:xfrm>
              <a:custGeom>
                <a:rect b="b" l="l" r="r" t="t"/>
                <a:pathLst>
                  <a:path extrusionOk="0" h="720" w="1000">
                    <a:moveTo>
                      <a:pt x="0" y="0"/>
                    </a:moveTo>
                    <a:lnTo>
                      <a:pt x="0" y="720"/>
                    </a:lnTo>
                    <a:lnTo>
                      <a:pt x="1000" y="720"/>
                    </a:lnTo>
                    <a:lnTo>
                      <a:pt x="1000" y="0"/>
                    </a:lnTo>
                    <a:lnTo>
                      <a:pt x="0" y="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34" name="Google Shape;34;p139"/>
              <p:cNvSpPr/>
              <p:nvPr/>
            </p:nvSpPr>
            <p:spPr>
              <a:xfrm rot="-5400000">
                <a:off x="1322" y="1669"/>
                <a:ext cx="624" cy="421"/>
              </a:xfrm>
              <a:custGeom>
                <a:rect b="b" l="l" r="r" t="t"/>
                <a:pathLst>
                  <a:path extrusionOk="0" h="317" w="624">
                    <a:moveTo>
                      <a:pt x="0" y="0"/>
                    </a:moveTo>
                    <a:cubicBezTo>
                      <a:pt x="0" y="0"/>
                      <a:pt x="0" y="272"/>
                      <a:pt x="0" y="272"/>
                    </a:cubicBezTo>
                    <a:cubicBezTo>
                      <a:pt x="432" y="224"/>
                      <a:pt x="520" y="317"/>
                      <a:pt x="624" y="272"/>
                    </a:cubicBezTo>
                    <a:lnTo>
                      <a:pt x="624" y="0"/>
                    </a:lnTo>
                    <a:lnTo>
                      <a:pt x="0" y="0"/>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35" name="Google Shape;35;p139"/>
              <p:cNvSpPr/>
              <p:nvPr/>
            </p:nvSpPr>
            <p:spPr>
              <a:xfrm rot="-5400000">
                <a:off x="982" y="1669"/>
                <a:ext cx="624" cy="422"/>
              </a:xfrm>
              <a:custGeom>
                <a:rect b="b" l="l" r="r" t="t"/>
                <a:pathLst>
                  <a:path extrusionOk="0" h="317" w="624">
                    <a:moveTo>
                      <a:pt x="0" y="0"/>
                    </a:moveTo>
                    <a:lnTo>
                      <a:pt x="0" y="272"/>
                    </a:lnTo>
                    <a:cubicBezTo>
                      <a:pt x="104" y="317"/>
                      <a:pt x="432" y="240"/>
                      <a:pt x="624" y="272"/>
                    </a:cubicBezTo>
                    <a:lnTo>
                      <a:pt x="624" y="0"/>
                    </a:lnTo>
                    <a:lnTo>
                      <a:pt x="0" y="0"/>
                    </a:ln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36" name="Google Shape;36;p139"/>
              <p:cNvSpPr/>
              <p:nvPr/>
            </p:nvSpPr>
            <p:spPr>
              <a:xfrm rot="-5400000">
                <a:off x="-58" y="1755"/>
                <a:ext cx="624" cy="255"/>
              </a:xfrm>
              <a:custGeom>
                <a:rect b="b" l="l" r="r" t="t"/>
                <a:pathLst>
                  <a:path extrusionOk="0" h="370" w="624">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37" name="Google Shape;37;p139"/>
              <p:cNvSpPr/>
              <p:nvPr/>
            </p:nvSpPr>
            <p:spPr>
              <a:xfrm rot="-5400000">
                <a:off x="664" y="1733"/>
                <a:ext cx="624" cy="294"/>
              </a:xfrm>
              <a:custGeom>
                <a:rect b="b" l="l" r="r" t="t"/>
                <a:pathLst>
                  <a:path extrusionOk="0" h="317" w="624">
                    <a:moveTo>
                      <a:pt x="0" y="0"/>
                    </a:moveTo>
                    <a:lnTo>
                      <a:pt x="0" y="272"/>
                    </a:lnTo>
                    <a:cubicBezTo>
                      <a:pt x="104" y="317"/>
                      <a:pt x="520" y="317"/>
                      <a:pt x="624" y="272"/>
                    </a:cubicBezTo>
                    <a:lnTo>
                      <a:pt x="624" y="0"/>
                    </a:lnTo>
                    <a:cubicBezTo>
                      <a:pt x="240" y="42"/>
                      <a:pt x="130" y="0"/>
                      <a:pt x="0"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38" name="Google Shape;38;p139"/>
              <p:cNvSpPr/>
              <p:nvPr/>
            </p:nvSpPr>
            <p:spPr>
              <a:xfrm rot="-5400000">
                <a:off x="442" y="1699"/>
                <a:ext cx="624" cy="362"/>
              </a:xfrm>
              <a:custGeom>
                <a:rect b="b" l="l" r="r" t="t"/>
                <a:pathLst>
                  <a:path extrusionOk="0" h="272" w="624">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39" name="Google Shape;39;p139"/>
              <p:cNvSpPr/>
              <p:nvPr/>
            </p:nvSpPr>
            <p:spPr>
              <a:xfrm rot="-5400000">
                <a:off x="154" y="1729"/>
                <a:ext cx="632" cy="315"/>
              </a:xfrm>
              <a:custGeom>
                <a:rect b="b" l="l" r="r" t="t"/>
                <a:pathLst>
                  <a:path extrusionOk="0" h="362" w="63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40" name="Google Shape;40;p139"/>
              <p:cNvSpPr/>
              <p:nvPr/>
            </p:nvSpPr>
            <p:spPr>
              <a:xfrm rot="-5400000">
                <a:off x="3209" y="1665"/>
                <a:ext cx="624" cy="421"/>
              </a:xfrm>
              <a:custGeom>
                <a:rect b="b" l="l" r="r" t="t"/>
                <a:pathLst>
                  <a:path extrusionOk="0" h="317" w="624">
                    <a:moveTo>
                      <a:pt x="0" y="0"/>
                    </a:moveTo>
                    <a:cubicBezTo>
                      <a:pt x="0" y="0"/>
                      <a:pt x="0" y="272"/>
                      <a:pt x="0" y="272"/>
                    </a:cubicBezTo>
                    <a:cubicBezTo>
                      <a:pt x="432" y="224"/>
                      <a:pt x="520" y="317"/>
                      <a:pt x="624" y="272"/>
                    </a:cubicBezTo>
                    <a:lnTo>
                      <a:pt x="624" y="0"/>
                    </a:lnTo>
                    <a:lnTo>
                      <a:pt x="0" y="0"/>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41" name="Google Shape;41;p139"/>
              <p:cNvSpPr/>
              <p:nvPr/>
            </p:nvSpPr>
            <p:spPr>
              <a:xfrm rot="-5400000">
                <a:off x="2870" y="1664"/>
                <a:ext cx="624" cy="422"/>
              </a:xfrm>
              <a:custGeom>
                <a:rect b="b" l="l" r="r" t="t"/>
                <a:pathLst>
                  <a:path extrusionOk="0" h="317" w="624">
                    <a:moveTo>
                      <a:pt x="0" y="0"/>
                    </a:moveTo>
                    <a:lnTo>
                      <a:pt x="0" y="272"/>
                    </a:lnTo>
                    <a:cubicBezTo>
                      <a:pt x="104" y="317"/>
                      <a:pt x="432" y="240"/>
                      <a:pt x="624" y="272"/>
                    </a:cubicBezTo>
                    <a:lnTo>
                      <a:pt x="624" y="0"/>
                    </a:lnTo>
                    <a:lnTo>
                      <a:pt x="0" y="0"/>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42" name="Google Shape;42;p139"/>
              <p:cNvSpPr/>
              <p:nvPr/>
            </p:nvSpPr>
            <p:spPr>
              <a:xfrm rot="-5400000">
                <a:off x="1828" y="1750"/>
                <a:ext cx="624" cy="255"/>
              </a:xfrm>
              <a:custGeom>
                <a:rect b="b" l="l" r="r" t="t"/>
                <a:pathLst>
                  <a:path extrusionOk="0" h="370" w="624">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43" name="Google Shape;43;p139"/>
              <p:cNvSpPr/>
              <p:nvPr/>
            </p:nvSpPr>
            <p:spPr>
              <a:xfrm rot="-5400000">
                <a:off x="2551" y="1728"/>
                <a:ext cx="624" cy="294"/>
              </a:xfrm>
              <a:custGeom>
                <a:rect b="b" l="l" r="r" t="t"/>
                <a:pathLst>
                  <a:path extrusionOk="0" h="317" w="624">
                    <a:moveTo>
                      <a:pt x="0" y="0"/>
                    </a:moveTo>
                    <a:lnTo>
                      <a:pt x="0" y="272"/>
                    </a:lnTo>
                    <a:cubicBezTo>
                      <a:pt x="104" y="317"/>
                      <a:pt x="520" y="317"/>
                      <a:pt x="624" y="272"/>
                    </a:cubicBezTo>
                    <a:lnTo>
                      <a:pt x="624" y="0"/>
                    </a:lnTo>
                    <a:cubicBezTo>
                      <a:pt x="240" y="42"/>
                      <a:pt x="130" y="0"/>
                      <a:pt x="0" y="0"/>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44" name="Google Shape;44;p139"/>
              <p:cNvSpPr/>
              <p:nvPr/>
            </p:nvSpPr>
            <p:spPr>
              <a:xfrm rot="-5400000">
                <a:off x="2328" y="1695"/>
                <a:ext cx="624" cy="361"/>
              </a:xfrm>
              <a:custGeom>
                <a:rect b="b" l="l" r="r" t="t"/>
                <a:pathLst>
                  <a:path extrusionOk="0" h="272" w="624">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45" name="Google Shape;45;p139"/>
              <p:cNvSpPr/>
              <p:nvPr/>
            </p:nvSpPr>
            <p:spPr>
              <a:xfrm rot="-5400000">
                <a:off x="2043" y="1721"/>
                <a:ext cx="632" cy="316"/>
              </a:xfrm>
              <a:custGeom>
                <a:rect b="b" l="l" r="r" t="t"/>
                <a:pathLst>
                  <a:path extrusionOk="0" h="362" w="63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46" name="Google Shape;46;p139"/>
              <p:cNvSpPr/>
              <p:nvPr/>
            </p:nvSpPr>
            <p:spPr>
              <a:xfrm rot="-5400000">
                <a:off x="4075" y="1669"/>
                <a:ext cx="624" cy="421"/>
              </a:xfrm>
              <a:custGeom>
                <a:rect b="b" l="l" r="r" t="t"/>
                <a:pathLst>
                  <a:path extrusionOk="0" h="317" w="624">
                    <a:moveTo>
                      <a:pt x="0" y="0"/>
                    </a:moveTo>
                    <a:cubicBezTo>
                      <a:pt x="0" y="0"/>
                      <a:pt x="0" y="272"/>
                      <a:pt x="0" y="272"/>
                    </a:cubicBezTo>
                    <a:cubicBezTo>
                      <a:pt x="432" y="224"/>
                      <a:pt x="520" y="317"/>
                      <a:pt x="624" y="272"/>
                    </a:cubicBezTo>
                    <a:lnTo>
                      <a:pt x="624" y="0"/>
                    </a:lnTo>
                    <a:lnTo>
                      <a:pt x="0" y="0"/>
                    </a:lnTo>
                    <a:close/>
                  </a:path>
                </a:pathLst>
              </a:custGeom>
              <a:solidFill>
                <a:schemeClr va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47" name="Google Shape;47;p139"/>
              <p:cNvSpPr/>
              <p:nvPr/>
            </p:nvSpPr>
            <p:spPr>
              <a:xfrm rot="-5400000">
                <a:off x="3736" y="1669"/>
                <a:ext cx="624" cy="422"/>
              </a:xfrm>
              <a:custGeom>
                <a:rect b="b" l="l" r="r" t="t"/>
                <a:pathLst>
                  <a:path extrusionOk="0" h="317" w="624">
                    <a:moveTo>
                      <a:pt x="0" y="0"/>
                    </a:moveTo>
                    <a:lnTo>
                      <a:pt x="0" y="272"/>
                    </a:lnTo>
                    <a:cubicBezTo>
                      <a:pt x="104" y="317"/>
                      <a:pt x="432" y="240"/>
                      <a:pt x="624" y="272"/>
                    </a:cubicBezTo>
                    <a:lnTo>
                      <a:pt x="624" y="0"/>
                    </a:lnTo>
                    <a:lnTo>
                      <a:pt x="0"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48" name="Google Shape;48;p139"/>
              <p:cNvSpPr/>
              <p:nvPr/>
            </p:nvSpPr>
            <p:spPr>
              <a:xfrm rot="-5400000">
                <a:off x="4581" y="1750"/>
                <a:ext cx="624" cy="255"/>
              </a:xfrm>
              <a:custGeom>
                <a:rect b="b" l="l" r="r" t="t"/>
                <a:pathLst>
                  <a:path extrusionOk="0" h="370" w="624">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49" name="Google Shape;49;p139"/>
              <p:cNvSpPr/>
              <p:nvPr/>
            </p:nvSpPr>
            <p:spPr>
              <a:xfrm>
                <a:off x="5469" y="1562"/>
                <a:ext cx="291" cy="625"/>
              </a:xfrm>
              <a:custGeom>
                <a:rect b="b" l="l" r="r" t="t"/>
                <a:pathLst>
                  <a:path extrusionOk="0" h="625" w="291">
                    <a:moveTo>
                      <a:pt x="0" y="624"/>
                    </a:moveTo>
                    <a:lnTo>
                      <a:pt x="291" y="625"/>
                    </a:lnTo>
                    <a:lnTo>
                      <a:pt x="291" y="6"/>
                    </a:lnTo>
                    <a:lnTo>
                      <a:pt x="0" y="0"/>
                    </a:lnTo>
                    <a:cubicBezTo>
                      <a:pt x="39" y="384"/>
                      <a:pt x="0" y="494"/>
                      <a:pt x="0" y="624"/>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50" name="Google Shape;50;p139"/>
              <p:cNvSpPr/>
              <p:nvPr/>
            </p:nvSpPr>
            <p:spPr>
              <a:xfrm rot="-5400000">
                <a:off x="5081" y="1695"/>
                <a:ext cx="624" cy="361"/>
              </a:xfrm>
              <a:custGeom>
                <a:rect b="b" l="l" r="r" t="t"/>
                <a:pathLst>
                  <a:path extrusionOk="0" h="272" w="624">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51" name="Google Shape;51;p139"/>
              <p:cNvSpPr/>
              <p:nvPr/>
            </p:nvSpPr>
            <p:spPr>
              <a:xfrm rot="-5400000">
                <a:off x="4797" y="1721"/>
                <a:ext cx="632" cy="316"/>
              </a:xfrm>
              <a:custGeom>
                <a:rect b="b" l="l" r="r" t="t"/>
                <a:pathLst>
                  <a:path extrusionOk="0" h="362" w="63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grpSp>
        <p:sp>
          <p:nvSpPr>
            <p:cNvPr id="52" name="Google Shape;52;p139"/>
            <p:cNvSpPr/>
            <p:nvPr/>
          </p:nvSpPr>
          <p:spPr>
            <a:xfrm flipH="1">
              <a:off x="-2" y="1536"/>
              <a:ext cx="5762" cy="412"/>
            </a:xfrm>
            <a:custGeom>
              <a:rect b="b" l="l" r="r" t="t"/>
              <a:pathLst>
                <a:path extrusionOk="0" h="385" w="5762">
                  <a:moveTo>
                    <a:pt x="0" y="196"/>
                  </a:moveTo>
                  <a:cubicBezTo>
                    <a:pt x="1667" y="385"/>
                    <a:pt x="2275" y="93"/>
                    <a:pt x="5762" y="188"/>
                  </a:cubicBezTo>
                  <a:lnTo>
                    <a:pt x="5762" y="4"/>
                  </a:lnTo>
                  <a:lnTo>
                    <a:pt x="0" y="0"/>
                  </a:lnTo>
                  <a:lnTo>
                    <a:pt x="0" y="196"/>
                  </a:lnTo>
                  <a:close/>
                </a:path>
              </a:pathLst>
            </a:custGeom>
            <a:gradFill>
              <a:gsLst>
                <a:gs pos="0">
                  <a:schemeClr val="lt1"/>
                </a:gs>
                <a:gs pos="100000">
                  <a:srgbClr val="767676"/>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53" name="Google Shape;53;p139"/>
            <p:cNvSpPr/>
            <p:nvPr/>
          </p:nvSpPr>
          <p:spPr>
            <a:xfrm flipH="1">
              <a:off x="-2" y="2017"/>
              <a:ext cx="5761" cy="189"/>
            </a:xfrm>
            <a:custGeom>
              <a:rect b="b" l="l" r="r" t="t"/>
              <a:pathLst>
                <a:path extrusionOk="0" h="189" w="5761">
                  <a:moveTo>
                    <a:pt x="0" y="28"/>
                  </a:moveTo>
                  <a:cubicBezTo>
                    <a:pt x="961" y="0"/>
                    <a:pt x="4971" y="161"/>
                    <a:pt x="5761" y="0"/>
                  </a:cubicBezTo>
                  <a:lnTo>
                    <a:pt x="5761" y="189"/>
                  </a:lnTo>
                  <a:lnTo>
                    <a:pt x="1" y="189"/>
                  </a:lnTo>
                  <a:lnTo>
                    <a:pt x="0" y="28"/>
                  </a:lnTo>
                  <a:close/>
                </a:path>
              </a:pathLst>
            </a:custGeom>
            <a:gradFill>
              <a:gsLst>
                <a:gs pos="0">
                  <a:srgbClr val="767676"/>
                </a:gs>
                <a:gs pos="100000">
                  <a:schemeClr val="lt1"/>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grpSp>
      <p:sp>
        <p:nvSpPr>
          <p:cNvPr id="54" name="Google Shape;54;p139"/>
          <p:cNvSpPr txBox="1"/>
          <p:nvPr>
            <p:ph type="ctrTitle"/>
          </p:nvPr>
        </p:nvSpPr>
        <p:spPr>
          <a:xfrm>
            <a:off x="1173163" y="1341438"/>
            <a:ext cx="7772400" cy="11430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139"/>
          <p:cNvSpPr txBox="1"/>
          <p:nvPr>
            <p:ph idx="1" type="subTitle"/>
          </p:nvPr>
        </p:nvSpPr>
        <p:spPr>
          <a:xfrm>
            <a:off x="1166813" y="3886200"/>
            <a:ext cx="6400800" cy="1752600"/>
          </a:xfrm>
          <a:prstGeom prst="rect">
            <a:avLst/>
          </a:prstGeom>
          <a:noFill/>
          <a:ln>
            <a:noFill/>
          </a:ln>
        </p:spPr>
        <p:txBody>
          <a:bodyPr anchorCtr="0" anchor="t" bIns="45700" lIns="91425" spcFirstLastPara="1" rIns="91425" wrap="square" tIns="45700">
            <a:noAutofit/>
          </a:bodyPr>
          <a:lstStyle>
            <a:lvl1pPr lvl="0" algn="l">
              <a:lnSpc>
                <a:spcPct val="100000"/>
              </a:lnSpc>
              <a:spcBef>
                <a:spcPts val="640"/>
              </a:spcBef>
              <a:spcAft>
                <a:spcPts val="0"/>
              </a:spcAft>
              <a:buSzPts val="2240"/>
              <a:buFont typeface="Arial"/>
              <a:buNone/>
              <a:defRPr/>
            </a:lvl1pPr>
            <a:lvl2pPr lvl="1" algn="l">
              <a:lnSpc>
                <a:spcPct val="100000"/>
              </a:lnSpc>
              <a:spcBef>
                <a:spcPts val="360"/>
              </a:spcBef>
              <a:spcAft>
                <a:spcPts val="0"/>
              </a:spcAft>
              <a:buClr>
                <a:schemeClr val="dk1"/>
              </a:buClr>
              <a:buSzPts val="1800"/>
              <a:buChar char="–"/>
              <a:defRPr/>
            </a:lvl2pPr>
            <a:lvl3pPr lvl="2" algn="l">
              <a:lnSpc>
                <a:spcPct val="100000"/>
              </a:lnSpc>
              <a:spcBef>
                <a:spcPts val="360"/>
              </a:spcBef>
              <a:spcAft>
                <a:spcPts val="0"/>
              </a:spcAft>
              <a:buClr>
                <a:schemeClr val="dk1"/>
              </a:buClr>
              <a:buSzPts val="1800"/>
              <a:buChar char="•"/>
              <a:defRPr/>
            </a:lvl3pPr>
            <a:lvl4pPr lvl="3" algn="l">
              <a:lnSpc>
                <a:spcPct val="100000"/>
              </a:lnSpc>
              <a:spcBef>
                <a:spcPts val="360"/>
              </a:spcBef>
              <a:spcAft>
                <a:spcPts val="0"/>
              </a:spcAft>
              <a:buClr>
                <a:schemeClr val="dk1"/>
              </a:buClr>
              <a:buSzPts val="1800"/>
              <a:buChar char="–"/>
              <a:defRPr/>
            </a:lvl4pPr>
            <a:lvl5pPr lvl="4" algn="l">
              <a:lnSpc>
                <a:spcPct val="100000"/>
              </a:lnSpc>
              <a:spcBef>
                <a:spcPts val="360"/>
              </a:spcBef>
              <a:spcAft>
                <a:spcPts val="0"/>
              </a:spcAft>
              <a:buClr>
                <a:schemeClr val="dk1"/>
              </a:buClr>
              <a:buSzPts val="1800"/>
              <a:buChar char="»"/>
              <a:defRPr/>
            </a:lvl5pPr>
            <a:lvl6pPr lvl="5" algn="l">
              <a:lnSpc>
                <a:spcPct val="100000"/>
              </a:lnSpc>
              <a:spcBef>
                <a:spcPts val="360"/>
              </a:spcBef>
              <a:spcAft>
                <a:spcPts val="0"/>
              </a:spcAft>
              <a:buClr>
                <a:schemeClr val="dk1"/>
              </a:buClr>
              <a:buSzPts val="1800"/>
              <a:buChar char="»"/>
              <a:defRPr/>
            </a:lvl6pPr>
            <a:lvl7pPr lvl="6" algn="l">
              <a:lnSpc>
                <a:spcPct val="100000"/>
              </a:lnSpc>
              <a:spcBef>
                <a:spcPts val="360"/>
              </a:spcBef>
              <a:spcAft>
                <a:spcPts val="0"/>
              </a:spcAft>
              <a:buClr>
                <a:schemeClr val="dk1"/>
              </a:buClr>
              <a:buSzPts val="1800"/>
              <a:buChar char="»"/>
              <a:defRPr/>
            </a:lvl7pPr>
            <a:lvl8pPr lvl="7" algn="l">
              <a:lnSpc>
                <a:spcPct val="100000"/>
              </a:lnSpc>
              <a:spcBef>
                <a:spcPts val="360"/>
              </a:spcBef>
              <a:spcAft>
                <a:spcPts val="0"/>
              </a:spcAft>
              <a:buClr>
                <a:schemeClr val="dk1"/>
              </a:buClr>
              <a:buSzPts val="1800"/>
              <a:buChar char="»"/>
              <a:defRPr/>
            </a:lvl8pPr>
            <a:lvl9pPr lvl="8" algn="l">
              <a:lnSpc>
                <a:spcPct val="100000"/>
              </a:lnSpc>
              <a:spcBef>
                <a:spcPts val="360"/>
              </a:spcBef>
              <a:spcAft>
                <a:spcPts val="0"/>
              </a:spcAft>
              <a:buClr>
                <a:schemeClr val="dk1"/>
              </a:buClr>
              <a:buSzPts val="1800"/>
              <a:buChar char="»"/>
              <a:defRPr/>
            </a:lvl9pPr>
          </a:lstStyle>
          <a:p/>
        </p:txBody>
      </p:sp>
      <p:sp>
        <p:nvSpPr>
          <p:cNvPr id="56" name="Google Shape;56;p139"/>
          <p:cNvSpPr txBox="1"/>
          <p:nvPr>
            <p:ph idx="10" type="dt"/>
          </p:nvPr>
        </p:nvSpPr>
        <p:spPr>
          <a:xfrm>
            <a:off x="1166813"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700"/>
              </a:spcBef>
              <a:spcAft>
                <a:spcPts val="0"/>
              </a:spcAft>
              <a:buSzPts val="1400"/>
              <a:buNone/>
              <a:defRPr>
                <a:solidFill>
                  <a:srgbClr val="0000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139"/>
          <p:cNvSpPr txBox="1"/>
          <p:nvPr>
            <p:ph idx="11" type="ftr"/>
          </p:nvPr>
        </p:nvSpPr>
        <p:spPr>
          <a:xfrm>
            <a:off x="3581400" y="6248400"/>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700"/>
              </a:spcBef>
              <a:spcAft>
                <a:spcPts val="0"/>
              </a:spcAft>
              <a:buSzPts val="1400"/>
              <a:buNone/>
              <a:defRPr>
                <a:solidFill>
                  <a:srgbClr val="0000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139"/>
          <p:cNvSpPr txBox="1"/>
          <p:nvPr>
            <p:ph idx="12" type="sldNum"/>
          </p:nvPr>
        </p:nvSpPr>
        <p:spPr>
          <a:xfrm>
            <a:off x="70104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lip Art" type="txAndClipArt">
  <p:cSld name="TEXT_AND_CLIPART">
    <p:spTree>
      <p:nvGrpSpPr>
        <p:cNvPr id="59" name="Shape 59"/>
        <p:cNvGrpSpPr/>
        <p:nvPr/>
      </p:nvGrpSpPr>
      <p:grpSpPr>
        <a:xfrm>
          <a:off x="0" y="0"/>
          <a:ext cx="0" cy="0"/>
          <a:chOff x="0" y="0"/>
          <a:chExt cx="0" cy="0"/>
        </a:xfrm>
      </p:grpSpPr>
      <p:sp>
        <p:nvSpPr>
          <p:cNvPr id="60" name="Google Shape;60;p140"/>
          <p:cNvSpPr txBox="1"/>
          <p:nvPr>
            <p:ph type="title"/>
          </p:nvPr>
        </p:nvSpPr>
        <p:spPr>
          <a:xfrm>
            <a:off x="698500" y="152400"/>
            <a:ext cx="7772400" cy="11430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140"/>
          <p:cNvSpPr txBox="1"/>
          <p:nvPr>
            <p:ph idx="1" type="body"/>
          </p:nvPr>
        </p:nvSpPr>
        <p:spPr>
          <a:xfrm>
            <a:off x="495300" y="1981200"/>
            <a:ext cx="3810000" cy="4114800"/>
          </a:xfrm>
          <a:prstGeom prst="rect">
            <a:avLst/>
          </a:prstGeom>
          <a:noFill/>
          <a:ln>
            <a:noFill/>
          </a:ln>
        </p:spPr>
        <p:txBody>
          <a:bodyPr anchorCtr="0" anchor="t" bIns="45700" lIns="91425" spcFirstLastPara="1" rIns="91425" wrap="square" tIns="45700">
            <a:noAutofit/>
          </a:bodyPr>
          <a:lstStyle>
            <a:lvl1pPr indent="-308610" lvl="0" marL="457200" algn="l">
              <a:lnSpc>
                <a:spcPct val="100000"/>
              </a:lnSpc>
              <a:spcBef>
                <a:spcPts val="360"/>
              </a:spcBef>
              <a:spcAft>
                <a:spcPts val="0"/>
              </a:spcAft>
              <a:buSzPts val="126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2" name="Google Shape;62;p140"/>
          <p:cNvSpPr/>
          <p:nvPr>
            <p:ph idx="2" type="clipArt"/>
          </p:nvPr>
        </p:nvSpPr>
        <p:spPr>
          <a:xfrm>
            <a:off x="4457700" y="1981200"/>
            <a:ext cx="3810000" cy="4114800"/>
          </a:xfrm>
          <a:prstGeom prst="rect">
            <a:avLst/>
          </a:prstGeom>
          <a:noFill/>
          <a:ln>
            <a:noFill/>
          </a:ln>
        </p:spPr>
      </p:sp>
      <p:sp>
        <p:nvSpPr>
          <p:cNvPr id="63" name="Google Shape;63;p140"/>
          <p:cNvSpPr txBox="1"/>
          <p:nvPr>
            <p:ph idx="10" type="dt"/>
          </p:nvPr>
        </p:nvSpPr>
        <p:spPr>
          <a:xfrm>
            <a:off x="696913" y="64008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7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140"/>
          <p:cNvSpPr txBox="1"/>
          <p:nvPr>
            <p:ph idx="11" type="ftr"/>
          </p:nvPr>
        </p:nvSpPr>
        <p:spPr>
          <a:xfrm>
            <a:off x="3105150" y="6383338"/>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700"/>
              </a:spcBef>
              <a:spcAft>
                <a:spcPts val="0"/>
              </a:spcAft>
              <a:buSzPts val="1400"/>
              <a:buNone/>
              <a:defRPr>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65" name="Shape 65"/>
        <p:cNvGrpSpPr/>
        <p:nvPr/>
      </p:nvGrpSpPr>
      <p:grpSpPr>
        <a:xfrm>
          <a:off x="0" y="0"/>
          <a:ext cx="0" cy="0"/>
          <a:chOff x="0" y="0"/>
          <a:chExt cx="0" cy="0"/>
        </a:xfrm>
      </p:grpSpPr>
      <p:sp>
        <p:nvSpPr>
          <p:cNvPr id="66" name="Google Shape;66;p141"/>
          <p:cNvSpPr txBox="1"/>
          <p:nvPr>
            <p:ph type="title"/>
          </p:nvPr>
        </p:nvSpPr>
        <p:spPr>
          <a:xfrm>
            <a:off x="696913" y="592138"/>
            <a:ext cx="7772400" cy="11430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41"/>
          <p:cNvSpPr txBox="1"/>
          <p:nvPr>
            <p:ph idx="1" type="body"/>
          </p:nvPr>
        </p:nvSpPr>
        <p:spPr>
          <a:xfrm>
            <a:off x="696913" y="2116138"/>
            <a:ext cx="3810000" cy="4114800"/>
          </a:xfrm>
          <a:prstGeom prst="rect">
            <a:avLst/>
          </a:prstGeom>
          <a:noFill/>
          <a:ln>
            <a:noFill/>
          </a:ln>
        </p:spPr>
        <p:txBody>
          <a:bodyPr anchorCtr="0" anchor="t" bIns="45700" lIns="91425" spcFirstLastPara="1" rIns="91425" wrap="square" tIns="45700">
            <a:noAutofit/>
          </a:bodyPr>
          <a:lstStyle>
            <a:lvl1pPr indent="-353060" lvl="0" marL="457200" algn="l">
              <a:lnSpc>
                <a:spcPct val="100000"/>
              </a:lnSpc>
              <a:spcBef>
                <a:spcPts val="560"/>
              </a:spcBef>
              <a:spcAft>
                <a:spcPts val="0"/>
              </a:spcAft>
              <a:buSzPts val="1960"/>
              <a:buChar char="●"/>
              <a:defRPr sz="2800"/>
            </a:lvl1pPr>
            <a:lvl2pPr indent="-381000" lvl="1" marL="914400" algn="l">
              <a:lnSpc>
                <a:spcPct val="100000"/>
              </a:lnSpc>
              <a:spcBef>
                <a:spcPts val="480"/>
              </a:spcBef>
              <a:spcAft>
                <a:spcPts val="0"/>
              </a:spcAft>
              <a:buClr>
                <a:schemeClr val="dk1"/>
              </a:buClr>
              <a:buSzPts val="2400"/>
              <a:buFont typeface="Times New Roman"/>
              <a:buChar char="–"/>
              <a:defRPr sz="2400"/>
            </a:lvl2pPr>
            <a:lvl3pPr indent="-355600" lvl="2" marL="1371600" algn="l">
              <a:lnSpc>
                <a:spcPct val="100000"/>
              </a:lnSpc>
              <a:spcBef>
                <a:spcPts val="400"/>
              </a:spcBef>
              <a:spcAft>
                <a:spcPts val="0"/>
              </a:spcAft>
              <a:buClr>
                <a:schemeClr val="dk1"/>
              </a:buClr>
              <a:buSzPts val="2000"/>
              <a:buFont typeface="Times New Roman"/>
              <a:buChar char="•"/>
              <a:defRPr sz="2000"/>
            </a:lvl3pPr>
            <a:lvl4pPr indent="-342900" lvl="3" marL="1828800" algn="l">
              <a:lnSpc>
                <a:spcPct val="100000"/>
              </a:lnSpc>
              <a:spcBef>
                <a:spcPts val="360"/>
              </a:spcBef>
              <a:spcAft>
                <a:spcPts val="0"/>
              </a:spcAft>
              <a:buClr>
                <a:schemeClr val="dk1"/>
              </a:buClr>
              <a:buSzPts val="1800"/>
              <a:buFont typeface="Times New Roman"/>
              <a:buChar char="–"/>
              <a:defRPr sz="1800"/>
            </a:lvl4pPr>
            <a:lvl5pPr indent="-342900" lvl="4" marL="2286000" algn="l">
              <a:lnSpc>
                <a:spcPct val="100000"/>
              </a:lnSpc>
              <a:spcBef>
                <a:spcPts val="360"/>
              </a:spcBef>
              <a:spcAft>
                <a:spcPts val="0"/>
              </a:spcAft>
              <a:buClr>
                <a:schemeClr val="dk1"/>
              </a:buClr>
              <a:buSzPts val="1800"/>
              <a:buFont typeface="Times New Roman"/>
              <a:buChar char="»"/>
              <a:defRPr sz="1800"/>
            </a:lvl5pPr>
            <a:lvl6pPr indent="-342900" lvl="5" marL="2743200" algn="l">
              <a:lnSpc>
                <a:spcPct val="100000"/>
              </a:lnSpc>
              <a:spcBef>
                <a:spcPts val="360"/>
              </a:spcBef>
              <a:spcAft>
                <a:spcPts val="0"/>
              </a:spcAft>
              <a:buClr>
                <a:schemeClr val="dk1"/>
              </a:buClr>
              <a:buSzPts val="1800"/>
              <a:buFont typeface="Times New Roman"/>
              <a:buChar char="»"/>
              <a:defRPr sz="1800"/>
            </a:lvl6pPr>
            <a:lvl7pPr indent="-342900" lvl="6" marL="3200400" algn="l">
              <a:lnSpc>
                <a:spcPct val="100000"/>
              </a:lnSpc>
              <a:spcBef>
                <a:spcPts val="360"/>
              </a:spcBef>
              <a:spcAft>
                <a:spcPts val="0"/>
              </a:spcAft>
              <a:buClr>
                <a:schemeClr val="dk1"/>
              </a:buClr>
              <a:buSzPts val="1800"/>
              <a:buFont typeface="Times New Roman"/>
              <a:buChar char="»"/>
              <a:defRPr sz="1800"/>
            </a:lvl7pPr>
            <a:lvl8pPr indent="-342900" lvl="7" marL="3657600" algn="l">
              <a:lnSpc>
                <a:spcPct val="100000"/>
              </a:lnSpc>
              <a:spcBef>
                <a:spcPts val="360"/>
              </a:spcBef>
              <a:spcAft>
                <a:spcPts val="0"/>
              </a:spcAft>
              <a:buClr>
                <a:schemeClr val="dk1"/>
              </a:buClr>
              <a:buSzPts val="1800"/>
              <a:buFont typeface="Times New Roman"/>
              <a:buChar char="»"/>
              <a:defRPr sz="1800"/>
            </a:lvl8pPr>
            <a:lvl9pPr indent="-342900" lvl="8" marL="4114800" algn="l">
              <a:lnSpc>
                <a:spcPct val="100000"/>
              </a:lnSpc>
              <a:spcBef>
                <a:spcPts val="360"/>
              </a:spcBef>
              <a:spcAft>
                <a:spcPts val="0"/>
              </a:spcAft>
              <a:buClr>
                <a:schemeClr val="dk1"/>
              </a:buClr>
              <a:buSzPts val="1800"/>
              <a:buFont typeface="Times New Roman"/>
              <a:buChar char="»"/>
              <a:defRPr sz="1800"/>
            </a:lvl9pPr>
          </a:lstStyle>
          <a:p/>
        </p:txBody>
      </p:sp>
      <p:sp>
        <p:nvSpPr>
          <p:cNvPr id="68" name="Google Shape;68;p141"/>
          <p:cNvSpPr txBox="1"/>
          <p:nvPr>
            <p:ph idx="2" type="body"/>
          </p:nvPr>
        </p:nvSpPr>
        <p:spPr>
          <a:xfrm>
            <a:off x="4659313" y="2116138"/>
            <a:ext cx="3810000" cy="4114800"/>
          </a:xfrm>
          <a:prstGeom prst="rect">
            <a:avLst/>
          </a:prstGeom>
          <a:noFill/>
          <a:ln>
            <a:noFill/>
          </a:ln>
        </p:spPr>
        <p:txBody>
          <a:bodyPr anchorCtr="0" anchor="t" bIns="45700" lIns="91425" spcFirstLastPara="1" rIns="91425" wrap="square" tIns="45700">
            <a:noAutofit/>
          </a:bodyPr>
          <a:lstStyle>
            <a:lvl1pPr indent="-353060" lvl="0" marL="457200" algn="l">
              <a:lnSpc>
                <a:spcPct val="100000"/>
              </a:lnSpc>
              <a:spcBef>
                <a:spcPts val="560"/>
              </a:spcBef>
              <a:spcAft>
                <a:spcPts val="0"/>
              </a:spcAft>
              <a:buSzPts val="1960"/>
              <a:buChar char="●"/>
              <a:defRPr sz="2800"/>
            </a:lvl1pPr>
            <a:lvl2pPr indent="-381000" lvl="1" marL="914400" algn="l">
              <a:lnSpc>
                <a:spcPct val="100000"/>
              </a:lnSpc>
              <a:spcBef>
                <a:spcPts val="480"/>
              </a:spcBef>
              <a:spcAft>
                <a:spcPts val="0"/>
              </a:spcAft>
              <a:buClr>
                <a:schemeClr val="dk1"/>
              </a:buClr>
              <a:buSzPts val="2400"/>
              <a:buFont typeface="Times New Roman"/>
              <a:buChar char="–"/>
              <a:defRPr sz="2400"/>
            </a:lvl2pPr>
            <a:lvl3pPr indent="-355600" lvl="2" marL="1371600" algn="l">
              <a:lnSpc>
                <a:spcPct val="100000"/>
              </a:lnSpc>
              <a:spcBef>
                <a:spcPts val="400"/>
              </a:spcBef>
              <a:spcAft>
                <a:spcPts val="0"/>
              </a:spcAft>
              <a:buClr>
                <a:schemeClr val="dk1"/>
              </a:buClr>
              <a:buSzPts val="2000"/>
              <a:buFont typeface="Times New Roman"/>
              <a:buChar char="•"/>
              <a:defRPr sz="2000"/>
            </a:lvl3pPr>
            <a:lvl4pPr indent="-342900" lvl="3" marL="1828800" algn="l">
              <a:lnSpc>
                <a:spcPct val="100000"/>
              </a:lnSpc>
              <a:spcBef>
                <a:spcPts val="360"/>
              </a:spcBef>
              <a:spcAft>
                <a:spcPts val="0"/>
              </a:spcAft>
              <a:buClr>
                <a:schemeClr val="dk1"/>
              </a:buClr>
              <a:buSzPts val="1800"/>
              <a:buFont typeface="Times New Roman"/>
              <a:buChar char="–"/>
              <a:defRPr sz="1800"/>
            </a:lvl4pPr>
            <a:lvl5pPr indent="-342900" lvl="4" marL="2286000" algn="l">
              <a:lnSpc>
                <a:spcPct val="100000"/>
              </a:lnSpc>
              <a:spcBef>
                <a:spcPts val="360"/>
              </a:spcBef>
              <a:spcAft>
                <a:spcPts val="0"/>
              </a:spcAft>
              <a:buClr>
                <a:schemeClr val="dk1"/>
              </a:buClr>
              <a:buSzPts val="1800"/>
              <a:buFont typeface="Times New Roman"/>
              <a:buChar char="»"/>
              <a:defRPr sz="1800"/>
            </a:lvl5pPr>
            <a:lvl6pPr indent="-342900" lvl="5" marL="2743200" algn="l">
              <a:lnSpc>
                <a:spcPct val="100000"/>
              </a:lnSpc>
              <a:spcBef>
                <a:spcPts val="360"/>
              </a:spcBef>
              <a:spcAft>
                <a:spcPts val="0"/>
              </a:spcAft>
              <a:buClr>
                <a:schemeClr val="dk1"/>
              </a:buClr>
              <a:buSzPts val="1800"/>
              <a:buFont typeface="Times New Roman"/>
              <a:buChar char="»"/>
              <a:defRPr sz="1800"/>
            </a:lvl6pPr>
            <a:lvl7pPr indent="-342900" lvl="6" marL="3200400" algn="l">
              <a:lnSpc>
                <a:spcPct val="100000"/>
              </a:lnSpc>
              <a:spcBef>
                <a:spcPts val="360"/>
              </a:spcBef>
              <a:spcAft>
                <a:spcPts val="0"/>
              </a:spcAft>
              <a:buClr>
                <a:schemeClr val="dk1"/>
              </a:buClr>
              <a:buSzPts val="1800"/>
              <a:buFont typeface="Times New Roman"/>
              <a:buChar char="»"/>
              <a:defRPr sz="1800"/>
            </a:lvl7pPr>
            <a:lvl8pPr indent="-342900" lvl="7" marL="3657600" algn="l">
              <a:lnSpc>
                <a:spcPct val="100000"/>
              </a:lnSpc>
              <a:spcBef>
                <a:spcPts val="360"/>
              </a:spcBef>
              <a:spcAft>
                <a:spcPts val="0"/>
              </a:spcAft>
              <a:buClr>
                <a:schemeClr val="dk1"/>
              </a:buClr>
              <a:buSzPts val="1800"/>
              <a:buFont typeface="Times New Roman"/>
              <a:buChar char="»"/>
              <a:defRPr sz="1800"/>
            </a:lvl8pPr>
            <a:lvl9pPr indent="-342900" lvl="8" marL="4114800" algn="l">
              <a:lnSpc>
                <a:spcPct val="100000"/>
              </a:lnSpc>
              <a:spcBef>
                <a:spcPts val="360"/>
              </a:spcBef>
              <a:spcAft>
                <a:spcPts val="0"/>
              </a:spcAft>
              <a:buClr>
                <a:schemeClr val="dk1"/>
              </a:buClr>
              <a:buSzPts val="1800"/>
              <a:buFont typeface="Times New Roman"/>
              <a:buChar char="»"/>
              <a:defRPr sz="1800"/>
            </a:lvl9pPr>
          </a:lstStyle>
          <a:p/>
        </p:txBody>
      </p:sp>
      <p:sp>
        <p:nvSpPr>
          <p:cNvPr id="69" name="Google Shape;69;p141"/>
          <p:cNvSpPr txBox="1"/>
          <p:nvPr>
            <p:ph idx="10" type="dt"/>
          </p:nvPr>
        </p:nvSpPr>
        <p:spPr>
          <a:xfrm>
            <a:off x="696913" y="64008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7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41"/>
          <p:cNvSpPr txBox="1"/>
          <p:nvPr>
            <p:ph idx="11" type="ftr"/>
          </p:nvPr>
        </p:nvSpPr>
        <p:spPr>
          <a:xfrm>
            <a:off x="3105150" y="6383338"/>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7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41"/>
          <p:cNvSpPr txBox="1"/>
          <p:nvPr>
            <p:ph idx="12" type="sldNum"/>
          </p:nvPr>
        </p:nvSpPr>
        <p:spPr>
          <a:xfrm>
            <a:off x="6534150" y="6383338"/>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72" name="Shape 72"/>
        <p:cNvGrpSpPr/>
        <p:nvPr/>
      </p:nvGrpSpPr>
      <p:grpSpPr>
        <a:xfrm>
          <a:off x="0" y="0"/>
          <a:ext cx="0" cy="0"/>
          <a:chOff x="0" y="0"/>
          <a:chExt cx="0" cy="0"/>
        </a:xfrm>
      </p:grpSpPr>
      <p:sp>
        <p:nvSpPr>
          <p:cNvPr id="73" name="Google Shape;73;p142"/>
          <p:cNvSpPr txBox="1"/>
          <p:nvPr>
            <p:ph type="title"/>
          </p:nvPr>
        </p:nvSpPr>
        <p:spPr>
          <a:xfrm>
            <a:off x="1150938" y="214313"/>
            <a:ext cx="7793037" cy="146208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142"/>
          <p:cNvSpPr txBox="1"/>
          <p:nvPr>
            <p:ph idx="1" type="body"/>
          </p:nvPr>
        </p:nvSpPr>
        <p:spPr>
          <a:xfrm>
            <a:off x="1182688" y="2017713"/>
            <a:ext cx="3810000" cy="4114800"/>
          </a:xfrm>
          <a:prstGeom prst="rect">
            <a:avLst/>
          </a:prstGeom>
          <a:noFill/>
          <a:ln>
            <a:noFill/>
          </a:ln>
        </p:spPr>
        <p:txBody>
          <a:bodyPr anchorCtr="0" anchor="t" bIns="45700" lIns="91425" spcFirstLastPara="1" rIns="91425" wrap="square" tIns="45700">
            <a:noAutofit/>
          </a:bodyPr>
          <a:lstStyle>
            <a:lvl1pPr indent="-308610" lvl="0" marL="457200" algn="l">
              <a:lnSpc>
                <a:spcPct val="100000"/>
              </a:lnSpc>
              <a:spcBef>
                <a:spcPts val="360"/>
              </a:spcBef>
              <a:spcAft>
                <a:spcPts val="0"/>
              </a:spcAft>
              <a:buSzPts val="126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142"/>
          <p:cNvSpPr txBox="1"/>
          <p:nvPr>
            <p:ph idx="2" type="body"/>
          </p:nvPr>
        </p:nvSpPr>
        <p:spPr>
          <a:xfrm>
            <a:off x="5145088" y="2017713"/>
            <a:ext cx="3810000" cy="4114800"/>
          </a:xfrm>
          <a:prstGeom prst="rect">
            <a:avLst/>
          </a:prstGeom>
          <a:noFill/>
          <a:ln>
            <a:noFill/>
          </a:ln>
        </p:spPr>
        <p:txBody>
          <a:bodyPr anchorCtr="0" anchor="t" bIns="45700" lIns="91425" spcFirstLastPara="1" rIns="91425" wrap="square" tIns="45700">
            <a:noAutofit/>
          </a:bodyPr>
          <a:lstStyle>
            <a:lvl1pPr indent="-308610" lvl="0" marL="457200" algn="l">
              <a:lnSpc>
                <a:spcPct val="100000"/>
              </a:lnSpc>
              <a:spcBef>
                <a:spcPts val="360"/>
              </a:spcBef>
              <a:spcAft>
                <a:spcPts val="0"/>
              </a:spcAft>
              <a:buSzPts val="126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6" name="Google Shape;76;p142"/>
          <p:cNvSpPr txBox="1"/>
          <p:nvPr>
            <p:ph idx="10" type="dt"/>
          </p:nvPr>
        </p:nvSpPr>
        <p:spPr>
          <a:xfrm>
            <a:off x="1162050" y="6243638"/>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7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142"/>
          <p:cNvSpPr txBox="1"/>
          <p:nvPr>
            <p:ph idx="11" type="ftr"/>
          </p:nvPr>
        </p:nvSpPr>
        <p:spPr>
          <a:xfrm>
            <a:off x="3657600" y="6243638"/>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7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42"/>
          <p:cNvSpPr txBox="1"/>
          <p:nvPr>
            <p:ph idx="12" type="sldNum"/>
          </p:nvPr>
        </p:nvSpPr>
        <p:spPr>
          <a:xfrm>
            <a:off x="7042150" y="6243638"/>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ype="objOnly">
  <p:cSld name="OBJECT_ONLY">
    <p:spTree>
      <p:nvGrpSpPr>
        <p:cNvPr id="79" name="Shape 79"/>
        <p:cNvGrpSpPr/>
        <p:nvPr/>
      </p:nvGrpSpPr>
      <p:grpSpPr>
        <a:xfrm>
          <a:off x="0" y="0"/>
          <a:ext cx="0" cy="0"/>
          <a:chOff x="0" y="0"/>
          <a:chExt cx="0" cy="0"/>
        </a:xfrm>
      </p:grpSpPr>
      <p:sp>
        <p:nvSpPr>
          <p:cNvPr id="80" name="Google Shape;80;p143"/>
          <p:cNvSpPr txBox="1"/>
          <p:nvPr>
            <p:ph idx="1" type="body"/>
          </p:nvPr>
        </p:nvSpPr>
        <p:spPr>
          <a:xfrm>
            <a:off x="1150938" y="214313"/>
            <a:ext cx="7804150" cy="5918200"/>
          </a:xfrm>
          <a:prstGeom prst="rect">
            <a:avLst/>
          </a:prstGeom>
          <a:noFill/>
          <a:ln>
            <a:noFill/>
          </a:ln>
        </p:spPr>
        <p:txBody>
          <a:bodyPr anchorCtr="0" anchor="t" bIns="45700" lIns="91425" spcFirstLastPara="1" rIns="91425" wrap="square" tIns="45700">
            <a:noAutofit/>
          </a:bodyPr>
          <a:lstStyle>
            <a:lvl1pPr indent="-308610" lvl="0" marL="457200" algn="l">
              <a:lnSpc>
                <a:spcPct val="100000"/>
              </a:lnSpc>
              <a:spcBef>
                <a:spcPts val="360"/>
              </a:spcBef>
              <a:spcAft>
                <a:spcPts val="0"/>
              </a:spcAft>
              <a:buSzPts val="126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143"/>
          <p:cNvSpPr txBox="1"/>
          <p:nvPr>
            <p:ph idx="10" type="dt"/>
          </p:nvPr>
        </p:nvSpPr>
        <p:spPr>
          <a:xfrm>
            <a:off x="1162050" y="6243638"/>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7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143"/>
          <p:cNvSpPr txBox="1"/>
          <p:nvPr>
            <p:ph idx="11" type="ftr"/>
          </p:nvPr>
        </p:nvSpPr>
        <p:spPr>
          <a:xfrm>
            <a:off x="3657600" y="6243638"/>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7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43"/>
          <p:cNvSpPr txBox="1"/>
          <p:nvPr>
            <p:ph idx="12" type="sldNum"/>
          </p:nvPr>
        </p:nvSpPr>
        <p:spPr>
          <a:xfrm>
            <a:off x="7042150" y="6243638"/>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84" name="Shape 84"/>
        <p:cNvGrpSpPr/>
        <p:nvPr/>
      </p:nvGrpSpPr>
      <p:grpSpPr>
        <a:xfrm>
          <a:off x="0" y="0"/>
          <a:ext cx="0" cy="0"/>
          <a:chOff x="0" y="0"/>
          <a:chExt cx="0" cy="0"/>
        </a:xfrm>
      </p:grpSpPr>
      <p:sp>
        <p:nvSpPr>
          <p:cNvPr id="85" name="Google Shape;85;p14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14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00"/>
              </a:spcBef>
              <a:spcAft>
                <a:spcPts val="0"/>
              </a:spcAft>
              <a:buSzPts val="1400"/>
              <a:buNone/>
              <a:defRPr sz="2000"/>
            </a:lvl1pPr>
            <a:lvl2pPr indent="-228600" lvl="1" marL="914400" algn="l">
              <a:lnSpc>
                <a:spcPct val="100000"/>
              </a:lnSpc>
              <a:spcBef>
                <a:spcPts val="360"/>
              </a:spcBef>
              <a:spcAft>
                <a:spcPts val="0"/>
              </a:spcAft>
              <a:buClr>
                <a:schemeClr val="dk1"/>
              </a:buClr>
              <a:buSzPts val="1800"/>
              <a:buFont typeface="Times New Roman"/>
              <a:buNone/>
              <a:defRPr sz="1800"/>
            </a:lvl2pPr>
            <a:lvl3pPr indent="-228600" lvl="2" marL="1371600" algn="l">
              <a:lnSpc>
                <a:spcPct val="100000"/>
              </a:lnSpc>
              <a:spcBef>
                <a:spcPts val="320"/>
              </a:spcBef>
              <a:spcAft>
                <a:spcPts val="0"/>
              </a:spcAft>
              <a:buClr>
                <a:schemeClr val="dk1"/>
              </a:buClr>
              <a:buSzPts val="1600"/>
              <a:buFont typeface="Times New Roman"/>
              <a:buNone/>
              <a:defRPr sz="1600"/>
            </a:lvl3pPr>
            <a:lvl4pPr indent="-228600" lvl="3" marL="1828800" algn="l">
              <a:lnSpc>
                <a:spcPct val="100000"/>
              </a:lnSpc>
              <a:spcBef>
                <a:spcPts val="280"/>
              </a:spcBef>
              <a:spcAft>
                <a:spcPts val="0"/>
              </a:spcAft>
              <a:buClr>
                <a:schemeClr val="dk1"/>
              </a:buClr>
              <a:buSzPts val="1400"/>
              <a:buFont typeface="Times New Roman"/>
              <a:buNone/>
              <a:defRPr sz="1400"/>
            </a:lvl4pPr>
            <a:lvl5pPr indent="-228600" lvl="4" marL="2286000" algn="l">
              <a:lnSpc>
                <a:spcPct val="100000"/>
              </a:lnSpc>
              <a:spcBef>
                <a:spcPts val="280"/>
              </a:spcBef>
              <a:spcAft>
                <a:spcPts val="0"/>
              </a:spcAft>
              <a:buClr>
                <a:schemeClr val="dk1"/>
              </a:buClr>
              <a:buSzPts val="1400"/>
              <a:buFont typeface="Times New Roman"/>
              <a:buNone/>
              <a:defRPr sz="1400"/>
            </a:lvl5pPr>
            <a:lvl6pPr indent="-228600" lvl="5" marL="2743200" algn="l">
              <a:lnSpc>
                <a:spcPct val="100000"/>
              </a:lnSpc>
              <a:spcBef>
                <a:spcPts val="280"/>
              </a:spcBef>
              <a:spcAft>
                <a:spcPts val="0"/>
              </a:spcAft>
              <a:buClr>
                <a:schemeClr val="dk1"/>
              </a:buClr>
              <a:buSzPts val="1400"/>
              <a:buFont typeface="Times New Roman"/>
              <a:buNone/>
              <a:defRPr sz="1400"/>
            </a:lvl6pPr>
            <a:lvl7pPr indent="-228600" lvl="6" marL="3200400" algn="l">
              <a:lnSpc>
                <a:spcPct val="100000"/>
              </a:lnSpc>
              <a:spcBef>
                <a:spcPts val="280"/>
              </a:spcBef>
              <a:spcAft>
                <a:spcPts val="0"/>
              </a:spcAft>
              <a:buClr>
                <a:schemeClr val="dk1"/>
              </a:buClr>
              <a:buSzPts val="1400"/>
              <a:buFont typeface="Times New Roman"/>
              <a:buNone/>
              <a:defRPr sz="1400"/>
            </a:lvl7pPr>
            <a:lvl8pPr indent="-228600" lvl="7" marL="3657600" algn="l">
              <a:lnSpc>
                <a:spcPct val="100000"/>
              </a:lnSpc>
              <a:spcBef>
                <a:spcPts val="280"/>
              </a:spcBef>
              <a:spcAft>
                <a:spcPts val="0"/>
              </a:spcAft>
              <a:buClr>
                <a:schemeClr val="dk1"/>
              </a:buClr>
              <a:buSzPts val="1400"/>
              <a:buFont typeface="Times New Roman"/>
              <a:buNone/>
              <a:defRPr sz="1400"/>
            </a:lvl8pPr>
            <a:lvl9pPr indent="-228600" lvl="8" marL="4114800" algn="l">
              <a:lnSpc>
                <a:spcPct val="100000"/>
              </a:lnSpc>
              <a:spcBef>
                <a:spcPts val="280"/>
              </a:spcBef>
              <a:spcAft>
                <a:spcPts val="0"/>
              </a:spcAft>
              <a:buClr>
                <a:schemeClr val="dk1"/>
              </a:buClr>
              <a:buSzPts val="1400"/>
              <a:buFont typeface="Times New Roman"/>
              <a:buNone/>
              <a:defRPr sz="1400"/>
            </a:lvl9pPr>
          </a:lstStyle>
          <a:p/>
        </p:txBody>
      </p:sp>
      <p:sp>
        <p:nvSpPr>
          <p:cNvPr id="87" name="Google Shape;87;p144"/>
          <p:cNvSpPr txBox="1"/>
          <p:nvPr>
            <p:ph idx="10" type="dt"/>
          </p:nvPr>
        </p:nvSpPr>
        <p:spPr>
          <a:xfrm>
            <a:off x="696913" y="64008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7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144"/>
          <p:cNvSpPr txBox="1"/>
          <p:nvPr>
            <p:ph idx="11" type="ftr"/>
          </p:nvPr>
        </p:nvSpPr>
        <p:spPr>
          <a:xfrm>
            <a:off x="3105150" y="6383338"/>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7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144"/>
          <p:cNvSpPr txBox="1"/>
          <p:nvPr>
            <p:ph idx="12" type="sldNum"/>
          </p:nvPr>
        </p:nvSpPr>
        <p:spPr>
          <a:xfrm>
            <a:off x="6534150" y="6383338"/>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90" name="Shape 90"/>
        <p:cNvGrpSpPr/>
        <p:nvPr/>
      </p:nvGrpSpPr>
      <p:grpSpPr>
        <a:xfrm>
          <a:off x="0" y="0"/>
          <a:ext cx="0" cy="0"/>
          <a:chOff x="0" y="0"/>
          <a:chExt cx="0" cy="0"/>
        </a:xfrm>
      </p:grpSpPr>
      <p:sp>
        <p:nvSpPr>
          <p:cNvPr id="91" name="Google Shape;91;p14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145"/>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SzPts val="1680"/>
              <a:buNone/>
              <a:defRPr b="1" sz="2400"/>
            </a:lvl1pPr>
            <a:lvl2pPr indent="-228600" lvl="1" marL="914400" algn="l">
              <a:lnSpc>
                <a:spcPct val="100000"/>
              </a:lnSpc>
              <a:spcBef>
                <a:spcPts val="400"/>
              </a:spcBef>
              <a:spcAft>
                <a:spcPts val="0"/>
              </a:spcAft>
              <a:buClr>
                <a:schemeClr val="dk1"/>
              </a:buClr>
              <a:buSzPts val="2000"/>
              <a:buFont typeface="Times New Roman"/>
              <a:buNone/>
              <a:defRPr b="1" sz="2000"/>
            </a:lvl2pPr>
            <a:lvl3pPr indent="-228600" lvl="2" marL="1371600" algn="l">
              <a:lnSpc>
                <a:spcPct val="100000"/>
              </a:lnSpc>
              <a:spcBef>
                <a:spcPts val="360"/>
              </a:spcBef>
              <a:spcAft>
                <a:spcPts val="0"/>
              </a:spcAft>
              <a:buClr>
                <a:schemeClr val="dk1"/>
              </a:buClr>
              <a:buSzPts val="1800"/>
              <a:buFont typeface="Times New Roman"/>
              <a:buNone/>
              <a:defRPr b="1" sz="1800"/>
            </a:lvl3pPr>
            <a:lvl4pPr indent="-228600" lvl="3" marL="1828800" algn="l">
              <a:lnSpc>
                <a:spcPct val="100000"/>
              </a:lnSpc>
              <a:spcBef>
                <a:spcPts val="320"/>
              </a:spcBef>
              <a:spcAft>
                <a:spcPts val="0"/>
              </a:spcAft>
              <a:buClr>
                <a:schemeClr val="dk1"/>
              </a:buClr>
              <a:buSzPts val="1600"/>
              <a:buFont typeface="Times New Roman"/>
              <a:buNone/>
              <a:defRPr b="1" sz="1600"/>
            </a:lvl4pPr>
            <a:lvl5pPr indent="-228600" lvl="4" marL="2286000" algn="l">
              <a:lnSpc>
                <a:spcPct val="100000"/>
              </a:lnSpc>
              <a:spcBef>
                <a:spcPts val="320"/>
              </a:spcBef>
              <a:spcAft>
                <a:spcPts val="0"/>
              </a:spcAft>
              <a:buClr>
                <a:schemeClr val="dk1"/>
              </a:buClr>
              <a:buSzPts val="1600"/>
              <a:buFont typeface="Times New Roman"/>
              <a:buNone/>
              <a:defRPr b="1" sz="1600"/>
            </a:lvl5pPr>
            <a:lvl6pPr indent="-228600" lvl="5" marL="2743200" algn="l">
              <a:lnSpc>
                <a:spcPct val="100000"/>
              </a:lnSpc>
              <a:spcBef>
                <a:spcPts val="320"/>
              </a:spcBef>
              <a:spcAft>
                <a:spcPts val="0"/>
              </a:spcAft>
              <a:buClr>
                <a:schemeClr val="dk1"/>
              </a:buClr>
              <a:buSzPts val="1600"/>
              <a:buFont typeface="Times New Roman"/>
              <a:buNone/>
              <a:defRPr b="1" sz="1600"/>
            </a:lvl6pPr>
            <a:lvl7pPr indent="-228600" lvl="6" marL="3200400" algn="l">
              <a:lnSpc>
                <a:spcPct val="100000"/>
              </a:lnSpc>
              <a:spcBef>
                <a:spcPts val="320"/>
              </a:spcBef>
              <a:spcAft>
                <a:spcPts val="0"/>
              </a:spcAft>
              <a:buClr>
                <a:schemeClr val="dk1"/>
              </a:buClr>
              <a:buSzPts val="1600"/>
              <a:buFont typeface="Times New Roman"/>
              <a:buNone/>
              <a:defRPr b="1" sz="1600"/>
            </a:lvl7pPr>
            <a:lvl8pPr indent="-228600" lvl="7" marL="3657600" algn="l">
              <a:lnSpc>
                <a:spcPct val="100000"/>
              </a:lnSpc>
              <a:spcBef>
                <a:spcPts val="320"/>
              </a:spcBef>
              <a:spcAft>
                <a:spcPts val="0"/>
              </a:spcAft>
              <a:buClr>
                <a:schemeClr val="dk1"/>
              </a:buClr>
              <a:buSzPts val="1600"/>
              <a:buFont typeface="Times New Roman"/>
              <a:buNone/>
              <a:defRPr b="1" sz="1600"/>
            </a:lvl8pPr>
            <a:lvl9pPr indent="-228600" lvl="8" marL="4114800" algn="l">
              <a:lnSpc>
                <a:spcPct val="100000"/>
              </a:lnSpc>
              <a:spcBef>
                <a:spcPts val="320"/>
              </a:spcBef>
              <a:spcAft>
                <a:spcPts val="0"/>
              </a:spcAft>
              <a:buClr>
                <a:schemeClr val="dk1"/>
              </a:buClr>
              <a:buSzPts val="1600"/>
              <a:buFont typeface="Times New Roman"/>
              <a:buNone/>
              <a:defRPr b="1" sz="1600"/>
            </a:lvl9pPr>
          </a:lstStyle>
          <a:p/>
        </p:txBody>
      </p:sp>
      <p:sp>
        <p:nvSpPr>
          <p:cNvPr id="93" name="Google Shape;93;p145"/>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35280" lvl="0" marL="457200" algn="l">
              <a:lnSpc>
                <a:spcPct val="100000"/>
              </a:lnSpc>
              <a:spcBef>
                <a:spcPts val="480"/>
              </a:spcBef>
              <a:spcAft>
                <a:spcPts val="0"/>
              </a:spcAft>
              <a:buSzPts val="1680"/>
              <a:buChar char="●"/>
              <a:defRPr sz="2400"/>
            </a:lvl1pPr>
            <a:lvl2pPr indent="-355600" lvl="1" marL="914400" algn="l">
              <a:lnSpc>
                <a:spcPct val="100000"/>
              </a:lnSpc>
              <a:spcBef>
                <a:spcPts val="400"/>
              </a:spcBef>
              <a:spcAft>
                <a:spcPts val="0"/>
              </a:spcAft>
              <a:buClr>
                <a:schemeClr val="dk1"/>
              </a:buClr>
              <a:buSzPts val="2000"/>
              <a:buFont typeface="Times New Roman"/>
              <a:buChar char="–"/>
              <a:defRPr sz="2000"/>
            </a:lvl2pPr>
            <a:lvl3pPr indent="-342900" lvl="2" marL="1371600" algn="l">
              <a:lnSpc>
                <a:spcPct val="100000"/>
              </a:lnSpc>
              <a:spcBef>
                <a:spcPts val="360"/>
              </a:spcBef>
              <a:spcAft>
                <a:spcPts val="0"/>
              </a:spcAft>
              <a:buClr>
                <a:schemeClr val="dk1"/>
              </a:buClr>
              <a:buSzPts val="1800"/>
              <a:buFont typeface="Times New Roman"/>
              <a:buChar char="•"/>
              <a:defRPr sz="1800"/>
            </a:lvl3pPr>
            <a:lvl4pPr indent="-330200" lvl="3" marL="1828800" algn="l">
              <a:lnSpc>
                <a:spcPct val="100000"/>
              </a:lnSpc>
              <a:spcBef>
                <a:spcPts val="320"/>
              </a:spcBef>
              <a:spcAft>
                <a:spcPts val="0"/>
              </a:spcAft>
              <a:buClr>
                <a:schemeClr val="dk1"/>
              </a:buClr>
              <a:buSzPts val="1600"/>
              <a:buFont typeface="Times New Roman"/>
              <a:buChar char="–"/>
              <a:defRPr sz="1600"/>
            </a:lvl4pPr>
            <a:lvl5pPr indent="-330200" lvl="4" marL="2286000" algn="l">
              <a:lnSpc>
                <a:spcPct val="100000"/>
              </a:lnSpc>
              <a:spcBef>
                <a:spcPts val="320"/>
              </a:spcBef>
              <a:spcAft>
                <a:spcPts val="0"/>
              </a:spcAft>
              <a:buClr>
                <a:schemeClr val="dk1"/>
              </a:buClr>
              <a:buSzPts val="1600"/>
              <a:buFont typeface="Times New Roman"/>
              <a:buChar char="»"/>
              <a:defRPr sz="1600"/>
            </a:lvl5pPr>
            <a:lvl6pPr indent="-330200" lvl="5" marL="2743200" algn="l">
              <a:lnSpc>
                <a:spcPct val="100000"/>
              </a:lnSpc>
              <a:spcBef>
                <a:spcPts val="320"/>
              </a:spcBef>
              <a:spcAft>
                <a:spcPts val="0"/>
              </a:spcAft>
              <a:buClr>
                <a:schemeClr val="dk1"/>
              </a:buClr>
              <a:buSzPts val="1600"/>
              <a:buFont typeface="Times New Roman"/>
              <a:buChar char="»"/>
              <a:defRPr sz="1600"/>
            </a:lvl6pPr>
            <a:lvl7pPr indent="-330200" lvl="6" marL="3200400" algn="l">
              <a:lnSpc>
                <a:spcPct val="100000"/>
              </a:lnSpc>
              <a:spcBef>
                <a:spcPts val="320"/>
              </a:spcBef>
              <a:spcAft>
                <a:spcPts val="0"/>
              </a:spcAft>
              <a:buClr>
                <a:schemeClr val="dk1"/>
              </a:buClr>
              <a:buSzPts val="1600"/>
              <a:buFont typeface="Times New Roman"/>
              <a:buChar char="»"/>
              <a:defRPr sz="1600"/>
            </a:lvl7pPr>
            <a:lvl8pPr indent="-330200" lvl="7" marL="3657600" algn="l">
              <a:lnSpc>
                <a:spcPct val="100000"/>
              </a:lnSpc>
              <a:spcBef>
                <a:spcPts val="320"/>
              </a:spcBef>
              <a:spcAft>
                <a:spcPts val="0"/>
              </a:spcAft>
              <a:buClr>
                <a:schemeClr val="dk1"/>
              </a:buClr>
              <a:buSzPts val="1600"/>
              <a:buFont typeface="Times New Roman"/>
              <a:buChar char="»"/>
              <a:defRPr sz="1600"/>
            </a:lvl8pPr>
            <a:lvl9pPr indent="-330200" lvl="8" marL="4114800" algn="l">
              <a:lnSpc>
                <a:spcPct val="100000"/>
              </a:lnSpc>
              <a:spcBef>
                <a:spcPts val="320"/>
              </a:spcBef>
              <a:spcAft>
                <a:spcPts val="0"/>
              </a:spcAft>
              <a:buClr>
                <a:schemeClr val="dk1"/>
              </a:buClr>
              <a:buSzPts val="1600"/>
              <a:buFont typeface="Times New Roman"/>
              <a:buChar char="»"/>
              <a:defRPr sz="1600"/>
            </a:lvl9pPr>
          </a:lstStyle>
          <a:p/>
        </p:txBody>
      </p:sp>
      <p:sp>
        <p:nvSpPr>
          <p:cNvPr id="94" name="Google Shape;94;p145"/>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SzPts val="1680"/>
              <a:buNone/>
              <a:defRPr b="1" sz="2400"/>
            </a:lvl1pPr>
            <a:lvl2pPr indent="-228600" lvl="1" marL="914400" algn="l">
              <a:lnSpc>
                <a:spcPct val="100000"/>
              </a:lnSpc>
              <a:spcBef>
                <a:spcPts val="400"/>
              </a:spcBef>
              <a:spcAft>
                <a:spcPts val="0"/>
              </a:spcAft>
              <a:buClr>
                <a:schemeClr val="dk1"/>
              </a:buClr>
              <a:buSzPts val="2000"/>
              <a:buFont typeface="Times New Roman"/>
              <a:buNone/>
              <a:defRPr b="1" sz="2000"/>
            </a:lvl2pPr>
            <a:lvl3pPr indent="-228600" lvl="2" marL="1371600" algn="l">
              <a:lnSpc>
                <a:spcPct val="100000"/>
              </a:lnSpc>
              <a:spcBef>
                <a:spcPts val="360"/>
              </a:spcBef>
              <a:spcAft>
                <a:spcPts val="0"/>
              </a:spcAft>
              <a:buClr>
                <a:schemeClr val="dk1"/>
              </a:buClr>
              <a:buSzPts val="1800"/>
              <a:buFont typeface="Times New Roman"/>
              <a:buNone/>
              <a:defRPr b="1" sz="1800"/>
            </a:lvl3pPr>
            <a:lvl4pPr indent="-228600" lvl="3" marL="1828800" algn="l">
              <a:lnSpc>
                <a:spcPct val="100000"/>
              </a:lnSpc>
              <a:spcBef>
                <a:spcPts val="320"/>
              </a:spcBef>
              <a:spcAft>
                <a:spcPts val="0"/>
              </a:spcAft>
              <a:buClr>
                <a:schemeClr val="dk1"/>
              </a:buClr>
              <a:buSzPts val="1600"/>
              <a:buFont typeface="Times New Roman"/>
              <a:buNone/>
              <a:defRPr b="1" sz="1600"/>
            </a:lvl4pPr>
            <a:lvl5pPr indent="-228600" lvl="4" marL="2286000" algn="l">
              <a:lnSpc>
                <a:spcPct val="100000"/>
              </a:lnSpc>
              <a:spcBef>
                <a:spcPts val="320"/>
              </a:spcBef>
              <a:spcAft>
                <a:spcPts val="0"/>
              </a:spcAft>
              <a:buClr>
                <a:schemeClr val="dk1"/>
              </a:buClr>
              <a:buSzPts val="1600"/>
              <a:buFont typeface="Times New Roman"/>
              <a:buNone/>
              <a:defRPr b="1" sz="1600"/>
            </a:lvl5pPr>
            <a:lvl6pPr indent="-228600" lvl="5" marL="2743200" algn="l">
              <a:lnSpc>
                <a:spcPct val="100000"/>
              </a:lnSpc>
              <a:spcBef>
                <a:spcPts val="320"/>
              </a:spcBef>
              <a:spcAft>
                <a:spcPts val="0"/>
              </a:spcAft>
              <a:buClr>
                <a:schemeClr val="dk1"/>
              </a:buClr>
              <a:buSzPts val="1600"/>
              <a:buFont typeface="Times New Roman"/>
              <a:buNone/>
              <a:defRPr b="1" sz="1600"/>
            </a:lvl6pPr>
            <a:lvl7pPr indent="-228600" lvl="6" marL="3200400" algn="l">
              <a:lnSpc>
                <a:spcPct val="100000"/>
              </a:lnSpc>
              <a:spcBef>
                <a:spcPts val="320"/>
              </a:spcBef>
              <a:spcAft>
                <a:spcPts val="0"/>
              </a:spcAft>
              <a:buClr>
                <a:schemeClr val="dk1"/>
              </a:buClr>
              <a:buSzPts val="1600"/>
              <a:buFont typeface="Times New Roman"/>
              <a:buNone/>
              <a:defRPr b="1" sz="1600"/>
            </a:lvl7pPr>
            <a:lvl8pPr indent="-228600" lvl="7" marL="3657600" algn="l">
              <a:lnSpc>
                <a:spcPct val="100000"/>
              </a:lnSpc>
              <a:spcBef>
                <a:spcPts val="320"/>
              </a:spcBef>
              <a:spcAft>
                <a:spcPts val="0"/>
              </a:spcAft>
              <a:buClr>
                <a:schemeClr val="dk1"/>
              </a:buClr>
              <a:buSzPts val="1600"/>
              <a:buFont typeface="Times New Roman"/>
              <a:buNone/>
              <a:defRPr b="1" sz="1600"/>
            </a:lvl8pPr>
            <a:lvl9pPr indent="-228600" lvl="8" marL="4114800" algn="l">
              <a:lnSpc>
                <a:spcPct val="100000"/>
              </a:lnSpc>
              <a:spcBef>
                <a:spcPts val="320"/>
              </a:spcBef>
              <a:spcAft>
                <a:spcPts val="0"/>
              </a:spcAft>
              <a:buClr>
                <a:schemeClr val="dk1"/>
              </a:buClr>
              <a:buSzPts val="1600"/>
              <a:buFont typeface="Times New Roman"/>
              <a:buNone/>
              <a:defRPr b="1" sz="1600"/>
            </a:lvl9pPr>
          </a:lstStyle>
          <a:p/>
        </p:txBody>
      </p:sp>
      <p:sp>
        <p:nvSpPr>
          <p:cNvPr id="95" name="Google Shape;95;p145"/>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35280" lvl="0" marL="457200" algn="l">
              <a:lnSpc>
                <a:spcPct val="100000"/>
              </a:lnSpc>
              <a:spcBef>
                <a:spcPts val="480"/>
              </a:spcBef>
              <a:spcAft>
                <a:spcPts val="0"/>
              </a:spcAft>
              <a:buSzPts val="1680"/>
              <a:buChar char="●"/>
              <a:defRPr sz="2400"/>
            </a:lvl1pPr>
            <a:lvl2pPr indent="-355600" lvl="1" marL="914400" algn="l">
              <a:lnSpc>
                <a:spcPct val="100000"/>
              </a:lnSpc>
              <a:spcBef>
                <a:spcPts val="400"/>
              </a:spcBef>
              <a:spcAft>
                <a:spcPts val="0"/>
              </a:spcAft>
              <a:buClr>
                <a:schemeClr val="dk1"/>
              </a:buClr>
              <a:buSzPts val="2000"/>
              <a:buFont typeface="Times New Roman"/>
              <a:buChar char="–"/>
              <a:defRPr sz="2000"/>
            </a:lvl2pPr>
            <a:lvl3pPr indent="-342900" lvl="2" marL="1371600" algn="l">
              <a:lnSpc>
                <a:spcPct val="100000"/>
              </a:lnSpc>
              <a:spcBef>
                <a:spcPts val="360"/>
              </a:spcBef>
              <a:spcAft>
                <a:spcPts val="0"/>
              </a:spcAft>
              <a:buClr>
                <a:schemeClr val="dk1"/>
              </a:buClr>
              <a:buSzPts val="1800"/>
              <a:buFont typeface="Times New Roman"/>
              <a:buChar char="•"/>
              <a:defRPr sz="1800"/>
            </a:lvl3pPr>
            <a:lvl4pPr indent="-330200" lvl="3" marL="1828800" algn="l">
              <a:lnSpc>
                <a:spcPct val="100000"/>
              </a:lnSpc>
              <a:spcBef>
                <a:spcPts val="320"/>
              </a:spcBef>
              <a:spcAft>
                <a:spcPts val="0"/>
              </a:spcAft>
              <a:buClr>
                <a:schemeClr val="dk1"/>
              </a:buClr>
              <a:buSzPts val="1600"/>
              <a:buFont typeface="Times New Roman"/>
              <a:buChar char="–"/>
              <a:defRPr sz="1600"/>
            </a:lvl4pPr>
            <a:lvl5pPr indent="-330200" lvl="4" marL="2286000" algn="l">
              <a:lnSpc>
                <a:spcPct val="100000"/>
              </a:lnSpc>
              <a:spcBef>
                <a:spcPts val="320"/>
              </a:spcBef>
              <a:spcAft>
                <a:spcPts val="0"/>
              </a:spcAft>
              <a:buClr>
                <a:schemeClr val="dk1"/>
              </a:buClr>
              <a:buSzPts val="1600"/>
              <a:buFont typeface="Times New Roman"/>
              <a:buChar char="»"/>
              <a:defRPr sz="1600"/>
            </a:lvl5pPr>
            <a:lvl6pPr indent="-330200" lvl="5" marL="2743200" algn="l">
              <a:lnSpc>
                <a:spcPct val="100000"/>
              </a:lnSpc>
              <a:spcBef>
                <a:spcPts val="320"/>
              </a:spcBef>
              <a:spcAft>
                <a:spcPts val="0"/>
              </a:spcAft>
              <a:buClr>
                <a:schemeClr val="dk1"/>
              </a:buClr>
              <a:buSzPts val="1600"/>
              <a:buFont typeface="Times New Roman"/>
              <a:buChar char="»"/>
              <a:defRPr sz="1600"/>
            </a:lvl6pPr>
            <a:lvl7pPr indent="-330200" lvl="6" marL="3200400" algn="l">
              <a:lnSpc>
                <a:spcPct val="100000"/>
              </a:lnSpc>
              <a:spcBef>
                <a:spcPts val="320"/>
              </a:spcBef>
              <a:spcAft>
                <a:spcPts val="0"/>
              </a:spcAft>
              <a:buClr>
                <a:schemeClr val="dk1"/>
              </a:buClr>
              <a:buSzPts val="1600"/>
              <a:buFont typeface="Times New Roman"/>
              <a:buChar char="»"/>
              <a:defRPr sz="1600"/>
            </a:lvl7pPr>
            <a:lvl8pPr indent="-330200" lvl="7" marL="3657600" algn="l">
              <a:lnSpc>
                <a:spcPct val="100000"/>
              </a:lnSpc>
              <a:spcBef>
                <a:spcPts val="320"/>
              </a:spcBef>
              <a:spcAft>
                <a:spcPts val="0"/>
              </a:spcAft>
              <a:buClr>
                <a:schemeClr val="dk1"/>
              </a:buClr>
              <a:buSzPts val="1600"/>
              <a:buFont typeface="Times New Roman"/>
              <a:buChar char="»"/>
              <a:defRPr sz="1600"/>
            </a:lvl8pPr>
            <a:lvl9pPr indent="-330200" lvl="8" marL="4114800" algn="l">
              <a:lnSpc>
                <a:spcPct val="100000"/>
              </a:lnSpc>
              <a:spcBef>
                <a:spcPts val="320"/>
              </a:spcBef>
              <a:spcAft>
                <a:spcPts val="0"/>
              </a:spcAft>
              <a:buClr>
                <a:schemeClr val="dk1"/>
              </a:buClr>
              <a:buSzPts val="1600"/>
              <a:buFont typeface="Times New Roman"/>
              <a:buChar char="»"/>
              <a:defRPr sz="1600"/>
            </a:lvl9pPr>
          </a:lstStyle>
          <a:p/>
        </p:txBody>
      </p:sp>
      <p:sp>
        <p:nvSpPr>
          <p:cNvPr id="96" name="Google Shape;96;p145"/>
          <p:cNvSpPr txBox="1"/>
          <p:nvPr>
            <p:ph idx="10" type="dt"/>
          </p:nvPr>
        </p:nvSpPr>
        <p:spPr>
          <a:xfrm>
            <a:off x="696913" y="64008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7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 name="Google Shape;97;p145"/>
          <p:cNvSpPr txBox="1"/>
          <p:nvPr>
            <p:ph idx="11" type="ftr"/>
          </p:nvPr>
        </p:nvSpPr>
        <p:spPr>
          <a:xfrm>
            <a:off x="3105150" y="6383338"/>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7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145"/>
          <p:cNvSpPr txBox="1"/>
          <p:nvPr>
            <p:ph idx="12" type="sldNum"/>
          </p:nvPr>
        </p:nvSpPr>
        <p:spPr>
          <a:xfrm>
            <a:off x="6534150" y="6383338"/>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9" name="Shape 99"/>
        <p:cNvGrpSpPr/>
        <p:nvPr/>
      </p:nvGrpSpPr>
      <p:grpSpPr>
        <a:xfrm>
          <a:off x="0" y="0"/>
          <a:ext cx="0" cy="0"/>
          <a:chOff x="0" y="0"/>
          <a:chExt cx="0" cy="0"/>
        </a:xfrm>
      </p:grpSpPr>
      <p:sp>
        <p:nvSpPr>
          <p:cNvPr id="100" name="Google Shape;100;p146"/>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Google Shape;101;p146"/>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370840" lvl="0" marL="457200" algn="l">
              <a:lnSpc>
                <a:spcPct val="100000"/>
              </a:lnSpc>
              <a:spcBef>
                <a:spcPts val="640"/>
              </a:spcBef>
              <a:spcAft>
                <a:spcPts val="0"/>
              </a:spcAft>
              <a:buSzPts val="2240"/>
              <a:buChar char="●"/>
              <a:defRPr sz="3200"/>
            </a:lvl1pPr>
            <a:lvl2pPr indent="-406400" lvl="1" marL="914400" algn="l">
              <a:lnSpc>
                <a:spcPct val="100000"/>
              </a:lnSpc>
              <a:spcBef>
                <a:spcPts val="560"/>
              </a:spcBef>
              <a:spcAft>
                <a:spcPts val="0"/>
              </a:spcAft>
              <a:buClr>
                <a:schemeClr val="dk1"/>
              </a:buClr>
              <a:buSzPts val="2800"/>
              <a:buFont typeface="Times New Roman"/>
              <a:buChar char="–"/>
              <a:defRPr sz="2800"/>
            </a:lvl2pPr>
            <a:lvl3pPr indent="-381000" lvl="2" marL="1371600" algn="l">
              <a:lnSpc>
                <a:spcPct val="100000"/>
              </a:lnSpc>
              <a:spcBef>
                <a:spcPts val="480"/>
              </a:spcBef>
              <a:spcAft>
                <a:spcPts val="0"/>
              </a:spcAft>
              <a:buClr>
                <a:schemeClr val="dk1"/>
              </a:buClr>
              <a:buSzPts val="2400"/>
              <a:buFont typeface="Times New Roman"/>
              <a:buChar char="•"/>
              <a:defRPr sz="2400"/>
            </a:lvl3pPr>
            <a:lvl4pPr indent="-355600" lvl="3" marL="1828800" algn="l">
              <a:lnSpc>
                <a:spcPct val="100000"/>
              </a:lnSpc>
              <a:spcBef>
                <a:spcPts val="400"/>
              </a:spcBef>
              <a:spcAft>
                <a:spcPts val="0"/>
              </a:spcAft>
              <a:buClr>
                <a:schemeClr val="dk1"/>
              </a:buClr>
              <a:buSzPts val="2000"/>
              <a:buFont typeface="Times New Roman"/>
              <a:buChar char="–"/>
              <a:defRPr sz="2000"/>
            </a:lvl4pPr>
            <a:lvl5pPr indent="-355600" lvl="4" marL="2286000" algn="l">
              <a:lnSpc>
                <a:spcPct val="100000"/>
              </a:lnSpc>
              <a:spcBef>
                <a:spcPts val="400"/>
              </a:spcBef>
              <a:spcAft>
                <a:spcPts val="0"/>
              </a:spcAft>
              <a:buClr>
                <a:schemeClr val="dk1"/>
              </a:buClr>
              <a:buSzPts val="2000"/>
              <a:buFont typeface="Times New Roman"/>
              <a:buChar char="»"/>
              <a:defRPr sz="2000"/>
            </a:lvl5pPr>
            <a:lvl6pPr indent="-355600" lvl="5" marL="2743200" algn="l">
              <a:lnSpc>
                <a:spcPct val="100000"/>
              </a:lnSpc>
              <a:spcBef>
                <a:spcPts val="400"/>
              </a:spcBef>
              <a:spcAft>
                <a:spcPts val="0"/>
              </a:spcAft>
              <a:buClr>
                <a:schemeClr val="dk1"/>
              </a:buClr>
              <a:buSzPts val="2000"/>
              <a:buFont typeface="Times New Roman"/>
              <a:buChar char="»"/>
              <a:defRPr sz="2000"/>
            </a:lvl6pPr>
            <a:lvl7pPr indent="-355600" lvl="6" marL="3200400" algn="l">
              <a:lnSpc>
                <a:spcPct val="100000"/>
              </a:lnSpc>
              <a:spcBef>
                <a:spcPts val="400"/>
              </a:spcBef>
              <a:spcAft>
                <a:spcPts val="0"/>
              </a:spcAft>
              <a:buClr>
                <a:schemeClr val="dk1"/>
              </a:buClr>
              <a:buSzPts val="2000"/>
              <a:buFont typeface="Times New Roman"/>
              <a:buChar char="»"/>
              <a:defRPr sz="2000"/>
            </a:lvl7pPr>
            <a:lvl8pPr indent="-355600" lvl="7" marL="3657600" algn="l">
              <a:lnSpc>
                <a:spcPct val="100000"/>
              </a:lnSpc>
              <a:spcBef>
                <a:spcPts val="400"/>
              </a:spcBef>
              <a:spcAft>
                <a:spcPts val="0"/>
              </a:spcAft>
              <a:buClr>
                <a:schemeClr val="dk1"/>
              </a:buClr>
              <a:buSzPts val="2000"/>
              <a:buFont typeface="Times New Roman"/>
              <a:buChar char="»"/>
              <a:defRPr sz="2000"/>
            </a:lvl8pPr>
            <a:lvl9pPr indent="-355600" lvl="8" marL="4114800" algn="l">
              <a:lnSpc>
                <a:spcPct val="100000"/>
              </a:lnSpc>
              <a:spcBef>
                <a:spcPts val="400"/>
              </a:spcBef>
              <a:spcAft>
                <a:spcPts val="0"/>
              </a:spcAft>
              <a:buClr>
                <a:schemeClr val="dk1"/>
              </a:buClr>
              <a:buSzPts val="2000"/>
              <a:buFont typeface="Times New Roman"/>
              <a:buChar char="»"/>
              <a:defRPr sz="2000"/>
            </a:lvl9pPr>
          </a:lstStyle>
          <a:p/>
        </p:txBody>
      </p:sp>
      <p:sp>
        <p:nvSpPr>
          <p:cNvPr id="102" name="Google Shape;102;p146"/>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SzPts val="980"/>
              <a:buNone/>
              <a:defRPr sz="1400"/>
            </a:lvl1pPr>
            <a:lvl2pPr indent="-228600" lvl="1" marL="914400" algn="l">
              <a:lnSpc>
                <a:spcPct val="100000"/>
              </a:lnSpc>
              <a:spcBef>
                <a:spcPts val="240"/>
              </a:spcBef>
              <a:spcAft>
                <a:spcPts val="0"/>
              </a:spcAft>
              <a:buClr>
                <a:schemeClr val="dk1"/>
              </a:buClr>
              <a:buSzPts val="1200"/>
              <a:buFont typeface="Times New Roman"/>
              <a:buNone/>
              <a:defRPr sz="1200"/>
            </a:lvl2pPr>
            <a:lvl3pPr indent="-228600" lvl="2" marL="1371600" algn="l">
              <a:lnSpc>
                <a:spcPct val="100000"/>
              </a:lnSpc>
              <a:spcBef>
                <a:spcPts val="200"/>
              </a:spcBef>
              <a:spcAft>
                <a:spcPts val="0"/>
              </a:spcAft>
              <a:buClr>
                <a:schemeClr val="dk1"/>
              </a:buClr>
              <a:buSzPts val="1000"/>
              <a:buFont typeface="Times New Roman"/>
              <a:buNone/>
              <a:defRPr sz="1000"/>
            </a:lvl3pPr>
            <a:lvl4pPr indent="-228600" lvl="3" marL="1828800" algn="l">
              <a:lnSpc>
                <a:spcPct val="100000"/>
              </a:lnSpc>
              <a:spcBef>
                <a:spcPts val="180"/>
              </a:spcBef>
              <a:spcAft>
                <a:spcPts val="0"/>
              </a:spcAft>
              <a:buClr>
                <a:schemeClr val="dk1"/>
              </a:buClr>
              <a:buSzPts val="900"/>
              <a:buFont typeface="Times New Roman"/>
              <a:buNone/>
              <a:defRPr sz="900"/>
            </a:lvl4pPr>
            <a:lvl5pPr indent="-228600" lvl="4" marL="2286000" algn="l">
              <a:lnSpc>
                <a:spcPct val="100000"/>
              </a:lnSpc>
              <a:spcBef>
                <a:spcPts val="180"/>
              </a:spcBef>
              <a:spcAft>
                <a:spcPts val="0"/>
              </a:spcAft>
              <a:buClr>
                <a:schemeClr val="dk1"/>
              </a:buClr>
              <a:buSzPts val="900"/>
              <a:buFont typeface="Times New Roman"/>
              <a:buNone/>
              <a:defRPr sz="900"/>
            </a:lvl5pPr>
            <a:lvl6pPr indent="-228600" lvl="5" marL="2743200" algn="l">
              <a:lnSpc>
                <a:spcPct val="100000"/>
              </a:lnSpc>
              <a:spcBef>
                <a:spcPts val="180"/>
              </a:spcBef>
              <a:spcAft>
                <a:spcPts val="0"/>
              </a:spcAft>
              <a:buClr>
                <a:schemeClr val="dk1"/>
              </a:buClr>
              <a:buSzPts val="900"/>
              <a:buFont typeface="Times New Roman"/>
              <a:buNone/>
              <a:defRPr sz="900"/>
            </a:lvl6pPr>
            <a:lvl7pPr indent="-228600" lvl="6" marL="3200400" algn="l">
              <a:lnSpc>
                <a:spcPct val="100000"/>
              </a:lnSpc>
              <a:spcBef>
                <a:spcPts val="180"/>
              </a:spcBef>
              <a:spcAft>
                <a:spcPts val="0"/>
              </a:spcAft>
              <a:buClr>
                <a:schemeClr val="dk1"/>
              </a:buClr>
              <a:buSzPts val="900"/>
              <a:buFont typeface="Times New Roman"/>
              <a:buNone/>
              <a:defRPr sz="900"/>
            </a:lvl7pPr>
            <a:lvl8pPr indent="-228600" lvl="7" marL="3657600" algn="l">
              <a:lnSpc>
                <a:spcPct val="100000"/>
              </a:lnSpc>
              <a:spcBef>
                <a:spcPts val="180"/>
              </a:spcBef>
              <a:spcAft>
                <a:spcPts val="0"/>
              </a:spcAft>
              <a:buClr>
                <a:schemeClr val="dk1"/>
              </a:buClr>
              <a:buSzPts val="900"/>
              <a:buFont typeface="Times New Roman"/>
              <a:buNone/>
              <a:defRPr sz="900"/>
            </a:lvl8pPr>
            <a:lvl9pPr indent="-228600" lvl="8" marL="4114800" algn="l">
              <a:lnSpc>
                <a:spcPct val="100000"/>
              </a:lnSpc>
              <a:spcBef>
                <a:spcPts val="180"/>
              </a:spcBef>
              <a:spcAft>
                <a:spcPts val="0"/>
              </a:spcAft>
              <a:buClr>
                <a:schemeClr val="dk1"/>
              </a:buClr>
              <a:buSzPts val="900"/>
              <a:buFont typeface="Times New Roman"/>
              <a:buNone/>
              <a:defRPr sz="900"/>
            </a:lvl9pPr>
          </a:lstStyle>
          <a:p/>
        </p:txBody>
      </p:sp>
      <p:sp>
        <p:nvSpPr>
          <p:cNvPr id="103" name="Google Shape;103;p146"/>
          <p:cNvSpPr txBox="1"/>
          <p:nvPr>
            <p:ph idx="10" type="dt"/>
          </p:nvPr>
        </p:nvSpPr>
        <p:spPr>
          <a:xfrm>
            <a:off x="696913" y="64008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7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4" name="Google Shape;104;p146"/>
          <p:cNvSpPr txBox="1"/>
          <p:nvPr>
            <p:ph idx="11" type="ftr"/>
          </p:nvPr>
        </p:nvSpPr>
        <p:spPr>
          <a:xfrm>
            <a:off x="3105150" y="6383338"/>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7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5" name="Google Shape;105;p146"/>
          <p:cNvSpPr txBox="1"/>
          <p:nvPr>
            <p:ph idx="12" type="sldNum"/>
          </p:nvPr>
        </p:nvSpPr>
        <p:spPr>
          <a:xfrm>
            <a:off x="6534150" y="6383338"/>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6" name="Shape 106"/>
        <p:cNvGrpSpPr/>
        <p:nvPr/>
      </p:nvGrpSpPr>
      <p:grpSpPr>
        <a:xfrm>
          <a:off x="0" y="0"/>
          <a:ext cx="0" cy="0"/>
          <a:chOff x="0" y="0"/>
          <a:chExt cx="0" cy="0"/>
        </a:xfrm>
      </p:grpSpPr>
      <p:sp>
        <p:nvSpPr>
          <p:cNvPr id="107" name="Google Shape;107;p147"/>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8" name="Google Shape;108;p147"/>
          <p:cNvSpPr/>
          <p:nvPr>
            <p:ph idx="2" type="pic"/>
          </p:nvPr>
        </p:nvSpPr>
        <p:spPr>
          <a:xfrm>
            <a:off x="1792288" y="612775"/>
            <a:ext cx="5486400" cy="4114800"/>
          </a:xfrm>
          <a:prstGeom prst="rect">
            <a:avLst/>
          </a:prstGeom>
          <a:noFill/>
          <a:ln>
            <a:noFill/>
          </a:ln>
        </p:spPr>
      </p:sp>
      <p:sp>
        <p:nvSpPr>
          <p:cNvPr id="109" name="Google Shape;109;p147"/>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SzPts val="980"/>
              <a:buNone/>
              <a:defRPr sz="1400"/>
            </a:lvl1pPr>
            <a:lvl2pPr indent="-228600" lvl="1" marL="914400" algn="l">
              <a:lnSpc>
                <a:spcPct val="100000"/>
              </a:lnSpc>
              <a:spcBef>
                <a:spcPts val="240"/>
              </a:spcBef>
              <a:spcAft>
                <a:spcPts val="0"/>
              </a:spcAft>
              <a:buClr>
                <a:schemeClr val="dk1"/>
              </a:buClr>
              <a:buSzPts val="1200"/>
              <a:buFont typeface="Times New Roman"/>
              <a:buNone/>
              <a:defRPr sz="1200"/>
            </a:lvl2pPr>
            <a:lvl3pPr indent="-228600" lvl="2" marL="1371600" algn="l">
              <a:lnSpc>
                <a:spcPct val="100000"/>
              </a:lnSpc>
              <a:spcBef>
                <a:spcPts val="200"/>
              </a:spcBef>
              <a:spcAft>
                <a:spcPts val="0"/>
              </a:spcAft>
              <a:buClr>
                <a:schemeClr val="dk1"/>
              </a:buClr>
              <a:buSzPts val="1000"/>
              <a:buFont typeface="Times New Roman"/>
              <a:buNone/>
              <a:defRPr sz="1000"/>
            </a:lvl3pPr>
            <a:lvl4pPr indent="-228600" lvl="3" marL="1828800" algn="l">
              <a:lnSpc>
                <a:spcPct val="100000"/>
              </a:lnSpc>
              <a:spcBef>
                <a:spcPts val="180"/>
              </a:spcBef>
              <a:spcAft>
                <a:spcPts val="0"/>
              </a:spcAft>
              <a:buClr>
                <a:schemeClr val="dk1"/>
              </a:buClr>
              <a:buSzPts val="900"/>
              <a:buFont typeface="Times New Roman"/>
              <a:buNone/>
              <a:defRPr sz="900"/>
            </a:lvl4pPr>
            <a:lvl5pPr indent="-228600" lvl="4" marL="2286000" algn="l">
              <a:lnSpc>
                <a:spcPct val="100000"/>
              </a:lnSpc>
              <a:spcBef>
                <a:spcPts val="180"/>
              </a:spcBef>
              <a:spcAft>
                <a:spcPts val="0"/>
              </a:spcAft>
              <a:buClr>
                <a:schemeClr val="dk1"/>
              </a:buClr>
              <a:buSzPts val="900"/>
              <a:buFont typeface="Times New Roman"/>
              <a:buNone/>
              <a:defRPr sz="900"/>
            </a:lvl5pPr>
            <a:lvl6pPr indent="-228600" lvl="5" marL="2743200" algn="l">
              <a:lnSpc>
                <a:spcPct val="100000"/>
              </a:lnSpc>
              <a:spcBef>
                <a:spcPts val="180"/>
              </a:spcBef>
              <a:spcAft>
                <a:spcPts val="0"/>
              </a:spcAft>
              <a:buClr>
                <a:schemeClr val="dk1"/>
              </a:buClr>
              <a:buSzPts val="900"/>
              <a:buFont typeface="Times New Roman"/>
              <a:buNone/>
              <a:defRPr sz="900"/>
            </a:lvl6pPr>
            <a:lvl7pPr indent="-228600" lvl="6" marL="3200400" algn="l">
              <a:lnSpc>
                <a:spcPct val="100000"/>
              </a:lnSpc>
              <a:spcBef>
                <a:spcPts val="180"/>
              </a:spcBef>
              <a:spcAft>
                <a:spcPts val="0"/>
              </a:spcAft>
              <a:buClr>
                <a:schemeClr val="dk1"/>
              </a:buClr>
              <a:buSzPts val="900"/>
              <a:buFont typeface="Times New Roman"/>
              <a:buNone/>
              <a:defRPr sz="900"/>
            </a:lvl7pPr>
            <a:lvl8pPr indent="-228600" lvl="7" marL="3657600" algn="l">
              <a:lnSpc>
                <a:spcPct val="100000"/>
              </a:lnSpc>
              <a:spcBef>
                <a:spcPts val="180"/>
              </a:spcBef>
              <a:spcAft>
                <a:spcPts val="0"/>
              </a:spcAft>
              <a:buClr>
                <a:schemeClr val="dk1"/>
              </a:buClr>
              <a:buSzPts val="900"/>
              <a:buFont typeface="Times New Roman"/>
              <a:buNone/>
              <a:defRPr sz="900"/>
            </a:lvl8pPr>
            <a:lvl9pPr indent="-228600" lvl="8" marL="4114800" algn="l">
              <a:lnSpc>
                <a:spcPct val="100000"/>
              </a:lnSpc>
              <a:spcBef>
                <a:spcPts val="180"/>
              </a:spcBef>
              <a:spcAft>
                <a:spcPts val="0"/>
              </a:spcAft>
              <a:buClr>
                <a:schemeClr val="dk1"/>
              </a:buClr>
              <a:buSzPts val="900"/>
              <a:buFont typeface="Times New Roman"/>
              <a:buNone/>
              <a:defRPr sz="900"/>
            </a:lvl9pPr>
          </a:lstStyle>
          <a:p/>
        </p:txBody>
      </p:sp>
      <p:sp>
        <p:nvSpPr>
          <p:cNvPr id="110" name="Google Shape;110;p147"/>
          <p:cNvSpPr txBox="1"/>
          <p:nvPr>
            <p:ph idx="10" type="dt"/>
          </p:nvPr>
        </p:nvSpPr>
        <p:spPr>
          <a:xfrm>
            <a:off x="696913" y="64008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7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1" name="Google Shape;111;p147"/>
          <p:cNvSpPr txBox="1"/>
          <p:nvPr>
            <p:ph idx="11" type="ftr"/>
          </p:nvPr>
        </p:nvSpPr>
        <p:spPr>
          <a:xfrm>
            <a:off x="3105150" y="6383338"/>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7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2" name="Google Shape;112;p147"/>
          <p:cNvSpPr txBox="1"/>
          <p:nvPr>
            <p:ph idx="12" type="sldNum"/>
          </p:nvPr>
        </p:nvSpPr>
        <p:spPr>
          <a:xfrm>
            <a:off x="6534150" y="6383338"/>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3" name="Shape 113"/>
        <p:cNvGrpSpPr/>
        <p:nvPr/>
      </p:nvGrpSpPr>
      <p:grpSpPr>
        <a:xfrm>
          <a:off x="0" y="0"/>
          <a:ext cx="0" cy="0"/>
          <a:chOff x="0" y="0"/>
          <a:chExt cx="0" cy="0"/>
        </a:xfrm>
      </p:grpSpPr>
      <p:sp>
        <p:nvSpPr>
          <p:cNvPr id="114" name="Google Shape;114;p148"/>
          <p:cNvSpPr txBox="1"/>
          <p:nvPr>
            <p:ph type="title"/>
          </p:nvPr>
        </p:nvSpPr>
        <p:spPr>
          <a:xfrm>
            <a:off x="696913" y="592138"/>
            <a:ext cx="7772400" cy="11430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5" name="Google Shape;115;p148"/>
          <p:cNvSpPr txBox="1"/>
          <p:nvPr>
            <p:ph idx="1" type="body"/>
          </p:nvPr>
        </p:nvSpPr>
        <p:spPr>
          <a:xfrm rot="5400000">
            <a:off x="2525713" y="287338"/>
            <a:ext cx="4114800" cy="7772400"/>
          </a:xfrm>
          <a:prstGeom prst="rect">
            <a:avLst/>
          </a:prstGeom>
          <a:noFill/>
          <a:ln>
            <a:noFill/>
          </a:ln>
        </p:spPr>
        <p:txBody>
          <a:bodyPr anchorCtr="0" anchor="t" bIns="45700" lIns="91425" spcFirstLastPara="1" rIns="91425" wrap="square" tIns="45700">
            <a:noAutofit/>
          </a:bodyPr>
          <a:lstStyle>
            <a:lvl1pPr indent="-308610" lvl="0" marL="457200" algn="l">
              <a:lnSpc>
                <a:spcPct val="100000"/>
              </a:lnSpc>
              <a:spcBef>
                <a:spcPts val="360"/>
              </a:spcBef>
              <a:spcAft>
                <a:spcPts val="0"/>
              </a:spcAft>
              <a:buSzPts val="126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16" name="Google Shape;116;p148"/>
          <p:cNvSpPr txBox="1"/>
          <p:nvPr>
            <p:ph idx="10" type="dt"/>
          </p:nvPr>
        </p:nvSpPr>
        <p:spPr>
          <a:xfrm>
            <a:off x="696913" y="64008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7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 name="Google Shape;117;p148"/>
          <p:cNvSpPr txBox="1"/>
          <p:nvPr>
            <p:ph idx="11" type="ftr"/>
          </p:nvPr>
        </p:nvSpPr>
        <p:spPr>
          <a:xfrm>
            <a:off x="3105150" y="6383338"/>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7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8" name="Google Shape;118;p148"/>
          <p:cNvSpPr txBox="1"/>
          <p:nvPr>
            <p:ph idx="12" type="sldNum"/>
          </p:nvPr>
        </p:nvSpPr>
        <p:spPr>
          <a:xfrm>
            <a:off x="6534150" y="6383338"/>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9" name="Shape 119"/>
        <p:cNvGrpSpPr/>
        <p:nvPr/>
      </p:nvGrpSpPr>
      <p:grpSpPr>
        <a:xfrm>
          <a:off x="0" y="0"/>
          <a:ext cx="0" cy="0"/>
          <a:chOff x="0" y="0"/>
          <a:chExt cx="0" cy="0"/>
        </a:xfrm>
      </p:grpSpPr>
      <p:sp>
        <p:nvSpPr>
          <p:cNvPr id="120" name="Google Shape;120;p149"/>
          <p:cNvSpPr txBox="1"/>
          <p:nvPr>
            <p:ph type="title"/>
          </p:nvPr>
        </p:nvSpPr>
        <p:spPr>
          <a:xfrm rot="5400000">
            <a:off x="4678363" y="2439988"/>
            <a:ext cx="5638800" cy="1943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1" name="Google Shape;121;p149"/>
          <p:cNvSpPr txBox="1"/>
          <p:nvPr>
            <p:ph idx="1" type="body"/>
          </p:nvPr>
        </p:nvSpPr>
        <p:spPr>
          <a:xfrm rot="5400000">
            <a:off x="715963" y="573088"/>
            <a:ext cx="5638800" cy="5676900"/>
          </a:xfrm>
          <a:prstGeom prst="rect">
            <a:avLst/>
          </a:prstGeom>
          <a:noFill/>
          <a:ln>
            <a:noFill/>
          </a:ln>
        </p:spPr>
        <p:txBody>
          <a:bodyPr anchorCtr="0" anchor="t" bIns="45700" lIns="91425" spcFirstLastPara="1" rIns="91425" wrap="square" tIns="45700">
            <a:noAutofit/>
          </a:bodyPr>
          <a:lstStyle>
            <a:lvl1pPr indent="-308610" lvl="0" marL="457200" algn="l">
              <a:lnSpc>
                <a:spcPct val="100000"/>
              </a:lnSpc>
              <a:spcBef>
                <a:spcPts val="360"/>
              </a:spcBef>
              <a:spcAft>
                <a:spcPts val="0"/>
              </a:spcAft>
              <a:buSzPts val="126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22" name="Google Shape;122;p149"/>
          <p:cNvSpPr txBox="1"/>
          <p:nvPr>
            <p:ph idx="10" type="dt"/>
          </p:nvPr>
        </p:nvSpPr>
        <p:spPr>
          <a:xfrm>
            <a:off x="696913" y="64008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7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3" name="Google Shape;123;p149"/>
          <p:cNvSpPr txBox="1"/>
          <p:nvPr>
            <p:ph idx="11" type="ftr"/>
          </p:nvPr>
        </p:nvSpPr>
        <p:spPr>
          <a:xfrm>
            <a:off x="3105150" y="6383338"/>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7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4" name="Google Shape;124;p149"/>
          <p:cNvSpPr txBox="1"/>
          <p:nvPr>
            <p:ph idx="12" type="sldNum"/>
          </p:nvPr>
        </p:nvSpPr>
        <p:spPr>
          <a:xfrm>
            <a:off x="6534150" y="6383338"/>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31" name="Shape 131"/>
        <p:cNvGrpSpPr/>
        <p:nvPr/>
      </p:nvGrpSpPr>
      <p:grpSpPr>
        <a:xfrm>
          <a:off x="0" y="0"/>
          <a:ext cx="0" cy="0"/>
          <a:chOff x="0" y="0"/>
          <a:chExt cx="0" cy="0"/>
        </a:xfrm>
      </p:grpSpPr>
      <p:sp>
        <p:nvSpPr>
          <p:cNvPr id="132" name="Google Shape;132;p13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3" name="Google Shape;133;p13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34" name="Google Shape;134;p1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5" name="Google Shape;135;p1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6" name="Google Shape;136;p1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7" name="Shape 137"/>
        <p:cNvGrpSpPr/>
        <p:nvPr/>
      </p:nvGrpSpPr>
      <p:grpSpPr>
        <a:xfrm>
          <a:off x="0" y="0"/>
          <a:ext cx="0" cy="0"/>
          <a:chOff x="0" y="0"/>
          <a:chExt cx="0" cy="0"/>
        </a:xfrm>
      </p:grpSpPr>
      <p:sp>
        <p:nvSpPr>
          <p:cNvPr id="138" name="Google Shape;138;p150"/>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9" name="Google Shape;139;p150"/>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40" name="Google Shape;140;p15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1" name="Google Shape;141;p15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2" name="Google Shape;142;p15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3" name="Shape 143"/>
        <p:cNvGrpSpPr/>
        <p:nvPr/>
      </p:nvGrpSpPr>
      <p:grpSpPr>
        <a:xfrm>
          <a:off x="0" y="0"/>
          <a:ext cx="0" cy="0"/>
          <a:chOff x="0" y="0"/>
          <a:chExt cx="0" cy="0"/>
        </a:xfrm>
      </p:grpSpPr>
      <p:sp>
        <p:nvSpPr>
          <p:cNvPr id="144" name="Google Shape;144;p15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5" name="Google Shape;145;p15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146" name="Google Shape;146;p15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7" name="Google Shape;147;p15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8" name="Google Shape;148;p15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49" name="Shape 149"/>
        <p:cNvGrpSpPr/>
        <p:nvPr/>
      </p:nvGrpSpPr>
      <p:grpSpPr>
        <a:xfrm>
          <a:off x="0" y="0"/>
          <a:ext cx="0" cy="0"/>
          <a:chOff x="0" y="0"/>
          <a:chExt cx="0" cy="0"/>
        </a:xfrm>
      </p:grpSpPr>
      <p:sp>
        <p:nvSpPr>
          <p:cNvPr id="150" name="Google Shape;150;p15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1" name="Google Shape;151;p152"/>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152" name="Google Shape;152;p152"/>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153" name="Google Shape;153;p15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4" name="Google Shape;154;p15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5" name="Google Shape;155;p15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56" name="Shape 156"/>
        <p:cNvGrpSpPr/>
        <p:nvPr/>
      </p:nvGrpSpPr>
      <p:grpSpPr>
        <a:xfrm>
          <a:off x="0" y="0"/>
          <a:ext cx="0" cy="0"/>
          <a:chOff x="0" y="0"/>
          <a:chExt cx="0" cy="0"/>
        </a:xfrm>
      </p:grpSpPr>
      <p:sp>
        <p:nvSpPr>
          <p:cNvPr id="157" name="Google Shape;157;p15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8" name="Google Shape;158;p153"/>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159" name="Google Shape;159;p153"/>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160" name="Google Shape;160;p153"/>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161" name="Google Shape;161;p153"/>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162" name="Google Shape;162;p15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3" name="Google Shape;163;p15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4" name="Google Shape;164;p15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65" name="Shape 165"/>
        <p:cNvGrpSpPr/>
        <p:nvPr/>
      </p:nvGrpSpPr>
      <p:grpSpPr>
        <a:xfrm>
          <a:off x="0" y="0"/>
          <a:ext cx="0" cy="0"/>
          <a:chOff x="0" y="0"/>
          <a:chExt cx="0" cy="0"/>
        </a:xfrm>
      </p:grpSpPr>
      <p:sp>
        <p:nvSpPr>
          <p:cNvPr id="166" name="Google Shape;166;p15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7" name="Google Shape;167;p15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8" name="Google Shape;168;p15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9" name="Google Shape;169;p15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70" name="Shape 170"/>
        <p:cNvGrpSpPr/>
        <p:nvPr/>
      </p:nvGrpSpPr>
      <p:grpSpPr>
        <a:xfrm>
          <a:off x="0" y="0"/>
          <a:ext cx="0" cy="0"/>
          <a:chOff x="0" y="0"/>
          <a:chExt cx="0" cy="0"/>
        </a:xfrm>
      </p:grpSpPr>
      <p:sp>
        <p:nvSpPr>
          <p:cNvPr id="171" name="Google Shape;171;p15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2" name="Google Shape;172;p15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3" name="Google Shape;173;p15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74" name="Shape 174"/>
        <p:cNvGrpSpPr/>
        <p:nvPr/>
      </p:nvGrpSpPr>
      <p:grpSpPr>
        <a:xfrm>
          <a:off x="0" y="0"/>
          <a:ext cx="0" cy="0"/>
          <a:chOff x="0" y="0"/>
          <a:chExt cx="0" cy="0"/>
        </a:xfrm>
      </p:grpSpPr>
      <p:sp>
        <p:nvSpPr>
          <p:cNvPr id="175" name="Google Shape;175;p156"/>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6" name="Google Shape;176;p156"/>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177" name="Google Shape;177;p156"/>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178" name="Google Shape;178;p15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9" name="Google Shape;179;p15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0" name="Google Shape;180;p15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81" name="Shape 181"/>
        <p:cNvGrpSpPr/>
        <p:nvPr/>
      </p:nvGrpSpPr>
      <p:grpSpPr>
        <a:xfrm>
          <a:off x="0" y="0"/>
          <a:ext cx="0" cy="0"/>
          <a:chOff x="0" y="0"/>
          <a:chExt cx="0" cy="0"/>
        </a:xfrm>
      </p:grpSpPr>
      <p:sp>
        <p:nvSpPr>
          <p:cNvPr id="182" name="Google Shape;182;p157"/>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3" name="Google Shape;183;p157"/>
          <p:cNvSpPr/>
          <p:nvPr>
            <p:ph idx="2" type="pic"/>
          </p:nvPr>
        </p:nvSpPr>
        <p:spPr>
          <a:xfrm>
            <a:off x="1792288" y="612775"/>
            <a:ext cx="5486400" cy="4114800"/>
          </a:xfrm>
          <a:prstGeom prst="rect">
            <a:avLst/>
          </a:prstGeom>
          <a:noFill/>
          <a:ln>
            <a:noFill/>
          </a:ln>
        </p:spPr>
      </p:sp>
      <p:sp>
        <p:nvSpPr>
          <p:cNvPr id="184" name="Google Shape;184;p157"/>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185" name="Google Shape;185;p15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6" name="Google Shape;186;p15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7" name="Google Shape;187;p15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88" name="Shape 188"/>
        <p:cNvGrpSpPr/>
        <p:nvPr/>
      </p:nvGrpSpPr>
      <p:grpSpPr>
        <a:xfrm>
          <a:off x="0" y="0"/>
          <a:ext cx="0" cy="0"/>
          <a:chOff x="0" y="0"/>
          <a:chExt cx="0" cy="0"/>
        </a:xfrm>
      </p:grpSpPr>
      <p:sp>
        <p:nvSpPr>
          <p:cNvPr id="189" name="Google Shape;189;p15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0" name="Google Shape;190;p158"/>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91" name="Google Shape;191;p15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2" name="Google Shape;192;p15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3" name="Google Shape;193;p15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94" name="Shape 194"/>
        <p:cNvGrpSpPr/>
        <p:nvPr/>
      </p:nvGrpSpPr>
      <p:grpSpPr>
        <a:xfrm>
          <a:off x="0" y="0"/>
          <a:ext cx="0" cy="0"/>
          <a:chOff x="0" y="0"/>
          <a:chExt cx="0" cy="0"/>
        </a:xfrm>
      </p:grpSpPr>
      <p:sp>
        <p:nvSpPr>
          <p:cNvPr id="195" name="Google Shape;195;p159"/>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6" name="Google Shape;196;p159"/>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97" name="Google Shape;197;p15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8" name="Google Shape;198;p15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9" name="Google Shape;199;p15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3.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5.xml"/><Relationship Id="rId10" Type="http://schemas.openxmlformats.org/officeDocument/2006/relationships/slideLayout" Target="../slideLayouts/slideLayout24.xml"/><Relationship Id="rId12" Type="http://schemas.openxmlformats.org/officeDocument/2006/relationships/theme" Target="../theme/theme2.xml"/><Relationship Id="rId1" Type="http://schemas.openxmlformats.org/officeDocument/2006/relationships/slideLayout" Target="../slideLayouts/slideLayout15.xml"/><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slideLayout" Target="../slideLayouts/slideLayout18.xml"/><Relationship Id="rId9" Type="http://schemas.openxmlformats.org/officeDocument/2006/relationships/slideLayout" Target="../slideLayouts/slideLayout23.xml"/><Relationship Id="rId5" Type="http://schemas.openxmlformats.org/officeDocument/2006/relationships/slideLayout" Target="../slideLayouts/slideLayout19.xml"/><Relationship Id="rId6" Type="http://schemas.openxmlformats.org/officeDocument/2006/relationships/slideLayout" Target="../slideLayouts/slideLayout20.xml"/><Relationship Id="rId7" Type="http://schemas.openxmlformats.org/officeDocument/2006/relationships/slideLayout" Target="../slideLayouts/slideLayout21.xml"/><Relationship Id="rId8"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33"/>
          <p:cNvSpPr txBox="1"/>
          <p:nvPr>
            <p:ph type="title"/>
          </p:nvPr>
        </p:nvSpPr>
        <p:spPr>
          <a:xfrm>
            <a:off x="696913" y="592138"/>
            <a:ext cx="7772400" cy="11430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imes New Roman"/>
                <a:ea typeface="Times New Roman"/>
                <a:cs typeface="Times New Roman"/>
                <a:sym typeface="Times New Roman"/>
              </a:defRPr>
            </a:lvl9pPr>
          </a:lstStyle>
          <a:p/>
        </p:txBody>
      </p:sp>
      <p:sp>
        <p:nvSpPr>
          <p:cNvPr id="11" name="Google Shape;11;p133"/>
          <p:cNvSpPr txBox="1"/>
          <p:nvPr>
            <p:ph idx="1" type="body"/>
          </p:nvPr>
        </p:nvSpPr>
        <p:spPr>
          <a:xfrm>
            <a:off x="696913" y="2116138"/>
            <a:ext cx="7772400" cy="4114800"/>
          </a:xfrm>
          <a:prstGeom prst="rect">
            <a:avLst/>
          </a:prstGeom>
          <a:noFill/>
          <a:ln>
            <a:noFill/>
          </a:ln>
        </p:spPr>
        <p:txBody>
          <a:bodyPr anchorCtr="0" anchor="t" bIns="45700" lIns="91425" spcFirstLastPara="1" rIns="91425" wrap="square" tIns="45700">
            <a:noAutofit/>
          </a:bodyPr>
          <a:lstStyle>
            <a:lvl1pPr indent="-370840" lvl="0" marL="457200" marR="0" rtl="0" algn="l">
              <a:lnSpc>
                <a:spcPct val="100000"/>
              </a:lnSpc>
              <a:spcBef>
                <a:spcPts val="640"/>
              </a:spcBef>
              <a:spcAft>
                <a:spcPts val="0"/>
              </a:spcAft>
              <a:buClr>
                <a:schemeClr val="accent1"/>
              </a:buClr>
              <a:buSzPts val="2240"/>
              <a:buFont typeface="Arial"/>
              <a:buChar char="●"/>
              <a:defRPr b="0" i="0" sz="3200" u="none" cap="none" strike="noStrike">
                <a:solidFill>
                  <a:schemeClr val="dk1"/>
                </a:solidFill>
                <a:latin typeface="Times New Roman"/>
                <a:ea typeface="Times New Roman"/>
                <a:cs typeface="Times New Roman"/>
                <a:sym typeface="Times New Roman"/>
              </a:defRPr>
            </a:lvl1pPr>
            <a:lvl2pPr indent="-406400" lvl="1" marL="914400" marR="0" rtl="0" algn="l">
              <a:lnSpc>
                <a:spcPct val="100000"/>
              </a:lnSpc>
              <a:spcBef>
                <a:spcPts val="560"/>
              </a:spcBef>
              <a:spcAft>
                <a:spcPts val="0"/>
              </a:spcAft>
              <a:buClr>
                <a:schemeClr val="dk1"/>
              </a:buClr>
              <a:buSzPts val="2800"/>
              <a:buFont typeface="Times New Roman"/>
              <a:buChar char="–"/>
              <a:defRPr b="0" i="0" sz="2800" u="none" cap="none" strike="noStrike">
                <a:solidFill>
                  <a:schemeClr val="dk1"/>
                </a:solidFill>
                <a:latin typeface="Times New Roman"/>
                <a:ea typeface="Times New Roman"/>
                <a:cs typeface="Times New Roman"/>
                <a:sym typeface="Times New Roman"/>
              </a:defRPr>
            </a:lvl2pPr>
            <a:lvl3pPr indent="-381000" lvl="2" marL="1371600" marR="0" rtl="0" algn="l">
              <a:lnSpc>
                <a:spcPct val="100000"/>
              </a:lnSpc>
              <a:spcBef>
                <a:spcPts val="480"/>
              </a:spcBef>
              <a:spcAft>
                <a:spcPts val="0"/>
              </a:spcAft>
              <a:buClr>
                <a:schemeClr val="dk1"/>
              </a:buClr>
              <a:buSzPts val="2400"/>
              <a:buFont typeface="Times New Roman"/>
              <a:buChar char="•"/>
              <a:defRPr b="0" i="0" sz="2400" u="none" cap="none" strike="noStrike">
                <a:solidFill>
                  <a:schemeClr val="dk1"/>
                </a:solidFill>
                <a:latin typeface="Times New Roman"/>
                <a:ea typeface="Times New Roman"/>
                <a:cs typeface="Times New Roman"/>
                <a:sym typeface="Times New Roman"/>
              </a:defRPr>
            </a:lvl3pPr>
            <a:lvl4pPr indent="-355600" lvl="3" marL="1828800" marR="0" rtl="0" algn="l">
              <a:lnSpc>
                <a:spcPct val="100000"/>
              </a:lnSpc>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4pPr>
            <a:lvl5pPr indent="-355600" lvl="4" marL="2286000" marR="0" rtl="0" algn="l">
              <a:lnSpc>
                <a:spcPct val="100000"/>
              </a:lnSpc>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5pPr>
            <a:lvl6pPr indent="-355600" lvl="5" marL="2743200" marR="0" rtl="0" algn="l">
              <a:lnSpc>
                <a:spcPct val="100000"/>
              </a:lnSpc>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6pPr>
            <a:lvl7pPr indent="-355600" lvl="6" marL="3200400" marR="0" rtl="0" algn="l">
              <a:lnSpc>
                <a:spcPct val="100000"/>
              </a:lnSpc>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7pPr>
            <a:lvl8pPr indent="-355600" lvl="7" marL="3657600" marR="0" rtl="0" algn="l">
              <a:lnSpc>
                <a:spcPct val="100000"/>
              </a:lnSpc>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8pPr>
            <a:lvl9pPr indent="-355600" lvl="8" marL="4114800" marR="0" rtl="0" algn="l">
              <a:lnSpc>
                <a:spcPct val="100000"/>
              </a:lnSpc>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9pPr>
          </a:lstStyle>
          <a:p/>
        </p:txBody>
      </p:sp>
      <p:sp>
        <p:nvSpPr>
          <p:cNvPr id="12" name="Google Shape;12;p133"/>
          <p:cNvSpPr txBox="1"/>
          <p:nvPr>
            <p:ph idx="10" type="dt"/>
          </p:nvPr>
        </p:nvSpPr>
        <p:spPr>
          <a:xfrm>
            <a:off x="696913" y="6400800"/>
            <a:ext cx="19050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70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2000" u="none" cap="none" strike="noStrike">
                <a:solidFill>
                  <a:srgbClr val="003399"/>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00000"/>
              </a:buClr>
              <a:buSzPts val="1400"/>
              <a:buFont typeface="Arial"/>
              <a:buNone/>
              <a:defRPr b="0" i="0" sz="2000" u="none" cap="none" strike="noStrike">
                <a:solidFill>
                  <a:srgbClr val="003399"/>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00000"/>
              </a:buClr>
              <a:buSzPts val="1400"/>
              <a:buFont typeface="Arial"/>
              <a:buNone/>
              <a:defRPr b="0" i="0" sz="2000" u="none" cap="none" strike="noStrike">
                <a:solidFill>
                  <a:srgbClr val="003399"/>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00000"/>
              </a:buClr>
              <a:buSzPts val="1400"/>
              <a:buFont typeface="Arial"/>
              <a:buNone/>
              <a:defRPr b="0" i="0" sz="2000" u="none" cap="none" strike="noStrike">
                <a:solidFill>
                  <a:srgbClr val="003399"/>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00000"/>
              </a:buClr>
              <a:buSzPts val="1400"/>
              <a:buFont typeface="Arial"/>
              <a:buNone/>
              <a:defRPr b="0" i="0" sz="2000" u="none" cap="none" strike="noStrike">
                <a:solidFill>
                  <a:srgbClr val="003399"/>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00000"/>
              </a:buClr>
              <a:buSzPts val="1400"/>
              <a:buFont typeface="Arial"/>
              <a:buNone/>
              <a:defRPr b="0" i="0" sz="2000" u="none" cap="none" strike="noStrike">
                <a:solidFill>
                  <a:srgbClr val="003399"/>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00000"/>
              </a:buClr>
              <a:buSzPts val="1400"/>
              <a:buFont typeface="Arial"/>
              <a:buNone/>
              <a:defRPr b="0" i="0" sz="2000" u="none" cap="none" strike="noStrike">
                <a:solidFill>
                  <a:srgbClr val="003399"/>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00000"/>
              </a:buClr>
              <a:buSzPts val="1400"/>
              <a:buFont typeface="Arial"/>
              <a:buNone/>
              <a:defRPr b="0" i="0" sz="2000" u="none" cap="none" strike="noStrike">
                <a:solidFill>
                  <a:srgbClr val="003399"/>
                </a:solidFill>
                <a:latin typeface="Times New Roman"/>
                <a:ea typeface="Times New Roman"/>
                <a:cs typeface="Times New Roman"/>
                <a:sym typeface="Times New Roman"/>
              </a:defRPr>
            </a:lvl9pPr>
          </a:lstStyle>
          <a:p/>
        </p:txBody>
      </p:sp>
      <p:sp>
        <p:nvSpPr>
          <p:cNvPr id="13" name="Google Shape;13;p133"/>
          <p:cNvSpPr txBox="1"/>
          <p:nvPr>
            <p:ph idx="11" type="ftr"/>
          </p:nvPr>
        </p:nvSpPr>
        <p:spPr>
          <a:xfrm>
            <a:off x="3105150" y="6383338"/>
            <a:ext cx="2895600" cy="4572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70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2000" u="none" cap="none" strike="noStrike">
                <a:solidFill>
                  <a:srgbClr val="003399"/>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00000"/>
              </a:buClr>
              <a:buSzPts val="1400"/>
              <a:buFont typeface="Arial"/>
              <a:buNone/>
              <a:defRPr b="0" i="0" sz="2000" u="none" cap="none" strike="noStrike">
                <a:solidFill>
                  <a:srgbClr val="003399"/>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00000"/>
              </a:buClr>
              <a:buSzPts val="1400"/>
              <a:buFont typeface="Arial"/>
              <a:buNone/>
              <a:defRPr b="0" i="0" sz="2000" u="none" cap="none" strike="noStrike">
                <a:solidFill>
                  <a:srgbClr val="003399"/>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00000"/>
              </a:buClr>
              <a:buSzPts val="1400"/>
              <a:buFont typeface="Arial"/>
              <a:buNone/>
              <a:defRPr b="0" i="0" sz="2000" u="none" cap="none" strike="noStrike">
                <a:solidFill>
                  <a:srgbClr val="003399"/>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00000"/>
              </a:buClr>
              <a:buSzPts val="1400"/>
              <a:buFont typeface="Arial"/>
              <a:buNone/>
              <a:defRPr b="0" i="0" sz="2000" u="none" cap="none" strike="noStrike">
                <a:solidFill>
                  <a:srgbClr val="003399"/>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00000"/>
              </a:buClr>
              <a:buSzPts val="1400"/>
              <a:buFont typeface="Arial"/>
              <a:buNone/>
              <a:defRPr b="0" i="0" sz="2000" u="none" cap="none" strike="noStrike">
                <a:solidFill>
                  <a:srgbClr val="003399"/>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00000"/>
              </a:buClr>
              <a:buSzPts val="1400"/>
              <a:buFont typeface="Arial"/>
              <a:buNone/>
              <a:defRPr b="0" i="0" sz="2000" u="none" cap="none" strike="noStrike">
                <a:solidFill>
                  <a:srgbClr val="003399"/>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00000"/>
              </a:buClr>
              <a:buSzPts val="1400"/>
              <a:buFont typeface="Arial"/>
              <a:buNone/>
              <a:defRPr b="0" i="0" sz="2000" u="none" cap="none" strike="noStrike">
                <a:solidFill>
                  <a:srgbClr val="003399"/>
                </a:solidFill>
                <a:latin typeface="Times New Roman"/>
                <a:ea typeface="Times New Roman"/>
                <a:cs typeface="Times New Roman"/>
                <a:sym typeface="Times New Roman"/>
              </a:defRPr>
            </a:lvl9pPr>
          </a:lstStyle>
          <a:p/>
        </p:txBody>
      </p:sp>
      <p:sp>
        <p:nvSpPr>
          <p:cNvPr id="14" name="Google Shape;14;p133"/>
          <p:cNvSpPr txBox="1"/>
          <p:nvPr>
            <p:ph idx="12" type="sldNum"/>
          </p:nvPr>
        </p:nvSpPr>
        <p:spPr>
          <a:xfrm>
            <a:off x="6534150" y="6383338"/>
            <a:ext cx="1905000" cy="4572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5" name="Shape 125"/>
        <p:cNvGrpSpPr/>
        <p:nvPr/>
      </p:nvGrpSpPr>
      <p:grpSpPr>
        <a:xfrm>
          <a:off x="0" y="0"/>
          <a:ext cx="0" cy="0"/>
          <a:chOff x="0" y="0"/>
          <a:chExt cx="0" cy="0"/>
        </a:xfrm>
      </p:grpSpPr>
      <p:sp>
        <p:nvSpPr>
          <p:cNvPr id="126" name="Google Shape;126;p13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7" name="Google Shape;127;p13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8" name="Google Shape;128;p1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2000" u="none" cap="none" strike="noStrike">
                <a:solidFill>
                  <a:srgbClr val="003399"/>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00000"/>
              </a:buClr>
              <a:buSzPts val="1400"/>
              <a:buFont typeface="Arial"/>
              <a:buNone/>
              <a:defRPr b="0" i="0" sz="2000" u="none" cap="none" strike="noStrike">
                <a:solidFill>
                  <a:srgbClr val="003399"/>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00000"/>
              </a:buClr>
              <a:buSzPts val="1400"/>
              <a:buFont typeface="Arial"/>
              <a:buNone/>
              <a:defRPr b="0" i="0" sz="2000" u="none" cap="none" strike="noStrike">
                <a:solidFill>
                  <a:srgbClr val="003399"/>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00000"/>
              </a:buClr>
              <a:buSzPts val="1400"/>
              <a:buFont typeface="Arial"/>
              <a:buNone/>
              <a:defRPr b="0" i="0" sz="2000" u="none" cap="none" strike="noStrike">
                <a:solidFill>
                  <a:srgbClr val="003399"/>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00000"/>
              </a:buClr>
              <a:buSzPts val="1400"/>
              <a:buFont typeface="Arial"/>
              <a:buNone/>
              <a:defRPr b="0" i="0" sz="2000" u="none" cap="none" strike="noStrike">
                <a:solidFill>
                  <a:srgbClr val="003399"/>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00000"/>
              </a:buClr>
              <a:buSzPts val="1400"/>
              <a:buFont typeface="Arial"/>
              <a:buNone/>
              <a:defRPr b="0" i="0" sz="2000" u="none" cap="none" strike="noStrike">
                <a:solidFill>
                  <a:srgbClr val="003399"/>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00000"/>
              </a:buClr>
              <a:buSzPts val="1400"/>
              <a:buFont typeface="Arial"/>
              <a:buNone/>
              <a:defRPr b="0" i="0" sz="2000" u="none" cap="none" strike="noStrike">
                <a:solidFill>
                  <a:srgbClr val="003399"/>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00000"/>
              </a:buClr>
              <a:buSzPts val="1400"/>
              <a:buFont typeface="Arial"/>
              <a:buNone/>
              <a:defRPr b="0" i="0" sz="2000" u="none" cap="none" strike="noStrike">
                <a:solidFill>
                  <a:srgbClr val="003399"/>
                </a:solidFill>
                <a:latin typeface="Times New Roman"/>
                <a:ea typeface="Times New Roman"/>
                <a:cs typeface="Times New Roman"/>
                <a:sym typeface="Times New Roman"/>
              </a:defRPr>
            </a:lvl9pPr>
          </a:lstStyle>
          <a:p/>
        </p:txBody>
      </p:sp>
      <p:sp>
        <p:nvSpPr>
          <p:cNvPr id="129" name="Google Shape;129;p1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2000" u="none" cap="none" strike="noStrike">
                <a:solidFill>
                  <a:srgbClr val="003399"/>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00000"/>
              </a:buClr>
              <a:buSzPts val="1400"/>
              <a:buFont typeface="Arial"/>
              <a:buNone/>
              <a:defRPr b="0" i="0" sz="2000" u="none" cap="none" strike="noStrike">
                <a:solidFill>
                  <a:srgbClr val="003399"/>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00000"/>
              </a:buClr>
              <a:buSzPts val="1400"/>
              <a:buFont typeface="Arial"/>
              <a:buNone/>
              <a:defRPr b="0" i="0" sz="2000" u="none" cap="none" strike="noStrike">
                <a:solidFill>
                  <a:srgbClr val="003399"/>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00000"/>
              </a:buClr>
              <a:buSzPts val="1400"/>
              <a:buFont typeface="Arial"/>
              <a:buNone/>
              <a:defRPr b="0" i="0" sz="2000" u="none" cap="none" strike="noStrike">
                <a:solidFill>
                  <a:srgbClr val="003399"/>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00000"/>
              </a:buClr>
              <a:buSzPts val="1400"/>
              <a:buFont typeface="Arial"/>
              <a:buNone/>
              <a:defRPr b="0" i="0" sz="2000" u="none" cap="none" strike="noStrike">
                <a:solidFill>
                  <a:srgbClr val="003399"/>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00000"/>
              </a:buClr>
              <a:buSzPts val="1400"/>
              <a:buFont typeface="Arial"/>
              <a:buNone/>
              <a:defRPr b="0" i="0" sz="2000" u="none" cap="none" strike="noStrike">
                <a:solidFill>
                  <a:srgbClr val="003399"/>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00000"/>
              </a:buClr>
              <a:buSzPts val="1400"/>
              <a:buFont typeface="Arial"/>
              <a:buNone/>
              <a:defRPr b="0" i="0" sz="2000" u="none" cap="none" strike="noStrike">
                <a:solidFill>
                  <a:srgbClr val="003399"/>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00000"/>
              </a:buClr>
              <a:buSzPts val="1400"/>
              <a:buFont typeface="Arial"/>
              <a:buNone/>
              <a:defRPr b="0" i="0" sz="2000" u="none" cap="none" strike="noStrike">
                <a:solidFill>
                  <a:srgbClr val="003399"/>
                </a:solidFill>
                <a:latin typeface="Times New Roman"/>
                <a:ea typeface="Times New Roman"/>
                <a:cs typeface="Times New Roman"/>
                <a:sym typeface="Times New Roman"/>
              </a:defRPr>
            </a:lvl9pPr>
          </a:lstStyle>
          <a:p/>
        </p:txBody>
      </p:sp>
      <p:sp>
        <p:nvSpPr>
          <p:cNvPr id="130" name="Google Shape;130;p1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vmlDrawing" Target="../drawings/vmlDrawing1.vml"/><Relationship Id="rId4" Type="http://schemas.openxmlformats.org/officeDocument/2006/relationships/oleObject" Target="../embeddings/oleObject1.bin"/><Relationship Id="rId5" Type="http://schemas.openxmlformats.org/officeDocument/2006/relationships/oleObject" Target="../embeddings/oleObject1.bin"/><Relationship Id="rId6"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9.xml"/><Relationship Id="rId3"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1.xml"/><Relationship Id="rId3" Type="http://schemas.openxmlformats.org/officeDocument/2006/relationships/image" Target="../media/image9.pn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2.xml"/><Relationship Id="rId3" Type="http://schemas.openxmlformats.org/officeDocument/2006/relationships/image" Target="../media/image8.png"/><Relationship Id="rId4" Type="http://schemas.openxmlformats.org/officeDocument/2006/relationships/image" Target="../media/image1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3.xml"/><Relationship Id="rId3" Type="http://schemas.openxmlformats.org/officeDocument/2006/relationships/image" Target="../media/image15.png"/><Relationship Id="rId4"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6.xml"/><Relationship Id="rId3" Type="http://schemas.openxmlformats.org/officeDocument/2006/relationships/image" Target="../media/image13.png"/><Relationship Id="rId4" Type="http://schemas.openxmlformats.org/officeDocument/2006/relationships/image" Target="../media/image1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7.xml"/><Relationship Id="rId3" Type="http://schemas.openxmlformats.org/officeDocument/2006/relationships/image" Target="../media/image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8.xml"/><Relationship Id="rId3" Type="http://schemas.openxmlformats.org/officeDocument/2006/relationships/image" Target="../media/image7.png"/><Relationship Id="rId4" Type="http://schemas.openxmlformats.org/officeDocument/2006/relationships/image" Target="../media/image1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1.xml"/><Relationship Id="rId3" Type="http://schemas.openxmlformats.org/officeDocument/2006/relationships/image" Target="../media/image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vmlDrawing" Target="../drawings/vmlDrawing2.vml"/><Relationship Id="rId4" Type="http://schemas.openxmlformats.org/officeDocument/2006/relationships/oleObject" Target="../embeddings/oleObject2.bin"/><Relationship Id="rId5" Type="http://schemas.openxmlformats.org/officeDocument/2006/relationships/oleObject" Target="../embeddings/oleObject2.bin"/><Relationship Id="rId6" Type="http://schemas.openxmlformats.org/officeDocument/2006/relationships/image" Target="../media/image2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20.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8.xml"/><Relationship Id="rId3" Type="http://schemas.openxmlformats.org/officeDocument/2006/relationships/image" Target="../media/image22.png"/><Relationship Id="rId4" Type="http://schemas.openxmlformats.org/officeDocument/2006/relationships/image" Target="../media/image17.png"/><Relationship Id="rId5" Type="http://schemas.openxmlformats.org/officeDocument/2006/relationships/image" Target="../media/image19.png"/><Relationship Id="rId6" Type="http://schemas.openxmlformats.org/officeDocument/2006/relationships/image" Target="../media/image21.png"/><Relationship Id="rId7" Type="http://schemas.openxmlformats.org/officeDocument/2006/relationships/image" Target="../media/image16.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 Id="rId3" Type="http://schemas.openxmlformats.org/officeDocument/2006/relationships/vmlDrawing" Target="../drawings/vmlDrawing3.vml"/><Relationship Id="rId4" Type="http://schemas.openxmlformats.org/officeDocument/2006/relationships/oleObject" Target="../embeddings/oleObject3.bin"/><Relationship Id="rId5" Type="http://schemas.openxmlformats.org/officeDocument/2006/relationships/oleObject" Target="../embeddings/oleObject3.bin"/><Relationship Id="rId6" Type="http://schemas.openxmlformats.org/officeDocument/2006/relationships/image" Target="../media/image18.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03" name="Shape 203"/>
        <p:cNvGrpSpPr/>
        <p:nvPr/>
      </p:nvGrpSpPr>
      <p:grpSpPr>
        <a:xfrm>
          <a:off x="0" y="0"/>
          <a:ext cx="0" cy="0"/>
          <a:chOff x="0" y="0"/>
          <a:chExt cx="0" cy="0"/>
        </a:xfrm>
      </p:grpSpPr>
      <p:sp>
        <p:nvSpPr>
          <p:cNvPr id="204" name="Google Shape;204;p1"/>
          <p:cNvSpPr txBox="1"/>
          <p:nvPr>
            <p:ph type="title"/>
          </p:nvPr>
        </p:nvSpPr>
        <p:spPr>
          <a:xfrm>
            <a:off x="762000" y="914400"/>
            <a:ext cx="7772400" cy="5257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br>
              <a:rPr lang="en-US" sz="2800" u="sng"/>
            </a:br>
            <a:br>
              <a:rPr lang="en-US" sz="2800" u="sng"/>
            </a:br>
            <a:r>
              <a:rPr lang="en-US" sz="2800"/>
              <a:t> </a:t>
            </a:r>
            <a:r>
              <a:rPr b="1" lang="en-US" sz="3600"/>
              <a:t>Trees</a:t>
            </a:r>
            <a:endParaRPr sz="28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
          <p:cNvSpPr/>
          <p:nvPr/>
        </p:nvSpPr>
        <p:spPr>
          <a:xfrm>
            <a:off x="0" y="609600"/>
            <a:ext cx="9163050" cy="1143000"/>
          </a:xfrm>
          <a:prstGeom prst="rect">
            <a:avLst/>
          </a:prstGeom>
          <a:noFill/>
          <a:ln>
            <a:noFill/>
          </a:ln>
        </p:spPr>
        <p:txBody>
          <a:bodyPr anchorCtr="0" anchor="ctr" bIns="46025" lIns="92075" spcFirstLastPara="1" rIns="92075" wrap="square" tIns="46025">
            <a:noAutofit/>
          </a:bodyPr>
          <a:lstStyle/>
          <a:p>
            <a:pPr indent="0" lvl="0" marL="0" marR="0" rtl="0" algn="ctr">
              <a:lnSpc>
                <a:spcPct val="100000"/>
              </a:lnSpc>
              <a:spcBef>
                <a:spcPts val="0"/>
              </a:spcBef>
              <a:spcAft>
                <a:spcPts val="0"/>
              </a:spcAft>
              <a:buClr>
                <a:srgbClr val="000000"/>
              </a:buClr>
              <a:buSzPts val="4400"/>
              <a:buFont typeface="Arial"/>
              <a:buNone/>
            </a:pPr>
            <a:r>
              <a:rPr b="0" i="0" lang="en-US" sz="4400" u="none" cap="none" strike="noStrike">
                <a:solidFill>
                  <a:schemeClr val="dk2"/>
                </a:solidFill>
                <a:latin typeface="Times New Roman"/>
                <a:ea typeface="Times New Roman"/>
                <a:cs typeface="Times New Roman"/>
                <a:sym typeface="Times New Roman"/>
              </a:rPr>
              <a:t>Definition of Tree</a:t>
            </a:r>
            <a:endParaRPr b="0" i="0" sz="1400" u="none" cap="none" strike="noStrike">
              <a:solidFill>
                <a:srgbClr val="000000"/>
              </a:solidFill>
              <a:latin typeface="Arial"/>
              <a:ea typeface="Arial"/>
              <a:cs typeface="Arial"/>
              <a:sym typeface="Arial"/>
            </a:endParaRPr>
          </a:p>
        </p:txBody>
      </p:sp>
      <p:sp>
        <p:nvSpPr>
          <p:cNvPr id="210" name="Google Shape;210;p2"/>
          <p:cNvSpPr/>
          <p:nvPr/>
        </p:nvSpPr>
        <p:spPr>
          <a:xfrm>
            <a:off x="971550" y="1809750"/>
            <a:ext cx="8172450" cy="4114800"/>
          </a:xfrm>
          <a:prstGeom prst="rect">
            <a:avLst/>
          </a:prstGeom>
          <a:noFill/>
          <a:ln>
            <a:noFill/>
          </a:ln>
        </p:spPr>
        <p:txBody>
          <a:bodyPr anchorCtr="0" anchor="t" bIns="46025" lIns="92075" spcFirstLastPara="1" rIns="92075" wrap="square" tIns="46025">
            <a:noAutofit/>
          </a:bodyPr>
          <a:lstStyle/>
          <a:p>
            <a:pPr indent="-342900" lvl="0" marL="342900" marR="0" rtl="0" algn="l">
              <a:lnSpc>
                <a:spcPct val="90000"/>
              </a:lnSpc>
              <a:spcBef>
                <a:spcPts val="0"/>
              </a:spcBef>
              <a:spcAft>
                <a:spcPts val="0"/>
              </a:spcAft>
              <a:buClr>
                <a:schemeClr val="accent1"/>
              </a:buClr>
              <a:buSzPts val="2240"/>
              <a:buFont typeface="Arial"/>
              <a:buChar char="●"/>
            </a:pPr>
            <a:r>
              <a:rPr b="0" i="0" lang="en-US" sz="3200" u="none" cap="none" strike="noStrike">
                <a:solidFill>
                  <a:schemeClr val="dk1"/>
                </a:solidFill>
                <a:latin typeface="Times New Roman"/>
                <a:ea typeface="Times New Roman"/>
                <a:cs typeface="Times New Roman"/>
                <a:sym typeface="Times New Roman"/>
              </a:rPr>
              <a:t>A tree is a finite set of one or more nodes </a:t>
            </a:r>
            <a:br>
              <a:rPr b="0" i="0" lang="en-US" sz="3200" u="none" cap="none" strike="noStrike">
                <a:solidFill>
                  <a:schemeClr val="dk1"/>
                </a:solidFill>
                <a:latin typeface="Times New Roman"/>
                <a:ea typeface="Times New Roman"/>
                <a:cs typeface="Times New Roman"/>
                <a:sym typeface="Times New Roman"/>
              </a:rPr>
            </a:br>
            <a:r>
              <a:rPr b="0" i="0" lang="en-US" sz="3200" u="none" cap="none" strike="noStrike">
                <a:solidFill>
                  <a:schemeClr val="dk1"/>
                </a:solidFill>
                <a:latin typeface="Times New Roman"/>
                <a:ea typeface="Times New Roman"/>
                <a:cs typeface="Times New Roman"/>
                <a:sym typeface="Times New Roman"/>
              </a:rPr>
              <a:t>such that:</a:t>
            </a:r>
            <a:endParaRPr b="0" i="0" sz="1400" u="none" cap="none" strike="noStrike">
              <a:solidFill>
                <a:srgbClr val="000000"/>
              </a:solidFill>
              <a:latin typeface="Arial"/>
              <a:ea typeface="Arial"/>
              <a:cs typeface="Arial"/>
              <a:sym typeface="Arial"/>
            </a:endParaRPr>
          </a:p>
          <a:p>
            <a:pPr indent="-342900" lvl="0" marL="342900" marR="0" rtl="0" algn="l">
              <a:lnSpc>
                <a:spcPct val="90000"/>
              </a:lnSpc>
              <a:spcBef>
                <a:spcPts val="640"/>
              </a:spcBef>
              <a:spcAft>
                <a:spcPts val="0"/>
              </a:spcAft>
              <a:buClr>
                <a:schemeClr val="accent1"/>
              </a:buClr>
              <a:buSzPts val="2240"/>
              <a:buFont typeface="Arial"/>
              <a:buChar char="●"/>
            </a:pPr>
            <a:r>
              <a:rPr b="0" i="0" lang="en-US" sz="3200" u="none" cap="none" strike="noStrike">
                <a:solidFill>
                  <a:schemeClr val="dk1"/>
                </a:solidFill>
                <a:latin typeface="Times New Roman"/>
                <a:ea typeface="Times New Roman"/>
                <a:cs typeface="Times New Roman"/>
                <a:sym typeface="Times New Roman"/>
              </a:rPr>
              <a:t>There is a specially designated node called </a:t>
            </a:r>
            <a:br>
              <a:rPr b="0" i="0" lang="en-US" sz="3200" u="none" cap="none" strike="noStrike">
                <a:solidFill>
                  <a:schemeClr val="dk1"/>
                </a:solidFill>
                <a:latin typeface="Times New Roman"/>
                <a:ea typeface="Times New Roman"/>
                <a:cs typeface="Times New Roman"/>
                <a:sym typeface="Times New Roman"/>
              </a:rPr>
            </a:br>
            <a:r>
              <a:rPr b="0" i="0" lang="en-US" sz="3200" u="none" cap="none" strike="noStrike">
                <a:solidFill>
                  <a:schemeClr val="dk1"/>
                </a:solidFill>
                <a:latin typeface="Times New Roman"/>
                <a:ea typeface="Times New Roman"/>
                <a:cs typeface="Times New Roman"/>
                <a:sym typeface="Times New Roman"/>
              </a:rPr>
              <a:t>the root.</a:t>
            </a:r>
            <a:endParaRPr b="0" i="0" sz="1400" u="none" cap="none" strike="noStrike">
              <a:solidFill>
                <a:srgbClr val="000000"/>
              </a:solidFill>
              <a:latin typeface="Arial"/>
              <a:ea typeface="Arial"/>
              <a:cs typeface="Arial"/>
              <a:sym typeface="Arial"/>
            </a:endParaRPr>
          </a:p>
          <a:p>
            <a:pPr indent="-342900" lvl="0" marL="342900" marR="0" rtl="0" algn="l">
              <a:lnSpc>
                <a:spcPct val="90000"/>
              </a:lnSpc>
              <a:spcBef>
                <a:spcPts val="640"/>
              </a:spcBef>
              <a:spcAft>
                <a:spcPts val="0"/>
              </a:spcAft>
              <a:buClr>
                <a:schemeClr val="accent1"/>
              </a:buClr>
              <a:buSzPts val="2240"/>
              <a:buFont typeface="Arial"/>
              <a:buChar char="●"/>
            </a:pPr>
            <a:r>
              <a:rPr b="0" i="0" lang="en-US" sz="3200" u="none" cap="none" strike="noStrike">
                <a:solidFill>
                  <a:schemeClr val="dk1"/>
                </a:solidFill>
                <a:latin typeface="Times New Roman"/>
                <a:ea typeface="Times New Roman"/>
                <a:cs typeface="Times New Roman"/>
                <a:sym typeface="Times New Roman"/>
              </a:rPr>
              <a:t>The remaining nodes are partitioned into n&gt;=0 disjoint sets T</a:t>
            </a:r>
            <a:r>
              <a:rPr b="0" i="0" lang="en-US" sz="2000" u="none" cap="none" strike="noStrike">
                <a:solidFill>
                  <a:schemeClr val="dk1"/>
                </a:solidFill>
                <a:latin typeface="Times New Roman"/>
                <a:ea typeface="Times New Roman"/>
                <a:cs typeface="Times New Roman"/>
                <a:sym typeface="Times New Roman"/>
              </a:rPr>
              <a:t>1</a:t>
            </a:r>
            <a:r>
              <a:rPr b="0" i="0" lang="en-US" sz="3200" u="none" cap="none" strike="noStrike">
                <a:solidFill>
                  <a:schemeClr val="dk1"/>
                </a:solidFill>
                <a:latin typeface="Times New Roman"/>
                <a:ea typeface="Times New Roman"/>
                <a:cs typeface="Times New Roman"/>
                <a:sym typeface="Times New Roman"/>
              </a:rPr>
              <a:t>, ..., T</a:t>
            </a:r>
            <a:r>
              <a:rPr b="0" i="0" lang="en-US" sz="2400" u="none" cap="none" strike="noStrike">
                <a:solidFill>
                  <a:schemeClr val="dk1"/>
                </a:solidFill>
                <a:latin typeface="Times New Roman"/>
                <a:ea typeface="Times New Roman"/>
                <a:cs typeface="Times New Roman"/>
                <a:sym typeface="Times New Roman"/>
              </a:rPr>
              <a:t>n</a:t>
            </a:r>
            <a:r>
              <a:rPr b="0" i="0" lang="en-US" sz="3200" u="none" cap="none" strike="noStrike">
                <a:solidFill>
                  <a:schemeClr val="dk1"/>
                </a:solidFill>
                <a:latin typeface="Times New Roman"/>
                <a:ea typeface="Times New Roman"/>
                <a:cs typeface="Times New Roman"/>
                <a:sym typeface="Times New Roman"/>
              </a:rPr>
              <a:t>, where each of these sets is a tree.</a:t>
            </a:r>
            <a:endParaRPr b="0" i="0" sz="1400" u="none" cap="none" strike="noStrike">
              <a:solidFill>
                <a:srgbClr val="000000"/>
              </a:solidFill>
              <a:latin typeface="Arial"/>
              <a:ea typeface="Arial"/>
              <a:cs typeface="Arial"/>
              <a:sym typeface="Arial"/>
            </a:endParaRPr>
          </a:p>
          <a:p>
            <a:pPr indent="-342900" lvl="0" marL="342900" marR="0" rtl="0" algn="l">
              <a:lnSpc>
                <a:spcPct val="90000"/>
              </a:lnSpc>
              <a:spcBef>
                <a:spcPts val="640"/>
              </a:spcBef>
              <a:spcAft>
                <a:spcPts val="0"/>
              </a:spcAft>
              <a:buClr>
                <a:schemeClr val="accent1"/>
              </a:buClr>
              <a:buSzPts val="2240"/>
              <a:buFont typeface="Arial"/>
              <a:buChar char="●"/>
            </a:pPr>
            <a:r>
              <a:rPr b="0" i="0" lang="en-US" sz="3200" u="none" cap="none" strike="noStrike">
                <a:solidFill>
                  <a:schemeClr val="dk1"/>
                </a:solidFill>
                <a:latin typeface="Times New Roman"/>
                <a:ea typeface="Times New Roman"/>
                <a:cs typeface="Times New Roman"/>
                <a:sym typeface="Times New Roman"/>
              </a:rPr>
              <a:t>We call T</a:t>
            </a:r>
            <a:r>
              <a:rPr b="0" i="0" lang="en-US" sz="2000" u="none" cap="none" strike="noStrike">
                <a:solidFill>
                  <a:schemeClr val="dk1"/>
                </a:solidFill>
                <a:latin typeface="Times New Roman"/>
                <a:ea typeface="Times New Roman"/>
                <a:cs typeface="Times New Roman"/>
                <a:sym typeface="Times New Roman"/>
              </a:rPr>
              <a:t>1</a:t>
            </a:r>
            <a:r>
              <a:rPr b="0" i="0" lang="en-US" sz="3200" u="none" cap="none" strike="noStrike">
                <a:solidFill>
                  <a:schemeClr val="dk1"/>
                </a:solidFill>
                <a:latin typeface="Times New Roman"/>
                <a:ea typeface="Times New Roman"/>
                <a:cs typeface="Times New Roman"/>
                <a:sym typeface="Times New Roman"/>
              </a:rPr>
              <a:t>, ..., T</a:t>
            </a:r>
            <a:r>
              <a:rPr b="0" i="0" lang="en-US" sz="2400" u="none" cap="none" strike="noStrike">
                <a:solidFill>
                  <a:schemeClr val="dk1"/>
                </a:solidFill>
                <a:latin typeface="Times New Roman"/>
                <a:ea typeface="Times New Roman"/>
                <a:cs typeface="Times New Roman"/>
                <a:sym typeface="Times New Roman"/>
              </a:rPr>
              <a:t>n</a:t>
            </a:r>
            <a:r>
              <a:rPr b="0" i="0" lang="en-US" sz="3200" u="none" cap="none" strike="noStrike">
                <a:solidFill>
                  <a:schemeClr val="dk1"/>
                </a:solidFill>
                <a:latin typeface="Times New Roman"/>
                <a:ea typeface="Times New Roman"/>
                <a:cs typeface="Times New Roman"/>
                <a:sym typeface="Times New Roman"/>
              </a:rPr>
              <a:t> the subtrees of the root.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
          <p:cNvSpPr/>
          <p:nvPr/>
        </p:nvSpPr>
        <p:spPr>
          <a:xfrm>
            <a:off x="0" y="609600"/>
            <a:ext cx="9163050" cy="1143000"/>
          </a:xfrm>
          <a:prstGeom prst="rect">
            <a:avLst/>
          </a:prstGeom>
          <a:noFill/>
          <a:ln>
            <a:noFill/>
          </a:ln>
        </p:spPr>
        <p:txBody>
          <a:bodyPr anchorCtr="0" anchor="ctr" bIns="46025" lIns="92075" spcFirstLastPara="1" rIns="92075" wrap="square" tIns="46025">
            <a:noAutofit/>
          </a:bodyPr>
          <a:lstStyle/>
          <a:p>
            <a:pPr indent="0" lvl="0" marL="0" marR="0" rtl="0" algn="ctr">
              <a:lnSpc>
                <a:spcPct val="100000"/>
              </a:lnSpc>
              <a:spcBef>
                <a:spcPts val="0"/>
              </a:spcBef>
              <a:spcAft>
                <a:spcPts val="0"/>
              </a:spcAft>
              <a:buClr>
                <a:srgbClr val="000000"/>
              </a:buClr>
              <a:buSzPts val="4400"/>
              <a:buFont typeface="Arial"/>
              <a:buNone/>
            </a:pPr>
            <a:r>
              <a:rPr b="0" i="0" lang="en-US" sz="4400" u="none" cap="none" strike="noStrike">
                <a:solidFill>
                  <a:schemeClr val="dk2"/>
                </a:solidFill>
                <a:latin typeface="Times New Roman"/>
                <a:ea typeface="Times New Roman"/>
                <a:cs typeface="Times New Roman"/>
                <a:sym typeface="Times New Roman"/>
              </a:rPr>
              <a:t>Level and Depth</a:t>
            </a:r>
            <a:endParaRPr b="0" i="0" sz="1400" u="none" cap="none" strike="noStrike">
              <a:solidFill>
                <a:srgbClr val="000000"/>
              </a:solidFill>
              <a:latin typeface="Arial"/>
              <a:ea typeface="Arial"/>
              <a:cs typeface="Arial"/>
              <a:sym typeface="Arial"/>
            </a:endParaRPr>
          </a:p>
        </p:txBody>
      </p:sp>
      <p:graphicFrame>
        <p:nvGraphicFramePr>
          <p:cNvPr id="216" name="Google Shape;216;p3"/>
          <p:cNvGraphicFramePr/>
          <p:nvPr/>
        </p:nvGraphicFramePr>
        <p:xfrm>
          <a:off x="3454400" y="2838450"/>
          <a:ext cx="4754563" cy="2855913"/>
        </p:xfrm>
        <a:graphic>
          <a:graphicData uri="http://schemas.openxmlformats.org/presentationml/2006/ole">
            <mc:AlternateContent>
              <mc:Choice Requires="v">
                <p:oleObj r:id="rId4" imgH="2855913" imgW="4754563" progId="OrgPlusWOPX.4" spid="_x0000_s1">
                  <p:embed/>
                </p:oleObj>
              </mc:Choice>
              <mc:Fallback>
                <p:oleObj r:id="rId5" imgH="2855913" imgW="4754563" progId="OrgPlusWOPX.4">
                  <p:embed/>
                  <p:pic>
                    <p:nvPicPr>
                      <p:cNvPr id="216" name="Google Shape;216;p3"/>
                      <p:cNvPicPr preferRelativeResize="0"/>
                      <p:nvPr/>
                    </p:nvPicPr>
                    <p:blipFill rotWithShape="1">
                      <a:blip r:embed="rId6">
                        <a:alphaModFix/>
                      </a:blip>
                      <a:srcRect b="0" l="0" r="0" t="0"/>
                      <a:stretch/>
                    </p:blipFill>
                    <p:spPr>
                      <a:xfrm>
                        <a:off x="3454400" y="2838450"/>
                        <a:ext cx="4754563" cy="2855913"/>
                      </a:xfrm>
                      <a:prstGeom prst="rect">
                        <a:avLst/>
                      </a:prstGeom>
                      <a:noFill/>
                      <a:ln>
                        <a:noFill/>
                      </a:ln>
                    </p:spPr>
                  </p:pic>
                </p:oleObj>
              </mc:Fallback>
            </mc:AlternateContent>
          </a:graphicData>
        </a:graphic>
      </p:graphicFrame>
      <p:sp>
        <p:nvSpPr>
          <p:cNvPr id="217" name="Google Shape;217;p3"/>
          <p:cNvSpPr/>
          <p:nvPr/>
        </p:nvSpPr>
        <p:spPr>
          <a:xfrm>
            <a:off x="8267700" y="1997075"/>
            <a:ext cx="876300" cy="3706813"/>
          </a:xfrm>
          <a:prstGeom prst="rect">
            <a:avLst/>
          </a:prstGeom>
          <a:noFill/>
          <a:ln>
            <a:noFill/>
          </a:ln>
        </p:spPr>
        <p:txBody>
          <a:bodyPr anchorCtr="0" anchor="t" bIns="46025" lIns="92075" spcFirstLastPara="1" rIns="92075" wrap="square" tIns="46025">
            <a:spAutoFit/>
          </a:bodyPr>
          <a:lstStyle/>
          <a:p>
            <a:pPr indent="0" lvl="0" marL="0" marR="0" rtl="0" algn="l">
              <a:lnSpc>
                <a:spcPct val="11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Level</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a:p>
            <a:pPr indent="0" lvl="0" marL="0" marR="0" rtl="0" algn="l">
              <a:lnSpc>
                <a:spcPct val="11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1</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a:p>
            <a:pPr indent="0" lvl="0" marL="0" marR="0" rtl="0" algn="l">
              <a:lnSpc>
                <a:spcPct val="11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a:p>
            <a:pPr indent="0" lvl="0" marL="0" marR="0" rtl="0" algn="l">
              <a:lnSpc>
                <a:spcPct val="11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3</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a:p>
            <a:pPr indent="0" lvl="0" marL="0" marR="0" rtl="0" algn="l">
              <a:lnSpc>
                <a:spcPct val="11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sp>
        <p:nvSpPr>
          <p:cNvPr id="218" name="Google Shape;218;p3"/>
          <p:cNvSpPr txBox="1"/>
          <p:nvPr/>
        </p:nvSpPr>
        <p:spPr>
          <a:xfrm>
            <a:off x="936625" y="2243138"/>
            <a:ext cx="2112963" cy="3444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node </a:t>
            </a:r>
            <a:r>
              <a:rPr b="0" i="0" lang="en-US" sz="2000" u="none" cap="none" strike="noStrike">
                <a:solidFill>
                  <a:schemeClr val="dk2"/>
                </a:solidFill>
                <a:latin typeface="Times New Roman"/>
                <a:ea typeface="Times New Roman"/>
                <a:cs typeface="Times New Roman"/>
                <a:sym typeface="Times New Roman"/>
              </a:rPr>
              <a:t>(13)</a:t>
            </a:r>
            <a:endParaRPr b="0" i="0" sz="20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degree of a node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leaf (terminal)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nonterminal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parent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children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sibling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degree of a tree </a:t>
            </a:r>
            <a:r>
              <a:rPr b="0" i="0" lang="en-US" sz="2000" u="none" cap="none" strike="noStrike">
                <a:solidFill>
                  <a:schemeClr val="dk2"/>
                </a:solidFill>
                <a:latin typeface="Times New Roman"/>
                <a:ea typeface="Times New Roman"/>
                <a:cs typeface="Times New Roman"/>
                <a:sym typeface="Times New Roman"/>
              </a:rPr>
              <a:t>(3)</a:t>
            </a:r>
            <a:endParaRPr b="0" i="0" sz="20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ancestor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level of a node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height of a tree </a:t>
            </a:r>
            <a:r>
              <a:rPr b="0" i="0" lang="en-US" sz="2000" u="none" cap="none" strike="noStrike">
                <a:solidFill>
                  <a:schemeClr val="dk2"/>
                </a:solidFill>
                <a:latin typeface="Times New Roman"/>
                <a:ea typeface="Times New Roman"/>
                <a:cs typeface="Times New Roman"/>
                <a:sym typeface="Times New Roman"/>
              </a:rPr>
              <a:t>(4)</a:t>
            </a:r>
            <a:endParaRPr b="0" i="0" sz="2000" u="none" cap="none" strike="noStrike">
              <a:solidFill>
                <a:schemeClr val="dk1"/>
              </a:solidFill>
              <a:latin typeface="Times New Roman"/>
              <a:ea typeface="Times New Roman"/>
              <a:cs typeface="Times New Roman"/>
              <a:sym typeface="Times New Roman"/>
            </a:endParaRPr>
          </a:p>
        </p:txBody>
      </p:sp>
      <p:sp>
        <p:nvSpPr>
          <p:cNvPr id="219" name="Google Shape;219;p3"/>
          <p:cNvSpPr txBox="1"/>
          <p:nvPr/>
        </p:nvSpPr>
        <p:spPr>
          <a:xfrm>
            <a:off x="5241925" y="3013075"/>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006600"/>
                </a:solidFill>
                <a:latin typeface="Times New Roman"/>
                <a:ea typeface="Times New Roman"/>
                <a:cs typeface="Times New Roman"/>
                <a:sym typeface="Times New Roman"/>
              </a:rPr>
              <a:t>3</a:t>
            </a:r>
            <a:endParaRPr b="1" i="0" sz="2400" u="sng" cap="none" strike="noStrike">
              <a:solidFill>
                <a:srgbClr val="006600"/>
              </a:solidFill>
              <a:latin typeface="Times New Roman"/>
              <a:ea typeface="Times New Roman"/>
              <a:cs typeface="Times New Roman"/>
              <a:sym typeface="Times New Roman"/>
            </a:endParaRPr>
          </a:p>
        </p:txBody>
      </p:sp>
      <p:sp>
        <p:nvSpPr>
          <p:cNvPr id="220" name="Google Shape;220;p3"/>
          <p:cNvSpPr txBox="1"/>
          <p:nvPr/>
        </p:nvSpPr>
        <p:spPr>
          <a:xfrm>
            <a:off x="3927475" y="3813175"/>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006600"/>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sp>
        <p:nvSpPr>
          <p:cNvPr id="221" name="Google Shape;221;p3"/>
          <p:cNvSpPr txBox="1"/>
          <p:nvPr/>
        </p:nvSpPr>
        <p:spPr>
          <a:xfrm>
            <a:off x="5089525" y="3775075"/>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006600"/>
                </a:solidFill>
                <a:latin typeface="Times New Roman"/>
                <a:ea typeface="Times New Roman"/>
                <a:cs typeface="Times New Roman"/>
                <a:sym typeface="Times New Roman"/>
              </a:rPr>
              <a:t>1</a:t>
            </a:r>
            <a:endParaRPr b="0" i="0" sz="1400" u="none" cap="none" strike="noStrike">
              <a:solidFill>
                <a:srgbClr val="000000"/>
              </a:solidFill>
              <a:latin typeface="Arial"/>
              <a:ea typeface="Arial"/>
              <a:cs typeface="Arial"/>
              <a:sym typeface="Arial"/>
            </a:endParaRPr>
          </a:p>
        </p:txBody>
      </p:sp>
      <p:sp>
        <p:nvSpPr>
          <p:cNvPr id="222" name="Google Shape;222;p3"/>
          <p:cNvSpPr txBox="1"/>
          <p:nvPr/>
        </p:nvSpPr>
        <p:spPr>
          <a:xfrm>
            <a:off x="6632575" y="3775075"/>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006600"/>
                </a:solidFill>
                <a:latin typeface="Times New Roman"/>
                <a:ea typeface="Times New Roman"/>
                <a:cs typeface="Times New Roman"/>
                <a:sym typeface="Times New Roman"/>
              </a:rPr>
              <a:t>3</a:t>
            </a:r>
            <a:endParaRPr b="0" i="0" sz="1400" u="none" cap="none" strike="noStrike">
              <a:solidFill>
                <a:srgbClr val="000000"/>
              </a:solidFill>
              <a:latin typeface="Arial"/>
              <a:ea typeface="Arial"/>
              <a:cs typeface="Arial"/>
              <a:sym typeface="Arial"/>
            </a:endParaRPr>
          </a:p>
        </p:txBody>
      </p:sp>
      <p:sp>
        <p:nvSpPr>
          <p:cNvPr id="223" name="Google Shape;223;p3"/>
          <p:cNvSpPr txBox="1"/>
          <p:nvPr/>
        </p:nvSpPr>
        <p:spPr>
          <a:xfrm>
            <a:off x="3584575" y="4575175"/>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006600"/>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sp>
        <p:nvSpPr>
          <p:cNvPr id="224" name="Google Shape;224;p3"/>
          <p:cNvSpPr txBox="1"/>
          <p:nvPr/>
        </p:nvSpPr>
        <p:spPr>
          <a:xfrm>
            <a:off x="4422775" y="4613275"/>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006600"/>
                </a:solidFill>
                <a:latin typeface="Times New Roman"/>
                <a:ea typeface="Times New Roman"/>
                <a:cs typeface="Times New Roman"/>
                <a:sym typeface="Times New Roman"/>
              </a:rPr>
              <a:t>0</a:t>
            </a:r>
            <a:endParaRPr b="0" i="0" sz="1400" u="none" cap="none" strike="noStrike">
              <a:solidFill>
                <a:srgbClr val="000000"/>
              </a:solidFill>
              <a:latin typeface="Arial"/>
              <a:ea typeface="Arial"/>
              <a:cs typeface="Arial"/>
              <a:sym typeface="Arial"/>
            </a:endParaRPr>
          </a:p>
        </p:txBody>
      </p:sp>
      <p:sp>
        <p:nvSpPr>
          <p:cNvPr id="225" name="Google Shape;225;p3"/>
          <p:cNvSpPr txBox="1"/>
          <p:nvPr/>
        </p:nvSpPr>
        <p:spPr>
          <a:xfrm>
            <a:off x="5184775" y="4632325"/>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006600"/>
                </a:solidFill>
                <a:latin typeface="Times New Roman"/>
                <a:ea typeface="Times New Roman"/>
                <a:cs typeface="Times New Roman"/>
                <a:sym typeface="Times New Roman"/>
              </a:rPr>
              <a:t>0</a:t>
            </a:r>
            <a:endParaRPr b="0" i="0" sz="1400" u="none" cap="none" strike="noStrike">
              <a:solidFill>
                <a:srgbClr val="000000"/>
              </a:solidFill>
              <a:latin typeface="Arial"/>
              <a:ea typeface="Arial"/>
              <a:cs typeface="Arial"/>
              <a:sym typeface="Arial"/>
            </a:endParaRPr>
          </a:p>
        </p:txBody>
      </p:sp>
      <p:sp>
        <p:nvSpPr>
          <p:cNvPr id="226" name="Google Shape;226;p3"/>
          <p:cNvSpPr txBox="1"/>
          <p:nvPr/>
        </p:nvSpPr>
        <p:spPr>
          <a:xfrm>
            <a:off x="5908675" y="4575175"/>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006600"/>
                </a:solidFill>
                <a:latin typeface="Times New Roman"/>
                <a:ea typeface="Times New Roman"/>
                <a:cs typeface="Times New Roman"/>
                <a:sym typeface="Times New Roman"/>
              </a:rPr>
              <a:t>1</a:t>
            </a:r>
            <a:endParaRPr b="0" i="0" sz="1400" u="none" cap="none" strike="noStrike">
              <a:solidFill>
                <a:srgbClr val="000000"/>
              </a:solidFill>
              <a:latin typeface="Arial"/>
              <a:ea typeface="Arial"/>
              <a:cs typeface="Arial"/>
              <a:sym typeface="Arial"/>
            </a:endParaRPr>
          </a:p>
        </p:txBody>
      </p:sp>
      <p:sp>
        <p:nvSpPr>
          <p:cNvPr id="227" name="Google Shape;227;p3"/>
          <p:cNvSpPr txBox="1"/>
          <p:nvPr/>
        </p:nvSpPr>
        <p:spPr>
          <a:xfrm>
            <a:off x="6651625" y="4613275"/>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006600"/>
                </a:solidFill>
                <a:latin typeface="Times New Roman"/>
                <a:ea typeface="Times New Roman"/>
                <a:cs typeface="Times New Roman"/>
                <a:sym typeface="Times New Roman"/>
              </a:rPr>
              <a:t>0</a:t>
            </a:r>
            <a:endParaRPr b="0" i="0" sz="1400" u="none" cap="none" strike="noStrike">
              <a:solidFill>
                <a:srgbClr val="000000"/>
              </a:solidFill>
              <a:latin typeface="Arial"/>
              <a:ea typeface="Arial"/>
              <a:cs typeface="Arial"/>
              <a:sym typeface="Arial"/>
            </a:endParaRPr>
          </a:p>
        </p:txBody>
      </p:sp>
      <p:sp>
        <p:nvSpPr>
          <p:cNvPr id="228" name="Google Shape;228;p3"/>
          <p:cNvSpPr txBox="1"/>
          <p:nvPr/>
        </p:nvSpPr>
        <p:spPr>
          <a:xfrm>
            <a:off x="7375525" y="4613275"/>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006600"/>
                </a:solidFill>
                <a:latin typeface="Times New Roman"/>
                <a:ea typeface="Times New Roman"/>
                <a:cs typeface="Times New Roman"/>
                <a:sym typeface="Times New Roman"/>
              </a:rPr>
              <a:t>0</a:t>
            </a:r>
            <a:endParaRPr b="0" i="0" sz="1400" u="none" cap="none" strike="noStrike">
              <a:solidFill>
                <a:srgbClr val="000000"/>
              </a:solidFill>
              <a:latin typeface="Arial"/>
              <a:ea typeface="Arial"/>
              <a:cs typeface="Arial"/>
              <a:sym typeface="Arial"/>
            </a:endParaRPr>
          </a:p>
        </p:txBody>
      </p:sp>
      <p:sp>
        <p:nvSpPr>
          <p:cNvPr id="229" name="Google Shape;229;p3"/>
          <p:cNvSpPr txBox="1"/>
          <p:nvPr/>
        </p:nvSpPr>
        <p:spPr>
          <a:xfrm>
            <a:off x="3184525" y="5356225"/>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006600"/>
                </a:solidFill>
                <a:latin typeface="Times New Roman"/>
                <a:ea typeface="Times New Roman"/>
                <a:cs typeface="Times New Roman"/>
                <a:sym typeface="Times New Roman"/>
              </a:rPr>
              <a:t>0</a:t>
            </a:r>
            <a:endParaRPr b="0" i="0" sz="1400" u="none" cap="none" strike="noStrike">
              <a:solidFill>
                <a:srgbClr val="000000"/>
              </a:solidFill>
              <a:latin typeface="Arial"/>
              <a:ea typeface="Arial"/>
              <a:cs typeface="Arial"/>
              <a:sym typeface="Arial"/>
            </a:endParaRPr>
          </a:p>
        </p:txBody>
      </p:sp>
      <p:sp>
        <p:nvSpPr>
          <p:cNvPr id="230" name="Google Shape;230;p3"/>
          <p:cNvSpPr txBox="1"/>
          <p:nvPr/>
        </p:nvSpPr>
        <p:spPr>
          <a:xfrm>
            <a:off x="4003675" y="5432425"/>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006600"/>
                </a:solidFill>
                <a:latin typeface="Times New Roman"/>
                <a:ea typeface="Times New Roman"/>
                <a:cs typeface="Times New Roman"/>
                <a:sym typeface="Times New Roman"/>
              </a:rPr>
              <a:t>0</a:t>
            </a:r>
            <a:endParaRPr b="0" i="0" sz="1400" u="none" cap="none" strike="noStrike">
              <a:solidFill>
                <a:srgbClr val="000000"/>
              </a:solidFill>
              <a:latin typeface="Arial"/>
              <a:ea typeface="Arial"/>
              <a:cs typeface="Arial"/>
              <a:sym typeface="Arial"/>
            </a:endParaRPr>
          </a:p>
        </p:txBody>
      </p:sp>
      <p:sp>
        <p:nvSpPr>
          <p:cNvPr id="231" name="Google Shape;231;p3"/>
          <p:cNvSpPr txBox="1"/>
          <p:nvPr/>
        </p:nvSpPr>
        <p:spPr>
          <a:xfrm>
            <a:off x="5927725" y="5356225"/>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006600"/>
                </a:solidFill>
                <a:latin typeface="Times New Roman"/>
                <a:ea typeface="Times New Roman"/>
                <a:cs typeface="Times New Roman"/>
                <a:sym typeface="Times New Roman"/>
              </a:rPr>
              <a:t>0</a:t>
            </a:r>
            <a:endParaRPr b="0" i="0" sz="1400" u="none" cap="none" strike="noStrike">
              <a:solidFill>
                <a:srgbClr val="000000"/>
              </a:solidFill>
              <a:latin typeface="Arial"/>
              <a:ea typeface="Arial"/>
              <a:cs typeface="Arial"/>
              <a:sym typeface="Arial"/>
            </a:endParaRPr>
          </a:p>
        </p:txBody>
      </p:sp>
      <p:sp>
        <p:nvSpPr>
          <p:cNvPr id="232" name="Google Shape;232;p3"/>
          <p:cNvSpPr txBox="1"/>
          <p:nvPr/>
        </p:nvSpPr>
        <p:spPr>
          <a:xfrm>
            <a:off x="6099175" y="3013075"/>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C3300"/>
                </a:solidFill>
                <a:latin typeface="Times New Roman"/>
                <a:ea typeface="Times New Roman"/>
                <a:cs typeface="Times New Roman"/>
                <a:sym typeface="Times New Roman"/>
              </a:rPr>
              <a:t>1</a:t>
            </a:r>
            <a:endParaRPr b="0" i="0" sz="1400" u="none" cap="none" strike="noStrike">
              <a:solidFill>
                <a:srgbClr val="000000"/>
              </a:solidFill>
              <a:latin typeface="Arial"/>
              <a:ea typeface="Arial"/>
              <a:cs typeface="Arial"/>
              <a:sym typeface="Arial"/>
            </a:endParaRPr>
          </a:p>
        </p:txBody>
      </p:sp>
      <p:sp>
        <p:nvSpPr>
          <p:cNvPr id="233" name="Google Shape;233;p3"/>
          <p:cNvSpPr txBox="1"/>
          <p:nvPr/>
        </p:nvSpPr>
        <p:spPr>
          <a:xfrm>
            <a:off x="4784725" y="3775075"/>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C3300"/>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sp>
        <p:nvSpPr>
          <p:cNvPr id="234" name="Google Shape;234;p3"/>
          <p:cNvSpPr txBox="1"/>
          <p:nvPr/>
        </p:nvSpPr>
        <p:spPr>
          <a:xfrm>
            <a:off x="5889625" y="3775075"/>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C3300"/>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sp>
        <p:nvSpPr>
          <p:cNvPr id="235" name="Google Shape;235;p3"/>
          <p:cNvSpPr txBox="1"/>
          <p:nvPr/>
        </p:nvSpPr>
        <p:spPr>
          <a:xfrm>
            <a:off x="7470775" y="3756025"/>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C3300"/>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sp>
        <p:nvSpPr>
          <p:cNvPr id="236" name="Google Shape;236;p3"/>
          <p:cNvSpPr txBox="1"/>
          <p:nvPr/>
        </p:nvSpPr>
        <p:spPr>
          <a:xfrm>
            <a:off x="4251325" y="4575175"/>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C3300"/>
                </a:solidFill>
                <a:latin typeface="Times New Roman"/>
                <a:ea typeface="Times New Roman"/>
                <a:cs typeface="Times New Roman"/>
                <a:sym typeface="Times New Roman"/>
              </a:rPr>
              <a:t>3</a:t>
            </a:r>
            <a:endParaRPr b="0" i="0" sz="1400" u="none" cap="none" strike="noStrike">
              <a:solidFill>
                <a:srgbClr val="000000"/>
              </a:solidFill>
              <a:latin typeface="Arial"/>
              <a:ea typeface="Arial"/>
              <a:cs typeface="Arial"/>
              <a:sym typeface="Arial"/>
            </a:endParaRPr>
          </a:p>
        </p:txBody>
      </p:sp>
      <p:sp>
        <p:nvSpPr>
          <p:cNvPr id="237" name="Google Shape;237;p3"/>
          <p:cNvSpPr txBox="1"/>
          <p:nvPr/>
        </p:nvSpPr>
        <p:spPr>
          <a:xfrm>
            <a:off x="5013325" y="4575175"/>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C3300"/>
                </a:solidFill>
                <a:latin typeface="Times New Roman"/>
                <a:ea typeface="Times New Roman"/>
                <a:cs typeface="Times New Roman"/>
                <a:sym typeface="Times New Roman"/>
              </a:rPr>
              <a:t>3</a:t>
            </a:r>
            <a:endParaRPr b="0" i="0" sz="1400" u="none" cap="none" strike="noStrike">
              <a:solidFill>
                <a:srgbClr val="000000"/>
              </a:solidFill>
              <a:latin typeface="Arial"/>
              <a:ea typeface="Arial"/>
              <a:cs typeface="Arial"/>
              <a:sym typeface="Arial"/>
            </a:endParaRPr>
          </a:p>
        </p:txBody>
      </p:sp>
      <p:sp>
        <p:nvSpPr>
          <p:cNvPr id="238" name="Google Shape;238;p3"/>
          <p:cNvSpPr txBox="1"/>
          <p:nvPr/>
        </p:nvSpPr>
        <p:spPr>
          <a:xfrm>
            <a:off x="5794375" y="4556125"/>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C3300"/>
                </a:solidFill>
                <a:latin typeface="Times New Roman"/>
                <a:ea typeface="Times New Roman"/>
                <a:cs typeface="Times New Roman"/>
                <a:sym typeface="Times New Roman"/>
              </a:rPr>
              <a:t>3</a:t>
            </a:r>
            <a:endParaRPr b="0" i="0" sz="1400" u="none" cap="none" strike="noStrike">
              <a:solidFill>
                <a:srgbClr val="000000"/>
              </a:solidFill>
              <a:latin typeface="Arial"/>
              <a:ea typeface="Arial"/>
              <a:cs typeface="Arial"/>
              <a:sym typeface="Arial"/>
            </a:endParaRPr>
          </a:p>
        </p:txBody>
      </p:sp>
      <p:sp>
        <p:nvSpPr>
          <p:cNvPr id="239" name="Google Shape;239;p3"/>
          <p:cNvSpPr txBox="1"/>
          <p:nvPr/>
        </p:nvSpPr>
        <p:spPr>
          <a:xfrm>
            <a:off x="6499225" y="4613275"/>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C3300"/>
                </a:solidFill>
                <a:latin typeface="Times New Roman"/>
                <a:ea typeface="Times New Roman"/>
                <a:cs typeface="Times New Roman"/>
                <a:sym typeface="Times New Roman"/>
              </a:rPr>
              <a:t>3</a:t>
            </a:r>
            <a:endParaRPr b="0" i="0" sz="1400" u="none" cap="none" strike="noStrike">
              <a:solidFill>
                <a:srgbClr val="000000"/>
              </a:solidFill>
              <a:latin typeface="Arial"/>
              <a:ea typeface="Arial"/>
              <a:cs typeface="Arial"/>
              <a:sym typeface="Arial"/>
            </a:endParaRPr>
          </a:p>
        </p:txBody>
      </p:sp>
      <p:sp>
        <p:nvSpPr>
          <p:cNvPr id="240" name="Google Shape;240;p3"/>
          <p:cNvSpPr txBox="1"/>
          <p:nvPr/>
        </p:nvSpPr>
        <p:spPr>
          <a:xfrm>
            <a:off x="7223125" y="4594225"/>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C3300"/>
                </a:solidFill>
                <a:latin typeface="Times New Roman"/>
                <a:ea typeface="Times New Roman"/>
                <a:cs typeface="Times New Roman"/>
                <a:sym typeface="Times New Roman"/>
              </a:rPr>
              <a:t>3</a:t>
            </a:r>
            <a:endParaRPr b="0" i="0" sz="1400" u="none" cap="none" strike="noStrike">
              <a:solidFill>
                <a:srgbClr val="000000"/>
              </a:solidFill>
              <a:latin typeface="Arial"/>
              <a:ea typeface="Arial"/>
              <a:cs typeface="Arial"/>
              <a:sym typeface="Arial"/>
            </a:endParaRPr>
          </a:p>
        </p:txBody>
      </p:sp>
      <p:sp>
        <p:nvSpPr>
          <p:cNvPr id="241" name="Google Shape;241;p3"/>
          <p:cNvSpPr txBox="1"/>
          <p:nvPr/>
        </p:nvSpPr>
        <p:spPr>
          <a:xfrm>
            <a:off x="8118475" y="4556125"/>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C3300"/>
                </a:solidFill>
                <a:latin typeface="Times New Roman"/>
                <a:ea typeface="Times New Roman"/>
                <a:cs typeface="Times New Roman"/>
                <a:sym typeface="Times New Roman"/>
              </a:rPr>
              <a:t>3</a:t>
            </a:r>
            <a:endParaRPr b="0" i="0" sz="1400" u="none" cap="none" strike="noStrike">
              <a:solidFill>
                <a:srgbClr val="000000"/>
              </a:solidFill>
              <a:latin typeface="Arial"/>
              <a:ea typeface="Arial"/>
              <a:cs typeface="Arial"/>
              <a:sym typeface="Arial"/>
            </a:endParaRPr>
          </a:p>
        </p:txBody>
      </p:sp>
      <p:sp>
        <p:nvSpPr>
          <p:cNvPr id="242" name="Google Shape;242;p3"/>
          <p:cNvSpPr txBox="1"/>
          <p:nvPr/>
        </p:nvSpPr>
        <p:spPr>
          <a:xfrm>
            <a:off x="3775075" y="5356225"/>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C3300"/>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sp>
        <p:nvSpPr>
          <p:cNvPr id="243" name="Google Shape;243;p3"/>
          <p:cNvSpPr txBox="1"/>
          <p:nvPr/>
        </p:nvSpPr>
        <p:spPr>
          <a:xfrm>
            <a:off x="4651375" y="5394325"/>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C3300"/>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sp>
        <p:nvSpPr>
          <p:cNvPr id="244" name="Google Shape;244;p3"/>
          <p:cNvSpPr txBox="1"/>
          <p:nvPr/>
        </p:nvSpPr>
        <p:spPr>
          <a:xfrm>
            <a:off x="6594475" y="5375275"/>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C3300"/>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4"/>
          <p:cNvSpPr/>
          <p:nvPr/>
        </p:nvSpPr>
        <p:spPr>
          <a:xfrm>
            <a:off x="0" y="0"/>
            <a:ext cx="9163050" cy="1143000"/>
          </a:xfrm>
          <a:prstGeom prst="rect">
            <a:avLst/>
          </a:prstGeom>
          <a:noFill/>
          <a:ln>
            <a:noFill/>
          </a:ln>
        </p:spPr>
        <p:txBody>
          <a:bodyPr anchorCtr="0" anchor="ctr" bIns="46025" lIns="92075" spcFirstLastPara="1" rIns="92075" wrap="square" tIns="46025">
            <a:noAutofit/>
          </a:bodyPr>
          <a:lstStyle/>
          <a:p>
            <a:pPr indent="0" lvl="0" marL="0" marR="0" rtl="0" algn="ctr">
              <a:lnSpc>
                <a:spcPct val="100000"/>
              </a:lnSpc>
              <a:spcBef>
                <a:spcPts val="0"/>
              </a:spcBef>
              <a:spcAft>
                <a:spcPts val="0"/>
              </a:spcAft>
              <a:buClr>
                <a:srgbClr val="000000"/>
              </a:buClr>
              <a:buSzPts val="4400"/>
              <a:buFont typeface="Arial"/>
              <a:buNone/>
            </a:pPr>
            <a:r>
              <a:rPr b="0" i="0" lang="en-US" sz="4400" u="none" cap="none" strike="noStrike">
                <a:solidFill>
                  <a:schemeClr val="dk2"/>
                </a:solidFill>
                <a:latin typeface="Times New Roman"/>
                <a:ea typeface="Times New Roman"/>
                <a:cs typeface="Times New Roman"/>
                <a:sym typeface="Times New Roman"/>
              </a:rPr>
              <a:t>Terminology</a:t>
            </a:r>
            <a:endParaRPr b="0" i="0" sz="1400" u="none" cap="none" strike="noStrike">
              <a:solidFill>
                <a:srgbClr val="000000"/>
              </a:solidFill>
              <a:latin typeface="Arial"/>
              <a:ea typeface="Arial"/>
              <a:cs typeface="Arial"/>
              <a:sym typeface="Arial"/>
            </a:endParaRPr>
          </a:p>
        </p:txBody>
      </p:sp>
      <p:sp>
        <p:nvSpPr>
          <p:cNvPr id="250" name="Google Shape;250;p4"/>
          <p:cNvSpPr/>
          <p:nvPr/>
        </p:nvSpPr>
        <p:spPr>
          <a:xfrm>
            <a:off x="952500" y="990600"/>
            <a:ext cx="8191500" cy="4495800"/>
          </a:xfrm>
          <a:prstGeom prst="rect">
            <a:avLst/>
          </a:prstGeom>
          <a:noFill/>
          <a:ln>
            <a:noFill/>
          </a:ln>
        </p:spPr>
        <p:txBody>
          <a:bodyPr anchorCtr="0" anchor="t" bIns="46025" lIns="92075" spcFirstLastPara="1" rIns="92075" wrap="square" tIns="46025">
            <a:noAutofit/>
          </a:bodyPr>
          <a:lstStyle/>
          <a:p>
            <a:pPr indent="-342900" lvl="0" marL="342900" marR="0" rtl="0" algn="l">
              <a:lnSpc>
                <a:spcPct val="90000"/>
              </a:lnSpc>
              <a:spcBef>
                <a:spcPts val="0"/>
              </a:spcBef>
              <a:spcAft>
                <a:spcPts val="0"/>
              </a:spcAft>
              <a:buClr>
                <a:schemeClr val="accent1"/>
              </a:buClr>
              <a:buSzPts val="2240"/>
              <a:buFont typeface="Arial"/>
              <a:buChar char="●"/>
            </a:pPr>
            <a:r>
              <a:rPr b="0" i="0" lang="en-US" sz="3200" u="none" cap="none" strike="noStrike">
                <a:solidFill>
                  <a:schemeClr val="dk1"/>
                </a:solidFill>
                <a:latin typeface="Times New Roman"/>
                <a:ea typeface="Times New Roman"/>
                <a:cs typeface="Times New Roman"/>
                <a:sym typeface="Times New Roman"/>
              </a:rPr>
              <a:t>The degree of a node is the number of subtrees</a:t>
            </a:r>
            <a:br>
              <a:rPr b="0" i="0" lang="en-US" sz="3200" u="none" cap="none" strike="noStrike">
                <a:solidFill>
                  <a:schemeClr val="dk1"/>
                </a:solidFill>
                <a:latin typeface="Times New Roman"/>
                <a:ea typeface="Times New Roman"/>
                <a:cs typeface="Times New Roman"/>
                <a:sym typeface="Times New Roman"/>
              </a:rPr>
            </a:br>
            <a:r>
              <a:rPr b="0" i="0" lang="en-US" sz="3200" u="none" cap="none" strike="noStrike">
                <a:solidFill>
                  <a:schemeClr val="dk1"/>
                </a:solidFill>
                <a:latin typeface="Times New Roman"/>
                <a:ea typeface="Times New Roman"/>
                <a:cs typeface="Times New Roman"/>
                <a:sym typeface="Times New Roman"/>
              </a:rPr>
              <a:t>of the node</a:t>
            </a:r>
            <a:endParaRPr b="0" i="0" sz="1400" u="none" cap="none" strike="noStrike">
              <a:solidFill>
                <a:srgbClr val="000000"/>
              </a:solidFill>
              <a:latin typeface="Arial"/>
              <a:ea typeface="Arial"/>
              <a:cs typeface="Arial"/>
              <a:sym typeface="Arial"/>
            </a:endParaRPr>
          </a:p>
          <a:p>
            <a:pPr indent="-285750" lvl="1" marL="742950" marR="0" rtl="0" algn="l">
              <a:lnSpc>
                <a:spcPct val="90000"/>
              </a:lnSpc>
              <a:spcBef>
                <a:spcPts val="560"/>
              </a:spcBef>
              <a:spcAft>
                <a:spcPts val="0"/>
              </a:spcAft>
              <a:buClr>
                <a:schemeClr val="dk1"/>
              </a:buClr>
              <a:buSzPts val="2800"/>
              <a:buFont typeface="Times New Roman"/>
              <a:buChar char="–"/>
            </a:pPr>
            <a:r>
              <a:rPr b="0" i="0" lang="en-US" sz="2800" u="none" cap="none" strike="noStrike">
                <a:solidFill>
                  <a:schemeClr val="dk1"/>
                </a:solidFill>
                <a:latin typeface="Times New Roman"/>
                <a:ea typeface="Times New Roman"/>
                <a:cs typeface="Times New Roman"/>
                <a:sym typeface="Times New Roman"/>
              </a:rPr>
              <a:t>The degree of A is 3; the degree of C is 1.</a:t>
            </a:r>
            <a:endParaRPr b="0" i="0" sz="1400" u="none" cap="none" strike="noStrike">
              <a:solidFill>
                <a:srgbClr val="000000"/>
              </a:solidFill>
              <a:latin typeface="Arial"/>
              <a:ea typeface="Arial"/>
              <a:cs typeface="Arial"/>
              <a:sym typeface="Arial"/>
            </a:endParaRPr>
          </a:p>
          <a:p>
            <a:pPr indent="-342900" lvl="0" marL="342900" marR="0" rtl="0" algn="l">
              <a:lnSpc>
                <a:spcPct val="90000"/>
              </a:lnSpc>
              <a:spcBef>
                <a:spcPts val="640"/>
              </a:spcBef>
              <a:spcAft>
                <a:spcPts val="0"/>
              </a:spcAft>
              <a:buClr>
                <a:schemeClr val="accent1"/>
              </a:buClr>
              <a:buSzPts val="2240"/>
              <a:buFont typeface="Arial"/>
              <a:buChar char="●"/>
            </a:pPr>
            <a:r>
              <a:rPr b="0" i="0" lang="en-US" sz="3200" u="none" cap="none" strike="noStrike">
                <a:solidFill>
                  <a:schemeClr val="dk1"/>
                </a:solidFill>
                <a:latin typeface="Times New Roman"/>
                <a:ea typeface="Times New Roman"/>
                <a:cs typeface="Times New Roman"/>
                <a:sym typeface="Times New Roman"/>
              </a:rPr>
              <a:t>The node with degree 0 is a leaf or terminal </a:t>
            </a:r>
            <a:br>
              <a:rPr b="0" i="0" lang="en-US" sz="3200" u="none" cap="none" strike="noStrike">
                <a:solidFill>
                  <a:schemeClr val="dk1"/>
                </a:solidFill>
                <a:latin typeface="Times New Roman"/>
                <a:ea typeface="Times New Roman"/>
                <a:cs typeface="Times New Roman"/>
                <a:sym typeface="Times New Roman"/>
              </a:rPr>
            </a:br>
            <a:r>
              <a:rPr b="0" i="0" lang="en-US" sz="3200" u="none" cap="none" strike="noStrike">
                <a:solidFill>
                  <a:schemeClr val="dk1"/>
                </a:solidFill>
                <a:latin typeface="Times New Roman"/>
                <a:ea typeface="Times New Roman"/>
                <a:cs typeface="Times New Roman"/>
                <a:sym typeface="Times New Roman"/>
              </a:rPr>
              <a:t>node.</a:t>
            </a:r>
            <a:endParaRPr b="0" i="0" sz="1400" u="none" cap="none" strike="noStrike">
              <a:solidFill>
                <a:srgbClr val="000000"/>
              </a:solidFill>
              <a:latin typeface="Arial"/>
              <a:ea typeface="Arial"/>
              <a:cs typeface="Arial"/>
              <a:sym typeface="Arial"/>
            </a:endParaRPr>
          </a:p>
          <a:p>
            <a:pPr indent="-342900" lvl="0" marL="342900" marR="0" rtl="0" algn="l">
              <a:lnSpc>
                <a:spcPct val="90000"/>
              </a:lnSpc>
              <a:spcBef>
                <a:spcPts val="640"/>
              </a:spcBef>
              <a:spcAft>
                <a:spcPts val="0"/>
              </a:spcAft>
              <a:buClr>
                <a:schemeClr val="accent1"/>
              </a:buClr>
              <a:buSzPts val="2240"/>
              <a:buFont typeface="Arial"/>
              <a:buChar char="●"/>
            </a:pPr>
            <a:r>
              <a:rPr b="0" i="0" lang="en-US" sz="3200" u="none" cap="none" strike="noStrike">
                <a:solidFill>
                  <a:schemeClr val="dk1"/>
                </a:solidFill>
                <a:latin typeface="Times New Roman"/>
                <a:ea typeface="Times New Roman"/>
                <a:cs typeface="Times New Roman"/>
                <a:sym typeface="Times New Roman"/>
              </a:rPr>
              <a:t>A node that has subtrees is the </a:t>
            </a:r>
            <a:r>
              <a:rPr b="0" i="1" lang="en-US" sz="3200" u="none" cap="none" strike="noStrike">
                <a:solidFill>
                  <a:schemeClr val="dk1"/>
                </a:solidFill>
                <a:latin typeface="Times New Roman"/>
                <a:ea typeface="Times New Roman"/>
                <a:cs typeface="Times New Roman"/>
                <a:sym typeface="Times New Roman"/>
              </a:rPr>
              <a:t>parent</a:t>
            </a:r>
            <a:r>
              <a:rPr b="0" i="0" lang="en-US" sz="3200" u="none" cap="none" strike="noStrike">
                <a:solidFill>
                  <a:schemeClr val="dk1"/>
                </a:solidFill>
                <a:latin typeface="Times New Roman"/>
                <a:ea typeface="Times New Roman"/>
                <a:cs typeface="Times New Roman"/>
                <a:sym typeface="Times New Roman"/>
              </a:rPr>
              <a:t> of the </a:t>
            </a:r>
            <a:br>
              <a:rPr b="0" i="0" lang="en-US" sz="3200" u="none" cap="none" strike="noStrike">
                <a:solidFill>
                  <a:schemeClr val="dk1"/>
                </a:solidFill>
                <a:latin typeface="Times New Roman"/>
                <a:ea typeface="Times New Roman"/>
                <a:cs typeface="Times New Roman"/>
                <a:sym typeface="Times New Roman"/>
              </a:rPr>
            </a:br>
            <a:r>
              <a:rPr b="0" i="0" lang="en-US" sz="3200" u="none" cap="none" strike="noStrike">
                <a:solidFill>
                  <a:schemeClr val="dk1"/>
                </a:solidFill>
                <a:latin typeface="Times New Roman"/>
                <a:ea typeface="Times New Roman"/>
                <a:cs typeface="Times New Roman"/>
                <a:sym typeface="Times New Roman"/>
              </a:rPr>
              <a:t>roots of the subtrees.</a:t>
            </a:r>
            <a:endParaRPr b="0" i="0" sz="1400" u="none" cap="none" strike="noStrike">
              <a:solidFill>
                <a:srgbClr val="000000"/>
              </a:solidFill>
              <a:latin typeface="Arial"/>
              <a:ea typeface="Arial"/>
              <a:cs typeface="Arial"/>
              <a:sym typeface="Arial"/>
            </a:endParaRPr>
          </a:p>
          <a:p>
            <a:pPr indent="-342900" lvl="0" marL="342900" marR="0" rtl="0" algn="l">
              <a:lnSpc>
                <a:spcPct val="90000"/>
              </a:lnSpc>
              <a:spcBef>
                <a:spcPts val="640"/>
              </a:spcBef>
              <a:spcAft>
                <a:spcPts val="0"/>
              </a:spcAft>
              <a:buClr>
                <a:schemeClr val="accent1"/>
              </a:buClr>
              <a:buSzPts val="2240"/>
              <a:buFont typeface="Arial"/>
              <a:buChar char="●"/>
            </a:pPr>
            <a:r>
              <a:rPr b="0" i="0" lang="en-US" sz="3200" u="none" cap="none" strike="noStrike">
                <a:solidFill>
                  <a:schemeClr val="dk1"/>
                </a:solidFill>
                <a:latin typeface="Times New Roman"/>
                <a:ea typeface="Times New Roman"/>
                <a:cs typeface="Times New Roman"/>
                <a:sym typeface="Times New Roman"/>
              </a:rPr>
              <a:t>The roots of these subtrees are the </a:t>
            </a:r>
            <a:r>
              <a:rPr b="0" i="1" lang="en-US" sz="3200" u="none" cap="none" strike="noStrike">
                <a:solidFill>
                  <a:schemeClr val="dk1"/>
                </a:solidFill>
                <a:latin typeface="Times New Roman"/>
                <a:ea typeface="Times New Roman"/>
                <a:cs typeface="Times New Roman"/>
                <a:sym typeface="Times New Roman"/>
              </a:rPr>
              <a:t>children</a:t>
            </a:r>
            <a:r>
              <a:rPr b="0" i="0" lang="en-US" sz="3200" u="none" cap="none" strike="noStrike">
                <a:solidFill>
                  <a:schemeClr val="dk1"/>
                </a:solidFill>
                <a:latin typeface="Times New Roman"/>
                <a:ea typeface="Times New Roman"/>
                <a:cs typeface="Times New Roman"/>
                <a:sym typeface="Times New Roman"/>
              </a:rPr>
              <a:t> of </a:t>
            </a:r>
            <a:br>
              <a:rPr b="0" i="0" lang="en-US" sz="3200" u="none" cap="none" strike="noStrike">
                <a:solidFill>
                  <a:schemeClr val="dk1"/>
                </a:solidFill>
                <a:latin typeface="Times New Roman"/>
                <a:ea typeface="Times New Roman"/>
                <a:cs typeface="Times New Roman"/>
                <a:sym typeface="Times New Roman"/>
              </a:rPr>
            </a:br>
            <a:r>
              <a:rPr b="0" i="0" lang="en-US" sz="3200" u="none" cap="none" strike="noStrike">
                <a:solidFill>
                  <a:schemeClr val="dk1"/>
                </a:solidFill>
                <a:latin typeface="Times New Roman"/>
                <a:ea typeface="Times New Roman"/>
                <a:cs typeface="Times New Roman"/>
                <a:sym typeface="Times New Roman"/>
              </a:rPr>
              <a:t>the node.</a:t>
            </a:r>
            <a:endParaRPr b="0" i="0" sz="1400" u="none" cap="none" strike="noStrike">
              <a:solidFill>
                <a:srgbClr val="000000"/>
              </a:solidFill>
              <a:latin typeface="Arial"/>
              <a:ea typeface="Arial"/>
              <a:cs typeface="Arial"/>
              <a:sym typeface="Arial"/>
            </a:endParaRPr>
          </a:p>
          <a:p>
            <a:pPr indent="-342900" lvl="0" marL="342900" marR="0" rtl="0" algn="l">
              <a:lnSpc>
                <a:spcPct val="90000"/>
              </a:lnSpc>
              <a:spcBef>
                <a:spcPts val="640"/>
              </a:spcBef>
              <a:spcAft>
                <a:spcPts val="0"/>
              </a:spcAft>
              <a:buClr>
                <a:schemeClr val="accent1"/>
              </a:buClr>
              <a:buSzPts val="2240"/>
              <a:buFont typeface="Arial"/>
              <a:buChar char="●"/>
            </a:pPr>
            <a:r>
              <a:rPr b="0" i="0" lang="en-US" sz="3200" u="none" cap="none" strike="noStrike">
                <a:solidFill>
                  <a:schemeClr val="dk1"/>
                </a:solidFill>
                <a:latin typeface="Times New Roman"/>
                <a:ea typeface="Times New Roman"/>
                <a:cs typeface="Times New Roman"/>
                <a:sym typeface="Times New Roman"/>
              </a:rPr>
              <a:t>Children of the same parent are </a:t>
            </a:r>
            <a:r>
              <a:rPr b="0" i="1" lang="en-US" sz="3200" u="none" cap="none" strike="noStrike">
                <a:solidFill>
                  <a:schemeClr val="dk1"/>
                </a:solidFill>
                <a:latin typeface="Times New Roman"/>
                <a:ea typeface="Times New Roman"/>
                <a:cs typeface="Times New Roman"/>
                <a:sym typeface="Times New Roman"/>
              </a:rPr>
              <a:t>siblings</a:t>
            </a:r>
            <a:r>
              <a:rPr b="0" i="0" lang="en-US" sz="3200" u="none" cap="none" strike="noStrike">
                <a:solidFill>
                  <a:schemeClr val="dk1"/>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342900" lvl="0" marL="342900" marR="0" rtl="0" algn="l">
              <a:lnSpc>
                <a:spcPct val="90000"/>
              </a:lnSpc>
              <a:spcBef>
                <a:spcPts val="640"/>
              </a:spcBef>
              <a:spcAft>
                <a:spcPts val="0"/>
              </a:spcAft>
              <a:buClr>
                <a:schemeClr val="accent1"/>
              </a:buClr>
              <a:buSzPts val="2240"/>
              <a:buFont typeface="Arial"/>
              <a:buChar char="●"/>
            </a:pPr>
            <a:r>
              <a:rPr b="0" i="0" lang="en-US" sz="3200" u="none" cap="none" strike="noStrike">
                <a:solidFill>
                  <a:schemeClr val="dk1"/>
                </a:solidFill>
                <a:latin typeface="Times New Roman"/>
                <a:ea typeface="Times New Roman"/>
                <a:cs typeface="Times New Roman"/>
                <a:sym typeface="Times New Roman"/>
              </a:rPr>
              <a:t>The ancestors  of a node are all the nodes </a:t>
            </a:r>
            <a:br>
              <a:rPr b="0" i="0" lang="en-US" sz="3200" u="none" cap="none" strike="noStrike">
                <a:solidFill>
                  <a:schemeClr val="dk1"/>
                </a:solidFill>
                <a:latin typeface="Times New Roman"/>
                <a:ea typeface="Times New Roman"/>
                <a:cs typeface="Times New Roman"/>
                <a:sym typeface="Times New Roman"/>
              </a:rPr>
            </a:br>
            <a:r>
              <a:rPr b="0" i="0" lang="en-US" sz="3200" u="none" cap="none" strike="noStrike">
                <a:solidFill>
                  <a:schemeClr val="dk1"/>
                </a:solidFill>
                <a:latin typeface="Times New Roman"/>
                <a:ea typeface="Times New Roman"/>
                <a:cs typeface="Times New Roman"/>
                <a:sym typeface="Times New Roman"/>
              </a:rPr>
              <a:t>along the path from the root to the node.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5"/>
          <p:cNvSpPr txBox="1"/>
          <p:nvPr>
            <p:ph type="title"/>
          </p:nvPr>
        </p:nvSpPr>
        <p:spPr>
          <a:xfrm>
            <a:off x="0" y="609600"/>
            <a:ext cx="9163050" cy="11430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SzPts val="1400"/>
              <a:buNone/>
            </a:pPr>
            <a:r>
              <a:rPr lang="en-US"/>
              <a:t>Representation of Trees</a:t>
            </a:r>
            <a:endParaRPr/>
          </a:p>
        </p:txBody>
      </p:sp>
      <p:sp>
        <p:nvSpPr>
          <p:cNvPr id="256" name="Google Shape;256;p5"/>
          <p:cNvSpPr/>
          <p:nvPr/>
        </p:nvSpPr>
        <p:spPr>
          <a:xfrm>
            <a:off x="952500" y="1981200"/>
            <a:ext cx="9163050" cy="4114800"/>
          </a:xfrm>
          <a:prstGeom prst="rect">
            <a:avLst/>
          </a:prstGeom>
          <a:noFill/>
          <a:ln>
            <a:noFill/>
          </a:ln>
        </p:spPr>
        <p:txBody>
          <a:bodyPr anchorCtr="0" anchor="t" bIns="46025" lIns="92075" spcFirstLastPara="1" rIns="92075" wrap="square" tIns="46025">
            <a:noAutofit/>
          </a:bodyPr>
          <a:lstStyle/>
          <a:p>
            <a:pPr indent="-342900" lvl="0" marL="342900" marR="0" rtl="0" algn="l">
              <a:lnSpc>
                <a:spcPct val="100000"/>
              </a:lnSpc>
              <a:spcBef>
                <a:spcPts val="0"/>
              </a:spcBef>
              <a:spcAft>
                <a:spcPts val="0"/>
              </a:spcAft>
              <a:buClr>
                <a:schemeClr val="accent1"/>
              </a:buClr>
              <a:buSzPts val="2240"/>
              <a:buFont typeface="Arial"/>
              <a:buChar char="●"/>
            </a:pPr>
            <a:r>
              <a:rPr b="0" i="0" lang="en-US" sz="3200" u="none" cap="none" strike="noStrike">
                <a:solidFill>
                  <a:schemeClr val="dk1"/>
                </a:solidFill>
                <a:latin typeface="Times New Roman"/>
                <a:ea typeface="Times New Roman"/>
                <a:cs typeface="Times New Roman"/>
                <a:sym typeface="Times New Roman"/>
              </a:rPr>
              <a:t>List Representation</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560"/>
              </a:spcBef>
              <a:spcAft>
                <a:spcPts val="0"/>
              </a:spcAft>
              <a:buClr>
                <a:schemeClr val="dk1"/>
              </a:buClr>
              <a:buSzPts val="2800"/>
              <a:buFont typeface="Times New Roman"/>
              <a:buChar char="–"/>
            </a:pPr>
            <a:r>
              <a:rPr b="0" i="0" lang="en-US" sz="2800" u="none" cap="none" strike="noStrike">
                <a:solidFill>
                  <a:schemeClr val="dk1"/>
                </a:solidFill>
                <a:latin typeface="Times New Roman"/>
                <a:ea typeface="Times New Roman"/>
                <a:cs typeface="Times New Roman"/>
                <a:sym typeface="Times New Roman"/>
              </a:rPr>
              <a:t>( A ( B ( E ( K, L ), F ), C ( G ), D ( H ( M ), I, J ) ) )</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560"/>
              </a:spcBef>
              <a:spcAft>
                <a:spcPts val="0"/>
              </a:spcAft>
              <a:buClr>
                <a:schemeClr val="dk1"/>
              </a:buClr>
              <a:buSzPts val="2800"/>
              <a:buFont typeface="Times New Roman"/>
              <a:buChar char="–"/>
            </a:pPr>
            <a:r>
              <a:rPr b="0" i="0" lang="en-US" sz="2800" u="none" cap="none" strike="noStrike">
                <a:solidFill>
                  <a:schemeClr val="dk1"/>
                </a:solidFill>
                <a:latin typeface="Times New Roman"/>
                <a:ea typeface="Times New Roman"/>
                <a:cs typeface="Times New Roman"/>
                <a:sym typeface="Times New Roman"/>
              </a:rPr>
              <a:t>The root comes first, followed by a list of sub-trees</a:t>
            </a:r>
            <a:endParaRPr b="0" i="0" sz="1400" u="none" cap="none" strike="noStrike">
              <a:solidFill>
                <a:srgbClr val="000000"/>
              </a:solidFill>
              <a:latin typeface="Arial"/>
              <a:ea typeface="Arial"/>
              <a:cs typeface="Arial"/>
              <a:sym typeface="Arial"/>
            </a:endParaRPr>
          </a:p>
        </p:txBody>
      </p:sp>
      <p:sp>
        <p:nvSpPr>
          <p:cNvPr id="257" name="Google Shape;257;p5"/>
          <p:cNvSpPr/>
          <p:nvPr/>
        </p:nvSpPr>
        <p:spPr>
          <a:xfrm>
            <a:off x="1276350" y="3968750"/>
            <a:ext cx="7531100" cy="673100"/>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cxnSp>
        <p:nvCxnSpPr>
          <p:cNvPr id="258" name="Google Shape;258;p5"/>
          <p:cNvCxnSpPr/>
          <p:nvPr/>
        </p:nvCxnSpPr>
        <p:spPr>
          <a:xfrm>
            <a:off x="2565400" y="3962400"/>
            <a:ext cx="0" cy="685800"/>
          </a:xfrm>
          <a:prstGeom prst="straightConnector1">
            <a:avLst/>
          </a:prstGeom>
          <a:noFill/>
          <a:ln cap="flat" cmpd="sng" w="12700">
            <a:solidFill>
              <a:schemeClr val="dk1"/>
            </a:solidFill>
            <a:prstDash val="solid"/>
            <a:round/>
            <a:headEnd len="sm" w="sm" type="none"/>
            <a:tailEnd len="sm" w="sm" type="none"/>
          </a:ln>
        </p:spPr>
      </p:cxnSp>
      <p:cxnSp>
        <p:nvCxnSpPr>
          <p:cNvPr id="259" name="Google Shape;259;p5"/>
          <p:cNvCxnSpPr/>
          <p:nvPr/>
        </p:nvCxnSpPr>
        <p:spPr>
          <a:xfrm>
            <a:off x="3479800" y="3962400"/>
            <a:ext cx="0" cy="685800"/>
          </a:xfrm>
          <a:prstGeom prst="straightConnector1">
            <a:avLst/>
          </a:prstGeom>
          <a:noFill/>
          <a:ln cap="flat" cmpd="sng" w="12700">
            <a:solidFill>
              <a:schemeClr val="dk1"/>
            </a:solidFill>
            <a:prstDash val="solid"/>
            <a:round/>
            <a:headEnd len="sm" w="sm" type="none"/>
            <a:tailEnd len="sm" w="sm" type="none"/>
          </a:ln>
        </p:spPr>
      </p:cxnSp>
      <p:cxnSp>
        <p:nvCxnSpPr>
          <p:cNvPr id="260" name="Google Shape;260;p5"/>
          <p:cNvCxnSpPr/>
          <p:nvPr/>
        </p:nvCxnSpPr>
        <p:spPr>
          <a:xfrm>
            <a:off x="4394200" y="3962400"/>
            <a:ext cx="0" cy="685800"/>
          </a:xfrm>
          <a:prstGeom prst="straightConnector1">
            <a:avLst/>
          </a:prstGeom>
          <a:noFill/>
          <a:ln cap="flat" cmpd="sng" w="12700">
            <a:solidFill>
              <a:schemeClr val="dk1"/>
            </a:solidFill>
            <a:prstDash val="solid"/>
            <a:round/>
            <a:headEnd len="sm" w="sm" type="none"/>
            <a:tailEnd len="sm" w="sm" type="none"/>
          </a:ln>
        </p:spPr>
      </p:cxnSp>
      <p:cxnSp>
        <p:nvCxnSpPr>
          <p:cNvPr id="261" name="Google Shape;261;p5"/>
          <p:cNvCxnSpPr/>
          <p:nvPr/>
        </p:nvCxnSpPr>
        <p:spPr>
          <a:xfrm>
            <a:off x="7899400" y="3962400"/>
            <a:ext cx="0" cy="685800"/>
          </a:xfrm>
          <a:prstGeom prst="straightConnector1">
            <a:avLst/>
          </a:prstGeom>
          <a:noFill/>
          <a:ln cap="flat" cmpd="sng" w="12700">
            <a:solidFill>
              <a:schemeClr val="dk1"/>
            </a:solidFill>
            <a:prstDash val="solid"/>
            <a:round/>
            <a:headEnd len="sm" w="sm" type="none"/>
            <a:tailEnd len="sm" w="sm" type="none"/>
          </a:ln>
        </p:spPr>
      </p:cxnSp>
      <p:sp>
        <p:nvSpPr>
          <p:cNvPr id="262" name="Google Shape;262;p5"/>
          <p:cNvSpPr/>
          <p:nvPr/>
        </p:nvSpPr>
        <p:spPr>
          <a:xfrm>
            <a:off x="1558925" y="4117975"/>
            <a:ext cx="690563"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data</a:t>
            </a:r>
            <a:endParaRPr b="0" i="0" sz="1400" u="none" cap="none" strike="noStrike">
              <a:solidFill>
                <a:srgbClr val="000000"/>
              </a:solidFill>
              <a:latin typeface="Arial"/>
              <a:ea typeface="Arial"/>
              <a:cs typeface="Arial"/>
              <a:sym typeface="Arial"/>
            </a:endParaRPr>
          </a:p>
        </p:txBody>
      </p:sp>
      <p:sp>
        <p:nvSpPr>
          <p:cNvPr id="263" name="Google Shape;263;p5"/>
          <p:cNvSpPr/>
          <p:nvPr/>
        </p:nvSpPr>
        <p:spPr>
          <a:xfrm>
            <a:off x="2625725" y="4117975"/>
            <a:ext cx="885825"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link 1</a:t>
            </a:r>
            <a:endParaRPr b="0" i="0" sz="1400" u="none" cap="none" strike="noStrike">
              <a:solidFill>
                <a:srgbClr val="000000"/>
              </a:solidFill>
              <a:latin typeface="Arial"/>
              <a:ea typeface="Arial"/>
              <a:cs typeface="Arial"/>
              <a:sym typeface="Arial"/>
            </a:endParaRPr>
          </a:p>
        </p:txBody>
      </p:sp>
      <p:sp>
        <p:nvSpPr>
          <p:cNvPr id="264" name="Google Shape;264;p5"/>
          <p:cNvSpPr/>
          <p:nvPr/>
        </p:nvSpPr>
        <p:spPr>
          <a:xfrm>
            <a:off x="3540125" y="4117975"/>
            <a:ext cx="885825"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link 2</a:t>
            </a:r>
            <a:endParaRPr b="0" i="0" sz="1400" u="none" cap="none" strike="noStrike">
              <a:solidFill>
                <a:srgbClr val="000000"/>
              </a:solidFill>
              <a:latin typeface="Arial"/>
              <a:ea typeface="Arial"/>
              <a:cs typeface="Arial"/>
              <a:sym typeface="Arial"/>
            </a:endParaRPr>
          </a:p>
        </p:txBody>
      </p:sp>
      <p:sp>
        <p:nvSpPr>
          <p:cNvPr id="265" name="Google Shape;265;p5"/>
          <p:cNvSpPr/>
          <p:nvPr/>
        </p:nvSpPr>
        <p:spPr>
          <a:xfrm>
            <a:off x="4530725" y="4117975"/>
            <a:ext cx="412750"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p:txBody>
      </p:sp>
      <p:sp>
        <p:nvSpPr>
          <p:cNvPr id="266" name="Google Shape;266;p5"/>
          <p:cNvSpPr/>
          <p:nvPr/>
        </p:nvSpPr>
        <p:spPr>
          <a:xfrm>
            <a:off x="7959725" y="4117975"/>
            <a:ext cx="885825"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link n</a:t>
            </a:r>
            <a:endParaRPr b="0" i="0" sz="1400" u="none" cap="none" strike="noStrike">
              <a:solidFill>
                <a:srgbClr val="000000"/>
              </a:solidFill>
              <a:latin typeface="Arial"/>
              <a:ea typeface="Arial"/>
              <a:cs typeface="Arial"/>
              <a:sym typeface="Arial"/>
            </a:endParaRPr>
          </a:p>
        </p:txBody>
      </p:sp>
      <p:sp>
        <p:nvSpPr>
          <p:cNvPr id="267" name="Google Shape;267;p5"/>
          <p:cNvSpPr/>
          <p:nvPr/>
        </p:nvSpPr>
        <p:spPr>
          <a:xfrm rot="10800000">
            <a:off x="2876550" y="4806950"/>
            <a:ext cx="4787900" cy="941388"/>
          </a:xfrm>
          <a:prstGeom prst="wedgeRoundRectCallout">
            <a:avLst>
              <a:gd fmla="val -41671" name="adj1"/>
              <a:gd fmla="val 66667" name="adj2"/>
              <a:gd fmla="val 16667" name="adj3"/>
            </a:avLst>
          </a:prstGeom>
          <a:noFill/>
          <a:ln cap="flat" cmpd="sng" w="12700">
            <a:solidFill>
              <a:schemeClr val="dk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p5"/>
          <p:cNvSpPr txBox="1"/>
          <p:nvPr/>
        </p:nvSpPr>
        <p:spPr>
          <a:xfrm>
            <a:off x="2922504" y="4852904"/>
            <a:ext cx="4695992" cy="849480"/>
          </a:xfrm>
          <a:prstGeom prst="rect">
            <a:avLst/>
          </a:prstGeom>
          <a:noFill/>
          <a:ln>
            <a:noFill/>
          </a:ln>
        </p:spPr>
        <p:txBody>
          <a:bodyPr anchorCtr="0" anchor="ctr" bIns="46025" lIns="92075" spcFirstLastPara="1" rIns="92075" wrap="square" tIns="46025">
            <a:no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How many link fields are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 needed in such a representation?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6"/>
          <p:cNvSpPr txBox="1"/>
          <p:nvPr>
            <p:ph type="title"/>
          </p:nvPr>
        </p:nvSpPr>
        <p:spPr>
          <a:xfrm>
            <a:off x="0" y="609600"/>
            <a:ext cx="9163050" cy="11430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SzPts val="1400"/>
              <a:buNone/>
            </a:pPr>
            <a:r>
              <a:rPr lang="en-US"/>
              <a:t>Left Child - Right Sibling </a:t>
            </a:r>
            <a:endParaRPr/>
          </a:p>
        </p:txBody>
      </p:sp>
      <p:grpSp>
        <p:nvGrpSpPr>
          <p:cNvPr id="274" name="Google Shape;274;p6"/>
          <p:cNvGrpSpPr/>
          <p:nvPr/>
        </p:nvGrpSpPr>
        <p:grpSpPr>
          <a:xfrm>
            <a:off x="4057650" y="2168525"/>
            <a:ext cx="571500" cy="569913"/>
            <a:chOff x="2396" y="1402"/>
            <a:chExt cx="360" cy="359"/>
          </a:xfrm>
        </p:grpSpPr>
        <p:sp>
          <p:nvSpPr>
            <p:cNvPr id="275" name="Google Shape;275;p6"/>
            <p:cNvSpPr/>
            <p:nvPr/>
          </p:nvSpPr>
          <p:spPr>
            <a:xfrm>
              <a:off x="2396" y="1402"/>
              <a:ext cx="360" cy="359"/>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276" name="Google Shape;276;p6"/>
            <p:cNvSpPr/>
            <p:nvPr/>
          </p:nvSpPr>
          <p:spPr>
            <a:xfrm>
              <a:off x="2465" y="1455"/>
              <a:ext cx="255" cy="288"/>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A</a:t>
              </a:r>
              <a:endParaRPr b="0" i="0" sz="1400" u="none" cap="none" strike="noStrike">
                <a:solidFill>
                  <a:srgbClr val="000000"/>
                </a:solidFill>
                <a:latin typeface="Arial"/>
                <a:ea typeface="Arial"/>
                <a:cs typeface="Arial"/>
                <a:sym typeface="Arial"/>
              </a:endParaRPr>
            </a:p>
          </p:txBody>
        </p:sp>
      </p:grpSp>
      <p:grpSp>
        <p:nvGrpSpPr>
          <p:cNvPr id="277" name="Google Shape;277;p6"/>
          <p:cNvGrpSpPr/>
          <p:nvPr/>
        </p:nvGrpSpPr>
        <p:grpSpPr>
          <a:xfrm>
            <a:off x="2149475" y="3043238"/>
            <a:ext cx="571500" cy="568325"/>
            <a:chOff x="1194" y="1953"/>
            <a:chExt cx="360" cy="358"/>
          </a:xfrm>
        </p:grpSpPr>
        <p:sp>
          <p:nvSpPr>
            <p:cNvPr id="278" name="Google Shape;278;p6"/>
            <p:cNvSpPr/>
            <p:nvPr/>
          </p:nvSpPr>
          <p:spPr>
            <a:xfrm>
              <a:off x="1194" y="1953"/>
              <a:ext cx="360" cy="358"/>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279" name="Google Shape;279;p6"/>
            <p:cNvSpPr/>
            <p:nvPr/>
          </p:nvSpPr>
          <p:spPr>
            <a:xfrm>
              <a:off x="1263" y="2006"/>
              <a:ext cx="244" cy="288"/>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B</a:t>
              </a:r>
              <a:endParaRPr b="0" i="0" sz="1400" u="none" cap="none" strike="noStrike">
                <a:solidFill>
                  <a:srgbClr val="000000"/>
                </a:solidFill>
                <a:latin typeface="Arial"/>
                <a:ea typeface="Arial"/>
                <a:cs typeface="Arial"/>
                <a:sym typeface="Arial"/>
              </a:endParaRPr>
            </a:p>
          </p:txBody>
        </p:sp>
      </p:grpSp>
      <p:grpSp>
        <p:nvGrpSpPr>
          <p:cNvPr id="280" name="Google Shape;280;p6"/>
          <p:cNvGrpSpPr/>
          <p:nvPr/>
        </p:nvGrpSpPr>
        <p:grpSpPr>
          <a:xfrm>
            <a:off x="4056063" y="3011488"/>
            <a:ext cx="571500" cy="568325"/>
            <a:chOff x="2395" y="1933"/>
            <a:chExt cx="360" cy="358"/>
          </a:xfrm>
        </p:grpSpPr>
        <p:sp>
          <p:nvSpPr>
            <p:cNvPr id="281" name="Google Shape;281;p6"/>
            <p:cNvSpPr/>
            <p:nvPr/>
          </p:nvSpPr>
          <p:spPr>
            <a:xfrm>
              <a:off x="2395" y="1933"/>
              <a:ext cx="360" cy="358"/>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282" name="Google Shape;282;p6"/>
            <p:cNvSpPr/>
            <p:nvPr/>
          </p:nvSpPr>
          <p:spPr>
            <a:xfrm>
              <a:off x="2464" y="1986"/>
              <a:ext cx="244" cy="288"/>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C</a:t>
              </a:r>
              <a:endParaRPr b="0" i="0" sz="1400" u="none" cap="none" strike="noStrike">
                <a:solidFill>
                  <a:srgbClr val="000000"/>
                </a:solidFill>
                <a:latin typeface="Arial"/>
                <a:ea typeface="Arial"/>
                <a:cs typeface="Arial"/>
                <a:sym typeface="Arial"/>
              </a:endParaRPr>
            </a:p>
          </p:txBody>
        </p:sp>
      </p:grpSp>
      <p:grpSp>
        <p:nvGrpSpPr>
          <p:cNvPr id="283" name="Google Shape;283;p6"/>
          <p:cNvGrpSpPr/>
          <p:nvPr/>
        </p:nvGrpSpPr>
        <p:grpSpPr>
          <a:xfrm>
            <a:off x="6223000" y="2979738"/>
            <a:ext cx="571500" cy="568325"/>
            <a:chOff x="3760" y="1913"/>
            <a:chExt cx="360" cy="358"/>
          </a:xfrm>
        </p:grpSpPr>
        <p:sp>
          <p:nvSpPr>
            <p:cNvPr id="284" name="Google Shape;284;p6"/>
            <p:cNvSpPr/>
            <p:nvPr/>
          </p:nvSpPr>
          <p:spPr>
            <a:xfrm>
              <a:off x="3760" y="1913"/>
              <a:ext cx="360" cy="358"/>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285" name="Google Shape;285;p6"/>
            <p:cNvSpPr/>
            <p:nvPr/>
          </p:nvSpPr>
          <p:spPr>
            <a:xfrm>
              <a:off x="3829" y="1966"/>
              <a:ext cx="255" cy="288"/>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D</a:t>
              </a:r>
              <a:endParaRPr b="0" i="0" sz="1400" u="none" cap="none" strike="noStrike">
                <a:solidFill>
                  <a:srgbClr val="000000"/>
                </a:solidFill>
                <a:latin typeface="Arial"/>
                <a:ea typeface="Arial"/>
                <a:cs typeface="Arial"/>
                <a:sym typeface="Arial"/>
              </a:endParaRPr>
            </a:p>
          </p:txBody>
        </p:sp>
      </p:grpSp>
      <p:cxnSp>
        <p:nvCxnSpPr>
          <p:cNvPr id="286" name="Google Shape;286;p6"/>
          <p:cNvCxnSpPr/>
          <p:nvPr/>
        </p:nvCxnSpPr>
        <p:spPr>
          <a:xfrm flipH="1">
            <a:off x="2432050" y="2554288"/>
            <a:ext cx="1612900" cy="469900"/>
          </a:xfrm>
          <a:prstGeom prst="straightConnector1">
            <a:avLst/>
          </a:prstGeom>
          <a:noFill/>
          <a:ln cap="flat" cmpd="sng" w="12700">
            <a:solidFill>
              <a:schemeClr val="dk1"/>
            </a:solidFill>
            <a:prstDash val="solid"/>
            <a:round/>
            <a:headEnd len="sm" w="sm" type="none"/>
            <a:tailEnd len="sm" w="sm" type="none"/>
          </a:ln>
        </p:spPr>
      </p:cxnSp>
      <p:cxnSp>
        <p:nvCxnSpPr>
          <p:cNvPr id="287" name="Google Shape;287;p6"/>
          <p:cNvCxnSpPr/>
          <p:nvPr/>
        </p:nvCxnSpPr>
        <p:spPr>
          <a:xfrm>
            <a:off x="2708275" y="3349625"/>
            <a:ext cx="1354138" cy="0"/>
          </a:xfrm>
          <a:prstGeom prst="straightConnector1">
            <a:avLst/>
          </a:prstGeom>
          <a:noFill/>
          <a:ln cap="flat" cmpd="sng" w="12700">
            <a:solidFill>
              <a:schemeClr val="dk1"/>
            </a:solidFill>
            <a:prstDash val="solid"/>
            <a:round/>
            <a:headEnd len="sm" w="sm" type="none"/>
            <a:tailEnd len="sm" w="sm" type="none"/>
          </a:ln>
        </p:spPr>
      </p:cxnSp>
      <p:grpSp>
        <p:nvGrpSpPr>
          <p:cNvPr id="288" name="Google Shape;288;p6"/>
          <p:cNvGrpSpPr/>
          <p:nvPr/>
        </p:nvGrpSpPr>
        <p:grpSpPr>
          <a:xfrm>
            <a:off x="1479550" y="4194175"/>
            <a:ext cx="571500" cy="569913"/>
            <a:chOff x="772" y="2678"/>
            <a:chExt cx="360" cy="359"/>
          </a:xfrm>
        </p:grpSpPr>
        <p:sp>
          <p:nvSpPr>
            <p:cNvPr id="289" name="Google Shape;289;p6"/>
            <p:cNvSpPr/>
            <p:nvPr/>
          </p:nvSpPr>
          <p:spPr>
            <a:xfrm>
              <a:off x="772" y="2678"/>
              <a:ext cx="360" cy="359"/>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290" name="Google Shape;290;p6"/>
            <p:cNvSpPr/>
            <p:nvPr/>
          </p:nvSpPr>
          <p:spPr>
            <a:xfrm>
              <a:off x="841" y="2732"/>
              <a:ext cx="233" cy="288"/>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E</a:t>
              </a:r>
              <a:endParaRPr b="0" i="0" sz="1400" u="none" cap="none" strike="noStrike">
                <a:solidFill>
                  <a:srgbClr val="000000"/>
                </a:solidFill>
                <a:latin typeface="Arial"/>
                <a:ea typeface="Arial"/>
                <a:cs typeface="Arial"/>
                <a:sym typeface="Arial"/>
              </a:endParaRPr>
            </a:p>
          </p:txBody>
        </p:sp>
      </p:grpSp>
      <p:grpSp>
        <p:nvGrpSpPr>
          <p:cNvPr id="291" name="Google Shape;291;p6"/>
          <p:cNvGrpSpPr/>
          <p:nvPr/>
        </p:nvGrpSpPr>
        <p:grpSpPr>
          <a:xfrm>
            <a:off x="2719388" y="4178300"/>
            <a:ext cx="571500" cy="568325"/>
            <a:chOff x="1553" y="2668"/>
            <a:chExt cx="360" cy="358"/>
          </a:xfrm>
        </p:grpSpPr>
        <p:sp>
          <p:nvSpPr>
            <p:cNvPr id="292" name="Google Shape;292;p6"/>
            <p:cNvSpPr/>
            <p:nvPr/>
          </p:nvSpPr>
          <p:spPr>
            <a:xfrm>
              <a:off x="1553" y="2668"/>
              <a:ext cx="360" cy="358"/>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293" name="Google Shape;293;p6"/>
            <p:cNvSpPr/>
            <p:nvPr/>
          </p:nvSpPr>
          <p:spPr>
            <a:xfrm>
              <a:off x="1622" y="2721"/>
              <a:ext cx="223" cy="288"/>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F</a:t>
              </a:r>
              <a:endParaRPr b="0" i="0" sz="1400" u="none" cap="none" strike="noStrike">
                <a:solidFill>
                  <a:srgbClr val="000000"/>
                </a:solidFill>
                <a:latin typeface="Arial"/>
                <a:ea typeface="Arial"/>
                <a:cs typeface="Arial"/>
                <a:sym typeface="Arial"/>
              </a:endParaRPr>
            </a:p>
          </p:txBody>
        </p:sp>
      </p:grpSp>
      <p:grpSp>
        <p:nvGrpSpPr>
          <p:cNvPr id="294" name="Google Shape;294;p6"/>
          <p:cNvGrpSpPr/>
          <p:nvPr/>
        </p:nvGrpSpPr>
        <p:grpSpPr>
          <a:xfrm>
            <a:off x="4073525" y="4162425"/>
            <a:ext cx="569913" cy="569913"/>
            <a:chOff x="2406" y="2658"/>
            <a:chExt cx="359" cy="359"/>
          </a:xfrm>
        </p:grpSpPr>
        <p:sp>
          <p:nvSpPr>
            <p:cNvPr id="295" name="Google Shape;295;p6"/>
            <p:cNvSpPr/>
            <p:nvPr/>
          </p:nvSpPr>
          <p:spPr>
            <a:xfrm>
              <a:off x="2406" y="2658"/>
              <a:ext cx="359" cy="359"/>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296" name="Google Shape;296;p6"/>
            <p:cNvSpPr/>
            <p:nvPr/>
          </p:nvSpPr>
          <p:spPr>
            <a:xfrm>
              <a:off x="2474" y="2712"/>
              <a:ext cx="255" cy="288"/>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G</a:t>
              </a:r>
              <a:endParaRPr b="0" i="0" sz="1400" u="none" cap="none" strike="noStrike">
                <a:solidFill>
                  <a:srgbClr val="000000"/>
                </a:solidFill>
                <a:latin typeface="Arial"/>
                <a:ea typeface="Arial"/>
                <a:cs typeface="Arial"/>
                <a:sym typeface="Arial"/>
              </a:endParaRPr>
            </a:p>
          </p:txBody>
        </p:sp>
      </p:grpSp>
      <p:grpSp>
        <p:nvGrpSpPr>
          <p:cNvPr id="297" name="Google Shape;297;p6"/>
          <p:cNvGrpSpPr/>
          <p:nvPr/>
        </p:nvGrpSpPr>
        <p:grpSpPr>
          <a:xfrm>
            <a:off x="5276850" y="4146550"/>
            <a:ext cx="571500" cy="568325"/>
            <a:chOff x="3164" y="2648"/>
            <a:chExt cx="360" cy="358"/>
          </a:xfrm>
        </p:grpSpPr>
        <p:sp>
          <p:nvSpPr>
            <p:cNvPr id="298" name="Google Shape;298;p6"/>
            <p:cNvSpPr/>
            <p:nvPr/>
          </p:nvSpPr>
          <p:spPr>
            <a:xfrm>
              <a:off x="3164" y="2648"/>
              <a:ext cx="360" cy="358"/>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299" name="Google Shape;299;p6"/>
            <p:cNvSpPr/>
            <p:nvPr/>
          </p:nvSpPr>
          <p:spPr>
            <a:xfrm>
              <a:off x="3233" y="2701"/>
              <a:ext cx="255" cy="288"/>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H</a:t>
              </a:r>
              <a:endParaRPr b="0" i="0" sz="1400" u="none" cap="none" strike="noStrike">
                <a:solidFill>
                  <a:srgbClr val="000000"/>
                </a:solidFill>
                <a:latin typeface="Arial"/>
                <a:ea typeface="Arial"/>
                <a:cs typeface="Arial"/>
                <a:sym typeface="Arial"/>
              </a:endParaRPr>
            </a:p>
          </p:txBody>
        </p:sp>
      </p:grpSp>
      <p:grpSp>
        <p:nvGrpSpPr>
          <p:cNvPr id="300" name="Google Shape;300;p6"/>
          <p:cNvGrpSpPr/>
          <p:nvPr/>
        </p:nvGrpSpPr>
        <p:grpSpPr>
          <a:xfrm>
            <a:off x="6254750" y="4129088"/>
            <a:ext cx="571500" cy="569912"/>
            <a:chOff x="3780" y="2637"/>
            <a:chExt cx="360" cy="359"/>
          </a:xfrm>
        </p:grpSpPr>
        <p:sp>
          <p:nvSpPr>
            <p:cNvPr id="301" name="Google Shape;301;p6"/>
            <p:cNvSpPr/>
            <p:nvPr/>
          </p:nvSpPr>
          <p:spPr>
            <a:xfrm>
              <a:off x="3780" y="2637"/>
              <a:ext cx="360" cy="359"/>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302" name="Google Shape;302;p6"/>
            <p:cNvSpPr/>
            <p:nvPr/>
          </p:nvSpPr>
          <p:spPr>
            <a:xfrm>
              <a:off x="3849" y="2691"/>
              <a:ext cx="180" cy="288"/>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I</a:t>
              </a:r>
              <a:endParaRPr b="0" i="0" sz="1400" u="none" cap="none" strike="noStrike">
                <a:solidFill>
                  <a:srgbClr val="000000"/>
                </a:solidFill>
                <a:latin typeface="Arial"/>
                <a:ea typeface="Arial"/>
                <a:cs typeface="Arial"/>
                <a:sym typeface="Arial"/>
              </a:endParaRPr>
            </a:p>
          </p:txBody>
        </p:sp>
      </p:grpSp>
      <p:grpSp>
        <p:nvGrpSpPr>
          <p:cNvPr id="303" name="Google Shape;303;p6"/>
          <p:cNvGrpSpPr/>
          <p:nvPr/>
        </p:nvGrpSpPr>
        <p:grpSpPr>
          <a:xfrm>
            <a:off x="7265988" y="4114800"/>
            <a:ext cx="571500" cy="568325"/>
            <a:chOff x="4417" y="2628"/>
            <a:chExt cx="360" cy="358"/>
          </a:xfrm>
        </p:grpSpPr>
        <p:sp>
          <p:nvSpPr>
            <p:cNvPr id="304" name="Google Shape;304;p6"/>
            <p:cNvSpPr/>
            <p:nvPr/>
          </p:nvSpPr>
          <p:spPr>
            <a:xfrm>
              <a:off x="4417" y="2628"/>
              <a:ext cx="360" cy="358"/>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305" name="Google Shape;305;p6"/>
            <p:cNvSpPr/>
            <p:nvPr/>
          </p:nvSpPr>
          <p:spPr>
            <a:xfrm>
              <a:off x="4486" y="2681"/>
              <a:ext cx="191" cy="288"/>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J</a:t>
              </a:r>
              <a:endParaRPr b="0" i="0" sz="1400" u="none" cap="none" strike="noStrike">
                <a:solidFill>
                  <a:srgbClr val="000000"/>
                </a:solidFill>
                <a:latin typeface="Arial"/>
                <a:ea typeface="Arial"/>
                <a:cs typeface="Arial"/>
                <a:sym typeface="Arial"/>
              </a:endParaRPr>
            </a:p>
          </p:txBody>
        </p:sp>
      </p:grpSp>
      <p:grpSp>
        <p:nvGrpSpPr>
          <p:cNvPr id="306" name="Google Shape;306;p6"/>
          <p:cNvGrpSpPr/>
          <p:nvPr/>
        </p:nvGrpSpPr>
        <p:grpSpPr>
          <a:xfrm>
            <a:off x="844550" y="5364163"/>
            <a:ext cx="571500" cy="569912"/>
            <a:chOff x="372" y="3415"/>
            <a:chExt cx="360" cy="359"/>
          </a:xfrm>
        </p:grpSpPr>
        <p:sp>
          <p:nvSpPr>
            <p:cNvPr id="307" name="Google Shape;307;p6"/>
            <p:cNvSpPr/>
            <p:nvPr/>
          </p:nvSpPr>
          <p:spPr>
            <a:xfrm>
              <a:off x="372" y="3415"/>
              <a:ext cx="360" cy="359"/>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308" name="Google Shape;308;p6"/>
            <p:cNvSpPr/>
            <p:nvPr/>
          </p:nvSpPr>
          <p:spPr>
            <a:xfrm>
              <a:off x="441" y="3469"/>
              <a:ext cx="255" cy="288"/>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K</a:t>
              </a:r>
              <a:endParaRPr b="0" i="0" sz="1400" u="none" cap="none" strike="noStrike">
                <a:solidFill>
                  <a:srgbClr val="000000"/>
                </a:solidFill>
                <a:latin typeface="Arial"/>
                <a:ea typeface="Arial"/>
                <a:cs typeface="Arial"/>
                <a:sym typeface="Arial"/>
              </a:endParaRPr>
            </a:p>
          </p:txBody>
        </p:sp>
      </p:grpSp>
      <p:grpSp>
        <p:nvGrpSpPr>
          <p:cNvPr id="309" name="Google Shape;309;p6"/>
          <p:cNvGrpSpPr/>
          <p:nvPr/>
        </p:nvGrpSpPr>
        <p:grpSpPr>
          <a:xfrm>
            <a:off x="2051050" y="5348288"/>
            <a:ext cx="569913" cy="568325"/>
            <a:chOff x="1132" y="3405"/>
            <a:chExt cx="359" cy="358"/>
          </a:xfrm>
        </p:grpSpPr>
        <p:sp>
          <p:nvSpPr>
            <p:cNvPr id="310" name="Google Shape;310;p6"/>
            <p:cNvSpPr/>
            <p:nvPr/>
          </p:nvSpPr>
          <p:spPr>
            <a:xfrm>
              <a:off x="1132" y="3405"/>
              <a:ext cx="359" cy="358"/>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311" name="Google Shape;311;p6"/>
            <p:cNvSpPr/>
            <p:nvPr/>
          </p:nvSpPr>
          <p:spPr>
            <a:xfrm>
              <a:off x="1200" y="3458"/>
              <a:ext cx="233" cy="288"/>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L</a:t>
              </a:r>
              <a:endParaRPr b="0" i="0" sz="1400" u="none" cap="none" strike="noStrike">
                <a:solidFill>
                  <a:srgbClr val="000000"/>
                </a:solidFill>
                <a:latin typeface="Arial"/>
                <a:ea typeface="Arial"/>
                <a:cs typeface="Arial"/>
                <a:sym typeface="Arial"/>
              </a:endParaRPr>
            </a:p>
          </p:txBody>
        </p:sp>
      </p:grpSp>
      <p:grpSp>
        <p:nvGrpSpPr>
          <p:cNvPr id="312" name="Google Shape;312;p6"/>
          <p:cNvGrpSpPr/>
          <p:nvPr/>
        </p:nvGrpSpPr>
        <p:grpSpPr>
          <a:xfrm>
            <a:off x="5310188" y="5283200"/>
            <a:ext cx="571500" cy="568325"/>
            <a:chOff x="3185" y="3364"/>
            <a:chExt cx="360" cy="358"/>
          </a:xfrm>
        </p:grpSpPr>
        <p:sp>
          <p:nvSpPr>
            <p:cNvPr id="313" name="Google Shape;313;p6"/>
            <p:cNvSpPr/>
            <p:nvPr/>
          </p:nvSpPr>
          <p:spPr>
            <a:xfrm>
              <a:off x="3185" y="3364"/>
              <a:ext cx="360" cy="358"/>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314" name="Google Shape;314;p6"/>
            <p:cNvSpPr/>
            <p:nvPr/>
          </p:nvSpPr>
          <p:spPr>
            <a:xfrm>
              <a:off x="3254" y="3417"/>
              <a:ext cx="287" cy="288"/>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M</a:t>
              </a:r>
              <a:endParaRPr b="0" i="0" sz="1400" u="none" cap="none" strike="noStrike">
                <a:solidFill>
                  <a:srgbClr val="000000"/>
                </a:solidFill>
                <a:latin typeface="Arial"/>
                <a:ea typeface="Arial"/>
                <a:cs typeface="Arial"/>
                <a:sym typeface="Arial"/>
              </a:endParaRPr>
            </a:p>
          </p:txBody>
        </p:sp>
      </p:grpSp>
      <p:cxnSp>
        <p:nvCxnSpPr>
          <p:cNvPr id="315" name="Google Shape;315;p6"/>
          <p:cNvCxnSpPr/>
          <p:nvPr/>
        </p:nvCxnSpPr>
        <p:spPr>
          <a:xfrm flipH="1">
            <a:off x="1779588" y="3544888"/>
            <a:ext cx="423862" cy="633412"/>
          </a:xfrm>
          <a:prstGeom prst="straightConnector1">
            <a:avLst/>
          </a:prstGeom>
          <a:noFill/>
          <a:ln cap="flat" cmpd="sng" w="12700">
            <a:solidFill>
              <a:schemeClr val="dk1"/>
            </a:solidFill>
            <a:prstDash val="solid"/>
            <a:round/>
            <a:headEnd len="sm" w="sm" type="none"/>
            <a:tailEnd len="sm" w="sm" type="none"/>
          </a:ln>
        </p:spPr>
      </p:cxnSp>
      <p:cxnSp>
        <p:nvCxnSpPr>
          <p:cNvPr id="316" name="Google Shape;316;p6"/>
          <p:cNvCxnSpPr/>
          <p:nvPr/>
        </p:nvCxnSpPr>
        <p:spPr>
          <a:xfrm>
            <a:off x="2057400" y="4486275"/>
            <a:ext cx="650875" cy="0"/>
          </a:xfrm>
          <a:prstGeom prst="straightConnector1">
            <a:avLst/>
          </a:prstGeom>
          <a:noFill/>
          <a:ln cap="flat" cmpd="sng" w="12700">
            <a:solidFill>
              <a:schemeClr val="dk1"/>
            </a:solidFill>
            <a:prstDash val="solid"/>
            <a:round/>
            <a:headEnd len="sm" w="sm" type="none"/>
            <a:tailEnd len="sm" w="sm" type="none"/>
          </a:ln>
        </p:spPr>
      </p:cxnSp>
      <p:cxnSp>
        <p:nvCxnSpPr>
          <p:cNvPr id="317" name="Google Shape;317;p6"/>
          <p:cNvCxnSpPr/>
          <p:nvPr/>
        </p:nvCxnSpPr>
        <p:spPr>
          <a:xfrm flipH="1">
            <a:off x="1144588" y="4729163"/>
            <a:ext cx="457200" cy="617537"/>
          </a:xfrm>
          <a:prstGeom prst="straightConnector1">
            <a:avLst/>
          </a:prstGeom>
          <a:noFill/>
          <a:ln cap="flat" cmpd="sng" w="12700">
            <a:solidFill>
              <a:schemeClr val="dk1"/>
            </a:solidFill>
            <a:prstDash val="solid"/>
            <a:round/>
            <a:headEnd len="sm" w="sm" type="none"/>
            <a:tailEnd len="sm" w="sm" type="none"/>
          </a:ln>
        </p:spPr>
      </p:cxnSp>
      <p:cxnSp>
        <p:nvCxnSpPr>
          <p:cNvPr id="318" name="Google Shape;318;p6"/>
          <p:cNvCxnSpPr/>
          <p:nvPr/>
        </p:nvCxnSpPr>
        <p:spPr>
          <a:xfrm>
            <a:off x="1422400" y="5670550"/>
            <a:ext cx="601663" cy="0"/>
          </a:xfrm>
          <a:prstGeom prst="straightConnector1">
            <a:avLst/>
          </a:prstGeom>
          <a:noFill/>
          <a:ln cap="flat" cmpd="sng" w="12700">
            <a:solidFill>
              <a:schemeClr val="dk1"/>
            </a:solidFill>
            <a:prstDash val="solid"/>
            <a:round/>
            <a:headEnd len="sm" w="sm" type="none"/>
            <a:tailEnd len="sm" w="sm" type="none"/>
          </a:ln>
        </p:spPr>
      </p:cxnSp>
      <p:cxnSp>
        <p:nvCxnSpPr>
          <p:cNvPr id="319" name="Google Shape;319;p6"/>
          <p:cNvCxnSpPr/>
          <p:nvPr/>
        </p:nvCxnSpPr>
        <p:spPr>
          <a:xfrm>
            <a:off x="4356100" y="3609975"/>
            <a:ext cx="0" cy="534988"/>
          </a:xfrm>
          <a:prstGeom prst="straightConnector1">
            <a:avLst/>
          </a:prstGeom>
          <a:noFill/>
          <a:ln cap="flat" cmpd="sng" w="12700">
            <a:solidFill>
              <a:schemeClr val="dk1"/>
            </a:solidFill>
            <a:prstDash val="solid"/>
            <a:round/>
            <a:headEnd len="sm" w="sm" type="none"/>
            <a:tailEnd len="sm" w="sm" type="none"/>
          </a:ln>
        </p:spPr>
      </p:cxnSp>
      <p:cxnSp>
        <p:nvCxnSpPr>
          <p:cNvPr id="320" name="Google Shape;320;p6"/>
          <p:cNvCxnSpPr/>
          <p:nvPr/>
        </p:nvCxnSpPr>
        <p:spPr>
          <a:xfrm flipH="1">
            <a:off x="5576888" y="3527425"/>
            <a:ext cx="798512" cy="617538"/>
          </a:xfrm>
          <a:prstGeom prst="straightConnector1">
            <a:avLst/>
          </a:prstGeom>
          <a:noFill/>
          <a:ln cap="flat" cmpd="sng" w="12700">
            <a:solidFill>
              <a:schemeClr val="dk1"/>
            </a:solidFill>
            <a:prstDash val="solid"/>
            <a:round/>
            <a:headEnd len="sm" w="sm" type="none"/>
            <a:tailEnd len="sm" w="sm" type="none"/>
          </a:ln>
        </p:spPr>
      </p:cxnSp>
      <p:cxnSp>
        <p:nvCxnSpPr>
          <p:cNvPr id="321" name="Google Shape;321;p6"/>
          <p:cNvCxnSpPr/>
          <p:nvPr/>
        </p:nvCxnSpPr>
        <p:spPr>
          <a:xfrm>
            <a:off x="5853113" y="4419600"/>
            <a:ext cx="376237" cy="0"/>
          </a:xfrm>
          <a:prstGeom prst="straightConnector1">
            <a:avLst/>
          </a:prstGeom>
          <a:noFill/>
          <a:ln cap="flat" cmpd="sng" w="12700">
            <a:solidFill>
              <a:schemeClr val="dk1"/>
            </a:solidFill>
            <a:prstDash val="solid"/>
            <a:round/>
            <a:headEnd len="sm" w="sm" type="none"/>
            <a:tailEnd len="sm" w="sm" type="none"/>
          </a:ln>
        </p:spPr>
      </p:cxnSp>
      <p:cxnSp>
        <p:nvCxnSpPr>
          <p:cNvPr id="322" name="Google Shape;322;p6"/>
          <p:cNvCxnSpPr/>
          <p:nvPr/>
        </p:nvCxnSpPr>
        <p:spPr>
          <a:xfrm>
            <a:off x="6815138" y="4419600"/>
            <a:ext cx="457200" cy="0"/>
          </a:xfrm>
          <a:prstGeom prst="straightConnector1">
            <a:avLst/>
          </a:prstGeom>
          <a:noFill/>
          <a:ln cap="flat" cmpd="sng" w="12700">
            <a:solidFill>
              <a:schemeClr val="dk1"/>
            </a:solidFill>
            <a:prstDash val="solid"/>
            <a:round/>
            <a:headEnd len="sm" w="sm" type="none"/>
            <a:tailEnd len="sm" w="sm" type="none"/>
          </a:ln>
        </p:spPr>
      </p:cxnSp>
      <p:cxnSp>
        <p:nvCxnSpPr>
          <p:cNvPr id="323" name="Google Shape;323;p6"/>
          <p:cNvCxnSpPr/>
          <p:nvPr/>
        </p:nvCxnSpPr>
        <p:spPr>
          <a:xfrm>
            <a:off x="5576888" y="4729163"/>
            <a:ext cx="0" cy="552450"/>
          </a:xfrm>
          <a:prstGeom prst="straightConnector1">
            <a:avLst/>
          </a:prstGeom>
          <a:noFill/>
          <a:ln cap="flat" cmpd="sng" w="12700">
            <a:solidFill>
              <a:schemeClr val="dk1"/>
            </a:solidFill>
            <a:prstDash val="solid"/>
            <a:round/>
            <a:headEnd len="sm" w="sm" type="none"/>
            <a:tailEnd len="sm" w="sm" type="none"/>
          </a:ln>
        </p:spPr>
      </p:cxnSp>
      <p:cxnSp>
        <p:nvCxnSpPr>
          <p:cNvPr id="324" name="Google Shape;324;p6"/>
          <p:cNvCxnSpPr/>
          <p:nvPr/>
        </p:nvCxnSpPr>
        <p:spPr>
          <a:xfrm>
            <a:off x="4632325" y="3333750"/>
            <a:ext cx="1579563" cy="0"/>
          </a:xfrm>
          <a:prstGeom prst="straightConnector1">
            <a:avLst/>
          </a:prstGeom>
          <a:noFill/>
          <a:ln cap="flat" cmpd="sng" w="12700">
            <a:solidFill>
              <a:schemeClr val="dk1"/>
            </a:solidFill>
            <a:prstDash val="solid"/>
            <a:round/>
            <a:headEnd len="sm" w="sm" type="none"/>
            <a:tailEnd len="sm" w="sm" type="none"/>
          </a:ln>
        </p:spPr>
      </p:cxnSp>
      <p:grpSp>
        <p:nvGrpSpPr>
          <p:cNvPr id="325" name="Google Shape;325;p6"/>
          <p:cNvGrpSpPr/>
          <p:nvPr/>
        </p:nvGrpSpPr>
        <p:grpSpPr>
          <a:xfrm>
            <a:off x="6007100" y="1827213"/>
            <a:ext cx="3136900" cy="935037"/>
            <a:chOff x="3624" y="1187"/>
            <a:chExt cx="1976" cy="589"/>
          </a:xfrm>
        </p:grpSpPr>
        <p:sp>
          <p:nvSpPr>
            <p:cNvPr id="326" name="Google Shape;326;p6"/>
            <p:cNvSpPr/>
            <p:nvPr/>
          </p:nvSpPr>
          <p:spPr>
            <a:xfrm>
              <a:off x="3630" y="1187"/>
              <a:ext cx="1908" cy="572"/>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cxnSp>
          <p:nvCxnSpPr>
            <p:cNvPr id="327" name="Google Shape;327;p6"/>
            <p:cNvCxnSpPr/>
            <p:nvPr/>
          </p:nvCxnSpPr>
          <p:spPr>
            <a:xfrm>
              <a:off x="3624" y="1485"/>
              <a:ext cx="1918" cy="0"/>
            </a:xfrm>
            <a:prstGeom prst="straightConnector1">
              <a:avLst/>
            </a:prstGeom>
            <a:noFill/>
            <a:ln cap="flat" cmpd="sng" w="12700">
              <a:solidFill>
                <a:schemeClr val="dk1"/>
              </a:solidFill>
              <a:prstDash val="solid"/>
              <a:round/>
              <a:headEnd len="sm" w="sm" type="none"/>
              <a:tailEnd len="sm" w="sm" type="none"/>
            </a:ln>
          </p:spPr>
        </p:cxnSp>
        <p:cxnSp>
          <p:nvCxnSpPr>
            <p:cNvPr id="328" name="Google Shape;328;p6"/>
            <p:cNvCxnSpPr/>
            <p:nvPr/>
          </p:nvCxnSpPr>
          <p:spPr>
            <a:xfrm>
              <a:off x="4579" y="1495"/>
              <a:ext cx="0" cy="268"/>
            </a:xfrm>
            <a:prstGeom prst="straightConnector1">
              <a:avLst/>
            </a:prstGeom>
            <a:noFill/>
            <a:ln cap="flat" cmpd="sng" w="12700">
              <a:solidFill>
                <a:schemeClr val="dk1"/>
              </a:solidFill>
              <a:prstDash val="solid"/>
              <a:round/>
              <a:headEnd len="sm" w="sm" type="none"/>
              <a:tailEnd len="sm" w="sm" type="none"/>
            </a:ln>
          </p:spPr>
        </p:cxnSp>
        <p:sp>
          <p:nvSpPr>
            <p:cNvPr id="329" name="Google Shape;329;p6"/>
            <p:cNvSpPr/>
            <p:nvPr/>
          </p:nvSpPr>
          <p:spPr>
            <a:xfrm>
              <a:off x="4348" y="1198"/>
              <a:ext cx="435" cy="288"/>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data</a:t>
              </a:r>
              <a:endParaRPr b="0" i="0" sz="1400" u="none" cap="none" strike="noStrike">
                <a:solidFill>
                  <a:srgbClr val="000000"/>
                </a:solidFill>
                <a:latin typeface="Arial"/>
                <a:ea typeface="Arial"/>
                <a:cs typeface="Arial"/>
                <a:sym typeface="Arial"/>
              </a:endParaRPr>
            </a:p>
          </p:txBody>
        </p:sp>
        <p:sp>
          <p:nvSpPr>
            <p:cNvPr id="330" name="Google Shape;330;p6"/>
            <p:cNvSpPr/>
            <p:nvPr/>
          </p:nvSpPr>
          <p:spPr>
            <a:xfrm>
              <a:off x="3695" y="1488"/>
              <a:ext cx="802" cy="288"/>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left child</a:t>
              </a:r>
              <a:endParaRPr b="0" i="0" sz="1400" u="none" cap="none" strike="noStrike">
                <a:solidFill>
                  <a:srgbClr val="000000"/>
                </a:solidFill>
                <a:latin typeface="Arial"/>
                <a:ea typeface="Arial"/>
                <a:cs typeface="Arial"/>
                <a:sym typeface="Arial"/>
              </a:endParaRPr>
            </a:p>
          </p:txBody>
        </p:sp>
        <p:sp>
          <p:nvSpPr>
            <p:cNvPr id="331" name="Google Shape;331;p6"/>
            <p:cNvSpPr/>
            <p:nvPr/>
          </p:nvSpPr>
          <p:spPr>
            <a:xfrm>
              <a:off x="4552" y="1478"/>
              <a:ext cx="1048" cy="288"/>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right sibling</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7"/>
          <p:cNvSpPr/>
          <p:nvPr/>
        </p:nvSpPr>
        <p:spPr>
          <a:xfrm>
            <a:off x="0" y="609600"/>
            <a:ext cx="9163050" cy="1143000"/>
          </a:xfrm>
          <a:prstGeom prst="rect">
            <a:avLst/>
          </a:prstGeom>
          <a:noFill/>
          <a:ln>
            <a:noFill/>
          </a:ln>
        </p:spPr>
        <p:txBody>
          <a:bodyPr anchorCtr="0" anchor="ctr" bIns="46025" lIns="92075" spcFirstLastPara="1" rIns="92075" wrap="square" tIns="46025">
            <a:noAutofit/>
          </a:bodyPr>
          <a:lstStyle/>
          <a:p>
            <a:pPr indent="0" lvl="0" marL="0" marR="0" rtl="0" algn="ctr">
              <a:lnSpc>
                <a:spcPct val="100000"/>
              </a:lnSpc>
              <a:spcBef>
                <a:spcPts val="0"/>
              </a:spcBef>
              <a:spcAft>
                <a:spcPts val="0"/>
              </a:spcAft>
              <a:buClr>
                <a:srgbClr val="000000"/>
              </a:buClr>
              <a:buSzPts val="4400"/>
              <a:buFont typeface="Arial"/>
              <a:buNone/>
            </a:pPr>
            <a:r>
              <a:rPr b="0" i="0" lang="en-US" sz="4400" u="none" cap="none" strike="noStrike">
                <a:solidFill>
                  <a:schemeClr val="dk2"/>
                </a:solidFill>
                <a:latin typeface="Times New Roman"/>
                <a:ea typeface="Times New Roman"/>
                <a:cs typeface="Times New Roman"/>
                <a:sym typeface="Times New Roman"/>
              </a:rPr>
              <a:t>Binary Trees</a:t>
            </a:r>
            <a:endParaRPr b="0" i="0" sz="1400" u="none" cap="none" strike="noStrike">
              <a:solidFill>
                <a:srgbClr val="000000"/>
              </a:solidFill>
              <a:latin typeface="Arial"/>
              <a:ea typeface="Arial"/>
              <a:cs typeface="Arial"/>
              <a:sym typeface="Arial"/>
            </a:endParaRPr>
          </a:p>
        </p:txBody>
      </p:sp>
      <p:sp>
        <p:nvSpPr>
          <p:cNvPr id="337" name="Google Shape;337;p7"/>
          <p:cNvSpPr/>
          <p:nvPr/>
        </p:nvSpPr>
        <p:spPr>
          <a:xfrm>
            <a:off x="895350" y="1943100"/>
            <a:ext cx="8248650" cy="4114800"/>
          </a:xfrm>
          <a:prstGeom prst="rect">
            <a:avLst/>
          </a:prstGeom>
          <a:noFill/>
          <a:ln>
            <a:noFill/>
          </a:ln>
        </p:spPr>
        <p:txBody>
          <a:bodyPr anchorCtr="0" anchor="t" bIns="46025" lIns="92075" spcFirstLastPara="1" rIns="92075" wrap="square" tIns="46025">
            <a:noAutofit/>
          </a:bodyPr>
          <a:lstStyle/>
          <a:p>
            <a:pPr indent="-342900" lvl="0" marL="342900" marR="0" rtl="0" algn="l">
              <a:lnSpc>
                <a:spcPct val="100000"/>
              </a:lnSpc>
              <a:spcBef>
                <a:spcPts val="0"/>
              </a:spcBef>
              <a:spcAft>
                <a:spcPts val="0"/>
              </a:spcAft>
              <a:buClr>
                <a:schemeClr val="accent1"/>
              </a:buClr>
              <a:buSzPts val="2240"/>
              <a:buFont typeface="Arial"/>
              <a:buChar char="●"/>
            </a:pPr>
            <a:r>
              <a:rPr b="0" i="0" lang="en-US" sz="3200" u="none" cap="none" strike="noStrike">
                <a:solidFill>
                  <a:schemeClr val="dk1"/>
                </a:solidFill>
                <a:latin typeface="Times New Roman"/>
                <a:ea typeface="Times New Roman"/>
                <a:cs typeface="Times New Roman"/>
                <a:sym typeface="Times New Roman"/>
              </a:rPr>
              <a:t>A binary tree is a finite set of nodes that is </a:t>
            </a:r>
            <a:br>
              <a:rPr b="0" i="0" lang="en-US" sz="3200" u="none" cap="none" strike="noStrike">
                <a:solidFill>
                  <a:schemeClr val="dk1"/>
                </a:solidFill>
                <a:latin typeface="Times New Roman"/>
                <a:ea typeface="Times New Roman"/>
                <a:cs typeface="Times New Roman"/>
                <a:sym typeface="Times New Roman"/>
              </a:rPr>
            </a:br>
            <a:r>
              <a:rPr b="0" i="0" lang="en-US" sz="3200" u="none" cap="none" strike="noStrike">
                <a:solidFill>
                  <a:schemeClr val="dk1"/>
                </a:solidFill>
                <a:latin typeface="Times New Roman"/>
                <a:ea typeface="Times New Roman"/>
                <a:cs typeface="Times New Roman"/>
                <a:sym typeface="Times New Roman"/>
              </a:rPr>
              <a:t>either empty or consists of a root and two </a:t>
            </a:r>
            <a:br>
              <a:rPr b="0" i="0" lang="en-US" sz="3200" u="none" cap="none" strike="noStrike">
                <a:solidFill>
                  <a:schemeClr val="dk1"/>
                </a:solidFill>
                <a:latin typeface="Times New Roman"/>
                <a:ea typeface="Times New Roman"/>
                <a:cs typeface="Times New Roman"/>
                <a:sym typeface="Times New Roman"/>
              </a:rPr>
            </a:br>
            <a:r>
              <a:rPr b="0" i="0" lang="en-US" sz="3200" u="none" cap="none" strike="noStrike">
                <a:solidFill>
                  <a:schemeClr val="dk1"/>
                </a:solidFill>
                <a:latin typeface="Times New Roman"/>
                <a:ea typeface="Times New Roman"/>
                <a:cs typeface="Times New Roman"/>
                <a:sym typeface="Times New Roman"/>
              </a:rPr>
              <a:t>disjoint binary trees called </a:t>
            </a:r>
            <a:r>
              <a:rPr b="0" i="1" lang="en-US" sz="3200" u="none" cap="none" strike="noStrike">
                <a:solidFill>
                  <a:schemeClr val="dk1"/>
                </a:solidFill>
                <a:latin typeface="Times New Roman"/>
                <a:ea typeface="Times New Roman"/>
                <a:cs typeface="Times New Roman"/>
                <a:sym typeface="Times New Roman"/>
              </a:rPr>
              <a:t>the left subtree</a:t>
            </a:r>
            <a:r>
              <a:rPr b="0" i="0" lang="en-US" sz="3200" u="none" cap="none" strike="noStrike">
                <a:solidFill>
                  <a:schemeClr val="dk1"/>
                </a:solidFill>
                <a:latin typeface="Times New Roman"/>
                <a:ea typeface="Times New Roman"/>
                <a:cs typeface="Times New Roman"/>
                <a:sym typeface="Times New Roman"/>
              </a:rPr>
              <a:t> </a:t>
            </a:r>
            <a:br>
              <a:rPr b="0" i="0" lang="en-US" sz="3200" u="none" cap="none" strike="noStrike">
                <a:solidFill>
                  <a:schemeClr val="dk1"/>
                </a:solidFill>
                <a:latin typeface="Times New Roman"/>
                <a:ea typeface="Times New Roman"/>
                <a:cs typeface="Times New Roman"/>
                <a:sym typeface="Times New Roman"/>
              </a:rPr>
            </a:br>
            <a:r>
              <a:rPr b="0" i="0" lang="en-US" sz="3200" u="none" cap="none" strike="noStrike">
                <a:solidFill>
                  <a:schemeClr val="dk1"/>
                </a:solidFill>
                <a:latin typeface="Times New Roman"/>
                <a:ea typeface="Times New Roman"/>
                <a:cs typeface="Times New Roman"/>
                <a:sym typeface="Times New Roman"/>
              </a:rPr>
              <a:t>and </a:t>
            </a:r>
            <a:r>
              <a:rPr b="0" i="1" lang="en-US" sz="3200" u="none" cap="none" strike="noStrike">
                <a:solidFill>
                  <a:schemeClr val="dk1"/>
                </a:solidFill>
                <a:latin typeface="Times New Roman"/>
                <a:ea typeface="Times New Roman"/>
                <a:cs typeface="Times New Roman"/>
                <a:sym typeface="Times New Roman"/>
              </a:rPr>
              <a:t>the right subtree</a:t>
            </a:r>
            <a:r>
              <a:rPr b="0" i="0" lang="en-US" sz="3200" u="none" cap="none" strike="noStrike">
                <a:solidFill>
                  <a:schemeClr val="dk1"/>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640"/>
              </a:spcBef>
              <a:spcAft>
                <a:spcPts val="0"/>
              </a:spcAft>
              <a:buClr>
                <a:schemeClr val="accent1"/>
              </a:buClr>
              <a:buSzPts val="2240"/>
              <a:buFont typeface="Arial"/>
              <a:buChar char="●"/>
            </a:pPr>
            <a:r>
              <a:rPr b="0" i="0" lang="en-US" sz="3200" u="none" cap="none" strike="noStrike">
                <a:solidFill>
                  <a:schemeClr val="dk1"/>
                </a:solidFill>
                <a:latin typeface="Times New Roman"/>
                <a:ea typeface="Times New Roman"/>
                <a:cs typeface="Times New Roman"/>
                <a:sym typeface="Times New Roman"/>
              </a:rPr>
              <a:t>Any tree can be transformed into binary tree.</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560"/>
              </a:spcBef>
              <a:spcAft>
                <a:spcPts val="0"/>
              </a:spcAft>
              <a:buClr>
                <a:schemeClr val="dk1"/>
              </a:buClr>
              <a:buSzPts val="2800"/>
              <a:buFont typeface="Times New Roman"/>
              <a:buChar char="–"/>
            </a:pPr>
            <a:r>
              <a:rPr b="0" i="0" lang="en-US" sz="2800" u="none" cap="none" strike="noStrike">
                <a:solidFill>
                  <a:schemeClr val="dk1"/>
                </a:solidFill>
                <a:latin typeface="Times New Roman"/>
                <a:ea typeface="Times New Roman"/>
                <a:cs typeface="Times New Roman"/>
                <a:sym typeface="Times New Roman"/>
              </a:rPr>
              <a:t>by left child-right sibling representation</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640"/>
              </a:spcBef>
              <a:spcAft>
                <a:spcPts val="0"/>
              </a:spcAft>
              <a:buClr>
                <a:schemeClr val="accent1"/>
              </a:buClr>
              <a:buSzPts val="2240"/>
              <a:buFont typeface="Arial"/>
              <a:buChar char="●"/>
            </a:pPr>
            <a:r>
              <a:rPr b="0" i="0" lang="en-US" sz="3200" u="none" cap="none" strike="noStrike">
                <a:solidFill>
                  <a:schemeClr val="dk1"/>
                </a:solidFill>
                <a:latin typeface="Times New Roman"/>
                <a:ea typeface="Times New Roman"/>
                <a:cs typeface="Times New Roman"/>
                <a:sym typeface="Times New Roman"/>
              </a:rPr>
              <a:t>The left subtree and the right subtree are distinguished.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41" name="Shape 341"/>
        <p:cNvGrpSpPr/>
        <p:nvPr/>
      </p:nvGrpSpPr>
      <p:grpSpPr>
        <a:xfrm>
          <a:off x="0" y="0"/>
          <a:ext cx="0" cy="0"/>
          <a:chOff x="0" y="0"/>
          <a:chExt cx="0" cy="0"/>
        </a:xfrm>
      </p:grpSpPr>
      <p:sp>
        <p:nvSpPr>
          <p:cNvPr id="342" name="Google Shape;342;p8"/>
          <p:cNvSpPr/>
          <p:nvPr/>
        </p:nvSpPr>
        <p:spPr>
          <a:xfrm>
            <a:off x="4038600" y="1066800"/>
            <a:ext cx="533400" cy="533400"/>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343" name="Google Shape;343;p8"/>
          <p:cNvSpPr/>
          <p:nvPr/>
        </p:nvSpPr>
        <p:spPr>
          <a:xfrm>
            <a:off x="3200400" y="1752600"/>
            <a:ext cx="533400" cy="533400"/>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344" name="Google Shape;344;p8"/>
          <p:cNvSpPr/>
          <p:nvPr/>
        </p:nvSpPr>
        <p:spPr>
          <a:xfrm>
            <a:off x="2209800" y="2438400"/>
            <a:ext cx="533400" cy="533400"/>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345" name="Google Shape;345;p8"/>
          <p:cNvSpPr/>
          <p:nvPr/>
        </p:nvSpPr>
        <p:spPr>
          <a:xfrm>
            <a:off x="4724400" y="2362200"/>
            <a:ext cx="533400" cy="533400"/>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346" name="Google Shape;346;p8"/>
          <p:cNvSpPr/>
          <p:nvPr/>
        </p:nvSpPr>
        <p:spPr>
          <a:xfrm>
            <a:off x="6781800" y="6019800"/>
            <a:ext cx="533400" cy="533400"/>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Times New Roman"/>
                <a:ea typeface="Times New Roman"/>
                <a:cs typeface="Times New Roman"/>
                <a:sym typeface="Times New Roman"/>
              </a:rPr>
              <a:t>J</a:t>
            </a:r>
            <a:endParaRPr b="0" i="0" sz="1400" u="none" cap="none" strike="noStrike">
              <a:solidFill>
                <a:srgbClr val="000000"/>
              </a:solidFill>
              <a:latin typeface="Arial"/>
              <a:ea typeface="Arial"/>
              <a:cs typeface="Arial"/>
              <a:sym typeface="Arial"/>
            </a:endParaRPr>
          </a:p>
        </p:txBody>
      </p:sp>
      <p:sp>
        <p:nvSpPr>
          <p:cNvPr id="347" name="Google Shape;347;p8"/>
          <p:cNvSpPr/>
          <p:nvPr/>
        </p:nvSpPr>
        <p:spPr>
          <a:xfrm>
            <a:off x="5486400" y="3276600"/>
            <a:ext cx="533400" cy="533400"/>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348" name="Google Shape;348;p8"/>
          <p:cNvSpPr/>
          <p:nvPr/>
        </p:nvSpPr>
        <p:spPr>
          <a:xfrm>
            <a:off x="1371600" y="3429000"/>
            <a:ext cx="533400" cy="533400"/>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349" name="Google Shape;349;p8"/>
          <p:cNvSpPr/>
          <p:nvPr/>
        </p:nvSpPr>
        <p:spPr>
          <a:xfrm>
            <a:off x="5715000" y="5181600"/>
            <a:ext cx="533400" cy="533400"/>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Times New Roman"/>
                <a:ea typeface="Times New Roman"/>
                <a:cs typeface="Times New Roman"/>
                <a:sym typeface="Times New Roman"/>
              </a:rPr>
              <a:t>I</a:t>
            </a:r>
            <a:endParaRPr b="0" i="0" sz="1400" u="none" cap="none" strike="noStrike">
              <a:solidFill>
                <a:srgbClr val="000000"/>
              </a:solidFill>
              <a:latin typeface="Arial"/>
              <a:ea typeface="Arial"/>
              <a:cs typeface="Arial"/>
              <a:sym typeface="Arial"/>
            </a:endParaRPr>
          </a:p>
        </p:txBody>
      </p:sp>
      <p:sp>
        <p:nvSpPr>
          <p:cNvPr id="350" name="Google Shape;350;p8"/>
          <p:cNvSpPr/>
          <p:nvPr/>
        </p:nvSpPr>
        <p:spPr>
          <a:xfrm>
            <a:off x="4114800" y="3352800"/>
            <a:ext cx="533400" cy="533400"/>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351" name="Google Shape;351;p8"/>
          <p:cNvSpPr/>
          <p:nvPr/>
        </p:nvSpPr>
        <p:spPr>
          <a:xfrm>
            <a:off x="3962400" y="5181600"/>
            <a:ext cx="533400" cy="533400"/>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Times New Roman"/>
                <a:ea typeface="Times New Roman"/>
                <a:cs typeface="Times New Roman"/>
                <a:sym typeface="Times New Roman"/>
              </a:rPr>
              <a:t>M</a:t>
            </a:r>
            <a:endParaRPr b="0" i="0" sz="1400" u="none" cap="none" strike="noStrike">
              <a:solidFill>
                <a:srgbClr val="000000"/>
              </a:solidFill>
              <a:latin typeface="Arial"/>
              <a:ea typeface="Arial"/>
              <a:cs typeface="Arial"/>
              <a:sym typeface="Arial"/>
            </a:endParaRPr>
          </a:p>
        </p:txBody>
      </p:sp>
      <p:sp>
        <p:nvSpPr>
          <p:cNvPr id="352" name="Google Shape;352;p8"/>
          <p:cNvSpPr/>
          <p:nvPr/>
        </p:nvSpPr>
        <p:spPr>
          <a:xfrm>
            <a:off x="4800600" y="4267200"/>
            <a:ext cx="533400" cy="533400"/>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Times New Roman"/>
                <a:ea typeface="Times New Roman"/>
                <a:cs typeface="Times New Roman"/>
                <a:sym typeface="Times New Roman"/>
              </a:rPr>
              <a:t>H</a:t>
            </a:r>
            <a:endParaRPr b="0" i="0" sz="1400" u="none" cap="none" strike="noStrike">
              <a:solidFill>
                <a:srgbClr val="000000"/>
              </a:solidFill>
              <a:latin typeface="Arial"/>
              <a:ea typeface="Arial"/>
              <a:cs typeface="Arial"/>
              <a:sym typeface="Arial"/>
            </a:endParaRPr>
          </a:p>
        </p:txBody>
      </p:sp>
      <p:sp>
        <p:nvSpPr>
          <p:cNvPr id="353" name="Google Shape;353;p8"/>
          <p:cNvSpPr/>
          <p:nvPr/>
        </p:nvSpPr>
        <p:spPr>
          <a:xfrm>
            <a:off x="3048000" y="3429000"/>
            <a:ext cx="533400" cy="533400"/>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354" name="Google Shape;354;p8"/>
          <p:cNvSpPr/>
          <p:nvPr/>
        </p:nvSpPr>
        <p:spPr>
          <a:xfrm>
            <a:off x="2133600" y="4419600"/>
            <a:ext cx="533400" cy="533400"/>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Times New Roman"/>
                <a:ea typeface="Times New Roman"/>
                <a:cs typeface="Times New Roman"/>
                <a:sym typeface="Times New Roman"/>
              </a:rPr>
              <a:t>L</a:t>
            </a:r>
            <a:endParaRPr b="0" i="0" sz="1400" u="none" cap="none" strike="noStrike">
              <a:solidFill>
                <a:srgbClr val="000000"/>
              </a:solidFill>
              <a:latin typeface="Arial"/>
              <a:ea typeface="Arial"/>
              <a:cs typeface="Arial"/>
              <a:sym typeface="Arial"/>
            </a:endParaRPr>
          </a:p>
        </p:txBody>
      </p:sp>
      <p:cxnSp>
        <p:nvCxnSpPr>
          <p:cNvPr id="355" name="Google Shape;355;p8"/>
          <p:cNvCxnSpPr/>
          <p:nvPr/>
        </p:nvCxnSpPr>
        <p:spPr>
          <a:xfrm flipH="1">
            <a:off x="3657600" y="1524000"/>
            <a:ext cx="457200" cy="304800"/>
          </a:xfrm>
          <a:prstGeom prst="straightConnector1">
            <a:avLst/>
          </a:prstGeom>
          <a:noFill/>
          <a:ln cap="flat" cmpd="sng" w="9525">
            <a:solidFill>
              <a:schemeClr val="dk1"/>
            </a:solidFill>
            <a:prstDash val="solid"/>
            <a:round/>
            <a:headEnd len="sm" w="sm" type="none"/>
            <a:tailEnd len="sm" w="sm" type="none"/>
          </a:ln>
        </p:spPr>
      </p:cxnSp>
      <p:cxnSp>
        <p:nvCxnSpPr>
          <p:cNvPr id="356" name="Google Shape;356;p8"/>
          <p:cNvCxnSpPr/>
          <p:nvPr/>
        </p:nvCxnSpPr>
        <p:spPr>
          <a:xfrm flipH="1">
            <a:off x="2667000" y="2133600"/>
            <a:ext cx="533400" cy="381000"/>
          </a:xfrm>
          <a:prstGeom prst="straightConnector1">
            <a:avLst/>
          </a:prstGeom>
          <a:noFill/>
          <a:ln cap="flat" cmpd="sng" w="9525">
            <a:solidFill>
              <a:schemeClr val="dk1"/>
            </a:solidFill>
            <a:prstDash val="solid"/>
            <a:round/>
            <a:headEnd len="sm" w="sm" type="none"/>
            <a:tailEnd len="sm" w="sm" type="none"/>
          </a:ln>
        </p:spPr>
      </p:cxnSp>
      <p:cxnSp>
        <p:nvCxnSpPr>
          <p:cNvPr id="357" name="Google Shape;357;p8"/>
          <p:cNvCxnSpPr/>
          <p:nvPr/>
        </p:nvCxnSpPr>
        <p:spPr>
          <a:xfrm flipH="1">
            <a:off x="1752600" y="2895600"/>
            <a:ext cx="533400" cy="533400"/>
          </a:xfrm>
          <a:prstGeom prst="straightConnector1">
            <a:avLst/>
          </a:prstGeom>
          <a:noFill/>
          <a:ln cap="flat" cmpd="sng" w="9525">
            <a:solidFill>
              <a:schemeClr val="dk1"/>
            </a:solidFill>
            <a:prstDash val="solid"/>
            <a:round/>
            <a:headEnd len="sm" w="sm" type="none"/>
            <a:tailEnd len="sm" w="sm" type="none"/>
          </a:ln>
        </p:spPr>
      </p:cxnSp>
      <p:cxnSp>
        <p:nvCxnSpPr>
          <p:cNvPr id="358" name="Google Shape;358;p8"/>
          <p:cNvCxnSpPr/>
          <p:nvPr/>
        </p:nvCxnSpPr>
        <p:spPr>
          <a:xfrm>
            <a:off x="1828800" y="3886200"/>
            <a:ext cx="381000" cy="609600"/>
          </a:xfrm>
          <a:prstGeom prst="straightConnector1">
            <a:avLst/>
          </a:prstGeom>
          <a:noFill/>
          <a:ln cap="flat" cmpd="sng" w="9525">
            <a:solidFill>
              <a:schemeClr val="dk1"/>
            </a:solidFill>
            <a:prstDash val="solid"/>
            <a:round/>
            <a:headEnd len="sm" w="sm" type="none"/>
            <a:tailEnd len="sm" w="sm" type="none"/>
          </a:ln>
        </p:spPr>
      </p:cxnSp>
      <p:cxnSp>
        <p:nvCxnSpPr>
          <p:cNvPr id="359" name="Google Shape;359;p8"/>
          <p:cNvCxnSpPr/>
          <p:nvPr/>
        </p:nvCxnSpPr>
        <p:spPr>
          <a:xfrm>
            <a:off x="2667000" y="2895600"/>
            <a:ext cx="457200" cy="609600"/>
          </a:xfrm>
          <a:prstGeom prst="straightConnector1">
            <a:avLst/>
          </a:prstGeom>
          <a:noFill/>
          <a:ln cap="flat" cmpd="sng" w="9525">
            <a:solidFill>
              <a:schemeClr val="dk1"/>
            </a:solidFill>
            <a:prstDash val="solid"/>
            <a:round/>
            <a:headEnd len="sm" w="sm" type="none"/>
            <a:tailEnd len="sm" w="sm" type="none"/>
          </a:ln>
        </p:spPr>
      </p:cxnSp>
      <p:cxnSp>
        <p:nvCxnSpPr>
          <p:cNvPr id="360" name="Google Shape;360;p8"/>
          <p:cNvCxnSpPr/>
          <p:nvPr/>
        </p:nvCxnSpPr>
        <p:spPr>
          <a:xfrm>
            <a:off x="3733800" y="2057400"/>
            <a:ext cx="990600" cy="457200"/>
          </a:xfrm>
          <a:prstGeom prst="straightConnector1">
            <a:avLst/>
          </a:prstGeom>
          <a:noFill/>
          <a:ln cap="flat" cmpd="sng" w="9525">
            <a:solidFill>
              <a:schemeClr val="dk1"/>
            </a:solidFill>
            <a:prstDash val="solid"/>
            <a:round/>
            <a:headEnd len="sm" w="sm" type="none"/>
            <a:tailEnd len="sm" w="sm" type="none"/>
          </a:ln>
        </p:spPr>
      </p:cxnSp>
      <p:cxnSp>
        <p:nvCxnSpPr>
          <p:cNvPr id="361" name="Google Shape;361;p8"/>
          <p:cNvCxnSpPr/>
          <p:nvPr/>
        </p:nvCxnSpPr>
        <p:spPr>
          <a:xfrm flipH="1">
            <a:off x="4495800" y="2819400"/>
            <a:ext cx="304800" cy="609600"/>
          </a:xfrm>
          <a:prstGeom prst="straightConnector1">
            <a:avLst/>
          </a:prstGeom>
          <a:noFill/>
          <a:ln cap="flat" cmpd="sng" w="9525">
            <a:solidFill>
              <a:schemeClr val="dk1"/>
            </a:solidFill>
            <a:prstDash val="solid"/>
            <a:round/>
            <a:headEnd len="sm" w="sm" type="none"/>
            <a:tailEnd len="sm" w="sm" type="none"/>
          </a:ln>
        </p:spPr>
      </p:cxnSp>
      <p:cxnSp>
        <p:nvCxnSpPr>
          <p:cNvPr id="362" name="Google Shape;362;p8"/>
          <p:cNvCxnSpPr/>
          <p:nvPr/>
        </p:nvCxnSpPr>
        <p:spPr>
          <a:xfrm>
            <a:off x="5181600" y="2819400"/>
            <a:ext cx="381000" cy="533400"/>
          </a:xfrm>
          <a:prstGeom prst="straightConnector1">
            <a:avLst/>
          </a:prstGeom>
          <a:noFill/>
          <a:ln cap="flat" cmpd="sng" w="9525">
            <a:solidFill>
              <a:schemeClr val="dk1"/>
            </a:solidFill>
            <a:prstDash val="solid"/>
            <a:round/>
            <a:headEnd len="sm" w="sm" type="none"/>
            <a:tailEnd len="sm" w="sm" type="none"/>
          </a:ln>
        </p:spPr>
      </p:cxnSp>
      <p:cxnSp>
        <p:nvCxnSpPr>
          <p:cNvPr id="363" name="Google Shape;363;p8"/>
          <p:cNvCxnSpPr/>
          <p:nvPr/>
        </p:nvCxnSpPr>
        <p:spPr>
          <a:xfrm flipH="1">
            <a:off x="5181600" y="3733800"/>
            <a:ext cx="381000" cy="609600"/>
          </a:xfrm>
          <a:prstGeom prst="straightConnector1">
            <a:avLst/>
          </a:prstGeom>
          <a:noFill/>
          <a:ln cap="flat" cmpd="sng" w="9525">
            <a:solidFill>
              <a:schemeClr val="dk1"/>
            </a:solidFill>
            <a:prstDash val="solid"/>
            <a:round/>
            <a:headEnd len="sm" w="sm" type="none"/>
            <a:tailEnd len="sm" w="sm" type="none"/>
          </a:ln>
        </p:spPr>
      </p:cxnSp>
      <p:cxnSp>
        <p:nvCxnSpPr>
          <p:cNvPr id="364" name="Google Shape;364;p8"/>
          <p:cNvCxnSpPr/>
          <p:nvPr/>
        </p:nvCxnSpPr>
        <p:spPr>
          <a:xfrm flipH="1">
            <a:off x="4419600" y="4724400"/>
            <a:ext cx="457200" cy="533400"/>
          </a:xfrm>
          <a:prstGeom prst="straightConnector1">
            <a:avLst/>
          </a:prstGeom>
          <a:noFill/>
          <a:ln cap="flat" cmpd="sng" w="9525">
            <a:solidFill>
              <a:schemeClr val="dk1"/>
            </a:solidFill>
            <a:prstDash val="solid"/>
            <a:round/>
            <a:headEnd len="sm" w="sm" type="none"/>
            <a:tailEnd len="sm" w="sm" type="none"/>
          </a:ln>
        </p:spPr>
      </p:cxnSp>
      <p:cxnSp>
        <p:nvCxnSpPr>
          <p:cNvPr id="365" name="Google Shape;365;p8"/>
          <p:cNvCxnSpPr/>
          <p:nvPr/>
        </p:nvCxnSpPr>
        <p:spPr>
          <a:xfrm>
            <a:off x="5257800" y="4724400"/>
            <a:ext cx="533400" cy="533400"/>
          </a:xfrm>
          <a:prstGeom prst="straightConnector1">
            <a:avLst/>
          </a:prstGeom>
          <a:noFill/>
          <a:ln cap="flat" cmpd="sng" w="9525">
            <a:solidFill>
              <a:schemeClr val="dk1"/>
            </a:solidFill>
            <a:prstDash val="solid"/>
            <a:round/>
            <a:headEnd len="sm" w="sm" type="none"/>
            <a:tailEnd len="sm" w="sm" type="none"/>
          </a:ln>
        </p:spPr>
      </p:cxnSp>
      <p:cxnSp>
        <p:nvCxnSpPr>
          <p:cNvPr id="366" name="Google Shape;366;p8"/>
          <p:cNvCxnSpPr/>
          <p:nvPr/>
        </p:nvCxnSpPr>
        <p:spPr>
          <a:xfrm>
            <a:off x="6248400" y="5562600"/>
            <a:ext cx="533400" cy="609600"/>
          </a:xfrm>
          <a:prstGeom prst="straightConnector1">
            <a:avLst/>
          </a:prstGeom>
          <a:noFill/>
          <a:ln cap="flat" cmpd="sng" w="9525">
            <a:solidFill>
              <a:schemeClr val="dk1"/>
            </a:solidFill>
            <a:prstDash val="solid"/>
            <a:round/>
            <a:headEnd len="sm" w="sm" type="none"/>
            <a:tailEnd len="sm" w="sm" type="none"/>
          </a:ln>
        </p:spPr>
      </p:cxnSp>
      <p:sp>
        <p:nvSpPr>
          <p:cNvPr id="367" name="Google Shape;367;p8"/>
          <p:cNvSpPr txBox="1"/>
          <p:nvPr/>
        </p:nvSpPr>
        <p:spPr>
          <a:xfrm>
            <a:off x="4038600" y="1066800"/>
            <a:ext cx="557213"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Times New Roman"/>
                <a:ea typeface="Times New Roman"/>
                <a:cs typeface="Times New Roman"/>
                <a:sym typeface="Times New Roman"/>
              </a:rPr>
              <a:t> A </a:t>
            </a:r>
            <a:endParaRPr b="0" i="0" sz="1400" u="none" cap="none" strike="noStrike">
              <a:solidFill>
                <a:srgbClr val="000000"/>
              </a:solidFill>
              <a:latin typeface="Arial"/>
              <a:ea typeface="Arial"/>
              <a:cs typeface="Arial"/>
              <a:sym typeface="Arial"/>
            </a:endParaRPr>
          </a:p>
        </p:txBody>
      </p:sp>
      <p:sp>
        <p:nvSpPr>
          <p:cNvPr id="368" name="Google Shape;368;p8"/>
          <p:cNvSpPr txBox="1"/>
          <p:nvPr/>
        </p:nvSpPr>
        <p:spPr>
          <a:xfrm>
            <a:off x="3276600" y="1752600"/>
            <a:ext cx="3873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Times New Roman"/>
                <a:ea typeface="Times New Roman"/>
                <a:cs typeface="Times New Roman"/>
                <a:sym typeface="Times New Roman"/>
              </a:rPr>
              <a:t>B</a:t>
            </a:r>
            <a:endParaRPr b="0" i="0" sz="1400" u="none" cap="none" strike="noStrike">
              <a:solidFill>
                <a:srgbClr val="000000"/>
              </a:solidFill>
              <a:latin typeface="Arial"/>
              <a:ea typeface="Arial"/>
              <a:cs typeface="Arial"/>
              <a:sym typeface="Arial"/>
            </a:endParaRPr>
          </a:p>
        </p:txBody>
      </p:sp>
      <p:sp>
        <p:nvSpPr>
          <p:cNvPr id="369" name="Google Shape;369;p8"/>
          <p:cNvSpPr txBox="1"/>
          <p:nvPr/>
        </p:nvSpPr>
        <p:spPr>
          <a:xfrm>
            <a:off x="4724400" y="2362200"/>
            <a:ext cx="481013"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Times New Roman"/>
                <a:ea typeface="Times New Roman"/>
                <a:cs typeface="Times New Roman"/>
                <a:sym typeface="Times New Roman"/>
              </a:rPr>
              <a:t> C</a:t>
            </a:r>
            <a:endParaRPr b="0" i="0" sz="1400" u="none" cap="none" strike="noStrike">
              <a:solidFill>
                <a:srgbClr val="000000"/>
              </a:solidFill>
              <a:latin typeface="Arial"/>
              <a:ea typeface="Arial"/>
              <a:cs typeface="Arial"/>
              <a:sym typeface="Arial"/>
            </a:endParaRPr>
          </a:p>
        </p:txBody>
      </p:sp>
      <p:sp>
        <p:nvSpPr>
          <p:cNvPr id="370" name="Google Shape;370;p8"/>
          <p:cNvSpPr txBox="1"/>
          <p:nvPr/>
        </p:nvSpPr>
        <p:spPr>
          <a:xfrm>
            <a:off x="5410200" y="3276600"/>
            <a:ext cx="557213"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  </a:t>
            </a:r>
            <a:r>
              <a:rPr b="1" i="0" lang="en-US" sz="2400" u="none" cap="none" strike="noStrike">
                <a:solidFill>
                  <a:schemeClr val="dk1"/>
                </a:solidFill>
                <a:latin typeface="Times New Roman"/>
                <a:ea typeface="Times New Roman"/>
                <a:cs typeface="Times New Roman"/>
                <a:sym typeface="Times New Roman"/>
              </a:rPr>
              <a:t>D</a:t>
            </a:r>
            <a:endParaRPr b="0" i="0" sz="2400" u="none" cap="none" strike="noStrike">
              <a:solidFill>
                <a:schemeClr val="dk1"/>
              </a:solidFill>
              <a:latin typeface="Times New Roman"/>
              <a:ea typeface="Times New Roman"/>
              <a:cs typeface="Times New Roman"/>
              <a:sym typeface="Times New Roman"/>
            </a:endParaRPr>
          </a:p>
        </p:txBody>
      </p:sp>
      <p:sp>
        <p:nvSpPr>
          <p:cNvPr id="371" name="Google Shape;371;p8"/>
          <p:cNvSpPr txBox="1"/>
          <p:nvPr/>
        </p:nvSpPr>
        <p:spPr>
          <a:xfrm>
            <a:off x="2209800" y="2438400"/>
            <a:ext cx="463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 </a:t>
            </a:r>
            <a:r>
              <a:rPr b="1" i="0" lang="en-US" sz="2400" u="none" cap="none" strike="noStrike">
                <a:solidFill>
                  <a:schemeClr val="dk1"/>
                </a:solidFill>
                <a:latin typeface="Times New Roman"/>
                <a:ea typeface="Times New Roman"/>
                <a:cs typeface="Times New Roman"/>
                <a:sym typeface="Times New Roman"/>
              </a:rPr>
              <a:t>E</a:t>
            </a:r>
            <a:endParaRPr b="0" i="0" sz="2400" u="none" cap="none" strike="noStrike">
              <a:solidFill>
                <a:schemeClr val="dk1"/>
              </a:solidFill>
              <a:latin typeface="Times New Roman"/>
              <a:ea typeface="Times New Roman"/>
              <a:cs typeface="Times New Roman"/>
              <a:sym typeface="Times New Roman"/>
            </a:endParaRPr>
          </a:p>
        </p:txBody>
      </p:sp>
      <p:sp>
        <p:nvSpPr>
          <p:cNvPr id="372" name="Google Shape;372;p8"/>
          <p:cNvSpPr txBox="1"/>
          <p:nvPr/>
        </p:nvSpPr>
        <p:spPr>
          <a:xfrm>
            <a:off x="3048000" y="3429000"/>
            <a:ext cx="446088"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 </a:t>
            </a:r>
            <a:r>
              <a:rPr b="1" i="0" lang="en-US" sz="2400" u="none" cap="none" strike="noStrike">
                <a:solidFill>
                  <a:schemeClr val="dk1"/>
                </a:solidFill>
                <a:latin typeface="Times New Roman"/>
                <a:ea typeface="Times New Roman"/>
                <a:cs typeface="Times New Roman"/>
                <a:sym typeface="Times New Roman"/>
              </a:rPr>
              <a:t>F</a:t>
            </a:r>
            <a:endParaRPr b="0" i="0" sz="2400" u="none" cap="none" strike="noStrike">
              <a:solidFill>
                <a:schemeClr val="dk1"/>
              </a:solidFill>
              <a:latin typeface="Times New Roman"/>
              <a:ea typeface="Times New Roman"/>
              <a:cs typeface="Times New Roman"/>
              <a:sym typeface="Times New Roman"/>
            </a:endParaRPr>
          </a:p>
        </p:txBody>
      </p:sp>
      <p:sp>
        <p:nvSpPr>
          <p:cNvPr id="373" name="Google Shape;373;p8"/>
          <p:cNvSpPr txBox="1"/>
          <p:nvPr/>
        </p:nvSpPr>
        <p:spPr>
          <a:xfrm>
            <a:off x="4175125" y="3394075"/>
            <a:ext cx="420688"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Times New Roman"/>
                <a:ea typeface="Times New Roman"/>
                <a:cs typeface="Times New Roman"/>
                <a:sym typeface="Times New Roman"/>
              </a:rPr>
              <a:t>G</a:t>
            </a:r>
            <a:endParaRPr b="0" i="0" sz="1400" u="none" cap="none" strike="noStrike">
              <a:solidFill>
                <a:srgbClr val="000000"/>
              </a:solidFill>
              <a:latin typeface="Arial"/>
              <a:ea typeface="Arial"/>
              <a:cs typeface="Arial"/>
              <a:sym typeface="Arial"/>
            </a:endParaRPr>
          </a:p>
        </p:txBody>
      </p:sp>
      <p:sp>
        <p:nvSpPr>
          <p:cNvPr id="374" name="Google Shape;374;p8"/>
          <p:cNvSpPr txBox="1"/>
          <p:nvPr/>
        </p:nvSpPr>
        <p:spPr>
          <a:xfrm>
            <a:off x="1279525" y="3470275"/>
            <a:ext cx="573088"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Times New Roman"/>
                <a:ea typeface="Times New Roman"/>
                <a:cs typeface="Times New Roman"/>
                <a:sym typeface="Times New Roman"/>
              </a:rPr>
              <a:t>  K</a:t>
            </a:r>
            <a:endParaRPr b="0" i="0" sz="1400" u="none" cap="none" strike="noStrike">
              <a:solidFill>
                <a:srgbClr val="000000"/>
              </a:solidFill>
              <a:latin typeface="Arial"/>
              <a:ea typeface="Arial"/>
              <a:cs typeface="Arial"/>
              <a:sym typeface="Arial"/>
            </a:endParaRPr>
          </a:p>
        </p:txBody>
      </p:sp>
      <p:sp>
        <p:nvSpPr>
          <p:cNvPr id="375" name="Google Shape;375;p8"/>
          <p:cNvSpPr txBox="1"/>
          <p:nvPr/>
        </p:nvSpPr>
        <p:spPr>
          <a:xfrm>
            <a:off x="0" y="304800"/>
            <a:ext cx="7936019"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sng" cap="none" strike="noStrike">
                <a:solidFill>
                  <a:schemeClr val="dk1"/>
                </a:solidFill>
                <a:latin typeface="Times New Roman"/>
                <a:ea typeface="Times New Roman"/>
                <a:cs typeface="Times New Roman"/>
                <a:sym typeface="Times New Roman"/>
              </a:rPr>
              <a:t>*Figure 5.6:</a:t>
            </a:r>
            <a:r>
              <a:rPr b="0" i="0" lang="en-US" sz="2400" u="sng" cap="none" strike="noStrike">
                <a:solidFill>
                  <a:schemeClr val="dk1"/>
                </a:solidFill>
                <a:latin typeface="Times New Roman"/>
                <a:ea typeface="Times New Roman"/>
                <a:cs typeface="Times New Roman"/>
                <a:sym typeface="Times New Roman"/>
              </a:rPr>
              <a:t> Left child-right child tree representation of a tree </a:t>
            </a:r>
            <a:endParaRPr b="1" i="0" sz="2400" u="sng"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9"/>
          <p:cNvSpPr/>
          <p:nvPr/>
        </p:nvSpPr>
        <p:spPr>
          <a:xfrm>
            <a:off x="323850" y="0"/>
            <a:ext cx="9163050" cy="1143000"/>
          </a:xfrm>
          <a:prstGeom prst="rect">
            <a:avLst/>
          </a:prstGeom>
          <a:noFill/>
          <a:ln>
            <a:noFill/>
          </a:ln>
        </p:spPr>
        <p:txBody>
          <a:bodyPr anchorCtr="0" anchor="ctr" bIns="46025" lIns="92075" spcFirstLastPara="1" rIns="92075" wrap="square" tIns="46025">
            <a:noAutofit/>
          </a:bodyPr>
          <a:lstStyle/>
          <a:p>
            <a:pPr indent="0" lvl="0" marL="0" marR="0" rtl="0" algn="ctr">
              <a:lnSpc>
                <a:spcPct val="100000"/>
              </a:lnSpc>
              <a:spcBef>
                <a:spcPts val="0"/>
              </a:spcBef>
              <a:spcAft>
                <a:spcPts val="0"/>
              </a:spcAft>
              <a:buClr>
                <a:srgbClr val="000000"/>
              </a:buClr>
              <a:buSzPts val="4400"/>
              <a:buFont typeface="Arial"/>
              <a:buNone/>
            </a:pPr>
            <a:r>
              <a:rPr b="0" i="0" lang="en-US" sz="4400" u="none" cap="none" strike="noStrike">
                <a:solidFill>
                  <a:schemeClr val="dk2"/>
                </a:solidFill>
                <a:latin typeface="Times New Roman"/>
                <a:ea typeface="Times New Roman"/>
                <a:cs typeface="Times New Roman"/>
                <a:sym typeface="Times New Roman"/>
              </a:rPr>
              <a:t>Abstract Data Type Binary_Tree</a:t>
            </a:r>
            <a:endParaRPr b="0" i="0" sz="1400" u="none" cap="none" strike="noStrike">
              <a:solidFill>
                <a:srgbClr val="000000"/>
              </a:solidFill>
              <a:latin typeface="Arial"/>
              <a:ea typeface="Arial"/>
              <a:cs typeface="Arial"/>
              <a:sym typeface="Arial"/>
            </a:endParaRPr>
          </a:p>
        </p:txBody>
      </p:sp>
      <p:sp>
        <p:nvSpPr>
          <p:cNvPr id="381" name="Google Shape;381;p9"/>
          <p:cNvSpPr/>
          <p:nvPr/>
        </p:nvSpPr>
        <p:spPr>
          <a:xfrm>
            <a:off x="971550" y="895350"/>
            <a:ext cx="8401050" cy="4114800"/>
          </a:xfrm>
          <a:prstGeom prst="rect">
            <a:avLst/>
          </a:prstGeom>
          <a:noFill/>
          <a:ln>
            <a:noFill/>
          </a:ln>
        </p:spPr>
        <p:txBody>
          <a:bodyPr anchorCtr="0" anchor="t" bIns="46025" lIns="92075" spcFirstLastPara="1" rIns="92075" wrap="square" tIns="46025">
            <a:noAutofit/>
          </a:bodyPr>
          <a:lstStyle/>
          <a:p>
            <a:pPr indent="-342900" lvl="0" marL="342900" marR="0" rtl="0" algn="l">
              <a:lnSpc>
                <a:spcPct val="100000"/>
              </a:lnSpc>
              <a:spcBef>
                <a:spcPts val="0"/>
              </a:spcBef>
              <a:spcAft>
                <a:spcPts val="0"/>
              </a:spcAft>
              <a:buClr>
                <a:schemeClr val="accent1"/>
              </a:buClr>
              <a:buSzPts val="2240"/>
              <a:buFont typeface="Arial"/>
              <a:buNone/>
            </a:pPr>
            <a:r>
              <a:rPr b="0" i="0" lang="en-US" sz="3200" u="none" cap="none" strike="noStrike">
                <a:solidFill>
                  <a:schemeClr val="dk1"/>
                </a:solidFill>
                <a:latin typeface="Times New Roman"/>
                <a:ea typeface="Times New Roman"/>
                <a:cs typeface="Times New Roman"/>
                <a:sym typeface="Times New Roman"/>
              </a:rPr>
              <a:t>structure </a:t>
            </a:r>
            <a:r>
              <a:rPr b="0" i="1" lang="en-US" sz="3200" u="none" cap="none" strike="noStrike">
                <a:solidFill>
                  <a:schemeClr val="dk1"/>
                </a:solidFill>
                <a:latin typeface="Times New Roman"/>
                <a:ea typeface="Times New Roman"/>
                <a:cs typeface="Times New Roman"/>
                <a:sym typeface="Times New Roman"/>
              </a:rPr>
              <a:t>Binary_Tree</a:t>
            </a:r>
            <a:r>
              <a:rPr b="0" i="0" lang="en-US" sz="3200" u="none" cap="none" strike="noStrike">
                <a:solidFill>
                  <a:schemeClr val="dk1"/>
                </a:solidFill>
                <a:latin typeface="Times New Roman"/>
                <a:ea typeface="Times New Roman"/>
                <a:cs typeface="Times New Roman"/>
                <a:sym typeface="Times New Roman"/>
              </a:rPr>
              <a:t>(abbreviated </a:t>
            </a:r>
            <a:r>
              <a:rPr b="0" i="1" lang="en-US" sz="3200" u="none" cap="none" strike="noStrike">
                <a:solidFill>
                  <a:schemeClr val="dk1"/>
                </a:solidFill>
                <a:latin typeface="Times New Roman"/>
                <a:ea typeface="Times New Roman"/>
                <a:cs typeface="Times New Roman"/>
                <a:sym typeface="Times New Roman"/>
              </a:rPr>
              <a:t>BinTree</a:t>
            </a:r>
            <a:r>
              <a:rPr b="0" i="0" lang="en-US" sz="3200" u="none" cap="none" strike="noStrike">
                <a:solidFill>
                  <a:schemeClr val="dk1"/>
                </a:solidFill>
                <a:latin typeface="Times New Roman"/>
                <a:ea typeface="Times New Roman"/>
                <a:cs typeface="Times New Roman"/>
                <a:sym typeface="Times New Roman"/>
              </a:rPr>
              <a:t>) is</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640"/>
              </a:spcBef>
              <a:spcAft>
                <a:spcPts val="0"/>
              </a:spcAft>
              <a:buClr>
                <a:schemeClr val="accent1"/>
              </a:buClr>
              <a:buSzPts val="2240"/>
              <a:buFont typeface="Arial"/>
              <a:buNone/>
            </a:pPr>
            <a:r>
              <a:rPr b="0" i="0" lang="en-US" sz="3200" u="none" cap="none" strike="noStrike">
                <a:solidFill>
                  <a:schemeClr val="dk1"/>
                </a:solidFill>
                <a:latin typeface="Times New Roman"/>
                <a:ea typeface="Times New Roman"/>
                <a:cs typeface="Times New Roman"/>
                <a:sym typeface="Times New Roman"/>
              </a:rPr>
              <a:t>objects: a finite set of nodes either empty or </a:t>
            </a:r>
            <a:br>
              <a:rPr b="0" i="0" lang="en-US" sz="3200" u="none" cap="none" strike="noStrike">
                <a:solidFill>
                  <a:schemeClr val="dk1"/>
                </a:solidFill>
                <a:latin typeface="Times New Roman"/>
                <a:ea typeface="Times New Roman"/>
                <a:cs typeface="Times New Roman"/>
                <a:sym typeface="Times New Roman"/>
              </a:rPr>
            </a:br>
            <a:r>
              <a:rPr b="0" i="0" lang="en-US" sz="3200" u="none" cap="none" strike="noStrike">
                <a:solidFill>
                  <a:schemeClr val="dk1"/>
                </a:solidFill>
                <a:latin typeface="Times New Roman"/>
                <a:ea typeface="Times New Roman"/>
                <a:cs typeface="Times New Roman"/>
                <a:sym typeface="Times New Roman"/>
              </a:rPr>
              <a:t>consisting of a root node, left </a:t>
            </a:r>
            <a:r>
              <a:rPr b="0" i="1" lang="en-US" sz="3200" u="none" cap="none" strike="noStrike">
                <a:solidFill>
                  <a:schemeClr val="dk1"/>
                </a:solidFill>
                <a:latin typeface="Times New Roman"/>
                <a:ea typeface="Times New Roman"/>
                <a:cs typeface="Times New Roman"/>
                <a:sym typeface="Times New Roman"/>
              </a:rPr>
              <a:t>Binary_Tree</a:t>
            </a:r>
            <a:r>
              <a:rPr b="0" i="0" lang="en-US" sz="3200" u="none" cap="none" strike="noStrike">
                <a:solidFill>
                  <a:schemeClr val="dk1"/>
                </a:solidFill>
                <a:latin typeface="Times New Roman"/>
                <a:ea typeface="Times New Roman"/>
                <a:cs typeface="Times New Roman"/>
                <a:sym typeface="Times New Roman"/>
              </a:rPr>
              <a:t>, </a:t>
            </a:r>
            <a:br>
              <a:rPr b="0" i="0" lang="en-US" sz="3200" u="none" cap="none" strike="noStrike">
                <a:solidFill>
                  <a:schemeClr val="dk1"/>
                </a:solidFill>
                <a:latin typeface="Times New Roman"/>
                <a:ea typeface="Times New Roman"/>
                <a:cs typeface="Times New Roman"/>
                <a:sym typeface="Times New Roman"/>
              </a:rPr>
            </a:br>
            <a:r>
              <a:rPr b="0" i="0" lang="en-US" sz="3200" u="none" cap="none" strike="noStrike">
                <a:solidFill>
                  <a:schemeClr val="dk1"/>
                </a:solidFill>
                <a:latin typeface="Times New Roman"/>
                <a:ea typeface="Times New Roman"/>
                <a:cs typeface="Times New Roman"/>
                <a:sym typeface="Times New Roman"/>
              </a:rPr>
              <a:t>and right </a:t>
            </a:r>
            <a:r>
              <a:rPr b="0" i="1" lang="en-US" sz="3200" u="none" cap="none" strike="noStrike">
                <a:solidFill>
                  <a:schemeClr val="dk1"/>
                </a:solidFill>
                <a:latin typeface="Times New Roman"/>
                <a:ea typeface="Times New Roman"/>
                <a:cs typeface="Times New Roman"/>
                <a:sym typeface="Times New Roman"/>
              </a:rPr>
              <a:t>Binary_Tree</a:t>
            </a:r>
            <a:r>
              <a:rPr b="0" i="0" lang="en-US" sz="3200" u="none" cap="none" strike="noStrike">
                <a:solidFill>
                  <a:schemeClr val="dk1"/>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640"/>
              </a:spcBef>
              <a:spcAft>
                <a:spcPts val="0"/>
              </a:spcAft>
              <a:buClr>
                <a:schemeClr val="accent1"/>
              </a:buClr>
              <a:buSzPts val="2240"/>
              <a:buFont typeface="Arial"/>
              <a:buNone/>
            </a:pPr>
            <a:r>
              <a:rPr b="0" i="0" lang="en-US" sz="3200" u="none" cap="none" strike="noStrike">
                <a:solidFill>
                  <a:schemeClr val="dk1"/>
                </a:solidFill>
                <a:latin typeface="Times New Roman"/>
                <a:ea typeface="Times New Roman"/>
                <a:cs typeface="Times New Roman"/>
                <a:sym typeface="Times New Roman"/>
              </a:rPr>
              <a:t>functions:</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640"/>
              </a:spcBef>
              <a:spcAft>
                <a:spcPts val="0"/>
              </a:spcAft>
              <a:buClr>
                <a:schemeClr val="accent1"/>
              </a:buClr>
              <a:buSzPts val="2240"/>
              <a:buFont typeface="Arial"/>
              <a:buNone/>
            </a:pPr>
            <a:r>
              <a:rPr b="0" i="0" lang="en-US" sz="3200" u="none" cap="none" strike="noStrike">
                <a:solidFill>
                  <a:schemeClr val="dk1"/>
                </a:solidFill>
                <a:latin typeface="Times New Roman"/>
                <a:ea typeface="Times New Roman"/>
                <a:cs typeface="Times New Roman"/>
                <a:sym typeface="Times New Roman"/>
              </a:rPr>
              <a:t>  for all </a:t>
            </a:r>
            <a:r>
              <a:rPr b="0" i="1" lang="en-US" sz="3200" u="none" cap="none" strike="noStrike">
                <a:solidFill>
                  <a:schemeClr val="dk1"/>
                </a:solidFill>
                <a:latin typeface="Times New Roman"/>
                <a:ea typeface="Times New Roman"/>
                <a:cs typeface="Times New Roman"/>
                <a:sym typeface="Times New Roman"/>
              </a:rPr>
              <a:t>bt</a:t>
            </a:r>
            <a:r>
              <a:rPr b="0" i="0" lang="en-US" sz="3200" u="none" cap="none" strike="noStrike">
                <a:solidFill>
                  <a:schemeClr val="dk1"/>
                </a:solidFill>
                <a:latin typeface="Times New Roman"/>
                <a:ea typeface="Times New Roman"/>
                <a:cs typeface="Times New Roman"/>
                <a:sym typeface="Times New Roman"/>
              </a:rPr>
              <a:t>, </a:t>
            </a:r>
            <a:r>
              <a:rPr b="0" i="1" lang="en-US" sz="3200" u="none" cap="none" strike="noStrike">
                <a:solidFill>
                  <a:schemeClr val="dk1"/>
                </a:solidFill>
                <a:latin typeface="Times New Roman"/>
                <a:ea typeface="Times New Roman"/>
                <a:cs typeface="Times New Roman"/>
                <a:sym typeface="Times New Roman"/>
              </a:rPr>
              <a:t>bt1</a:t>
            </a:r>
            <a:r>
              <a:rPr b="0" i="0" lang="en-US" sz="3200" u="none" cap="none" strike="noStrike">
                <a:solidFill>
                  <a:schemeClr val="dk1"/>
                </a:solidFill>
                <a:latin typeface="Times New Roman"/>
                <a:ea typeface="Times New Roman"/>
                <a:cs typeface="Times New Roman"/>
                <a:sym typeface="Times New Roman"/>
              </a:rPr>
              <a:t>, </a:t>
            </a:r>
            <a:r>
              <a:rPr b="0" i="1" lang="en-US" sz="3200" u="none" cap="none" strike="noStrike">
                <a:solidFill>
                  <a:schemeClr val="dk1"/>
                </a:solidFill>
                <a:latin typeface="Times New Roman"/>
                <a:ea typeface="Times New Roman"/>
                <a:cs typeface="Times New Roman"/>
                <a:sym typeface="Times New Roman"/>
              </a:rPr>
              <a:t>bt2</a:t>
            </a:r>
            <a:r>
              <a:rPr b="0" i="0" lang="en-US" sz="3200" u="none" cap="none" strike="noStrike">
                <a:solidFill>
                  <a:schemeClr val="dk1"/>
                </a:solidFill>
                <a:latin typeface="Times New Roman"/>
                <a:ea typeface="Times New Roman"/>
                <a:cs typeface="Times New Roman"/>
                <a:sym typeface="Times New Roman"/>
              </a:rPr>
              <a:t> ∈ </a:t>
            </a:r>
            <a:r>
              <a:rPr b="0" i="1" lang="en-US" sz="3200" u="none" cap="none" strike="noStrike">
                <a:solidFill>
                  <a:schemeClr val="dk1"/>
                </a:solidFill>
                <a:latin typeface="Times New Roman"/>
                <a:ea typeface="Times New Roman"/>
                <a:cs typeface="Times New Roman"/>
                <a:sym typeface="Times New Roman"/>
              </a:rPr>
              <a:t>BinTree</a:t>
            </a:r>
            <a:r>
              <a:rPr b="0" i="0" lang="en-US" sz="3200" u="none" cap="none" strike="noStrike">
                <a:solidFill>
                  <a:schemeClr val="dk1"/>
                </a:solidFill>
                <a:latin typeface="Times New Roman"/>
                <a:ea typeface="Times New Roman"/>
                <a:cs typeface="Times New Roman"/>
                <a:sym typeface="Times New Roman"/>
              </a:rPr>
              <a:t>, </a:t>
            </a:r>
            <a:r>
              <a:rPr b="0" i="1" lang="en-US" sz="3200" u="none" cap="none" strike="noStrike">
                <a:solidFill>
                  <a:schemeClr val="dk1"/>
                </a:solidFill>
                <a:latin typeface="Times New Roman"/>
                <a:ea typeface="Times New Roman"/>
                <a:cs typeface="Times New Roman"/>
                <a:sym typeface="Times New Roman"/>
              </a:rPr>
              <a:t>item</a:t>
            </a:r>
            <a:r>
              <a:rPr b="0" i="0" lang="en-US" sz="3200" u="none" cap="none" strike="noStrike">
                <a:solidFill>
                  <a:schemeClr val="dk1"/>
                </a:solidFill>
                <a:latin typeface="Times New Roman"/>
                <a:ea typeface="Times New Roman"/>
                <a:cs typeface="Times New Roman"/>
                <a:sym typeface="Times New Roman"/>
              </a:rPr>
              <a:t> ∈ </a:t>
            </a:r>
            <a:r>
              <a:rPr b="0" i="1" lang="en-US" sz="3200" u="none" cap="none" strike="noStrike">
                <a:solidFill>
                  <a:schemeClr val="dk1"/>
                </a:solidFill>
                <a:latin typeface="Times New Roman"/>
                <a:ea typeface="Times New Roman"/>
                <a:cs typeface="Times New Roman"/>
                <a:sym typeface="Times New Roman"/>
              </a:rPr>
              <a:t>element</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640"/>
              </a:spcBef>
              <a:spcAft>
                <a:spcPts val="0"/>
              </a:spcAft>
              <a:buClr>
                <a:schemeClr val="accent1"/>
              </a:buClr>
              <a:buSzPts val="2240"/>
              <a:buFont typeface="Arial"/>
              <a:buNone/>
            </a:pPr>
            <a:r>
              <a:rPr b="0" i="1" lang="en-US" sz="3200" u="none" cap="none" strike="noStrike">
                <a:solidFill>
                  <a:schemeClr val="dk1"/>
                </a:solidFill>
                <a:latin typeface="Times New Roman"/>
                <a:ea typeface="Times New Roman"/>
                <a:cs typeface="Times New Roman"/>
                <a:sym typeface="Times New Roman"/>
              </a:rPr>
              <a:t>  Bintree </a:t>
            </a:r>
            <a:r>
              <a:rPr b="0" i="0" lang="en-US" sz="3200" u="none" cap="none" strike="noStrike">
                <a:solidFill>
                  <a:schemeClr val="dk1"/>
                </a:solidFill>
                <a:latin typeface="Times New Roman"/>
                <a:ea typeface="Times New Roman"/>
                <a:cs typeface="Times New Roman"/>
                <a:sym typeface="Times New Roman"/>
              </a:rPr>
              <a:t>Create()::= creates an empty binary tree</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720"/>
              </a:spcBef>
              <a:spcAft>
                <a:spcPts val="0"/>
              </a:spcAft>
              <a:buClr>
                <a:schemeClr val="accent1"/>
              </a:buClr>
              <a:buSzPts val="2240"/>
              <a:buFont typeface="Arial"/>
              <a:buNone/>
            </a:pPr>
            <a:r>
              <a:rPr b="0" i="0" lang="en-US" sz="3200" u="none" cap="none" strike="noStrike">
                <a:solidFill>
                  <a:schemeClr val="dk1"/>
                </a:solidFill>
                <a:latin typeface="Times New Roman"/>
                <a:ea typeface="Times New Roman"/>
                <a:cs typeface="Times New Roman"/>
                <a:sym typeface="Times New Roman"/>
              </a:rPr>
              <a:t>  </a:t>
            </a:r>
            <a:r>
              <a:rPr b="0" i="1" lang="en-US" sz="3200" u="none" cap="none" strike="noStrike">
                <a:solidFill>
                  <a:schemeClr val="dk1"/>
                </a:solidFill>
                <a:latin typeface="Times New Roman"/>
                <a:ea typeface="Times New Roman"/>
                <a:cs typeface="Times New Roman"/>
                <a:sym typeface="Times New Roman"/>
              </a:rPr>
              <a:t>Boolean</a:t>
            </a:r>
            <a:r>
              <a:rPr b="0" i="0" lang="en-US" sz="3200" u="none" cap="none" strike="noStrike">
                <a:solidFill>
                  <a:schemeClr val="dk1"/>
                </a:solidFill>
                <a:latin typeface="Times New Roman"/>
                <a:ea typeface="Times New Roman"/>
                <a:cs typeface="Times New Roman"/>
                <a:sym typeface="Times New Roman"/>
              </a:rPr>
              <a:t> IsEmpty(</a:t>
            </a:r>
            <a:r>
              <a:rPr b="0" i="1" lang="en-US" sz="3200" u="none" cap="none" strike="noStrike">
                <a:solidFill>
                  <a:schemeClr val="dk1"/>
                </a:solidFill>
                <a:latin typeface="Times New Roman"/>
                <a:ea typeface="Times New Roman"/>
                <a:cs typeface="Times New Roman"/>
                <a:sym typeface="Times New Roman"/>
              </a:rPr>
              <a:t>bt</a:t>
            </a:r>
            <a:r>
              <a:rPr b="0" i="0" lang="en-US" sz="3200" u="none" cap="none" strike="noStrike">
                <a:solidFill>
                  <a:schemeClr val="dk1"/>
                </a:solidFill>
                <a:latin typeface="Times New Roman"/>
                <a:ea typeface="Times New Roman"/>
                <a:cs typeface="Times New Roman"/>
                <a:sym typeface="Times New Roman"/>
              </a:rPr>
              <a:t>)::= if</a:t>
            </a:r>
            <a:r>
              <a:rPr b="0" i="0" lang="en-US" sz="3600" u="none" cap="none" strike="noStrike">
                <a:solidFill>
                  <a:schemeClr val="dk1"/>
                </a:solidFill>
                <a:latin typeface="Times New Roman"/>
                <a:ea typeface="Times New Roman"/>
                <a:cs typeface="Times New Roman"/>
                <a:sym typeface="Times New Roman"/>
              </a:rPr>
              <a:t> (</a:t>
            </a:r>
            <a:r>
              <a:rPr b="0" i="1" lang="en-US" sz="3600" u="none" cap="none" strike="noStrike">
                <a:solidFill>
                  <a:schemeClr val="dk1"/>
                </a:solidFill>
                <a:latin typeface="Times New Roman"/>
                <a:ea typeface="Times New Roman"/>
                <a:cs typeface="Times New Roman"/>
                <a:sym typeface="Times New Roman"/>
              </a:rPr>
              <a:t>bt</a:t>
            </a:r>
            <a:r>
              <a:rPr b="0" i="0" lang="en-US" sz="3600" u="none" cap="none" strike="noStrike">
                <a:solidFill>
                  <a:schemeClr val="dk1"/>
                </a:solidFill>
                <a:latin typeface="Times New Roman"/>
                <a:ea typeface="Times New Roman"/>
                <a:cs typeface="Times New Roman"/>
                <a:sym typeface="Times New Roman"/>
              </a:rPr>
              <a:t>==empty binary </a:t>
            </a:r>
            <a:br>
              <a:rPr b="0" i="0" lang="en-US" sz="3600" u="none" cap="none" strike="noStrike">
                <a:solidFill>
                  <a:schemeClr val="dk1"/>
                </a:solidFill>
                <a:latin typeface="Times New Roman"/>
                <a:ea typeface="Times New Roman"/>
                <a:cs typeface="Times New Roman"/>
                <a:sym typeface="Times New Roman"/>
              </a:rPr>
            </a:br>
            <a:r>
              <a:rPr b="0" i="0" lang="en-US" sz="3600" u="none" cap="none" strike="noStrike">
                <a:solidFill>
                  <a:schemeClr val="dk1"/>
                </a:solidFill>
                <a:latin typeface="Times New Roman"/>
                <a:ea typeface="Times New Roman"/>
                <a:cs typeface="Times New Roman"/>
                <a:sym typeface="Times New Roman"/>
              </a:rPr>
              <a:t>tree) return </a:t>
            </a:r>
            <a:r>
              <a:rPr b="0" i="1" lang="en-US" sz="3600" u="none" cap="none" strike="noStrike">
                <a:solidFill>
                  <a:schemeClr val="dk1"/>
                </a:solidFill>
                <a:latin typeface="Times New Roman"/>
                <a:ea typeface="Times New Roman"/>
                <a:cs typeface="Times New Roman"/>
                <a:sym typeface="Times New Roman"/>
              </a:rPr>
              <a:t>TRUE</a:t>
            </a:r>
            <a:r>
              <a:rPr b="0" i="0" lang="en-US" sz="3600" u="none" cap="none" strike="noStrike">
                <a:solidFill>
                  <a:schemeClr val="dk1"/>
                </a:solidFill>
                <a:latin typeface="Times New Roman"/>
                <a:ea typeface="Times New Roman"/>
                <a:cs typeface="Times New Roman"/>
                <a:sym typeface="Times New Roman"/>
              </a:rPr>
              <a:t> else return </a:t>
            </a:r>
            <a:r>
              <a:rPr b="0" i="1" lang="en-US" sz="3600" u="none" cap="none" strike="noStrike">
                <a:solidFill>
                  <a:schemeClr val="dk1"/>
                </a:solidFill>
                <a:latin typeface="Times New Roman"/>
                <a:ea typeface="Times New Roman"/>
                <a:cs typeface="Times New Roman"/>
                <a:sym typeface="Times New Roman"/>
              </a:rPr>
              <a:t>FALSE</a:t>
            </a:r>
            <a:endParaRPr b="0" i="0" sz="36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10"/>
          <p:cNvSpPr/>
          <p:nvPr/>
        </p:nvSpPr>
        <p:spPr>
          <a:xfrm>
            <a:off x="700088" y="652463"/>
            <a:ext cx="8443912" cy="39354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1" lang="en-US" sz="2800" u="none" cap="none" strike="noStrike">
                <a:solidFill>
                  <a:schemeClr val="dk1"/>
                </a:solidFill>
                <a:latin typeface="Times New Roman"/>
                <a:ea typeface="Times New Roman"/>
                <a:cs typeface="Times New Roman"/>
                <a:sym typeface="Times New Roman"/>
              </a:rPr>
              <a:t>BinTree</a:t>
            </a:r>
            <a:r>
              <a:rPr b="0" i="0" lang="en-US" sz="2800" u="none" cap="none" strike="noStrike">
                <a:solidFill>
                  <a:schemeClr val="dk1"/>
                </a:solidFill>
                <a:latin typeface="Times New Roman"/>
                <a:ea typeface="Times New Roman"/>
                <a:cs typeface="Times New Roman"/>
                <a:sym typeface="Times New Roman"/>
              </a:rPr>
              <a:t> MakeBT(</a:t>
            </a:r>
            <a:r>
              <a:rPr b="0" i="1" lang="en-US" sz="2800" u="none" cap="none" strike="noStrike">
                <a:solidFill>
                  <a:schemeClr val="dk1"/>
                </a:solidFill>
                <a:latin typeface="Times New Roman"/>
                <a:ea typeface="Times New Roman"/>
                <a:cs typeface="Times New Roman"/>
                <a:sym typeface="Times New Roman"/>
              </a:rPr>
              <a:t>bt1</a:t>
            </a:r>
            <a:r>
              <a:rPr b="0" i="0" lang="en-US" sz="2800" u="none" cap="none" strike="noStrike">
                <a:solidFill>
                  <a:schemeClr val="dk1"/>
                </a:solidFill>
                <a:latin typeface="Times New Roman"/>
                <a:ea typeface="Times New Roman"/>
                <a:cs typeface="Times New Roman"/>
                <a:sym typeface="Times New Roman"/>
              </a:rPr>
              <a:t>, </a:t>
            </a:r>
            <a:r>
              <a:rPr b="0" i="1" lang="en-US" sz="2800" u="none" cap="none" strike="noStrike">
                <a:solidFill>
                  <a:schemeClr val="dk1"/>
                </a:solidFill>
                <a:latin typeface="Times New Roman"/>
                <a:ea typeface="Times New Roman"/>
                <a:cs typeface="Times New Roman"/>
                <a:sym typeface="Times New Roman"/>
              </a:rPr>
              <a:t>item</a:t>
            </a:r>
            <a:r>
              <a:rPr b="0" i="0" lang="en-US" sz="2800" u="none" cap="none" strike="noStrike">
                <a:solidFill>
                  <a:schemeClr val="dk1"/>
                </a:solidFill>
                <a:latin typeface="Times New Roman"/>
                <a:ea typeface="Times New Roman"/>
                <a:cs typeface="Times New Roman"/>
                <a:sym typeface="Times New Roman"/>
              </a:rPr>
              <a:t>, </a:t>
            </a:r>
            <a:r>
              <a:rPr b="0" i="1" lang="en-US" sz="2800" u="none" cap="none" strike="noStrike">
                <a:solidFill>
                  <a:schemeClr val="dk1"/>
                </a:solidFill>
                <a:latin typeface="Times New Roman"/>
                <a:ea typeface="Times New Roman"/>
                <a:cs typeface="Times New Roman"/>
                <a:sym typeface="Times New Roman"/>
              </a:rPr>
              <a:t>bt2</a:t>
            </a:r>
            <a:r>
              <a:rPr b="0" i="0" lang="en-US" sz="2800" u="none" cap="none" strike="noStrike">
                <a:solidFill>
                  <a:schemeClr val="dk1"/>
                </a:solidFill>
                <a:latin typeface="Times New Roman"/>
                <a:ea typeface="Times New Roman"/>
                <a:cs typeface="Times New Roman"/>
                <a:sym typeface="Times New Roman"/>
              </a:rPr>
              <a:t>)::= return a binary tree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Times New Roman"/>
                <a:ea typeface="Times New Roman"/>
                <a:cs typeface="Times New Roman"/>
                <a:sym typeface="Times New Roman"/>
              </a:rPr>
              <a:t>       whose left subtree is </a:t>
            </a:r>
            <a:r>
              <a:rPr b="0" i="1" lang="en-US" sz="2800" u="none" cap="none" strike="noStrike">
                <a:solidFill>
                  <a:schemeClr val="dk1"/>
                </a:solidFill>
                <a:latin typeface="Times New Roman"/>
                <a:ea typeface="Times New Roman"/>
                <a:cs typeface="Times New Roman"/>
                <a:sym typeface="Times New Roman"/>
              </a:rPr>
              <a:t>bt1</a:t>
            </a:r>
            <a:r>
              <a:rPr b="0" i="0" lang="en-US" sz="2800" u="none" cap="none" strike="noStrike">
                <a:solidFill>
                  <a:schemeClr val="dk1"/>
                </a:solidFill>
                <a:latin typeface="Times New Roman"/>
                <a:ea typeface="Times New Roman"/>
                <a:cs typeface="Times New Roman"/>
                <a:sym typeface="Times New Roman"/>
              </a:rPr>
              <a:t>, whose right subtree is </a:t>
            </a:r>
            <a:r>
              <a:rPr b="0" i="1" lang="en-US" sz="2800" u="none" cap="none" strike="noStrike">
                <a:solidFill>
                  <a:schemeClr val="dk1"/>
                </a:solidFill>
                <a:latin typeface="Times New Roman"/>
                <a:ea typeface="Times New Roman"/>
                <a:cs typeface="Times New Roman"/>
                <a:sym typeface="Times New Roman"/>
              </a:rPr>
              <a:t>bt2</a:t>
            </a:r>
            <a:r>
              <a:rPr b="0" i="0" lang="en-US" sz="2800" u="none" cap="none" strike="noStrike">
                <a:solidFill>
                  <a:schemeClr val="dk1"/>
                </a:solidFill>
                <a:latin typeface="Times New Roman"/>
                <a:ea typeface="Times New Roman"/>
                <a:cs typeface="Times New Roman"/>
                <a:sym typeface="Times New Roman"/>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Times New Roman"/>
                <a:ea typeface="Times New Roman"/>
                <a:cs typeface="Times New Roman"/>
                <a:sym typeface="Times New Roman"/>
              </a:rPr>
              <a:t>       and whose root node contains the data </a:t>
            </a:r>
            <a:r>
              <a:rPr b="0" i="1" lang="en-US" sz="2800" u="none" cap="none" strike="noStrike">
                <a:solidFill>
                  <a:schemeClr val="dk1"/>
                </a:solidFill>
                <a:latin typeface="Times New Roman"/>
                <a:ea typeface="Times New Roman"/>
                <a:cs typeface="Times New Roman"/>
                <a:sym typeface="Times New Roman"/>
              </a:rPr>
              <a:t>item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1" lang="en-US" sz="2800" u="none" cap="none" strike="noStrike">
                <a:solidFill>
                  <a:schemeClr val="dk1"/>
                </a:solidFill>
                <a:latin typeface="Times New Roman"/>
                <a:ea typeface="Times New Roman"/>
                <a:cs typeface="Times New Roman"/>
                <a:sym typeface="Times New Roman"/>
              </a:rPr>
              <a:t>Bintree</a:t>
            </a:r>
            <a:r>
              <a:rPr b="0" i="0" lang="en-US" sz="2800" u="none" cap="none" strike="noStrike">
                <a:solidFill>
                  <a:schemeClr val="dk1"/>
                </a:solidFill>
                <a:latin typeface="Times New Roman"/>
                <a:ea typeface="Times New Roman"/>
                <a:cs typeface="Times New Roman"/>
                <a:sym typeface="Times New Roman"/>
              </a:rPr>
              <a:t> Lchild(</a:t>
            </a:r>
            <a:r>
              <a:rPr b="0" i="1" lang="en-US" sz="2800" u="none" cap="none" strike="noStrike">
                <a:solidFill>
                  <a:schemeClr val="dk1"/>
                </a:solidFill>
                <a:latin typeface="Times New Roman"/>
                <a:ea typeface="Times New Roman"/>
                <a:cs typeface="Times New Roman"/>
                <a:sym typeface="Times New Roman"/>
              </a:rPr>
              <a:t>bt</a:t>
            </a:r>
            <a:r>
              <a:rPr b="0" i="0" lang="en-US" sz="2800" u="none" cap="none" strike="noStrike">
                <a:solidFill>
                  <a:schemeClr val="dk1"/>
                </a:solidFill>
                <a:latin typeface="Times New Roman"/>
                <a:ea typeface="Times New Roman"/>
                <a:cs typeface="Times New Roman"/>
                <a:sym typeface="Times New Roman"/>
              </a:rPr>
              <a:t>)::= if (IsEmpty(</a:t>
            </a:r>
            <a:r>
              <a:rPr b="0" i="1" lang="en-US" sz="2800" u="none" cap="none" strike="noStrike">
                <a:solidFill>
                  <a:schemeClr val="dk1"/>
                </a:solidFill>
                <a:latin typeface="Times New Roman"/>
                <a:ea typeface="Times New Roman"/>
                <a:cs typeface="Times New Roman"/>
                <a:sym typeface="Times New Roman"/>
              </a:rPr>
              <a:t>bt</a:t>
            </a:r>
            <a:r>
              <a:rPr b="0" i="0" lang="en-US" sz="2800" u="none" cap="none" strike="noStrike">
                <a:solidFill>
                  <a:schemeClr val="dk1"/>
                </a:solidFill>
                <a:latin typeface="Times New Roman"/>
                <a:ea typeface="Times New Roman"/>
                <a:cs typeface="Times New Roman"/>
                <a:sym typeface="Times New Roman"/>
              </a:rPr>
              <a:t>)) return error </a:t>
            </a:r>
            <a:br>
              <a:rPr b="0" i="0" lang="en-US" sz="2800" u="none" cap="none" strike="noStrike">
                <a:solidFill>
                  <a:schemeClr val="dk1"/>
                </a:solidFill>
                <a:latin typeface="Times New Roman"/>
                <a:ea typeface="Times New Roman"/>
                <a:cs typeface="Times New Roman"/>
                <a:sym typeface="Times New Roman"/>
              </a:rPr>
            </a:br>
            <a:r>
              <a:rPr b="0" i="0" lang="en-US" sz="2800" u="none" cap="none" strike="noStrike">
                <a:solidFill>
                  <a:schemeClr val="dk1"/>
                </a:solidFill>
                <a:latin typeface="Times New Roman"/>
                <a:ea typeface="Times New Roman"/>
                <a:cs typeface="Times New Roman"/>
                <a:sym typeface="Times New Roman"/>
              </a:rPr>
              <a:t>                            else return the left subtree of </a:t>
            </a:r>
            <a:r>
              <a:rPr b="0" i="1" lang="en-US" sz="2800" u="none" cap="none" strike="noStrike">
                <a:solidFill>
                  <a:schemeClr val="dk1"/>
                </a:solidFill>
                <a:latin typeface="Times New Roman"/>
                <a:ea typeface="Times New Roman"/>
                <a:cs typeface="Times New Roman"/>
                <a:sym typeface="Times New Roman"/>
              </a:rPr>
              <a:t>bt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1" lang="en-US" sz="2800" u="none" cap="none" strike="noStrike">
                <a:solidFill>
                  <a:schemeClr val="dk1"/>
                </a:solidFill>
                <a:latin typeface="Times New Roman"/>
                <a:ea typeface="Times New Roman"/>
                <a:cs typeface="Times New Roman"/>
                <a:sym typeface="Times New Roman"/>
              </a:rPr>
              <a:t>element </a:t>
            </a:r>
            <a:r>
              <a:rPr b="0" i="0" lang="en-US" sz="2800" u="none" cap="none" strike="noStrike">
                <a:solidFill>
                  <a:schemeClr val="dk1"/>
                </a:solidFill>
                <a:latin typeface="Times New Roman"/>
                <a:ea typeface="Times New Roman"/>
                <a:cs typeface="Times New Roman"/>
                <a:sym typeface="Times New Roman"/>
              </a:rPr>
              <a:t>Data(</a:t>
            </a:r>
            <a:r>
              <a:rPr b="0" i="1" lang="en-US" sz="2800" u="none" cap="none" strike="noStrike">
                <a:solidFill>
                  <a:schemeClr val="dk1"/>
                </a:solidFill>
                <a:latin typeface="Times New Roman"/>
                <a:ea typeface="Times New Roman"/>
                <a:cs typeface="Times New Roman"/>
                <a:sym typeface="Times New Roman"/>
              </a:rPr>
              <a:t>bt</a:t>
            </a:r>
            <a:r>
              <a:rPr b="0" i="0" lang="en-US" sz="2800" u="none" cap="none" strike="noStrike">
                <a:solidFill>
                  <a:schemeClr val="dk1"/>
                </a:solidFill>
                <a:latin typeface="Times New Roman"/>
                <a:ea typeface="Times New Roman"/>
                <a:cs typeface="Times New Roman"/>
                <a:sym typeface="Times New Roman"/>
              </a:rPr>
              <a:t>)::= if (IsEmpty(</a:t>
            </a:r>
            <a:r>
              <a:rPr b="0" i="1" lang="en-US" sz="2800" u="none" cap="none" strike="noStrike">
                <a:solidFill>
                  <a:schemeClr val="dk1"/>
                </a:solidFill>
                <a:latin typeface="Times New Roman"/>
                <a:ea typeface="Times New Roman"/>
                <a:cs typeface="Times New Roman"/>
                <a:sym typeface="Times New Roman"/>
              </a:rPr>
              <a:t>bt</a:t>
            </a:r>
            <a:r>
              <a:rPr b="0" i="0" lang="en-US" sz="2800" u="none" cap="none" strike="noStrike">
                <a:solidFill>
                  <a:schemeClr val="dk1"/>
                </a:solidFill>
                <a:latin typeface="Times New Roman"/>
                <a:ea typeface="Times New Roman"/>
                <a:cs typeface="Times New Roman"/>
                <a:sym typeface="Times New Roman"/>
              </a:rPr>
              <a:t>)) return error</a:t>
            </a:r>
            <a:br>
              <a:rPr b="0" i="0" lang="en-US" sz="2800" u="none" cap="none" strike="noStrike">
                <a:solidFill>
                  <a:schemeClr val="dk1"/>
                </a:solidFill>
                <a:latin typeface="Times New Roman"/>
                <a:ea typeface="Times New Roman"/>
                <a:cs typeface="Times New Roman"/>
                <a:sym typeface="Times New Roman"/>
              </a:rPr>
            </a:br>
            <a:r>
              <a:rPr b="0" i="0" lang="en-US" sz="2800" u="none" cap="none" strike="noStrike">
                <a:solidFill>
                  <a:schemeClr val="dk1"/>
                </a:solidFill>
                <a:latin typeface="Times New Roman"/>
                <a:ea typeface="Times New Roman"/>
                <a:cs typeface="Times New Roman"/>
                <a:sym typeface="Times New Roman"/>
              </a:rPr>
              <a:t>                            else return the data in the root node of </a:t>
            </a:r>
            <a:r>
              <a:rPr b="0" i="1" lang="en-US" sz="2800" u="none" cap="none" strike="noStrike">
                <a:solidFill>
                  <a:schemeClr val="dk1"/>
                </a:solidFill>
                <a:latin typeface="Times New Roman"/>
                <a:ea typeface="Times New Roman"/>
                <a:cs typeface="Times New Roman"/>
                <a:sym typeface="Times New Roman"/>
              </a:rPr>
              <a:t>bt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1" lang="en-US" sz="2800" u="none" cap="none" strike="noStrike">
                <a:solidFill>
                  <a:schemeClr val="dk1"/>
                </a:solidFill>
                <a:latin typeface="Times New Roman"/>
                <a:ea typeface="Times New Roman"/>
                <a:cs typeface="Times New Roman"/>
                <a:sym typeface="Times New Roman"/>
              </a:rPr>
              <a:t>Bintree</a:t>
            </a:r>
            <a:r>
              <a:rPr b="0" i="0" lang="en-US" sz="2800" u="none" cap="none" strike="noStrike">
                <a:solidFill>
                  <a:schemeClr val="dk1"/>
                </a:solidFill>
                <a:latin typeface="Times New Roman"/>
                <a:ea typeface="Times New Roman"/>
                <a:cs typeface="Times New Roman"/>
                <a:sym typeface="Times New Roman"/>
              </a:rPr>
              <a:t> Rchild(</a:t>
            </a:r>
            <a:r>
              <a:rPr b="0" i="1" lang="en-US" sz="2800" u="none" cap="none" strike="noStrike">
                <a:solidFill>
                  <a:schemeClr val="dk1"/>
                </a:solidFill>
                <a:latin typeface="Times New Roman"/>
                <a:ea typeface="Times New Roman"/>
                <a:cs typeface="Times New Roman"/>
                <a:sym typeface="Times New Roman"/>
              </a:rPr>
              <a:t>bt</a:t>
            </a:r>
            <a:r>
              <a:rPr b="0" i="0" lang="en-US" sz="2800" u="none" cap="none" strike="noStrike">
                <a:solidFill>
                  <a:schemeClr val="dk1"/>
                </a:solidFill>
                <a:latin typeface="Times New Roman"/>
                <a:ea typeface="Times New Roman"/>
                <a:cs typeface="Times New Roman"/>
                <a:sym typeface="Times New Roman"/>
              </a:rPr>
              <a:t>)::= if (IsEmpty(</a:t>
            </a:r>
            <a:r>
              <a:rPr b="0" i="1" lang="en-US" sz="2800" u="none" cap="none" strike="noStrike">
                <a:solidFill>
                  <a:schemeClr val="dk1"/>
                </a:solidFill>
                <a:latin typeface="Times New Roman"/>
                <a:ea typeface="Times New Roman"/>
                <a:cs typeface="Times New Roman"/>
                <a:sym typeface="Times New Roman"/>
              </a:rPr>
              <a:t>bt</a:t>
            </a:r>
            <a:r>
              <a:rPr b="0" i="0" lang="en-US" sz="2800" u="none" cap="none" strike="noStrike">
                <a:solidFill>
                  <a:schemeClr val="dk1"/>
                </a:solidFill>
                <a:latin typeface="Times New Roman"/>
                <a:ea typeface="Times New Roman"/>
                <a:cs typeface="Times New Roman"/>
                <a:sym typeface="Times New Roman"/>
              </a:rPr>
              <a:t>)) return error </a:t>
            </a:r>
            <a:br>
              <a:rPr b="0" i="0" lang="en-US" sz="2800" u="none" cap="none" strike="noStrike">
                <a:solidFill>
                  <a:schemeClr val="dk1"/>
                </a:solidFill>
                <a:latin typeface="Times New Roman"/>
                <a:ea typeface="Times New Roman"/>
                <a:cs typeface="Times New Roman"/>
                <a:sym typeface="Times New Roman"/>
              </a:rPr>
            </a:br>
            <a:r>
              <a:rPr b="0" i="0" lang="en-US" sz="2800" u="none" cap="none" strike="noStrike">
                <a:solidFill>
                  <a:schemeClr val="dk1"/>
                </a:solidFill>
                <a:latin typeface="Times New Roman"/>
                <a:ea typeface="Times New Roman"/>
                <a:cs typeface="Times New Roman"/>
                <a:sym typeface="Times New Roman"/>
              </a:rPr>
              <a:t>                            else return the right subtree of </a:t>
            </a:r>
            <a:r>
              <a:rPr b="0" i="1" lang="en-US" sz="2800" u="none" cap="none" strike="noStrike">
                <a:solidFill>
                  <a:schemeClr val="dk1"/>
                </a:solidFill>
                <a:latin typeface="Times New Roman"/>
                <a:ea typeface="Times New Roman"/>
                <a:cs typeface="Times New Roman"/>
                <a:sym typeface="Times New Roman"/>
              </a:rPr>
              <a:t>bt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11"/>
          <p:cNvSpPr/>
          <p:nvPr/>
        </p:nvSpPr>
        <p:spPr>
          <a:xfrm>
            <a:off x="0" y="0"/>
            <a:ext cx="9163050" cy="1143000"/>
          </a:xfrm>
          <a:prstGeom prst="rect">
            <a:avLst/>
          </a:prstGeom>
          <a:noFill/>
          <a:ln>
            <a:noFill/>
          </a:ln>
        </p:spPr>
        <p:txBody>
          <a:bodyPr anchorCtr="0" anchor="ctr" bIns="46025" lIns="92075" spcFirstLastPara="1" rIns="92075" wrap="square" tIns="46025">
            <a:noAutofit/>
          </a:bodyPr>
          <a:lstStyle/>
          <a:p>
            <a:pPr indent="0" lvl="0" marL="0" marR="0" rtl="0" algn="ctr">
              <a:lnSpc>
                <a:spcPct val="100000"/>
              </a:lnSpc>
              <a:spcBef>
                <a:spcPts val="0"/>
              </a:spcBef>
              <a:spcAft>
                <a:spcPts val="0"/>
              </a:spcAft>
              <a:buClr>
                <a:srgbClr val="000000"/>
              </a:buClr>
              <a:buSzPts val="4400"/>
              <a:buFont typeface="Arial"/>
              <a:buNone/>
            </a:pPr>
            <a:r>
              <a:rPr b="0" i="0" lang="en-US" sz="4400" u="none" cap="none" strike="noStrike">
                <a:solidFill>
                  <a:schemeClr val="dk2"/>
                </a:solidFill>
                <a:latin typeface="Times New Roman"/>
                <a:ea typeface="Times New Roman"/>
                <a:cs typeface="Times New Roman"/>
                <a:sym typeface="Times New Roman"/>
              </a:rPr>
              <a:t>Samples of Trees</a:t>
            </a:r>
            <a:endParaRPr b="0" i="0" sz="1400" u="none" cap="none" strike="noStrike">
              <a:solidFill>
                <a:srgbClr val="000000"/>
              </a:solidFill>
              <a:latin typeface="Arial"/>
              <a:ea typeface="Arial"/>
              <a:cs typeface="Arial"/>
              <a:sym typeface="Arial"/>
            </a:endParaRPr>
          </a:p>
        </p:txBody>
      </p:sp>
      <p:grpSp>
        <p:nvGrpSpPr>
          <p:cNvPr id="392" name="Google Shape;392;p11"/>
          <p:cNvGrpSpPr/>
          <p:nvPr/>
        </p:nvGrpSpPr>
        <p:grpSpPr>
          <a:xfrm>
            <a:off x="2386013" y="1779588"/>
            <a:ext cx="571500" cy="569912"/>
            <a:chOff x="1389" y="1133"/>
            <a:chExt cx="360" cy="359"/>
          </a:xfrm>
        </p:grpSpPr>
        <p:sp>
          <p:nvSpPr>
            <p:cNvPr id="393" name="Google Shape;393;p11"/>
            <p:cNvSpPr/>
            <p:nvPr/>
          </p:nvSpPr>
          <p:spPr>
            <a:xfrm>
              <a:off x="1389" y="1133"/>
              <a:ext cx="360" cy="359"/>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394" name="Google Shape;394;p11"/>
            <p:cNvSpPr/>
            <p:nvPr/>
          </p:nvSpPr>
          <p:spPr>
            <a:xfrm>
              <a:off x="1458" y="1186"/>
              <a:ext cx="255" cy="288"/>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A</a:t>
              </a:r>
              <a:endParaRPr b="0" i="0" sz="1400" u="none" cap="none" strike="noStrike">
                <a:solidFill>
                  <a:srgbClr val="000000"/>
                </a:solidFill>
                <a:latin typeface="Arial"/>
                <a:ea typeface="Arial"/>
                <a:cs typeface="Arial"/>
                <a:sym typeface="Arial"/>
              </a:endParaRPr>
            </a:p>
          </p:txBody>
        </p:sp>
      </p:grpSp>
      <p:grpSp>
        <p:nvGrpSpPr>
          <p:cNvPr id="395" name="Google Shape;395;p11"/>
          <p:cNvGrpSpPr/>
          <p:nvPr/>
        </p:nvGrpSpPr>
        <p:grpSpPr>
          <a:xfrm>
            <a:off x="1774825" y="2682875"/>
            <a:ext cx="571500" cy="569913"/>
            <a:chOff x="1004" y="1702"/>
            <a:chExt cx="360" cy="359"/>
          </a:xfrm>
        </p:grpSpPr>
        <p:sp>
          <p:nvSpPr>
            <p:cNvPr id="396" name="Google Shape;396;p11"/>
            <p:cNvSpPr/>
            <p:nvPr/>
          </p:nvSpPr>
          <p:spPr>
            <a:xfrm>
              <a:off x="1004" y="1702"/>
              <a:ext cx="360" cy="359"/>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397" name="Google Shape;397;p11"/>
            <p:cNvSpPr/>
            <p:nvPr/>
          </p:nvSpPr>
          <p:spPr>
            <a:xfrm>
              <a:off x="1073" y="1755"/>
              <a:ext cx="244" cy="288"/>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B</a:t>
              </a:r>
              <a:endParaRPr b="0" i="0" sz="1400" u="none" cap="none" strike="noStrike">
                <a:solidFill>
                  <a:srgbClr val="000000"/>
                </a:solidFill>
                <a:latin typeface="Arial"/>
                <a:ea typeface="Arial"/>
                <a:cs typeface="Arial"/>
                <a:sym typeface="Arial"/>
              </a:endParaRPr>
            </a:p>
          </p:txBody>
        </p:sp>
      </p:grpSp>
      <p:cxnSp>
        <p:nvCxnSpPr>
          <p:cNvPr id="398" name="Google Shape;398;p11"/>
          <p:cNvCxnSpPr/>
          <p:nvPr/>
        </p:nvCxnSpPr>
        <p:spPr>
          <a:xfrm flipH="1">
            <a:off x="2157413" y="2338388"/>
            <a:ext cx="341312" cy="357187"/>
          </a:xfrm>
          <a:prstGeom prst="straightConnector1">
            <a:avLst/>
          </a:prstGeom>
          <a:noFill/>
          <a:ln cap="flat" cmpd="sng" w="12700">
            <a:solidFill>
              <a:schemeClr val="dk1"/>
            </a:solidFill>
            <a:prstDash val="solid"/>
            <a:round/>
            <a:headEnd len="sm" w="sm" type="none"/>
            <a:tailEnd len="sm" w="sm" type="none"/>
          </a:ln>
        </p:spPr>
      </p:cxnSp>
      <p:grpSp>
        <p:nvGrpSpPr>
          <p:cNvPr id="399" name="Google Shape;399;p11"/>
          <p:cNvGrpSpPr/>
          <p:nvPr/>
        </p:nvGrpSpPr>
        <p:grpSpPr>
          <a:xfrm>
            <a:off x="3509963" y="1763713"/>
            <a:ext cx="571500" cy="569912"/>
            <a:chOff x="2097" y="1123"/>
            <a:chExt cx="360" cy="359"/>
          </a:xfrm>
        </p:grpSpPr>
        <p:sp>
          <p:nvSpPr>
            <p:cNvPr id="400" name="Google Shape;400;p11"/>
            <p:cNvSpPr/>
            <p:nvPr/>
          </p:nvSpPr>
          <p:spPr>
            <a:xfrm>
              <a:off x="2097" y="1123"/>
              <a:ext cx="360" cy="359"/>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401" name="Google Shape;401;p11"/>
            <p:cNvSpPr/>
            <p:nvPr/>
          </p:nvSpPr>
          <p:spPr>
            <a:xfrm>
              <a:off x="2166" y="1176"/>
              <a:ext cx="255" cy="288"/>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A</a:t>
              </a:r>
              <a:endParaRPr b="0" i="0" sz="1400" u="none" cap="none" strike="noStrike">
                <a:solidFill>
                  <a:srgbClr val="000000"/>
                </a:solidFill>
                <a:latin typeface="Arial"/>
                <a:ea typeface="Arial"/>
                <a:cs typeface="Arial"/>
                <a:sym typeface="Arial"/>
              </a:endParaRPr>
            </a:p>
          </p:txBody>
        </p:sp>
      </p:grpSp>
      <p:grpSp>
        <p:nvGrpSpPr>
          <p:cNvPr id="402" name="Google Shape;402;p11"/>
          <p:cNvGrpSpPr/>
          <p:nvPr/>
        </p:nvGrpSpPr>
        <p:grpSpPr>
          <a:xfrm>
            <a:off x="4105275" y="2684463"/>
            <a:ext cx="571500" cy="569912"/>
            <a:chOff x="2472" y="1703"/>
            <a:chExt cx="360" cy="359"/>
          </a:xfrm>
        </p:grpSpPr>
        <p:sp>
          <p:nvSpPr>
            <p:cNvPr id="403" name="Google Shape;403;p11"/>
            <p:cNvSpPr/>
            <p:nvPr/>
          </p:nvSpPr>
          <p:spPr>
            <a:xfrm>
              <a:off x="2472" y="1703"/>
              <a:ext cx="360" cy="359"/>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404" name="Google Shape;404;p11"/>
            <p:cNvSpPr/>
            <p:nvPr/>
          </p:nvSpPr>
          <p:spPr>
            <a:xfrm>
              <a:off x="2541" y="1756"/>
              <a:ext cx="244" cy="288"/>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B</a:t>
              </a:r>
              <a:endParaRPr b="0" i="0" sz="1400" u="none" cap="none" strike="noStrike">
                <a:solidFill>
                  <a:srgbClr val="000000"/>
                </a:solidFill>
                <a:latin typeface="Arial"/>
                <a:ea typeface="Arial"/>
                <a:cs typeface="Arial"/>
                <a:sym typeface="Arial"/>
              </a:endParaRPr>
            </a:p>
          </p:txBody>
        </p:sp>
      </p:grpSp>
      <p:cxnSp>
        <p:nvCxnSpPr>
          <p:cNvPr id="405" name="Google Shape;405;p11"/>
          <p:cNvCxnSpPr/>
          <p:nvPr/>
        </p:nvCxnSpPr>
        <p:spPr>
          <a:xfrm>
            <a:off x="3927475" y="2320925"/>
            <a:ext cx="406400" cy="341313"/>
          </a:xfrm>
          <a:prstGeom prst="straightConnector1">
            <a:avLst/>
          </a:prstGeom>
          <a:noFill/>
          <a:ln cap="flat" cmpd="sng" w="12700">
            <a:solidFill>
              <a:schemeClr val="dk1"/>
            </a:solidFill>
            <a:prstDash val="solid"/>
            <a:round/>
            <a:headEnd len="sm" w="sm" type="none"/>
            <a:tailEnd len="sm" w="sm" type="none"/>
          </a:ln>
        </p:spPr>
      </p:cxnSp>
      <p:grpSp>
        <p:nvGrpSpPr>
          <p:cNvPr id="406" name="Google Shape;406;p11"/>
          <p:cNvGrpSpPr/>
          <p:nvPr/>
        </p:nvGrpSpPr>
        <p:grpSpPr>
          <a:xfrm>
            <a:off x="6837363" y="1701800"/>
            <a:ext cx="571500" cy="569913"/>
            <a:chOff x="4229" y="1348"/>
            <a:chExt cx="360" cy="359"/>
          </a:xfrm>
        </p:grpSpPr>
        <p:sp>
          <p:nvSpPr>
            <p:cNvPr id="407" name="Google Shape;407;p11"/>
            <p:cNvSpPr/>
            <p:nvPr/>
          </p:nvSpPr>
          <p:spPr>
            <a:xfrm>
              <a:off x="4229" y="1348"/>
              <a:ext cx="360" cy="359"/>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408" name="Google Shape;408;p11"/>
            <p:cNvSpPr/>
            <p:nvPr/>
          </p:nvSpPr>
          <p:spPr>
            <a:xfrm>
              <a:off x="4298" y="1401"/>
              <a:ext cx="255" cy="288"/>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A</a:t>
              </a:r>
              <a:endParaRPr b="0" i="0" sz="1400" u="none" cap="none" strike="noStrike">
                <a:solidFill>
                  <a:srgbClr val="000000"/>
                </a:solidFill>
                <a:latin typeface="Arial"/>
                <a:ea typeface="Arial"/>
                <a:cs typeface="Arial"/>
                <a:sym typeface="Arial"/>
              </a:endParaRPr>
            </a:p>
          </p:txBody>
        </p:sp>
      </p:grpSp>
      <p:grpSp>
        <p:nvGrpSpPr>
          <p:cNvPr id="409" name="Google Shape;409;p11"/>
          <p:cNvGrpSpPr/>
          <p:nvPr/>
        </p:nvGrpSpPr>
        <p:grpSpPr>
          <a:xfrm>
            <a:off x="5867400" y="2843213"/>
            <a:ext cx="571500" cy="569912"/>
            <a:chOff x="3618" y="2067"/>
            <a:chExt cx="360" cy="359"/>
          </a:xfrm>
        </p:grpSpPr>
        <p:sp>
          <p:nvSpPr>
            <p:cNvPr id="410" name="Google Shape;410;p11"/>
            <p:cNvSpPr/>
            <p:nvPr/>
          </p:nvSpPr>
          <p:spPr>
            <a:xfrm>
              <a:off x="3618" y="2067"/>
              <a:ext cx="360" cy="359"/>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411" name="Google Shape;411;p11"/>
            <p:cNvSpPr/>
            <p:nvPr/>
          </p:nvSpPr>
          <p:spPr>
            <a:xfrm>
              <a:off x="3687" y="2120"/>
              <a:ext cx="244" cy="288"/>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B</a:t>
              </a:r>
              <a:endParaRPr b="0" i="0" sz="1400" u="none" cap="none" strike="noStrike">
                <a:solidFill>
                  <a:srgbClr val="000000"/>
                </a:solidFill>
                <a:latin typeface="Arial"/>
                <a:ea typeface="Arial"/>
                <a:cs typeface="Arial"/>
                <a:sym typeface="Arial"/>
              </a:endParaRPr>
            </a:p>
          </p:txBody>
        </p:sp>
      </p:grpSp>
      <p:cxnSp>
        <p:nvCxnSpPr>
          <p:cNvPr id="412" name="Google Shape;412;p11"/>
          <p:cNvCxnSpPr/>
          <p:nvPr/>
        </p:nvCxnSpPr>
        <p:spPr>
          <a:xfrm flipH="1">
            <a:off x="6165850" y="2192338"/>
            <a:ext cx="765175" cy="646112"/>
          </a:xfrm>
          <a:prstGeom prst="straightConnector1">
            <a:avLst/>
          </a:prstGeom>
          <a:noFill/>
          <a:ln cap="flat" cmpd="sng" w="12700">
            <a:solidFill>
              <a:schemeClr val="dk1"/>
            </a:solidFill>
            <a:prstDash val="solid"/>
            <a:round/>
            <a:headEnd len="sm" w="sm" type="none"/>
            <a:tailEnd len="sm" w="sm" type="none"/>
          </a:ln>
        </p:spPr>
      </p:cxnSp>
      <p:grpSp>
        <p:nvGrpSpPr>
          <p:cNvPr id="413" name="Google Shape;413;p11"/>
          <p:cNvGrpSpPr/>
          <p:nvPr/>
        </p:nvGrpSpPr>
        <p:grpSpPr>
          <a:xfrm>
            <a:off x="7758113" y="2876550"/>
            <a:ext cx="571500" cy="569913"/>
            <a:chOff x="4809" y="2088"/>
            <a:chExt cx="360" cy="359"/>
          </a:xfrm>
        </p:grpSpPr>
        <p:sp>
          <p:nvSpPr>
            <p:cNvPr id="414" name="Google Shape;414;p11"/>
            <p:cNvSpPr/>
            <p:nvPr/>
          </p:nvSpPr>
          <p:spPr>
            <a:xfrm>
              <a:off x="4809" y="2088"/>
              <a:ext cx="360" cy="359"/>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415" name="Google Shape;415;p11"/>
            <p:cNvSpPr/>
            <p:nvPr/>
          </p:nvSpPr>
          <p:spPr>
            <a:xfrm>
              <a:off x="4878" y="2141"/>
              <a:ext cx="244" cy="288"/>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C</a:t>
              </a:r>
              <a:endParaRPr b="0" i="0" sz="1400" u="none" cap="none" strike="noStrike">
                <a:solidFill>
                  <a:srgbClr val="000000"/>
                </a:solidFill>
                <a:latin typeface="Arial"/>
                <a:ea typeface="Arial"/>
                <a:cs typeface="Arial"/>
                <a:sym typeface="Arial"/>
              </a:endParaRPr>
            </a:p>
          </p:txBody>
        </p:sp>
      </p:grpSp>
      <p:grpSp>
        <p:nvGrpSpPr>
          <p:cNvPr id="416" name="Google Shape;416;p11"/>
          <p:cNvGrpSpPr/>
          <p:nvPr/>
        </p:nvGrpSpPr>
        <p:grpSpPr>
          <a:xfrm>
            <a:off x="8267700" y="3949700"/>
            <a:ext cx="571500" cy="569913"/>
            <a:chOff x="5130" y="2764"/>
            <a:chExt cx="360" cy="359"/>
          </a:xfrm>
        </p:grpSpPr>
        <p:sp>
          <p:nvSpPr>
            <p:cNvPr id="417" name="Google Shape;417;p11"/>
            <p:cNvSpPr/>
            <p:nvPr/>
          </p:nvSpPr>
          <p:spPr>
            <a:xfrm>
              <a:off x="5130" y="2764"/>
              <a:ext cx="360" cy="359"/>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418" name="Google Shape;418;p11"/>
            <p:cNvSpPr/>
            <p:nvPr/>
          </p:nvSpPr>
          <p:spPr>
            <a:xfrm>
              <a:off x="5199" y="2817"/>
              <a:ext cx="255" cy="288"/>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G</a:t>
              </a:r>
              <a:endParaRPr b="0" i="0" sz="1400" u="none" cap="none" strike="noStrike">
                <a:solidFill>
                  <a:srgbClr val="000000"/>
                </a:solidFill>
                <a:latin typeface="Arial"/>
                <a:ea typeface="Arial"/>
                <a:cs typeface="Arial"/>
                <a:sym typeface="Arial"/>
              </a:endParaRPr>
            </a:p>
          </p:txBody>
        </p:sp>
      </p:grpSp>
      <p:cxnSp>
        <p:nvCxnSpPr>
          <p:cNvPr id="419" name="Google Shape;419;p11"/>
          <p:cNvCxnSpPr/>
          <p:nvPr/>
        </p:nvCxnSpPr>
        <p:spPr>
          <a:xfrm>
            <a:off x="8208963" y="3435350"/>
            <a:ext cx="287337" cy="492125"/>
          </a:xfrm>
          <a:prstGeom prst="straightConnector1">
            <a:avLst/>
          </a:prstGeom>
          <a:noFill/>
          <a:ln cap="flat" cmpd="sng" w="12700">
            <a:solidFill>
              <a:schemeClr val="dk1"/>
            </a:solidFill>
            <a:prstDash val="solid"/>
            <a:round/>
            <a:headEnd len="sm" w="sm" type="none"/>
            <a:tailEnd len="sm" w="sm" type="none"/>
          </a:ln>
        </p:spPr>
      </p:cxnSp>
      <p:grpSp>
        <p:nvGrpSpPr>
          <p:cNvPr id="420" name="Google Shape;420;p11"/>
          <p:cNvGrpSpPr/>
          <p:nvPr/>
        </p:nvGrpSpPr>
        <p:grpSpPr>
          <a:xfrm>
            <a:off x="6396038" y="3998913"/>
            <a:ext cx="571500" cy="569912"/>
            <a:chOff x="3951" y="2795"/>
            <a:chExt cx="360" cy="359"/>
          </a:xfrm>
        </p:grpSpPr>
        <p:sp>
          <p:nvSpPr>
            <p:cNvPr id="421" name="Google Shape;421;p11"/>
            <p:cNvSpPr/>
            <p:nvPr/>
          </p:nvSpPr>
          <p:spPr>
            <a:xfrm>
              <a:off x="3951" y="2795"/>
              <a:ext cx="360" cy="359"/>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422" name="Google Shape;422;p11"/>
            <p:cNvSpPr/>
            <p:nvPr/>
          </p:nvSpPr>
          <p:spPr>
            <a:xfrm>
              <a:off x="4020" y="2848"/>
              <a:ext cx="233" cy="288"/>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E</a:t>
              </a:r>
              <a:endParaRPr b="0" i="0" sz="1400" u="none" cap="none" strike="noStrike">
                <a:solidFill>
                  <a:srgbClr val="000000"/>
                </a:solidFill>
                <a:latin typeface="Arial"/>
                <a:ea typeface="Arial"/>
                <a:cs typeface="Arial"/>
                <a:sym typeface="Arial"/>
              </a:endParaRPr>
            </a:p>
          </p:txBody>
        </p:sp>
      </p:grpSp>
      <p:grpSp>
        <p:nvGrpSpPr>
          <p:cNvPr id="423" name="Google Shape;423;p11"/>
          <p:cNvGrpSpPr/>
          <p:nvPr/>
        </p:nvGrpSpPr>
        <p:grpSpPr>
          <a:xfrm>
            <a:off x="5937250" y="5207000"/>
            <a:ext cx="571500" cy="569913"/>
            <a:chOff x="3662" y="3556"/>
            <a:chExt cx="360" cy="359"/>
          </a:xfrm>
        </p:grpSpPr>
        <p:sp>
          <p:nvSpPr>
            <p:cNvPr id="424" name="Google Shape;424;p11"/>
            <p:cNvSpPr/>
            <p:nvPr/>
          </p:nvSpPr>
          <p:spPr>
            <a:xfrm>
              <a:off x="3662" y="3556"/>
              <a:ext cx="360" cy="359"/>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425" name="Google Shape;425;p11"/>
            <p:cNvSpPr/>
            <p:nvPr/>
          </p:nvSpPr>
          <p:spPr>
            <a:xfrm>
              <a:off x="3731" y="3609"/>
              <a:ext cx="180" cy="288"/>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I</a:t>
              </a:r>
              <a:endParaRPr b="0" i="0" sz="1400" u="none" cap="none" strike="noStrike">
                <a:solidFill>
                  <a:srgbClr val="000000"/>
                </a:solidFill>
                <a:latin typeface="Arial"/>
                <a:ea typeface="Arial"/>
                <a:cs typeface="Arial"/>
                <a:sym typeface="Arial"/>
              </a:endParaRPr>
            </a:p>
          </p:txBody>
        </p:sp>
      </p:grpSp>
      <p:cxnSp>
        <p:nvCxnSpPr>
          <p:cNvPr id="426" name="Google Shape;426;p11"/>
          <p:cNvCxnSpPr/>
          <p:nvPr/>
        </p:nvCxnSpPr>
        <p:spPr>
          <a:xfrm>
            <a:off x="5792788" y="4589463"/>
            <a:ext cx="423862" cy="612775"/>
          </a:xfrm>
          <a:prstGeom prst="straightConnector1">
            <a:avLst/>
          </a:prstGeom>
          <a:noFill/>
          <a:ln cap="flat" cmpd="sng" w="12700">
            <a:solidFill>
              <a:schemeClr val="dk1"/>
            </a:solidFill>
            <a:prstDash val="solid"/>
            <a:round/>
            <a:headEnd len="sm" w="sm" type="none"/>
            <a:tailEnd len="sm" w="sm" type="none"/>
          </a:ln>
        </p:spPr>
      </p:cxnSp>
      <p:grpSp>
        <p:nvGrpSpPr>
          <p:cNvPr id="427" name="Google Shape;427;p11"/>
          <p:cNvGrpSpPr/>
          <p:nvPr/>
        </p:nvGrpSpPr>
        <p:grpSpPr>
          <a:xfrm>
            <a:off x="5407025" y="3981450"/>
            <a:ext cx="571500" cy="569913"/>
            <a:chOff x="3328" y="2784"/>
            <a:chExt cx="360" cy="359"/>
          </a:xfrm>
        </p:grpSpPr>
        <p:sp>
          <p:nvSpPr>
            <p:cNvPr id="428" name="Google Shape;428;p11"/>
            <p:cNvSpPr/>
            <p:nvPr/>
          </p:nvSpPr>
          <p:spPr>
            <a:xfrm>
              <a:off x="3328" y="2784"/>
              <a:ext cx="360" cy="359"/>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429" name="Google Shape;429;p11"/>
            <p:cNvSpPr/>
            <p:nvPr/>
          </p:nvSpPr>
          <p:spPr>
            <a:xfrm>
              <a:off x="3397" y="2837"/>
              <a:ext cx="255" cy="288"/>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D</a:t>
              </a:r>
              <a:endParaRPr b="0" i="0" sz="1400" u="none" cap="none" strike="noStrike">
                <a:solidFill>
                  <a:srgbClr val="000000"/>
                </a:solidFill>
                <a:latin typeface="Arial"/>
                <a:ea typeface="Arial"/>
                <a:cs typeface="Arial"/>
                <a:sym typeface="Arial"/>
              </a:endParaRPr>
            </a:p>
          </p:txBody>
        </p:sp>
      </p:grpSp>
      <p:grpSp>
        <p:nvGrpSpPr>
          <p:cNvPr id="430" name="Google Shape;430;p11"/>
          <p:cNvGrpSpPr/>
          <p:nvPr/>
        </p:nvGrpSpPr>
        <p:grpSpPr>
          <a:xfrm>
            <a:off x="4846638" y="5170488"/>
            <a:ext cx="571500" cy="569912"/>
            <a:chOff x="2975" y="3533"/>
            <a:chExt cx="360" cy="359"/>
          </a:xfrm>
        </p:grpSpPr>
        <p:sp>
          <p:nvSpPr>
            <p:cNvPr id="431" name="Google Shape;431;p11"/>
            <p:cNvSpPr/>
            <p:nvPr/>
          </p:nvSpPr>
          <p:spPr>
            <a:xfrm>
              <a:off x="2975" y="3533"/>
              <a:ext cx="360" cy="359"/>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432" name="Google Shape;432;p11"/>
            <p:cNvSpPr/>
            <p:nvPr/>
          </p:nvSpPr>
          <p:spPr>
            <a:xfrm>
              <a:off x="3044" y="3586"/>
              <a:ext cx="255" cy="288"/>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H</a:t>
              </a:r>
              <a:endParaRPr b="0" i="0" sz="1400" u="none" cap="none" strike="noStrike">
                <a:solidFill>
                  <a:srgbClr val="000000"/>
                </a:solidFill>
                <a:latin typeface="Arial"/>
                <a:ea typeface="Arial"/>
                <a:cs typeface="Arial"/>
                <a:sym typeface="Arial"/>
              </a:endParaRPr>
            </a:p>
          </p:txBody>
        </p:sp>
      </p:grpSp>
      <p:grpSp>
        <p:nvGrpSpPr>
          <p:cNvPr id="433" name="Google Shape;433;p11"/>
          <p:cNvGrpSpPr/>
          <p:nvPr/>
        </p:nvGrpSpPr>
        <p:grpSpPr>
          <a:xfrm>
            <a:off x="7296150" y="3948113"/>
            <a:ext cx="571500" cy="569912"/>
            <a:chOff x="4518" y="2763"/>
            <a:chExt cx="360" cy="359"/>
          </a:xfrm>
        </p:grpSpPr>
        <p:sp>
          <p:nvSpPr>
            <p:cNvPr id="434" name="Google Shape;434;p11"/>
            <p:cNvSpPr/>
            <p:nvPr/>
          </p:nvSpPr>
          <p:spPr>
            <a:xfrm>
              <a:off x="4518" y="2763"/>
              <a:ext cx="360" cy="359"/>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435" name="Google Shape;435;p11"/>
            <p:cNvSpPr/>
            <p:nvPr/>
          </p:nvSpPr>
          <p:spPr>
            <a:xfrm>
              <a:off x="4587" y="2816"/>
              <a:ext cx="223" cy="288"/>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F</a:t>
              </a:r>
              <a:endParaRPr b="0" i="0" sz="1400" u="none" cap="none" strike="noStrike">
                <a:solidFill>
                  <a:srgbClr val="000000"/>
                </a:solidFill>
                <a:latin typeface="Arial"/>
                <a:ea typeface="Arial"/>
                <a:cs typeface="Arial"/>
                <a:sym typeface="Arial"/>
              </a:endParaRPr>
            </a:p>
          </p:txBody>
        </p:sp>
      </p:grpSp>
      <p:cxnSp>
        <p:nvCxnSpPr>
          <p:cNvPr id="436" name="Google Shape;436;p11"/>
          <p:cNvCxnSpPr/>
          <p:nvPr/>
        </p:nvCxnSpPr>
        <p:spPr>
          <a:xfrm flipH="1">
            <a:off x="7561263" y="3433763"/>
            <a:ext cx="322262" cy="493712"/>
          </a:xfrm>
          <a:prstGeom prst="straightConnector1">
            <a:avLst/>
          </a:prstGeom>
          <a:noFill/>
          <a:ln cap="flat" cmpd="sng" w="12700">
            <a:solidFill>
              <a:schemeClr val="dk1"/>
            </a:solidFill>
            <a:prstDash val="solid"/>
            <a:round/>
            <a:headEnd len="sm" w="sm" type="none"/>
            <a:tailEnd len="sm" w="sm" type="none"/>
          </a:ln>
        </p:spPr>
      </p:cxnSp>
      <p:cxnSp>
        <p:nvCxnSpPr>
          <p:cNvPr id="437" name="Google Shape;437;p11"/>
          <p:cNvCxnSpPr/>
          <p:nvPr/>
        </p:nvCxnSpPr>
        <p:spPr>
          <a:xfrm>
            <a:off x="6251575" y="3382963"/>
            <a:ext cx="373063" cy="612775"/>
          </a:xfrm>
          <a:prstGeom prst="straightConnector1">
            <a:avLst/>
          </a:prstGeom>
          <a:noFill/>
          <a:ln cap="flat" cmpd="sng" w="12700">
            <a:solidFill>
              <a:schemeClr val="dk1"/>
            </a:solidFill>
            <a:prstDash val="solid"/>
            <a:round/>
            <a:headEnd len="sm" w="sm" type="none"/>
            <a:tailEnd len="sm" w="sm" type="none"/>
          </a:ln>
        </p:spPr>
      </p:cxnSp>
      <p:cxnSp>
        <p:nvCxnSpPr>
          <p:cNvPr id="438" name="Google Shape;438;p11"/>
          <p:cNvCxnSpPr/>
          <p:nvPr/>
        </p:nvCxnSpPr>
        <p:spPr>
          <a:xfrm flipH="1">
            <a:off x="5672138" y="3365500"/>
            <a:ext cx="323850" cy="612775"/>
          </a:xfrm>
          <a:prstGeom prst="straightConnector1">
            <a:avLst/>
          </a:prstGeom>
          <a:noFill/>
          <a:ln cap="flat" cmpd="sng" w="12700">
            <a:solidFill>
              <a:schemeClr val="dk1"/>
            </a:solidFill>
            <a:prstDash val="solid"/>
            <a:round/>
            <a:headEnd len="sm" w="sm" type="none"/>
            <a:tailEnd len="sm" w="sm" type="none"/>
          </a:ln>
        </p:spPr>
      </p:cxnSp>
      <p:cxnSp>
        <p:nvCxnSpPr>
          <p:cNvPr id="439" name="Google Shape;439;p11"/>
          <p:cNvCxnSpPr/>
          <p:nvPr/>
        </p:nvCxnSpPr>
        <p:spPr>
          <a:xfrm flipH="1">
            <a:off x="5127625" y="4572000"/>
            <a:ext cx="425450" cy="579438"/>
          </a:xfrm>
          <a:prstGeom prst="straightConnector1">
            <a:avLst/>
          </a:prstGeom>
          <a:noFill/>
          <a:ln cap="flat" cmpd="sng" w="12700">
            <a:solidFill>
              <a:schemeClr val="dk1"/>
            </a:solidFill>
            <a:prstDash val="solid"/>
            <a:round/>
            <a:headEnd len="sm" w="sm" type="none"/>
            <a:tailEnd len="sm" w="sm" type="none"/>
          </a:ln>
        </p:spPr>
      </p:cxnSp>
      <p:cxnSp>
        <p:nvCxnSpPr>
          <p:cNvPr id="440" name="Google Shape;440;p11"/>
          <p:cNvCxnSpPr/>
          <p:nvPr/>
        </p:nvCxnSpPr>
        <p:spPr>
          <a:xfrm>
            <a:off x="7305675" y="2209800"/>
            <a:ext cx="714375" cy="663575"/>
          </a:xfrm>
          <a:prstGeom prst="straightConnector1">
            <a:avLst/>
          </a:prstGeom>
          <a:noFill/>
          <a:ln cap="flat" cmpd="sng" w="12700">
            <a:solidFill>
              <a:schemeClr val="dk1"/>
            </a:solidFill>
            <a:prstDash val="solid"/>
            <a:round/>
            <a:headEnd len="sm" w="sm" type="none"/>
            <a:tailEnd len="sm" w="sm" type="none"/>
          </a:ln>
        </p:spPr>
      </p:cxnSp>
      <p:sp>
        <p:nvSpPr>
          <p:cNvPr id="441" name="Google Shape;441;p11"/>
          <p:cNvSpPr/>
          <p:nvPr/>
        </p:nvSpPr>
        <p:spPr>
          <a:xfrm>
            <a:off x="5734050" y="1177925"/>
            <a:ext cx="2905125"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3399"/>
                </a:solidFill>
                <a:latin typeface="Times New Roman"/>
                <a:ea typeface="Times New Roman"/>
                <a:cs typeface="Times New Roman"/>
                <a:sym typeface="Times New Roman"/>
              </a:rPr>
              <a:t>Complete Binary Tree</a:t>
            </a:r>
            <a:endParaRPr b="0" i="0" sz="2400" u="none" cap="none" strike="noStrike">
              <a:solidFill>
                <a:schemeClr val="dk1"/>
              </a:solidFill>
              <a:latin typeface="Times New Roman"/>
              <a:ea typeface="Times New Roman"/>
              <a:cs typeface="Times New Roman"/>
              <a:sym typeface="Times New Roman"/>
            </a:endParaRPr>
          </a:p>
        </p:txBody>
      </p:sp>
      <p:sp>
        <p:nvSpPr>
          <p:cNvPr id="442" name="Google Shape;442;p11"/>
          <p:cNvSpPr/>
          <p:nvPr/>
        </p:nvSpPr>
        <p:spPr>
          <a:xfrm>
            <a:off x="2390775" y="3736975"/>
            <a:ext cx="2687638"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3399"/>
                </a:solidFill>
                <a:latin typeface="Times New Roman"/>
                <a:ea typeface="Times New Roman"/>
                <a:cs typeface="Times New Roman"/>
                <a:sym typeface="Times New Roman"/>
              </a:rPr>
              <a:t>Skewed Binary Tree</a:t>
            </a:r>
            <a:endParaRPr b="0" i="0" sz="2400" u="none" cap="none" strike="noStrike">
              <a:solidFill>
                <a:schemeClr val="dk1"/>
              </a:solidFill>
              <a:latin typeface="Times New Roman"/>
              <a:ea typeface="Times New Roman"/>
              <a:cs typeface="Times New Roman"/>
              <a:sym typeface="Times New Roman"/>
            </a:endParaRPr>
          </a:p>
        </p:txBody>
      </p:sp>
      <p:grpSp>
        <p:nvGrpSpPr>
          <p:cNvPr id="443" name="Google Shape;443;p11"/>
          <p:cNvGrpSpPr/>
          <p:nvPr/>
        </p:nvGrpSpPr>
        <p:grpSpPr>
          <a:xfrm>
            <a:off x="923925" y="5486400"/>
            <a:ext cx="571500" cy="569913"/>
            <a:chOff x="468" y="3468"/>
            <a:chExt cx="360" cy="359"/>
          </a:xfrm>
        </p:grpSpPr>
        <p:sp>
          <p:nvSpPr>
            <p:cNvPr id="444" name="Google Shape;444;p11"/>
            <p:cNvSpPr/>
            <p:nvPr/>
          </p:nvSpPr>
          <p:spPr>
            <a:xfrm>
              <a:off x="468" y="3468"/>
              <a:ext cx="360" cy="359"/>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445" name="Google Shape;445;p11"/>
            <p:cNvSpPr/>
            <p:nvPr/>
          </p:nvSpPr>
          <p:spPr>
            <a:xfrm>
              <a:off x="537" y="3521"/>
              <a:ext cx="233" cy="288"/>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E</a:t>
              </a:r>
              <a:endParaRPr b="0" i="0" sz="1400" u="none" cap="none" strike="noStrike">
                <a:solidFill>
                  <a:srgbClr val="000000"/>
                </a:solidFill>
                <a:latin typeface="Arial"/>
                <a:ea typeface="Arial"/>
                <a:cs typeface="Arial"/>
                <a:sym typeface="Arial"/>
              </a:endParaRPr>
            </a:p>
          </p:txBody>
        </p:sp>
      </p:grpSp>
      <p:cxnSp>
        <p:nvCxnSpPr>
          <p:cNvPr id="446" name="Google Shape;446;p11"/>
          <p:cNvCxnSpPr/>
          <p:nvPr/>
        </p:nvCxnSpPr>
        <p:spPr>
          <a:xfrm flipH="1">
            <a:off x="1136650" y="5056188"/>
            <a:ext cx="322263" cy="444500"/>
          </a:xfrm>
          <a:prstGeom prst="straightConnector1">
            <a:avLst/>
          </a:prstGeom>
          <a:noFill/>
          <a:ln cap="flat" cmpd="sng" w="12700">
            <a:solidFill>
              <a:schemeClr val="dk1"/>
            </a:solidFill>
            <a:prstDash val="solid"/>
            <a:round/>
            <a:headEnd len="sm" w="sm" type="none"/>
            <a:tailEnd len="sm" w="sm" type="none"/>
          </a:ln>
        </p:spPr>
      </p:cxnSp>
      <p:grpSp>
        <p:nvGrpSpPr>
          <p:cNvPr id="447" name="Google Shape;447;p11"/>
          <p:cNvGrpSpPr/>
          <p:nvPr/>
        </p:nvGrpSpPr>
        <p:grpSpPr>
          <a:xfrm>
            <a:off x="1566863" y="3614738"/>
            <a:ext cx="571500" cy="569912"/>
            <a:chOff x="873" y="2289"/>
            <a:chExt cx="360" cy="359"/>
          </a:xfrm>
        </p:grpSpPr>
        <p:sp>
          <p:nvSpPr>
            <p:cNvPr id="448" name="Google Shape;448;p11"/>
            <p:cNvSpPr/>
            <p:nvPr/>
          </p:nvSpPr>
          <p:spPr>
            <a:xfrm>
              <a:off x="873" y="2289"/>
              <a:ext cx="360" cy="359"/>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449" name="Google Shape;449;p11"/>
            <p:cNvSpPr/>
            <p:nvPr/>
          </p:nvSpPr>
          <p:spPr>
            <a:xfrm>
              <a:off x="942" y="2342"/>
              <a:ext cx="244" cy="288"/>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C</a:t>
              </a:r>
              <a:endParaRPr b="0" i="0" sz="1400" u="none" cap="none" strike="noStrike">
                <a:solidFill>
                  <a:srgbClr val="000000"/>
                </a:solidFill>
                <a:latin typeface="Arial"/>
                <a:ea typeface="Arial"/>
                <a:cs typeface="Arial"/>
                <a:sym typeface="Arial"/>
              </a:endParaRPr>
            </a:p>
          </p:txBody>
        </p:sp>
      </p:grpSp>
      <p:grpSp>
        <p:nvGrpSpPr>
          <p:cNvPr id="450" name="Google Shape;450;p11"/>
          <p:cNvGrpSpPr/>
          <p:nvPr/>
        </p:nvGrpSpPr>
        <p:grpSpPr>
          <a:xfrm>
            <a:off x="1209675" y="4479925"/>
            <a:ext cx="571500" cy="569913"/>
            <a:chOff x="648" y="2834"/>
            <a:chExt cx="360" cy="359"/>
          </a:xfrm>
        </p:grpSpPr>
        <p:sp>
          <p:nvSpPr>
            <p:cNvPr id="451" name="Google Shape;451;p11"/>
            <p:cNvSpPr/>
            <p:nvPr/>
          </p:nvSpPr>
          <p:spPr>
            <a:xfrm>
              <a:off x="648" y="2834"/>
              <a:ext cx="360" cy="359"/>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452" name="Google Shape;452;p11"/>
            <p:cNvSpPr/>
            <p:nvPr/>
          </p:nvSpPr>
          <p:spPr>
            <a:xfrm>
              <a:off x="717" y="2887"/>
              <a:ext cx="255" cy="288"/>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D</a:t>
              </a:r>
              <a:endParaRPr b="0" i="0" sz="1400" u="none" cap="none" strike="noStrike">
                <a:solidFill>
                  <a:srgbClr val="000000"/>
                </a:solidFill>
                <a:latin typeface="Arial"/>
                <a:ea typeface="Arial"/>
                <a:cs typeface="Arial"/>
                <a:sym typeface="Arial"/>
              </a:endParaRPr>
            </a:p>
          </p:txBody>
        </p:sp>
      </p:grpSp>
      <p:cxnSp>
        <p:nvCxnSpPr>
          <p:cNvPr id="453" name="Google Shape;453;p11"/>
          <p:cNvCxnSpPr/>
          <p:nvPr/>
        </p:nvCxnSpPr>
        <p:spPr>
          <a:xfrm flipH="1">
            <a:off x="1831975" y="3273425"/>
            <a:ext cx="138113" cy="338138"/>
          </a:xfrm>
          <a:prstGeom prst="straightConnector1">
            <a:avLst/>
          </a:prstGeom>
          <a:noFill/>
          <a:ln cap="flat" cmpd="sng" w="12700">
            <a:solidFill>
              <a:schemeClr val="dk1"/>
            </a:solidFill>
            <a:prstDash val="solid"/>
            <a:round/>
            <a:headEnd len="sm" w="sm" type="none"/>
            <a:tailEnd len="sm" w="sm" type="none"/>
          </a:ln>
        </p:spPr>
      </p:cxnSp>
      <p:cxnSp>
        <p:nvCxnSpPr>
          <p:cNvPr id="454" name="Google Shape;454;p11"/>
          <p:cNvCxnSpPr/>
          <p:nvPr/>
        </p:nvCxnSpPr>
        <p:spPr>
          <a:xfrm flipH="1">
            <a:off x="1544638" y="4205288"/>
            <a:ext cx="168275" cy="292100"/>
          </a:xfrm>
          <a:prstGeom prst="straightConnector1">
            <a:avLst/>
          </a:prstGeom>
          <a:noFill/>
          <a:ln cap="flat" cmpd="sng" w="12700">
            <a:solidFill>
              <a:schemeClr val="dk1"/>
            </a:solidFill>
            <a:prstDash val="solid"/>
            <a:round/>
            <a:headEnd len="sm" w="sm" type="none"/>
            <a:tailEnd len="sm" w="sm" type="none"/>
          </a:ln>
        </p:spPr>
      </p:cxnSp>
      <p:sp>
        <p:nvSpPr>
          <p:cNvPr id="455" name="Google Shape;455;p11"/>
          <p:cNvSpPr txBox="1"/>
          <p:nvPr/>
        </p:nvSpPr>
        <p:spPr>
          <a:xfrm>
            <a:off x="4918075" y="1774825"/>
            <a:ext cx="336550"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rgbClr val="CC3300"/>
                </a:solidFill>
                <a:latin typeface="Times New Roman"/>
                <a:ea typeface="Times New Roman"/>
                <a:cs typeface="Times New Roman"/>
                <a:sym typeface="Times New Roman"/>
              </a:rPr>
              <a:t>1</a:t>
            </a:r>
            <a:endParaRPr b="0" i="0" sz="1400" u="none" cap="none" strike="noStrike">
              <a:solidFill>
                <a:srgbClr val="000000"/>
              </a:solidFill>
              <a:latin typeface="Arial"/>
              <a:ea typeface="Arial"/>
              <a:cs typeface="Arial"/>
              <a:sym typeface="Arial"/>
            </a:endParaRPr>
          </a:p>
        </p:txBody>
      </p:sp>
      <p:sp>
        <p:nvSpPr>
          <p:cNvPr id="456" name="Google Shape;456;p11"/>
          <p:cNvSpPr txBox="1"/>
          <p:nvPr/>
        </p:nvSpPr>
        <p:spPr>
          <a:xfrm>
            <a:off x="4956175" y="2803525"/>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CC3300"/>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sp>
        <p:nvSpPr>
          <p:cNvPr id="457" name="Google Shape;457;p11"/>
          <p:cNvSpPr txBox="1"/>
          <p:nvPr/>
        </p:nvSpPr>
        <p:spPr>
          <a:xfrm>
            <a:off x="4956175" y="3984625"/>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CC3300"/>
                </a:solidFill>
                <a:latin typeface="Times New Roman"/>
                <a:ea typeface="Times New Roman"/>
                <a:cs typeface="Times New Roman"/>
                <a:sym typeface="Times New Roman"/>
              </a:rPr>
              <a:t>3</a:t>
            </a:r>
            <a:endParaRPr b="0" i="0" sz="1400" u="none" cap="none" strike="noStrike">
              <a:solidFill>
                <a:srgbClr val="000000"/>
              </a:solidFill>
              <a:latin typeface="Arial"/>
              <a:ea typeface="Arial"/>
              <a:cs typeface="Arial"/>
              <a:sym typeface="Arial"/>
            </a:endParaRPr>
          </a:p>
        </p:txBody>
      </p:sp>
      <p:sp>
        <p:nvSpPr>
          <p:cNvPr id="458" name="Google Shape;458;p11"/>
          <p:cNvSpPr txBox="1"/>
          <p:nvPr/>
        </p:nvSpPr>
        <p:spPr>
          <a:xfrm>
            <a:off x="4098925" y="5222875"/>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CC3300"/>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sp>
        <p:nvSpPr>
          <p:cNvPr id="459" name="Google Shape;459;p11"/>
          <p:cNvSpPr txBox="1"/>
          <p:nvPr/>
        </p:nvSpPr>
        <p:spPr>
          <a:xfrm>
            <a:off x="2155825" y="5565775"/>
            <a:ext cx="336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CC3300"/>
                </a:solidFill>
                <a:latin typeface="Times New Roman"/>
                <a:ea typeface="Times New Roman"/>
                <a:cs typeface="Times New Roman"/>
                <a:sym typeface="Times New Roman"/>
              </a:rPr>
              <a:t>5</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12"/>
          <p:cNvSpPr/>
          <p:nvPr/>
        </p:nvSpPr>
        <p:spPr>
          <a:xfrm>
            <a:off x="419100" y="609600"/>
            <a:ext cx="9144000" cy="1143000"/>
          </a:xfrm>
          <a:prstGeom prst="rect">
            <a:avLst/>
          </a:prstGeom>
          <a:noFill/>
          <a:ln>
            <a:noFill/>
          </a:ln>
        </p:spPr>
        <p:txBody>
          <a:bodyPr anchorCtr="0" anchor="ctr" bIns="46025" lIns="92075" spcFirstLastPara="1" rIns="92075" wrap="square" tIns="46025">
            <a:noAutofit/>
          </a:bodyPr>
          <a:lstStyle/>
          <a:p>
            <a:pPr indent="0" lvl="0" marL="0" marR="0" rtl="0" algn="ctr">
              <a:lnSpc>
                <a:spcPct val="100000"/>
              </a:lnSpc>
              <a:spcBef>
                <a:spcPts val="0"/>
              </a:spcBef>
              <a:spcAft>
                <a:spcPts val="0"/>
              </a:spcAft>
              <a:buClr>
                <a:srgbClr val="000000"/>
              </a:buClr>
              <a:buSzPts val="4400"/>
              <a:buFont typeface="Arial"/>
              <a:buNone/>
            </a:pPr>
            <a:r>
              <a:rPr b="0" i="0" lang="en-US" sz="4400" u="none" cap="none" strike="noStrike">
                <a:solidFill>
                  <a:schemeClr val="dk2"/>
                </a:solidFill>
                <a:latin typeface="Times New Roman"/>
                <a:ea typeface="Times New Roman"/>
                <a:cs typeface="Times New Roman"/>
                <a:sym typeface="Times New Roman"/>
              </a:rPr>
              <a:t>Maximum Number of Nodes in BT</a:t>
            </a:r>
            <a:endParaRPr b="0" i="0" sz="1400" u="none" cap="none" strike="noStrike">
              <a:solidFill>
                <a:srgbClr val="000000"/>
              </a:solidFill>
              <a:latin typeface="Arial"/>
              <a:ea typeface="Arial"/>
              <a:cs typeface="Arial"/>
              <a:sym typeface="Arial"/>
            </a:endParaRPr>
          </a:p>
        </p:txBody>
      </p:sp>
      <p:sp>
        <p:nvSpPr>
          <p:cNvPr id="465" name="Google Shape;465;p12"/>
          <p:cNvSpPr/>
          <p:nvPr/>
        </p:nvSpPr>
        <p:spPr>
          <a:xfrm>
            <a:off x="876300" y="1790700"/>
            <a:ext cx="8534400" cy="4114800"/>
          </a:xfrm>
          <a:prstGeom prst="rect">
            <a:avLst/>
          </a:prstGeom>
          <a:noFill/>
          <a:ln>
            <a:noFill/>
          </a:ln>
        </p:spPr>
        <p:txBody>
          <a:bodyPr anchorCtr="0" anchor="t" bIns="46025" lIns="92075" spcFirstLastPara="1" rIns="92075" wrap="square" tIns="46025">
            <a:noAutofit/>
          </a:bodyPr>
          <a:lstStyle/>
          <a:p>
            <a:pPr indent="-342900" lvl="0" marL="342900" marR="0" rtl="0" algn="l">
              <a:lnSpc>
                <a:spcPct val="100000"/>
              </a:lnSpc>
              <a:spcBef>
                <a:spcPts val="0"/>
              </a:spcBef>
              <a:spcAft>
                <a:spcPts val="0"/>
              </a:spcAft>
              <a:buClr>
                <a:schemeClr val="accent1"/>
              </a:buClr>
              <a:buSzPts val="2240"/>
              <a:buFont typeface="Arial"/>
              <a:buChar char="●"/>
            </a:pPr>
            <a:r>
              <a:rPr b="0" i="0" lang="en-US" sz="3200" u="none" cap="none" strike="noStrike">
                <a:solidFill>
                  <a:schemeClr val="dk1"/>
                </a:solidFill>
                <a:latin typeface="Times New Roman"/>
                <a:ea typeface="Times New Roman"/>
                <a:cs typeface="Times New Roman"/>
                <a:sym typeface="Times New Roman"/>
              </a:rPr>
              <a:t>The maximum number of nodes on level </a:t>
            </a:r>
            <a:r>
              <a:rPr b="0" i="0" lang="en-US" sz="3200" u="none" cap="none" strike="noStrike">
                <a:solidFill>
                  <a:srgbClr val="003399"/>
                </a:solidFill>
                <a:latin typeface="Times New Roman"/>
                <a:ea typeface="Times New Roman"/>
                <a:cs typeface="Times New Roman"/>
                <a:sym typeface="Times New Roman"/>
              </a:rPr>
              <a:t>i</a:t>
            </a:r>
            <a:r>
              <a:rPr b="0" i="0" lang="en-US" sz="3200" u="none" cap="none" strike="noStrike">
                <a:solidFill>
                  <a:schemeClr val="dk1"/>
                </a:solidFill>
                <a:latin typeface="Times New Roman"/>
                <a:ea typeface="Times New Roman"/>
                <a:cs typeface="Times New Roman"/>
                <a:sym typeface="Times New Roman"/>
              </a:rPr>
              <a:t> of a binary tree is </a:t>
            </a:r>
            <a:r>
              <a:rPr b="0" i="0" lang="en-US" sz="3200" u="none" cap="none" strike="noStrike">
                <a:solidFill>
                  <a:srgbClr val="CC3300"/>
                </a:solidFill>
                <a:latin typeface="Times New Roman"/>
                <a:ea typeface="Times New Roman"/>
                <a:cs typeface="Times New Roman"/>
                <a:sym typeface="Times New Roman"/>
              </a:rPr>
              <a:t>2</a:t>
            </a:r>
            <a:r>
              <a:rPr b="0" baseline="30000" i="0" lang="en-US" sz="3200" u="none" cap="none" strike="noStrike">
                <a:solidFill>
                  <a:srgbClr val="CC3300"/>
                </a:solidFill>
                <a:latin typeface="Times New Roman"/>
                <a:ea typeface="Times New Roman"/>
                <a:cs typeface="Times New Roman"/>
                <a:sym typeface="Times New Roman"/>
              </a:rPr>
              <a:t>i-1</a:t>
            </a:r>
            <a:r>
              <a:rPr b="0" i="0" lang="en-US" sz="3200" u="none" cap="none" strike="noStrike">
                <a:solidFill>
                  <a:schemeClr val="dk1"/>
                </a:solidFill>
                <a:latin typeface="Times New Roman"/>
                <a:ea typeface="Times New Roman"/>
                <a:cs typeface="Times New Roman"/>
                <a:sym typeface="Times New Roman"/>
              </a:rPr>
              <a:t>, i&gt;=1.</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640"/>
              </a:spcBef>
              <a:spcAft>
                <a:spcPts val="0"/>
              </a:spcAft>
              <a:buClr>
                <a:schemeClr val="accent1"/>
              </a:buClr>
              <a:buSzPts val="2240"/>
              <a:buFont typeface="Arial"/>
              <a:buChar char="●"/>
            </a:pPr>
            <a:r>
              <a:rPr b="0" i="0" lang="en-US" sz="3200" u="none" cap="none" strike="noStrike">
                <a:solidFill>
                  <a:schemeClr val="dk1"/>
                </a:solidFill>
                <a:latin typeface="Times New Roman"/>
                <a:ea typeface="Times New Roman"/>
                <a:cs typeface="Times New Roman"/>
                <a:sym typeface="Times New Roman"/>
              </a:rPr>
              <a:t>The maximum nubmer of nodes in a binary tree </a:t>
            </a:r>
            <a:br>
              <a:rPr b="0" i="0" lang="en-US" sz="3200" u="none" cap="none" strike="noStrike">
                <a:solidFill>
                  <a:schemeClr val="dk1"/>
                </a:solidFill>
                <a:latin typeface="Times New Roman"/>
                <a:ea typeface="Times New Roman"/>
                <a:cs typeface="Times New Roman"/>
                <a:sym typeface="Times New Roman"/>
              </a:rPr>
            </a:br>
            <a:r>
              <a:rPr b="0" i="0" lang="en-US" sz="3200" u="none" cap="none" strike="noStrike">
                <a:solidFill>
                  <a:schemeClr val="dk1"/>
                </a:solidFill>
                <a:latin typeface="Times New Roman"/>
                <a:ea typeface="Times New Roman"/>
                <a:cs typeface="Times New Roman"/>
                <a:sym typeface="Times New Roman"/>
              </a:rPr>
              <a:t>of depth </a:t>
            </a:r>
            <a:r>
              <a:rPr b="0" i="0" lang="en-US" sz="3200" u="none" cap="none" strike="noStrike">
                <a:solidFill>
                  <a:srgbClr val="003399"/>
                </a:solidFill>
                <a:latin typeface="Times New Roman"/>
                <a:ea typeface="Times New Roman"/>
                <a:cs typeface="Times New Roman"/>
                <a:sym typeface="Times New Roman"/>
              </a:rPr>
              <a:t>k</a:t>
            </a:r>
            <a:r>
              <a:rPr b="0" i="0" lang="en-US" sz="3200" u="none" cap="none" strike="noStrike">
                <a:solidFill>
                  <a:schemeClr val="dk1"/>
                </a:solidFill>
                <a:latin typeface="Times New Roman"/>
                <a:ea typeface="Times New Roman"/>
                <a:cs typeface="Times New Roman"/>
                <a:sym typeface="Times New Roman"/>
              </a:rPr>
              <a:t> is </a:t>
            </a:r>
            <a:r>
              <a:rPr b="0" i="0" lang="en-US" sz="3200" u="none" cap="none" strike="noStrike">
                <a:solidFill>
                  <a:srgbClr val="CC3300"/>
                </a:solidFill>
                <a:latin typeface="Times New Roman"/>
                <a:ea typeface="Times New Roman"/>
                <a:cs typeface="Times New Roman"/>
                <a:sym typeface="Times New Roman"/>
              </a:rPr>
              <a:t>2</a:t>
            </a:r>
            <a:r>
              <a:rPr b="0" baseline="30000" i="0" lang="en-US" sz="3200" u="none" cap="none" strike="noStrike">
                <a:solidFill>
                  <a:srgbClr val="CC3300"/>
                </a:solidFill>
                <a:latin typeface="Times New Roman"/>
                <a:ea typeface="Times New Roman"/>
                <a:cs typeface="Times New Roman"/>
                <a:sym typeface="Times New Roman"/>
              </a:rPr>
              <a:t>k</a:t>
            </a:r>
            <a:r>
              <a:rPr b="0" i="0" lang="en-US" sz="3200" u="none" cap="none" strike="noStrike">
                <a:solidFill>
                  <a:srgbClr val="CC3300"/>
                </a:solidFill>
                <a:latin typeface="Times New Roman"/>
                <a:ea typeface="Times New Roman"/>
                <a:cs typeface="Times New Roman"/>
                <a:sym typeface="Times New Roman"/>
              </a:rPr>
              <a:t>-1</a:t>
            </a:r>
            <a:r>
              <a:rPr b="0" i="0" lang="en-US" sz="3200" u="none" cap="none" strike="noStrike">
                <a:solidFill>
                  <a:schemeClr val="dk1"/>
                </a:solidFill>
                <a:latin typeface="Times New Roman"/>
                <a:ea typeface="Times New Roman"/>
                <a:cs typeface="Times New Roman"/>
                <a:sym typeface="Times New Roman"/>
              </a:rPr>
              <a:t>, k&gt;=1.</a:t>
            </a:r>
            <a:endParaRPr b="0" i="0" sz="1400" u="none" cap="none" strike="noStrike">
              <a:solidFill>
                <a:srgbClr val="000000"/>
              </a:solidFill>
              <a:latin typeface="Arial"/>
              <a:ea typeface="Arial"/>
              <a:cs typeface="Arial"/>
              <a:sym typeface="Arial"/>
            </a:endParaRPr>
          </a:p>
        </p:txBody>
      </p:sp>
      <p:sp>
        <p:nvSpPr>
          <p:cNvPr id="466" name="Google Shape;466;p12"/>
          <p:cNvSpPr/>
          <p:nvPr/>
        </p:nvSpPr>
        <p:spPr>
          <a:xfrm>
            <a:off x="550863" y="2324100"/>
            <a:ext cx="438150" cy="366713"/>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i-1</a:t>
            </a:r>
            <a:endParaRPr b="0" i="0" sz="1400" u="none" cap="none" strike="noStrike">
              <a:solidFill>
                <a:srgbClr val="000000"/>
              </a:solidFill>
              <a:latin typeface="Arial"/>
              <a:ea typeface="Arial"/>
              <a:cs typeface="Arial"/>
              <a:sym typeface="Arial"/>
            </a:endParaRPr>
          </a:p>
        </p:txBody>
      </p:sp>
      <p:sp>
        <p:nvSpPr>
          <p:cNvPr id="467" name="Google Shape;467;p12"/>
          <p:cNvSpPr txBox="1"/>
          <p:nvPr/>
        </p:nvSpPr>
        <p:spPr>
          <a:xfrm>
            <a:off x="1241425" y="4400550"/>
            <a:ext cx="3579813" cy="15541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CC3300"/>
                </a:solidFill>
                <a:latin typeface="Times New Roman"/>
                <a:ea typeface="Times New Roman"/>
                <a:cs typeface="Times New Roman"/>
                <a:sym typeface="Times New Roman"/>
              </a:rPr>
              <a:t>Prove by induction.</a:t>
            </a:r>
            <a:br>
              <a:rPr b="1" i="0" lang="en-US" sz="3200" u="none" cap="none" strike="noStrike">
                <a:solidFill>
                  <a:srgbClr val="CC3300"/>
                </a:solidFill>
                <a:latin typeface="Times New Roman"/>
                <a:ea typeface="Times New Roman"/>
                <a:cs typeface="Times New Roman"/>
                <a:sym typeface="Times New Roman"/>
              </a:rPr>
            </a:br>
            <a:endParaRPr b="1" i="0" sz="3200" u="none" cap="none" strike="noStrike">
              <a:solidFill>
                <a:srgbClr val="CC33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rgbClr val="CC3300"/>
              </a:solidFill>
              <a:latin typeface="Times New Roman"/>
              <a:ea typeface="Times New Roman"/>
              <a:cs typeface="Times New Roman"/>
              <a:sym typeface="Times New Roman"/>
            </a:endParaRPr>
          </a:p>
        </p:txBody>
      </p:sp>
      <p:pic>
        <p:nvPicPr>
          <p:cNvPr id="468" name="Google Shape;468;p12"/>
          <p:cNvPicPr preferRelativeResize="0"/>
          <p:nvPr/>
        </p:nvPicPr>
        <p:blipFill rotWithShape="1">
          <a:blip r:embed="rId3">
            <a:alphaModFix/>
          </a:blip>
          <a:srcRect b="0" l="0" r="0" t="0"/>
          <a:stretch/>
        </p:blipFill>
        <p:spPr>
          <a:xfrm>
            <a:off x="3335525" y="5043475"/>
            <a:ext cx="2209800" cy="862012"/>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13"/>
          <p:cNvSpPr/>
          <p:nvPr/>
        </p:nvSpPr>
        <p:spPr>
          <a:xfrm>
            <a:off x="514350" y="0"/>
            <a:ext cx="8629650" cy="1143000"/>
          </a:xfrm>
          <a:prstGeom prst="rect">
            <a:avLst/>
          </a:prstGeom>
          <a:noFill/>
          <a:ln>
            <a:noFill/>
          </a:ln>
        </p:spPr>
        <p:txBody>
          <a:bodyPr anchorCtr="0" anchor="ctr" bIns="46025" lIns="92075" spcFirstLastPara="1" rIns="92075" wrap="square" tIns="46025">
            <a:noAutofit/>
          </a:bodyPr>
          <a:lstStyle/>
          <a:p>
            <a:pPr indent="0" lvl="0" marL="0" marR="0" rtl="0" algn="ctr">
              <a:lnSpc>
                <a:spcPct val="100000"/>
              </a:lnSpc>
              <a:spcBef>
                <a:spcPts val="0"/>
              </a:spcBef>
              <a:spcAft>
                <a:spcPts val="0"/>
              </a:spcAft>
              <a:buClr>
                <a:srgbClr val="000000"/>
              </a:buClr>
              <a:buSzPts val="3600"/>
              <a:buFont typeface="Arial"/>
              <a:buNone/>
            </a:pPr>
            <a:r>
              <a:rPr b="0" i="0" lang="en-US" sz="3600" u="none" cap="none" strike="noStrike">
                <a:solidFill>
                  <a:schemeClr val="dk2"/>
                </a:solidFill>
                <a:latin typeface="Times New Roman"/>
                <a:ea typeface="Times New Roman"/>
                <a:cs typeface="Times New Roman"/>
                <a:sym typeface="Times New Roman"/>
              </a:rPr>
              <a:t>Relations between Number of</a:t>
            </a:r>
            <a:br>
              <a:rPr b="0" i="0" lang="en-US" sz="3600" u="none" cap="none" strike="noStrike">
                <a:solidFill>
                  <a:schemeClr val="dk2"/>
                </a:solidFill>
                <a:latin typeface="Times New Roman"/>
                <a:ea typeface="Times New Roman"/>
                <a:cs typeface="Times New Roman"/>
                <a:sym typeface="Times New Roman"/>
              </a:rPr>
            </a:br>
            <a:r>
              <a:rPr b="0" i="0" lang="en-US" sz="3600" u="none" cap="none" strike="noStrike">
                <a:solidFill>
                  <a:schemeClr val="dk2"/>
                </a:solidFill>
                <a:latin typeface="Times New Roman"/>
                <a:ea typeface="Times New Roman"/>
                <a:cs typeface="Times New Roman"/>
                <a:sym typeface="Times New Roman"/>
              </a:rPr>
              <a:t>Leaf Nodes and Nodes of Degree 2</a:t>
            </a:r>
            <a:endParaRPr b="0" i="0" sz="4000" u="none" cap="none" strike="noStrike">
              <a:solidFill>
                <a:schemeClr val="dk2"/>
              </a:solidFill>
              <a:latin typeface="Times New Roman"/>
              <a:ea typeface="Times New Roman"/>
              <a:cs typeface="Times New Roman"/>
              <a:sym typeface="Times New Roman"/>
            </a:endParaRPr>
          </a:p>
        </p:txBody>
      </p:sp>
      <p:sp>
        <p:nvSpPr>
          <p:cNvPr id="474" name="Google Shape;474;p13"/>
          <p:cNvSpPr/>
          <p:nvPr/>
        </p:nvSpPr>
        <p:spPr>
          <a:xfrm>
            <a:off x="628650" y="1295400"/>
            <a:ext cx="9144000" cy="4114800"/>
          </a:xfrm>
          <a:prstGeom prst="rect">
            <a:avLst/>
          </a:prstGeom>
          <a:noFill/>
          <a:ln>
            <a:noFill/>
          </a:ln>
        </p:spPr>
        <p:txBody>
          <a:bodyPr anchorCtr="0" anchor="t" bIns="46025" lIns="92075" spcFirstLastPara="1" rIns="92075" wrap="square" tIns="46025">
            <a:noAutofit/>
          </a:bodyPr>
          <a:lstStyle/>
          <a:p>
            <a:pPr indent="-342900" lvl="0" marL="342900" marR="0" rtl="0" algn="l">
              <a:lnSpc>
                <a:spcPct val="100000"/>
              </a:lnSpc>
              <a:spcBef>
                <a:spcPts val="0"/>
              </a:spcBef>
              <a:spcAft>
                <a:spcPts val="0"/>
              </a:spcAft>
              <a:buClr>
                <a:schemeClr val="accent1"/>
              </a:buClr>
              <a:buSzPts val="2240"/>
              <a:buFont typeface="Arial"/>
              <a:buNone/>
            </a:pPr>
            <a:r>
              <a:rPr b="0" i="1" lang="en-US" sz="3200" u="none" cap="none" strike="noStrike">
                <a:solidFill>
                  <a:schemeClr val="dk1"/>
                </a:solidFill>
                <a:latin typeface="Times New Roman"/>
                <a:ea typeface="Times New Roman"/>
                <a:cs typeface="Times New Roman"/>
                <a:sym typeface="Times New Roman"/>
              </a:rPr>
              <a:t>   For any nonempty binary tree, T, if </a:t>
            </a:r>
            <a:r>
              <a:rPr b="0" i="1" lang="en-US" sz="3200" u="none" cap="none" strike="noStrike">
                <a:solidFill>
                  <a:srgbClr val="003399"/>
                </a:solidFill>
                <a:latin typeface="Times New Roman"/>
                <a:ea typeface="Times New Roman"/>
                <a:cs typeface="Times New Roman"/>
                <a:sym typeface="Times New Roman"/>
              </a:rPr>
              <a:t>n</a:t>
            </a:r>
            <a:r>
              <a:rPr b="0" i="1" lang="en-US" sz="2000" u="none" cap="none" strike="noStrike">
                <a:solidFill>
                  <a:srgbClr val="003399"/>
                </a:solidFill>
                <a:latin typeface="Times New Roman"/>
                <a:ea typeface="Times New Roman"/>
                <a:cs typeface="Times New Roman"/>
                <a:sym typeface="Times New Roman"/>
              </a:rPr>
              <a:t>0</a:t>
            </a:r>
            <a:r>
              <a:rPr b="0" i="1" lang="en-US" sz="3200" u="none" cap="none" strike="noStrike">
                <a:solidFill>
                  <a:schemeClr val="dk1"/>
                </a:solidFill>
                <a:latin typeface="Times New Roman"/>
                <a:ea typeface="Times New Roman"/>
                <a:cs typeface="Times New Roman"/>
                <a:sym typeface="Times New Roman"/>
              </a:rPr>
              <a:t> is the </a:t>
            </a:r>
            <a:br>
              <a:rPr b="0" i="1" lang="en-US" sz="3200" u="none" cap="none" strike="noStrike">
                <a:solidFill>
                  <a:schemeClr val="dk1"/>
                </a:solidFill>
                <a:latin typeface="Times New Roman"/>
                <a:ea typeface="Times New Roman"/>
                <a:cs typeface="Times New Roman"/>
                <a:sym typeface="Times New Roman"/>
              </a:rPr>
            </a:br>
            <a:r>
              <a:rPr b="0" i="1" lang="en-US" sz="3200" u="none" cap="none" strike="noStrike">
                <a:solidFill>
                  <a:schemeClr val="dk1"/>
                </a:solidFill>
                <a:latin typeface="Times New Roman"/>
                <a:ea typeface="Times New Roman"/>
                <a:cs typeface="Times New Roman"/>
                <a:sym typeface="Times New Roman"/>
              </a:rPr>
              <a:t>number of leaf nodes and </a:t>
            </a:r>
            <a:r>
              <a:rPr b="0" i="1" lang="en-US" sz="3200" u="none" cap="none" strike="noStrike">
                <a:solidFill>
                  <a:srgbClr val="003399"/>
                </a:solidFill>
                <a:latin typeface="Times New Roman"/>
                <a:ea typeface="Times New Roman"/>
                <a:cs typeface="Times New Roman"/>
                <a:sym typeface="Times New Roman"/>
              </a:rPr>
              <a:t>n</a:t>
            </a:r>
            <a:r>
              <a:rPr b="0" i="1" lang="en-US" sz="2000" u="none" cap="none" strike="noStrike">
                <a:solidFill>
                  <a:srgbClr val="003399"/>
                </a:solidFill>
                <a:latin typeface="Times New Roman"/>
                <a:ea typeface="Times New Roman"/>
                <a:cs typeface="Times New Roman"/>
                <a:sym typeface="Times New Roman"/>
              </a:rPr>
              <a:t>2</a:t>
            </a:r>
            <a:r>
              <a:rPr b="0" i="1" lang="en-US" sz="3200" u="none" cap="none" strike="noStrike">
                <a:solidFill>
                  <a:schemeClr val="dk1"/>
                </a:solidFill>
                <a:latin typeface="Times New Roman"/>
                <a:ea typeface="Times New Roman"/>
                <a:cs typeface="Times New Roman"/>
                <a:sym typeface="Times New Roman"/>
              </a:rPr>
              <a:t> the number of nodes </a:t>
            </a:r>
            <a:br>
              <a:rPr b="0" i="1" lang="en-US" sz="3200" u="none" cap="none" strike="noStrike">
                <a:solidFill>
                  <a:schemeClr val="dk1"/>
                </a:solidFill>
                <a:latin typeface="Times New Roman"/>
                <a:ea typeface="Times New Roman"/>
                <a:cs typeface="Times New Roman"/>
                <a:sym typeface="Times New Roman"/>
              </a:rPr>
            </a:br>
            <a:r>
              <a:rPr b="0" i="1" lang="en-US" sz="3200" u="none" cap="none" strike="noStrike">
                <a:solidFill>
                  <a:schemeClr val="dk1"/>
                </a:solidFill>
                <a:latin typeface="Times New Roman"/>
                <a:ea typeface="Times New Roman"/>
                <a:cs typeface="Times New Roman"/>
                <a:sym typeface="Times New Roman"/>
              </a:rPr>
              <a:t>of degree 2, then </a:t>
            </a:r>
            <a:r>
              <a:rPr b="0" i="1" lang="en-US" sz="3200" u="none" cap="none" strike="noStrike">
                <a:solidFill>
                  <a:srgbClr val="CC3300"/>
                </a:solidFill>
                <a:latin typeface="Times New Roman"/>
                <a:ea typeface="Times New Roman"/>
                <a:cs typeface="Times New Roman"/>
                <a:sym typeface="Times New Roman"/>
              </a:rPr>
              <a:t>n</a:t>
            </a:r>
            <a:r>
              <a:rPr b="0" i="1" lang="en-US" sz="2000" u="none" cap="none" strike="noStrike">
                <a:solidFill>
                  <a:srgbClr val="CC3300"/>
                </a:solidFill>
                <a:latin typeface="Times New Roman"/>
                <a:ea typeface="Times New Roman"/>
                <a:cs typeface="Times New Roman"/>
                <a:sym typeface="Times New Roman"/>
              </a:rPr>
              <a:t>0</a:t>
            </a:r>
            <a:r>
              <a:rPr b="0" i="1" lang="en-US" sz="3200" u="none" cap="none" strike="noStrike">
                <a:solidFill>
                  <a:srgbClr val="CC3300"/>
                </a:solidFill>
                <a:latin typeface="Times New Roman"/>
                <a:ea typeface="Times New Roman"/>
                <a:cs typeface="Times New Roman"/>
                <a:sym typeface="Times New Roman"/>
              </a:rPr>
              <a:t>=n</a:t>
            </a:r>
            <a:r>
              <a:rPr b="0" i="1" lang="en-US" sz="2000" u="none" cap="none" strike="noStrike">
                <a:solidFill>
                  <a:srgbClr val="CC3300"/>
                </a:solidFill>
                <a:latin typeface="Times New Roman"/>
                <a:ea typeface="Times New Roman"/>
                <a:cs typeface="Times New Roman"/>
                <a:sym typeface="Times New Roman"/>
              </a:rPr>
              <a:t>2</a:t>
            </a:r>
            <a:r>
              <a:rPr b="0" i="1" lang="en-US" sz="3200" u="none" cap="none" strike="noStrike">
                <a:solidFill>
                  <a:srgbClr val="CC3300"/>
                </a:solidFill>
                <a:latin typeface="Times New Roman"/>
                <a:ea typeface="Times New Roman"/>
                <a:cs typeface="Times New Roman"/>
                <a:sym typeface="Times New Roman"/>
              </a:rPr>
              <a:t>+1</a:t>
            </a:r>
            <a:endParaRPr b="0" i="0" sz="32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640"/>
              </a:spcBef>
              <a:spcAft>
                <a:spcPts val="0"/>
              </a:spcAft>
              <a:buClr>
                <a:schemeClr val="accent1"/>
              </a:buClr>
              <a:buSzPts val="2240"/>
              <a:buFont typeface="Arial"/>
              <a:buNone/>
            </a:pPr>
            <a:r>
              <a:rPr b="0" i="0" lang="en-US" sz="3200" u="none" cap="none" strike="noStrike">
                <a:solidFill>
                  <a:schemeClr val="dk1"/>
                </a:solidFill>
                <a:latin typeface="Times New Roman"/>
                <a:ea typeface="Times New Roman"/>
                <a:cs typeface="Times New Roman"/>
                <a:sym typeface="Times New Roman"/>
              </a:rPr>
              <a:t> </a:t>
            </a:r>
            <a:r>
              <a:rPr b="0" i="0" lang="en-US" sz="3200" u="none" cap="none" strike="noStrike">
                <a:solidFill>
                  <a:srgbClr val="006600"/>
                </a:solidFill>
                <a:latin typeface="Times New Roman"/>
                <a:ea typeface="Times New Roman"/>
                <a:cs typeface="Times New Roman"/>
                <a:sym typeface="Times New Roman"/>
              </a:rPr>
              <a:t>proof:</a:t>
            </a:r>
            <a:endParaRPr b="0" i="0" sz="32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640"/>
              </a:spcBef>
              <a:spcAft>
                <a:spcPts val="0"/>
              </a:spcAft>
              <a:buClr>
                <a:schemeClr val="accent1"/>
              </a:buClr>
              <a:buSzPts val="2240"/>
              <a:buFont typeface="Arial"/>
              <a:buNone/>
            </a:pPr>
            <a:r>
              <a:rPr b="0" i="0" lang="en-US" sz="3200" u="none" cap="none" strike="noStrike">
                <a:solidFill>
                  <a:schemeClr val="dk1"/>
                </a:solidFill>
                <a:latin typeface="Times New Roman"/>
                <a:ea typeface="Times New Roman"/>
                <a:cs typeface="Times New Roman"/>
                <a:sym typeface="Times New Roman"/>
              </a:rPr>
              <a:t>    Let </a:t>
            </a:r>
            <a:r>
              <a:rPr b="0" i="1" lang="en-US" sz="3200" u="none" cap="none" strike="noStrike">
                <a:solidFill>
                  <a:schemeClr val="dk1"/>
                </a:solidFill>
                <a:latin typeface="Times New Roman"/>
                <a:ea typeface="Times New Roman"/>
                <a:cs typeface="Times New Roman"/>
                <a:sym typeface="Times New Roman"/>
              </a:rPr>
              <a:t>n</a:t>
            </a:r>
            <a:r>
              <a:rPr b="0" i="0" lang="en-US" sz="3200" u="none" cap="none" strike="noStrike">
                <a:solidFill>
                  <a:schemeClr val="dk1"/>
                </a:solidFill>
                <a:latin typeface="Times New Roman"/>
                <a:ea typeface="Times New Roman"/>
                <a:cs typeface="Times New Roman"/>
                <a:sym typeface="Times New Roman"/>
              </a:rPr>
              <a:t> and </a:t>
            </a:r>
            <a:r>
              <a:rPr b="0" i="1" lang="en-US" sz="3200" u="none" cap="none" strike="noStrike">
                <a:solidFill>
                  <a:schemeClr val="dk1"/>
                </a:solidFill>
                <a:latin typeface="Times New Roman"/>
                <a:ea typeface="Times New Roman"/>
                <a:cs typeface="Times New Roman"/>
                <a:sym typeface="Times New Roman"/>
              </a:rPr>
              <a:t>B</a:t>
            </a:r>
            <a:r>
              <a:rPr b="0" i="0" lang="en-US" sz="3200" u="none" cap="none" strike="noStrike">
                <a:solidFill>
                  <a:schemeClr val="dk1"/>
                </a:solidFill>
                <a:latin typeface="Times New Roman"/>
                <a:ea typeface="Times New Roman"/>
                <a:cs typeface="Times New Roman"/>
                <a:sym typeface="Times New Roman"/>
              </a:rPr>
              <a:t> denote the total number of nodes &amp;</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640"/>
              </a:spcBef>
              <a:spcAft>
                <a:spcPts val="0"/>
              </a:spcAft>
              <a:buClr>
                <a:schemeClr val="accent1"/>
              </a:buClr>
              <a:buSzPts val="2240"/>
              <a:buFont typeface="Arial"/>
              <a:buNone/>
            </a:pPr>
            <a:r>
              <a:rPr b="0" i="0" lang="en-US" sz="3200" u="none" cap="none" strike="noStrike">
                <a:solidFill>
                  <a:schemeClr val="dk1"/>
                </a:solidFill>
                <a:latin typeface="Times New Roman"/>
                <a:ea typeface="Times New Roman"/>
                <a:cs typeface="Times New Roman"/>
                <a:sym typeface="Times New Roman"/>
              </a:rPr>
              <a:t>    branches in </a:t>
            </a:r>
            <a:r>
              <a:rPr b="0" i="1" lang="en-US" sz="3200" u="none" cap="none" strike="noStrike">
                <a:solidFill>
                  <a:schemeClr val="dk1"/>
                </a:solidFill>
                <a:latin typeface="Times New Roman"/>
                <a:ea typeface="Times New Roman"/>
                <a:cs typeface="Times New Roman"/>
                <a:sym typeface="Times New Roman"/>
              </a:rPr>
              <a:t>T</a:t>
            </a:r>
            <a:r>
              <a:rPr b="0" i="0" lang="en-US" sz="3200" u="none" cap="none" strike="noStrike">
                <a:solidFill>
                  <a:schemeClr val="dk1"/>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640"/>
              </a:spcBef>
              <a:spcAft>
                <a:spcPts val="0"/>
              </a:spcAft>
              <a:buClr>
                <a:schemeClr val="accent1"/>
              </a:buClr>
              <a:buSzPts val="2240"/>
              <a:buFont typeface="Arial"/>
              <a:buNone/>
            </a:pPr>
            <a:r>
              <a:rPr b="0" i="0" lang="en-US" sz="3200" u="none" cap="none" strike="noStrike">
                <a:solidFill>
                  <a:schemeClr val="dk1"/>
                </a:solidFill>
                <a:latin typeface="Times New Roman"/>
                <a:ea typeface="Times New Roman"/>
                <a:cs typeface="Times New Roman"/>
                <a:sym typeface="Times New Roman"/>
              </a:rPr>
              <a:t>    Let </a:t>
            </a:r>
            <a:r>
              <a:rPr b="0" i="1" lang="en-US" sz="3200" u="none" cap="none" strike="noStrike">
                <a:solidFill>
                  <a:schemeClr val="dk1"/>
                </a:solidFill>
                <a:latin typeface="Times New Roman"/>
                <a:ea typeface="Times New Roman"/>
                <a:cs typeface="Times New Roman"/>
                <a:sym typeface="Times New Roman"/>
              </a:rPr>
              <a:t>n</a:t>
            </a:r>
            <a:r>
              <a:rPr b="0" i="0" lang="en-US" sz="1800" u="none" cap="none" strike="noStrike">
                <a:solidFill>
                  <a:schemeClr val="dk1"/>
                </a:solidFill>
                <a:latin typeface="Times New Roman"/>
                <a:ea typeface="Times New Roman"/>
                <a:cs typeface="Times New Roman"/>
                <a:sym typeface="Times New Roman"/>
              </a:rPr>
              <a:t>0</a:t>
            </a:r>
            <a:r>
              <a:rPr b="0" i="0" lang="en-US" sz="3200" u="none" cap="none" strike="noStrike">
                <a:solidFill>
                  <a:schemeClr val="dk1"/>
                </a:solidFill>
                <a:latin typeface="Times New Roman"/>
                <a:ea typeface="Times New Roman"/>
                <a:cs typeface="Times New Roman"/>
                <a:sym typeface="Times New Roman"/>
              </a:rPr>
              <a:t>, </a:t>
            </a:r>
            <a:r>
              <a:rPr b="0" i="1" lang="en-US" sz="3200" u="none" cap="none" strike="noStrike">
                <a:solidFill>
                  <a:schemeClr val="dk1"/>
                </a:solidFill>
                <a:latin typeface="Times New Roman"/>
                <a:ea typeface="Times New Roman"/>
                <a:cs typeface="Times New Roman"/>
                <a:sym typeface="Times New Roman"/>
              </a:rPr>
              <a:t>n</a:t>
            </a:r>
            <a:r>
              <a:rPr b="0" i="0" lang="en-US" sz="1800" u="none" cap="none" strike="noStrike">
                <a:solidFill>
                  <a:schemeClr val="dk1"/>
                </a:solidFill>
                <a:latin typeface="Times New Roman"/>
                <a:ea typeface="Times New Roman"/>
                <a:cs typeface="Times New Roman"/>
                <a:sym typeface="Times New Roman"/>
              </a:rPr>
              <a:t>1</a:t>
            </a:r>
            <a:r>
              <a:rPr b="0" i="0" lang="en-US" sz="3200" u="none" cap="none" strike="noStrike">
                <a:solidFill>
                  <a:schemeClr val="dk1"/>
                </a:solidFill>
                <a:latin typeface="Times New Roman"/>
                <a:ea typeface="Times New Roman"/>
                <a:cs typeface="Times New Roman"/>
                <a:sym typeface="Times New Roman"/>
              </a:rPr>
              <a:t>, </a:t>
            </a:r>
            <a:r>
              <a:rPr b="0" i="1" lang="en-US" sz="3200" u="none" cap="none" strike="noStrike">
                <a:solidFill>
                  <a:schemeClr val="dk1"/>
                </a:solidFill>
                <a:latin typeface="Times New Roman"/>
                <a:ea typeface="Times New Roman"/>
                <a:cs typeface="Times New Roman"/>
                <a:sym typeface="Times New Roman"/>
              </a:rPr>
              <a:t>n</a:t>
            </a:r>
            <a:r>
              <a:rPr b="0" i="0" lang="en-US" sz="1800" u="none" cap="none" strike="noStrike">
                <a:solidFill>
                  <a:schemeClr val="dk1"/>
                </a:solidFill>
                <a:latin typeface="Times New Roman"/>
                <a:ea typeface="Times New Roman"/>
                <a:cs typeface="Times New Roman"/>
                <a:sym typeface="Times New Roman"/>
              </a:rPr>
              <a:t>2</a:t>
            </a:r>
            <a:r>
              <a:rPr b="0" i="0" lang="en-US" sz="3200" u="none" cap="none" strike="noStrike">
                <a:solidFill>
                  <a:schemeClr val="dk1"/>
                </a:solidFill>
                <a:latin typeface="Times New Roman"/>
                <a:ea typeface="Times New Roman"/>
                <a:cs typeface="Times New Roman"/>
                <a:sym typeface="Times New Roman"/>
              </a:rPr>
              <a:t> represent the nodes with no children,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640"/>
              </a:spcBef>
              <a:spcAft>
                <a:spcPts val="0"/>
              </a:spcAft>
              <a:buClr>
                <a:schemeClr val="accent1"/>
              </a:buClr>
              <a:buSzPts val="2240"/>
              <a:buFont typeface="Arial"/>
              <a:buNone/>
            </a:pPr>
            <a:r>
              <a:rPr b="0" i="0" lang="en-US" sz="3200" u="none" cap="none" strike="noStrike">
                <a:solidFill>
                  <a:schemeClr val="dk1"/>
                </a:solidFill>
                <a:latin typeface="Times New Roman"/>
                <a:ea typeface="Times New Roman"/>
                <a:cs typeface="Times New Roman"/>
                <a:sym typeface="Times New Roman"/>
              </a:rPr>
              <a:t>    single child, and two children respectively.</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640"/>
              </a:spcBef>
              <a:spcAft>
                <a:spcPts val="0"/>
              </a:spcAft>
              <a:buClr>
                <a:schemeClr val="accent1"/>
              </a:buClr>
              <a:buSzPts val="2240"/>
              <a:buFont typeface="Arial"/>
              <a:buNone/>
            </a:pPr>
            <a:r>
              <a:rPr b="0" i="1" lang="en-US" sz="3200" u="none" cap="none" strike="noStrike">
                <a:solidFill>
                  <a:schemeClr val="dk1"/>
                </a:solidFill>
                <a:latin typeface="Times New Roman"/>
                <a:ea typeface="Times New Roman"/>
                <a:cs typeface="Times New Roman"/>
                <a:sym typeface="Times New Roman"/>
              </a:rPr>
              <a:t>    n</a:t>
            </a:r>
            <a:r>
              <a:rPr b="0" i="0" lang="en-US" sz="3200" u="none" cap="none" strike="noStrike">
                <a:solidFill>
                  <a:schemeClr val="dk1"/>
                </a:solidFill>
                <a:latin typeface="Times New Roman"/>
                <a:ea typeface="Times New Roman"/>
                <a:cs typeface="Times New Roman"/>
                <a:sym typeface="Times New Roman"/>
              </a:rPr>
              <a:t>= </a:t>
            </a:r>
            <a:r>
              <a:rPr b="0" i="1" lang="en-US" sz="3200" u="none" cap="none" strike="noStrike">
                <a:solidFill>
                  <a:schemeClr val="dk1"/>
                </a:solidFill>
                <a:latin typeface="Times New Roman"/>
                <a:ea typeface="Times New Roman"/>
                <a:cs typeface="Times New Roman"/>
                <a:sym typeface="Times New Roman"/>
              </a:rPr>
              <a:t>n</a:t>
            </a:r>
            <a:r>
              <a:rPr b="0" i="0" lang="en-US" sz="1800" u="none" cap="none" strike="noStrike">
                <a:solidFill>
                  <a:schemeClr val="dk1"/>
                </a:solidFill>
                <a:latin typeface="Times New Roman"/>
                <a:ea typeface="Times New Roman"/>
                <a:cs typeface="Times New Roman"/>
                <a:sym typeface="Times New Roman"/>
              </a:rPr>
              <a:t>0</a:t>
            </a:r>
            <a:r>
              <a:rPr b="0" i="0" lang="en-US" sz="3200" u="none" cap="none" strike="noStrike">
                <a:solidFill>
                  <a:schemeClr val="dk1"/>
                </a:solidFill>
                <a:latin typeface="Times New Roman"/>
                <a:ea typeface="Times New Roman"/>
                <a:cs typeface="Times New Roman"/>
                <a:sym typeface="Times New Roman"/>
              </a:rPr>
              <a:t>+</a:t>
            </a:r>
            <a:r>
              <a:rPr b="0" i="1" lang="en-US" sz="3200" u="none" cap="none" strike="noStrike">
                <a:solidFill>
                  <a:schemeClr val="dk1"/>
                </a:solidFill>
                <a:latin typeface="Times New Roman"/>
                <a:ea typeface="Times New Roman"/>
                <a:cs typeface="Times New Roman"/>
                <a:sym typeface="Times New Roman"/>
              </a:rPr>
              <a:t>n</a:t>
            </a:r>
            <a:r>
              <a:rPr b="0" i="0" lang="en-US" sz="1800" u="none" cap="none" strike="noStrike">
                <a:solidFill>
                  <a:schemeClr val="dk1"/>
                </a:solidFill>
                <a:latin typeface="Times New Roman"/>
                <a:ea typeface="Times New Roman"/>
                <a:cs typeface="Times New Roman"/>
                <a:sym typeface="Times New Roman"/>
              </a:rPr>
              <a:t>1</a:t>
            </a:r>
            <a:r>
              <a:rPr b="0" i="0" lang="en-US" sz="3200" u="none" cap="none" strike="noStrike">
                <a:solidFill>
                  <a:schemeClr val="dk1"/>
                </a:solidFill>
                <a:latin typeface="Times New Roman"/>
                <a:ea typeface="Times New Roman"/>
                <a:cs typeface="Times New Roman"/>
                <a:sym typeface="Times New Roman"/>
              </a:rPr>
              <a:t>+</a:t>
            </a:r>
            <a:r>
              <a:rPr b="0" i="1" lang="en-US" sz="3200" u="none" cap="none" strike="noStrike">
                <a:solidFill>
                  <a:schemeClr val="dk1"/>
                </a:solidFill>
                <a:latin typeface="Times New Roman"/>
                <a:ea typeface="Times New Roman"/>
                <a:cs typeface="Times New Roman"/>
                <a:sym typeface="Times New Roman"/>
              </a:rPr>
              <a:t>n</a:t>
            </a:r>
            <a:r>
              <a:rPr b="0" i="0" lang="en-US" sz="1800" u="none" cap="none" strike="noStrike">
                <a:solidFill>
                  <a:schemeClr val="dk1"/>
                </a:solidFill>
                <a:latin typeface="Times New Roman"/>
                <a:ea typeface="Times New Roman"/>
                <a:cs typeface="Times New Roman"/>
                <a:sym typeface="Times New Roman"/>
              </a:rPr>
              <a:t>2</a:t>
            </a:r>
            <a:r>
              <a:rPr b="0" i="0" lang="en-US" sz="3200" u="none" cap="none" strike="noStrike">
                <a:solidFill>
                  <a:schemeClr val="dk1"/>
                </a:solidFill>
                <a:latin typeface="Times New Roman"/>
                <a:ea typeface="Times New Roman"/>
                <a:cs typeface="Times New Roman"/>
                <a:sym typeface="Times New Roman"/>
              </a:rPr>
              <a:t>, </a:t>
            </a:r>
            <a:r>
              <a:rPr b="0" i="1" lang="en-US" sz="3200" u="none" cap="none" strike="noStrike">
                <a:solidFill>
                  <a:schemeClr val="dk1"/>
                </a:solidFill>
                <a:latin typeface="Times New Roman"/>
                <a:ea typeface="Times New Roman"/>
                <a:cs typeface="Times New Roman"/>
                <a:sym typeface="Times New Roman"/>
              </a:rPr>
              <a:t>B</a:t>
            </a:r>
            <a:r>
              <a:rPr b="0" i="0" lang="en-US" sz="3200" u="none" cap="none" strike="noStrike">
                <a:solidFill>
                  <a:schemeClr val="dk1"/>
                </a:solidFill>
                <a:latin typeface="Times New Roman"/>
                <a:ea typeface="Times New Roman"/>
                <a:cs typeface="Times New Roman"/>
                <a:sym typeface="Times New Roman"/>
              </a:rPr>
              <a:t>+1=</a:t>
            </a:r>
            <a:r>
              <a:rPr b="0" i="1" lang="en-US" sz="3200" u="none" cap="none" strike="noStrike">
                <a:solidFill>
                  <a:schemeClr val="dk1"/>
                </a:solidFill>
                <a:latin typeface="Times New Roman"/>
                <a:ea typeface="Times New Roman"/>
                <a:cs typeface="Times New Roman"/>
                <a:sym typeface="Times New Roman"/>
              </a:rPr>
              <a:t>n</a:t>
            </a:r>
            <a:r>
              <a:rPr b="0" i="0" lang="en-US" sz="3200" u="none" cap="none" strike="noStrike">
                <a:solidFill>
                  <a:schemeClr val="dk1"/>
                </a:solidFill>
                <a:latin typeface="Times New Roman"/>
                <a:ea typeface="Times New Roman"/>
                <a:cs typeface="Times New Roman"/>
                <a:sym typeface="Times New Roman"/>
              </a:rPr>
              <a:t>,  </a:t>
            </a:r>
            <a:r>
              <a:rPr b="0" i="1" lang="en-US" sz="3200" u="none" cap="none" strike="noStrike">
                <a:solidFill>
                  <a:schemeClr val="dk1"/>
                </a:solidFill>
                <a:latin typeface="Times New Roman"/>
                <a:ea typeface="Times New Roman"/>
                <a:cs typeface="Times New Roman"/>
                <a:sym typeface="Times New Roman"/>
              </a:rPr>
              <a:t>B</a:t>
            </a:r>
            <a:r>
              <a:rPr b="0" i="0" lang="en-US" sz="3200" u="none" cap="none" strike="noStrike">
                <a:solidFill>
                  <a:schemeClr val="dk1"/>
                </a:solidFill>
                <a:latin typeface="Times New Roman"/>
                <a:ea typeface="Times New Roman"/>
                <a:cs typeface="Times New Roman"/>
                <a:sym typeface="Times New Roman"/>
              </a:rPr>
              <a:t>=</a:t>
            </a:r>
            <a:r>
              <a:rPr b="0" i="1" lang="en-US" sz="3200" u="none" cap="none" strike="noStrike">
                <a:solidFill>
                  <a:schemeClr val="dk1"/>
                </a:solidFill>
                <a:latin typeface="Times New Roman"/>
                <a:ea typeface="Times New Roman"/>
                <a:cs typeface="Times New Roman"/>
                <a:sym typeface="Times New Roman"/>
              </a:rPr>
              <a:t>n</a:t>
            </a:r>
            <a:r>
              <a:rPr b="0" i="0" lang="en-US" sz="1800" u="none" cap="none" strike="noStrike">
                <a:solidFill>
                  <a:schemeClr val="dk1"/>
                </a:solidFill>
                <a:latin typeface="Times New Roman"/>
                <a:ea typeface="Times New Roman"/>
                <a:cs typeface="Times New Roman"/>
                <a:sym typeface="Times New Roman"/>
              </a:rPr>
              <a:t>1</a:t>
            </a:r>
            <a:r>
              <a:rPr b="0" i="0" lang="en-US" sz="3200" u="none" cap="none" strike="noStrike">
                <a:solidFill>
                  <a:schemeClr val="dk1"/>
                </a:solidFill>
                <a:latin typeface="Times New Roman"/>
                <a:ea typeface="Times New Roman"/>
                <a:cs typeface="Times New Roman"/>
                <a:sym typeface="Times New Roman"/>
              </a:rPr>
              <a:t>+2</a:t>
            </a:r>
            <a:r>
              <a:rPr b="0" i="1" lang="en-US" sz="3200" u="none" cap="none" strike="noStrike">
                <a:solidFill>
                  <a:schemeClr val="dk1"/>
                </a:solidFill>
                <a:latin typeface="Times New Roman"/>
                <a:ea typeface="Times New Roman"/>
                <a:cs typeface="Times New Roman"/>
                <a:sym typeface="Times New Roman"/>
              </a:rPr>
              <a:t>n</a:t>
            </a:r>
            <a:r>
              <a:rPr b="0" i="0" lang="en-US" sz="1800" u="none" cap="none" strike="noStrike">
                <a:solidFill>
                  <a:schemeClr val="dk1"/>
                </a:solidFill>
                <a:latin typeface="Times New Roman"/>
                <a:ea typeface="Times New Roman"/>
                <a:cs typeface="Times New Roman"/>
                <a:sym typeface="Times New Roman"/>
              </a:rPr>
              <a:t>2</a:t>
            </a:r>
            <a:r>
              <a:rPr b="0" i="0" lang="en-US" sz="3200" u="none" cap="none" strike="noStrike">
                <a:solidFill>
                  <a:schemeClr val="dk1"/>
                </a:solidFill>
                <a:latin typeface="Times New Roman"/>
                <a:ea typeface="Times New Roman"/>
                <a:cs typeface="Times New Roman"/>
                <a:sym typeface="Times New Roman"/>
              </a:rPr>
              <a:t> ==&gt; </a:t>
            </a:r>
            <a:r>
              <a:rPr b="0" i="1" lang="en-US" sz="3200" u="none" cap="none" strike="noStrike">
                <a:solidFill>
                  <a:schemeClr val="dk1"/>
                </a:solidFill>
                <a:latin typeface="Times New Roman"/>
                <a:ea typeface="Times New Roman"/>
                <a:cs typeface="Times New Roman"/>
                <a:sym typeface="Times New Roman"/>
              </a:rPr>
              <a:t>n</a:t>
            </a:r>
            <a:r>
              <a:rPr b="0" i="0" lang="en-US" sz="1800" u="none" cap="none" strike="noStrike">
                <a:solidFill>
                  <a:schemeClr val="dk1"/>
                </a:solidFill>
                <a:latin typeface="Times New Roman"/>
                <a:ea typeface="Times New Roman"/>
                <a:cs typeface="Times New Roman"/>
                <a:sym typeface="Times New Roman"/>
              </a:rPr>
              <a:t>1</a:t>
            </a:r>
            <a:r>
              <a:rPr b="0" i="0" lang="en-US" sz="3200" u="none" cap="none" strike="noStrike">
                <a:solidFill>
                  <a:schemeClr val="dk1"/>
                </a:solidFill>
                <a:latin typeface="Times New Roman"/>
                <a:ea typeface="Times New Roman"/>
                <a:cs typeface="Times New Roman"/>
                <a:sym typeface="Times New Roman"/>
              </a:rPr>
              <a:t>+2</a:t>
            </a:r>
            <a:r>
              <a:rPr b="0" i="1" lang="en-US" sz="3200" u="none" cap="none" strike="noStrike">
                <a:solidFill>
                  <a:schemeClr val="dk1"/>
                </a:solidFill>
                <a:latin typeface="Times New Roman"/>
                <a:ea typeface="Times New Roman"/>
                <a:cs typeface="Times New Roman"/>
                <a:sym typeface="Times New Roman"/>
              </a:rPr>
              <a:t>n</a:t>
            </a:r>
            <a:r>
              <a:rPr b="0" i="0" lang="en-US" sz="1800" u="none" cap="none" strike="noStrike">
                <a:solidFill>
                  <a:schemeClr val="dk1"/>
                </a:solidFill>
                <a:latin typeface="Times New Roman"/>
                <a:ea typeface="Times New Roman"/>
                <a:cs typeface="Times New Roman"/>
                <a:sym typeface="Times New Roman"/>
              </a:rPr>
              <a:t>2</a:t>
            </a:r>
            <a:r>
              <a:rPr b="0" i="0" lang="en-US" sz="3200" u="none" cap="none" strike="noStrike">
                <a:solidFill>
                  <a:schemeClr val="dk1"/>
                </a:solidFill>
                <a:latin typeface="Times New Roman"/>
                <a:ea typeface="Times New Roman"/>
                <a:cs typeface="Times New Roman"/>
                <a:sym typeface="Times New Roman"/>
              </a:rPr>
              <a:t>+1= </a:t>
            </a:r>
            <a:r>
              <a:rPr b="0" i="1" lang="en-US" sz="3200" u="none" cap="none" strike="noStrike">
                <a:solidFill>
                  <a:schemeClr val="dk1"/>
                </a:solidFill>
                <a:latin typeface="Times New Roman"/>
                <a:ea typeface="Times New Roman"/>
                <a:cs typeface="Times New Roman"/>
                <a:sym typeface="Times New Roman"/>
              </a:rPr>
              <a:t>n</a:t>
            </a:r>
            <a:r>
              <a:rPr b="0" i="0" lang="en-US" sz="3200" u="none" cap="none" strike="noStrike">
                <a:solidFill>
                  <a:schemeClr val="dk1"/>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342900" lvl="0" marL="342900" marR="0" rtl="0" algn="l">
              <a:lnSpc>
                <a:spcPct val="70000"/>
              </a:lnSpc>
              <a:spcBef>
                <a:spcPts val="640"/>
              </a:spcBef>
              <a:spcAft>
                <a:spcPts val="0"/>
              </a:spcAft>
              <a:buClr>
                <a:schemeClr val="accent1"/>
              </a:buClr>
              <a:buSzPts val="2240"/>
              <a:buFont typeface="Arial"/>
              <a:buNone/>
            </a:pPr>
            <a:r>
              <a:rPr b="0" i="1" lang="en-US" sz="3200" u="none" cap="none" strike="noStrike">
                <a:solidFill>
                  <a:schemeClr val="dk1"/>
                </a:solidFill>
                <a:latin typeface="Times New Roman"/>
                <a:ea typeface="Times New Roman"/>
                <a:cs typeface="Times New Roman"/>
                <a:sym typeface="Times New Roman"/>
              </a:rPr>
              <a:t>    n</a:t>
            </a:r>
            <a:r>
              <a:rPr b="0" i="0" lang="en-US" sz="1800" u="none" cap="none" strike="noStrike">
                <a:solidFill>
                  <a:schemeClr val="dk1"/>
                </a:solidFill>
                <a:latin typeface="Times New Roman"/>
                <a:ea typeface="Times New Roman"/>
                <a:cs typeface="Times New Roman"/>
                <a:sym typeface="Times New Roman"/>
              </a:rPr>
              <a:t>1</a:t>
            </a:r>
            <a:r>
              <a:rPr b="0" i="0" lang="en-US" sz="3200" u="none" cap="none" strike="noStrike">
                <a:solidFill>
                  <a:schemeClr val="dk1"/>
                </a:solidFill>
                <a:latin typeface="Times New Roman"/>
                <a:ea typeface="Times New Roman"/>
                <a:cs typeface="Times New Roman"/>
                <a:sym typeface="Times New Roman"/>
              </a:rPr>
              <a:t>+2</a:t>
            </a:r>
            <a:r>
              <a:rPr b="0" i="1" lang="en-US" sz="3200" u="none" cap="none" strike="noStrike">
                <a:solidFill>
                  <a:schemeClr val="dk1"/>
                </a:solidFill>
                <a:latin typeface="Times New Roman"/>
                <a:ea typeface="Times New Roman"/>
                <a:cs typeface="Times New Roman"/>
                <a:sym typeface="Times New Roman"/>
              </a:rPr>
              <a:t>n</a:t>
            </a:r>
            <a:r>
              <a:rPr b="0" i="0" lang="en-US" sz="1800" u="none" cap="none" strike="noStrike">
                <a:solidFill>
                  <a:schemeClr val="dk1"/>
                </a:solidFill>
                <a:latin typeface="Times New Roman"/>
                <a:ea typeface="Times New Roman"/>
                <a:cs typeface="Times New Roman"/>
                <a:sym typeface="Times New Roman"/>
              </a:rPr>
              <a:t>2</a:t>
            </a:r>
            <a:r>
              <a:rPr b="0" i="0" lang="en-US" sz="3200" u="none" cap="none" strike="noStrike">
                <a:solidFill>
                  <a:schemeClr val="dk1"/>
                </a:solidFill>
                <a:latin typeface="Times New Roman"/>
                <a:ea typeface="Times New Roman"/>
                <a:cs typeface="Times New Roman"/>
                <a:sym typeface="Times New Roman"/>
              </a:rPr>
              <a:t>+1= </a:t>
            </a:r>
            <a:r>
              <a:rPr b="0" i="1" lang="en-US" sz="3200" u="none" cap="none" strike="noStrike">
                <a:solidFill>
                  <a:schemeClr val="dk1"/>
                </a:solidFill>
                <a:latin typeface="Times New Roman"/>
                <a:ea typeface="Times New Roman"/>
                <a:cs typeface="Times New Roman"/>
                <a:sym typeface="Times New Roman"/>
              </a:rPr>
              <a:t>n</a:t>
            </a:r>
            <a:r>
              <a:rPr b="0" i="0" lang="en-US" sz="1800" u="none" cap="none" strike="noStrike">
                <a:solidFill>
                  <a:schemeClr val="dk1"/>
                </a:solidFill>
                <a:latin typeface="Times New Roman"/>
                <a:ea typeface="Times New Roman"/>
                <a:cs typeface="Times New Roman"/>
                <a:sym typeface="Times New Roman"/>
              </a:rPr>
              <a:t>0</a:t>
            </a:r>
            <a:r>
              <a:rPr b="0" i="0" lang="en-US" sz="3200" u="none" cap="none" strike="noStrike">
                <a:solidFill>
                  <a:schemeClr val="dk1"/>
                </a:solidFill>
                <a:latin typeface="Times New Roman"/>
                <a:ea typeface="Times New Roman"/>
                <a:cs typeface="Times New Roman"/>
                <a:sym typeface="Times New Roman"/>
              </a:rPr>
              <a:t>+</a:t>
            </a:r>
            <a:r>
              <a:rPr b="0" i="1" lang="en-US" sz="3200" u="none" cap="none" strike="noStrike">
                <a:solidFill>
                  <a:schemeClr val="dk1"/>
                </a:solidFill>
                <a:latin typeface="Times New Roman"/>
                <a:ea typeface="Times New Roman"/>
                <a:cs typeface="Times New Roman"/>
                <a:sym typeface="Times New Roman"/>
              </a:rPr>
              <a:t>n</a:t>
            </a:r>
            <a:r>
              <a:rPr b="0" i="0" lang="en-US" sz="1800" u="none" cap="none" strike="noStrike">
                <a:solidFill>
                  <a:schemeClr val="dk1"/>
                </a:solidFill>
                <a:latin typeface="Times New Roman"/>
                <a:ea typeface="Times New Roman"/>
                <a:cs typeface="Times New Roman"/>
                <a:sym typeface="Times New Roman"/>
              </a:rPr>
              <a:t>1</a:t>
            </a:r>
            <a:r>
              <a:rPr b="0" i="0" lang="en-US" sz="3200" u="none" cap="none" strike="noStrike">
                <a:solidFill>
                  <a:schemeClr val="dk1"/>
                </a:solidFill>
                <a:latin typeface="Times New Roman"/>
                <a:ea typeface="Times New Roman"/>
                <a:cs typeface="Times New Roman"/>
                <a:sym typeface="Times New Roman"/>
              </a:rPr>
              <a:t>+</a:t>
            </a:r>
            <a:r>
              <a:rPr b="0" i="1" lang="en-US" sz="3200" u="none" cap="none" strike="noStrike">
                <a:solidFill>
                  <a:schemeClr val="dk1"/>
                </a:solidFill>
                <a:latin typeface="Times New Roman"/>
                <a:ea typeface="Times New Roman"/>
                <a:cs typeface="Times New Roman"/>
                <a:sym typeface="Times New Roman"/>
              </a:rPr>
              <a:t>n</a:t>
            </a:r>
            <a:r>
              <a:rPr b="0" i="0" lang="en-US" sz="1800" u="none" cap="none" strike="noStrike">
                <a:solidFill>
                  <a:schemeClr val="dk1"/>
                </a:solidFill>
                <a:latin typeface="Times New Roman"/>
                <a:ea typeface="Times New Roman"/>
                <a:cs typeface="Times New Roman"/>
                <a:sym typeface="Times New Roman"/>
              </a:rPr>
              <a:t>2</a:t>
            </a:r>
            <a:r>
              <a:rPr b="0" i="0" lang="en-US" sz="3200" u="none" cap="none" strike="noStrike">
                <a:solidFill>
                  <a:schemeClr val="dk1"/>
                </a:solidFill>
                <a:latin typeface="Times New Roman"/>
                <a:ea typeface="Times New Roman"/>
                <a:cs typeface="Times New Roman"/>
                <a:sym typeface="Times New Roman"/>
              </a:rPr>
              <a:t> ==&gt; </a:t>
            </a:r>
            <a:r>
              <a:rPr b="0" i="1" lang="en-US" sz="3200" u="none" cap="none" strike="noStrike">
                <a:solidFill>
                  <a:srgbClr val="CC3300"/>
                </a:solidFill>
                <a:latin typeface="Times New Roman"/>
                <a:ea typeface="Times New Roman"/>
                <a:cs typeface="Times New Roman"/>
                <a:sym typeface="Times New Roman"/>
              </a:rPr>
              <a:t>n</a:t>
            </a:r>
            <a:r>
              <a:rPr b="0" i="0" lang="en-US" sz="1800" u="none" cap="none" strike="noStrike">
                <a:solidFill>
                  <a:srgbClr val="CC3300"/>
                </a:solidFill>
                <a:latin typeface="Times New Roman"/>
                <a:ea typeface="Times New Roman"/>
                <a:cs typeface="Times New Roman"/>
                <a:sym typeface="Times New Roman"/>
              </a:rPr>
              <a:t>0</a:t>
            </a:r>
            <a:r>
              <a:rPr b="0" i="0" lang="en-US" sz="3200" u="none" cap="none" strike="noStrike">
                <a:solidFill>
                  <a:srgbClr val="CC3300"/>
                </a:solidFill>
                <a:latin typeface="Times New Roman"/>
                <a:ea typeface="Times New Roman"/>
                <a:cs typeface="Times New Roman"/>
                <a:sym typeface="Times New Roman"/>
              </a:rPr>
              <a:t>=</a:t>
            </a:r>
            <a:r>
              <a:rPr b="0" i="1" lang="en-US" sz="3200" u="none" cap="none" strike="noStrike">
                <a:solidFill>
                  <a:srgbClr val="CC3300"/>
                </a:solidFill>
                <a:latin typeface="Times New Roman"/>
                <a:ea typeface="Times New Roman"/>
                <a:cs typeface="Times New Roman"/>
                <a:sym typeface="Times New Roman"/>
              </a:rPr>
              <a:t>n</a:t>
            </a:r>
            <a:r>
              <a:rPr b="0" i="0" lang="en-US" sz="1800" u="none" cap="none" strike="noStrike">
                <a:solidFill>
                  <a:srgbClr val="CC3300"/>
                </a:solidFill>
                <a:latin typeface="Times New Roman"/>
                <a:ea typeface="Times New Roman"/>
                <a:cs typeface="Times New Roman"/>
                <a:sym typeface="Times New Roman"/>
              </a:rPr>
              <a:t>2</a:t>
            </a:r>
            <a:r>
              <a:rPr b="0" i="0" lang="en-US" sz="3200" u="none" cap="none" strike="noStrike">
                <a:solidFill>
                  <a:srgbClr val="CC3300"/>
                </a:solidFill>
                <a:latin typeface="Times New Roman"/>
                <a:ea typeface="Times New Roman"/>
                <a:cs typeface="Times New Roman"/>
                <a:sym typeface="Times New Roman"/>
              </a:rPr>
              <a:t>+1</a:t>
            </a:r>
            <a:endParaRPr b="0" i="0" sz="32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14"/>
          <p:cNvSpPr/>
          <p:nvPr/>
        </p:nvSpPr>
        <p:spPr>
          <a:xfrm>
            <a:off x="0" y="0"/>
            <a:ext cx="9163050" cy="1143000"/>
          </a:xfrm>
          <a:prstGeom prst="rect">
            <a:avLst/>
          </a:prstGeom>
          <a:noFill/>
          <a:ln>
            <a:noFill/>
          </a:ln>
        </p:spPr>
        <p:txBody>
          <a:bodyPr anchorCtr="0" anchor="ctr" bIns="46025" lIns="92075" spcFirstLastPara="1" rIns="92075" wrap="square" tIns="46025">
            <a:noAutofit/>
          </a:bodyPr>
          <a:lstStyle/>
          <a:p>
            <a:pPr indent="0" lvl="0" marL="0" marR="0" rtl="0" algn="ctr">
              <a:lnSpc>
                <a:spcPct val="100000"/>
              </a:lnSpc>
              <a:spcBef>
                <a:spcPts val="0"/>
              </a:spcBef>
              <a:spcAft>
                <a:spcPts val="0"/>
              </a:spcAft>
              <a:buClr>
                <a:srgbClr val="000000"/>
              </a:buClr>
              <a:buSzPts val="4400"/>
              <a:buFont typeface="Arial"/>
              <a:buNone/>
            </a:pPr>
            <a:r>
              <a:rPr b="0" i="0" lang="en-US" sz="4400" u="none" cap="none" strike="noStrike">
                <a:solidFill>
                  <a:schemeClr val="dk2"/>
                </a:solidFill>
                <a:latin typeface="Times New Roman"/>
                <a:ea typeface="Times New Roman"/>
                <a:cs typeface="Times New Roman"/>
                <a:sym typeface="Times New Roman"/>
              </a:rPr>
              <a:t>Full BT VS Complete BT</a:t>
            </a:r>
            <a:endParaRPr b="0" i="0" sz="1400" u="none" cap="none" strike="noStrike">
              <a:solidFill>
                <a:srgbClr val="000000"/>
              </a:solidFill>
              <a:latin typeface="Arial"/>
              <a:ea typeface="Arial"/>
              <a:cs typeface="Arial"/>
              <a:sym typeface="Arial"/>
            </a:endParaRPr>
          </a:p>
        </p:txBody>
      </p:sp>
      <p:sp>
        <p:nvSpPr>
          <p:cNvPr id="480" name="Google Shape;480;p14"/>
          <p:cNvSpPr/>
          <p:nvPr/>
        </p:nvSpPr>
        <p:spPr>
          <a:xfrm>
            <a:off x="860425" y="1096963"/>
            <a:ext cx="9163050" cy="2281237"/>
          </a:xfrm>
          <a:prstGeom prst="rect">
            <a:avLst/>
          </a:prstGeom>
          <a:noFill/>
          <a:ln>
            <a:noFill/>
          </a:ln>
        </p:spPr>
        <p:txBody>
          <a:bodyPr anchorCtr="0" anchor="t" bIns="46025" lIns="92075" spcFirstLastPara="1" rIns="92075" wrap="square" tIns="46025">
            <a:noAutofit/>
          </a:bodyPr>
          <a:lstStyle/>
          <a:p>
            <a:pPr indent="-342900" lvl="0" marL="342900" marR="0" rtl="0" algn="l">
              <a:lnSpc>
                <a:spcPct val="100000"/>
              </a:lnSpc>
              <a:spcBef>
                <a:spcPts val="0"/>
              </a:spcBef>
              <a:spcAft>
                <a:spcPts val="0"/>
              </a:spcAft>
              <a:buClr>
                <a:schemeClr val="accent1"/>
              </a:buClr>
              <a:buSzPts val="2240"/>
              <a:buFont typeface="Arial"/>
              <a:buChar char="●"/>
            </a:pPr>
            <a:r>
              <a:rPr b="0" i="0" lang="en-US" sz="3200" u="none" cap="none" strike="noStrike">
                <a:solidFill>
                  <a:schemeClr val="dk1"/>
                </a:solidFill>
                <a:latin typeface="Times New Roman"/>
                <a:ea typeface="Times New Roman"/>
                <a:cs typeface="Times New Roman"/>
                <a:sym typeface="Times New Roman"/>
              </a:rPr>
              <a:t>A full binary tree of depth </a:t>
            </a:r>
            <a:r>
              <a:rPr b="0" i="1" lang="en-US" sz="3200" u="none" cap="none" strike="noStrike">
                <a:solidFill>
                  <a:schemeClr val="dk1"/>
                </a:solidFill>
                <a:latin typeface="Times New Roman"/>
                <a:ea typeface="Times New Roman"/>
                <a:cs typeface="Times New Roman"/>
                <a:sym typeface="Times New Roman"/>
              </a:rPr>
              <a:t>k</a:t>
            </a:r>
            <a:r>
              <a:rPr b="0" i="0" lang="en-US" sz="3200" u="none" cap="none" strike="noStrike">
                <a:solidFill>
                  <a:schemeClr val="dk1"/>
                </a:solidFill>
                <a:latin typeface="Times New Roman"/>
                <a:ea typeface="Times New Roman"/>
                <a:cs typeface="Times New Roman"/>
                <a:sym typeface="Times New Roman"/>
              </a:rPr>
              <a:t> is a binary tree of </a:t>
            </a:r>
            <a:br>
              <a:rPr b="0" i="0" lang="en-US" sz="3200" u="none" cap="none" strike="noStrike">
                <a:solidFill>
                  <a:schemeClr val="dk1"/>
                </a:solidFill>
                <a:latin typeface="Times New Roman"/>
                <a:ea typeface="Times New Roman"/>
                <a:cs typeface="Times New Roman"/>
                <a:sym typeface="Times New Roman"/>
              </a:rPr>
            </a:br>
            <a:r>
              <a:rPr b="0" i="0" lang="en-US" sz="3200" u="none" cap="none" strike="noStrike">
                <a:solidFill>
                  <a:schemeClr val="dk1"/>
                </a:solidFill>
                <a:latin typeface="Times New Roman"/>
                <a:ea typeface="Times New Roman"/>
                <a:cs typeface="Times New Roman"/>
                <a:sym typeface="Times New Roman"/>
              </a:rPr>
              <a:t>depth </a:t>
            </a:r>
            <a:r>
              <a:rPr b="0" i="1" lang="en-US" sz="3200" u="none" cap="none" strike="noStrike">
                <a:solidFill>
                  <a:schemeClr val="dk1"/>
                </a:solidFill>
                <a:latin typeface="Times New Roman"/>
                <a:ea typeface="Times New Roman"/>
                <a:cs typeface="Times New Roman"/>
                <a:sym typeface="Times New Roman"/>
              </a:rPr>
              <a:t>k</a:t>
            </a:r>
            <a:r>
              <a:rPr b="0" i="0" lang="en-US" sz="3200" u="none" cap="none" strike="noStrike">
                <a:solidFill>
                  <a:schemeClr val="dk1"/>
                </a:solidFill>
                <a:latin typeface="Times New Roman"/>
                <a:ea typeface="Times New Roman"/>
                <a:cs typeface="Times New Roman"/>
                <a:sym typeface="Times New Roman"/>
              </a:rPr>
              <a:t> having 2 -1 nodes, </a:t>
            </a:r>
            <a:r>
              <a:rPr b="0" i="1" lang="en-US" sz="3200" u="none" cap="none" strike="noStrike">
                <a:solidFill>
                  <a:schemeClr val="dk1"/>
                </a:solidFill>
                <a:latin typeface="Times New Roman"/>
                <a:ea typeface="Times New Roman"/>
                <a:cs typeface="Times New Roman"/>
                <a:sym typeface="Times New Roman"/>
              </a:rPr>
              <a:t>k</a:t>
            </a:r>
            <a:r>
              <a:rPr b="0" i="0" lang="en-US" sz="3200" u="none" cap="none" strike="noStrike">
                <a:solidFill>
                  <a:schemeClr val="dk1"/>
                </a:solidFill>
                <a:latin typeface="Times New Roman"/>
                <a:ea typeface="Times New Roman"/>
                <a:cs typeface="Times New Roman"/>
                <a:sym typeface="Times New Roman"/>
              </a:rPr>
              <a:t>&gt;=0.</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640"/>
              </a:spcBef>
              <a:spcAft>
                <a:spcPts val="0"/>
              </a:spcAft>
              <a:buClr>
                <a:schemeClr val="accent1"/>
              </a:buClr>
              <a:buSzPts val="2240"/>
              <a:buFont typeface="Arial"/>
              <a:buChar char="●"/>
            </a:pPr>
            <a:r>
              <a:rPr b="0" i="0" lang="en-US" sz="3200" u="none" cap="none" strike="noStrike">
                <a:solidFill>
                  <a:schemeClr val="dk1"/>
                </a:solidFill>
                <a:latin typeface="Times New Roman"/>
                <a:ea typeface="Times New Roman"/>
                <a:cs typeface="Times New Roman"/>
                <a:sym typeface="Times New Roman"/>
              </a:rPr>
              <a:t>A binary tree with </a:t>
            </a:r>
            <a:r>
              <a:rPr b="0" i="1" lang="en-US" sz="3200" u="none" cap="none" strike="noStrike">
                <a:solidFill>
                  <a:schemeClr val="dk1"/>
                </a:solidFill>
                <a:latin typeface="Times New Roman"/>
                <a:ea typeface="Times New Roman"/>
                <a:cs typeface="Times New Roman"/>
                <a:sym typeface="Times New Roman"/>
              </a:rPr>
              <a:t>n</a:t>
            </a:r>
            <a:r>
              <a:rPr b="0" i="0" lang="en-US" sz="3200" u="none" cap="none" strike="noStrike">
                <a:solidFill>
                  <a:schemeClr val="dk1"/>
                </a:solidFill>
                <a:latin typeface="Times New Roman"/>
                <a:ea typeface="Times New Roman"/>
                <a:cs typeface="Times New Roman"/>
                <a:sym typeface="Times New Roman"/>
              </a:rPr>
              <a:t> nodes and depth </a:t>
            </a:r>
            <a:r>
              <a:rPr b="0" i="1" lang="en-US" sz="3200" u="none" cap="none" strike="noStrike">
                <a:solidFill>
                  <a:schemeClr val="dk1"/>
                </a:solidFill>
                <a:latin typeface="Times New Roman"/>
                <a:ea typeface="Times New Roman"/>
                <a:cs typeface="Times New Roman"/>
                <a:sym typeface="Times New Roman"/>
              </a:rPr>
              <a:t>k</a:t>
            </a:r>
            <a:r>
              <a:rPr b="0" i="0" lang="en-US" sz="3200" u="none" cap="none" strike="noStrike">
                <a:solidFill>
                  <a:schemeClr val="dk1"/>
                </a:solidFill>
                <a:latin typeface="Times New Roman"/>
                <a:ea typeface="Times New Roman"/>
                <a:cs typeface="Times New Roman"/>
                <a:sym typeface="Times New Roman"/>
              </a:rPr>
              <a:t> is </a:t>
            </a:r>
            <a:br>
              <a:rPr b="0" i="0" lang="en-US" sz="3200" u="none" cap="none" strike="noStrike">
                <a:solidFill>
                  <a:schemeClr val="dk1"/>
                </a:solidFill>
                <a:latin typeface="Times New Roman"/>
                <a:ea typeface="Times New Roman"/>
                <a:cs typeface="Times New Roman"/>
                <a:sym typeface="Times New Roman"/>
              </a:rPr>
            </a:br>
            <a:r>
              <a:rPr b="0" i="0" lang="en-US" sz="3200" u="none" cap="none" strike="noStrike">
                <a:solidFill>
                  <a:schemeClr val="dk1"/>
                </a:solidFill>
                <a:latin typeface="Times New Roman"/>
                <a:ea typeface="Times New Roman"/>
                <a:cs typeface="Times New Roman"/>
                <a:sym typeface="Times New Roman"/>
              </a:rPr>
              <a:t>complete </a:t>
            </a:r>
            <a:r>
              <a:rPr b="0" i="1" lang="en-US" sz="3200" u="none" cap="none" strike="noStrike">
                <a:solidFill>
                  <a:schemeClr val="dk1"/>
                </a:solidFill>
                <a:latin typeface="Times New Roman"/>
                <a:ea typeface="Times New Roman"/>
                <a:cs typeface="Times New Roman"/>
                <a:sym typeface="Times New Roman"/>
              </a:rPr>
              <a:t>iff</a:t>
            </a:r>
            <a:r>
              <a:rPr b="0" i="0" lang="en-US" sz="3200" u="none" cap="none" strike="noStrike">
                <a:solidFill>
                  <a:schemeClr val="dk1"/>
                </a:solidFill>
                <a:latin typeface="Times New Roman"/>
                <a:ea typeface="Times New Roman"/>
                <a:cs typeface="Times New Roman"/>
                <a:sym typeface="Times New Roman"/>
              </a:rPr>
              <a:t> its nodes correspond to the nodes numbered from 1 to </a:t>
            </a:r>
            <a:r>
              <a:rPr b="0" i="1" lang="en-US" sz="3200" u="none" cap="none" strike="noStrike">
                <a:solidFill>
                  <a:schemeClr val="dk1"/>
                </a:solidFill>
                <a:latin typeface="Times New Roman"/>
                <a:ea typeface="Times New Roman"/>
                <a:cs typeface="Times New Roman"/>
                <a:sym typeface="Times New Roman"/>
              </a:rPr>
              <a:t>n</a:t>
            </a:r>
            <a:r>
              <a:rPr b="0" i="0" lang="en-US" sz="3200" u="none" cap="none" strike="noStrike">
                <a:solidFill>
                  <a:schemeClr val="dk1"/>
                </a:solidFill>
                <a:latin typeface="Times New Roman"/>
                <a:ea typeface="Times New Roman"/>
                <a:cs typeface="Times New Roman"/>
                <a:sym typeface="Times New Roman"/>
              </a:rPr>
              <a:t> in the full binary tree of </a:t>
            </a:r>
            <a:br>
              <a:rPr b="0" i="0" lang="en-US" sz="3200" u="none" cap="none" strike="noStrike">
                <a:solidFill>
                  <a:schemeClr val="dk1"/>
                </a:solidFill>
                <a:latin typeface="Times New Roman"/>
                <a:ea typeface="Times New Roman"/>
                <a:cs typeface="Times New Roman"/>
                <a:sym typeface="Times New Roman"/>
              </a:rPr>
            </a:br>
            <a:r>
              <a:rPr b="0" i="0" lang="en-US" sz="3200" u="none" cap="none" strike="noStrike">
                <a:solidFill>
                  <a:schemeClr val="dk1"/>
                </a:solidFill>
                <a:latin typeface="Times New Roman"/>
                <a:ea typeface="Times New Roman"/>
                <a:cs typeface="Times New Roman"/>
                <a:sym typeface="Times New Roman"/>
              </a:rPr>
              <a:t>depth </a:t>
            </a:r>
            <a:r>
              <a:rPr b="0" i="1" lang="en-US" sz="3200" u="none" cap="none" strike="noStrike">
                <a:solidFill>
                  <a:schemeClr val="dk1"/>
                </a:solidFill>
                <a:latin typeface="Times New Roman"/>
                <a:ea typeface="Times New Roman"/>
                <a:cs typeface="Times New Roman"/>
                <a:sym typeface="Times New Roman"/>
              </a:rPr>
              <a:t>k</a:t>
            </a:r>
            <a:r>
              <a:rPr b="0" i="0" lang="en-US" sz="3200" u="none" cap="none" strike="noStrike">
                <a:solidFill>
                  <a:schemeClr val="dk1"/>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p:txBody>
      </p:sp>
      <p:sp>
        <p:nvSpPr>
          <p:cNvPr id="481" name="Google Shape;481;p14"/>
          <p:cNvSpPr/>
          <p:nvPr/>
        </p:nvSpPr>
        <p:spPr>
          <a:xfrm>
            <a:off x="3927475" y="1498600"/>
            <a:ext cx="285750" cy="366713"/>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chemeClr val="dk1"/>
                </a:solidFill>
                <a:latin typeface="Times New Roman"/>
                <a:ea typeface="Times New Roman"/>
                <a:cs typeface="Times New Roman"/>
                <a:sym typeface="Times New Roman"/>
              </a:rPr>
              <a:t>k</a:t>
            </a:r>
            <a:endParaRPr b="0" i="0" sz="1400" u="none" cap="none" strike="noStrike">
              <a:solidFill>
                <a:srgbClr val="000000"/>
              </a:solidFill>
              <a:latin typeface="Arial"/>
              <a:ea typeface="Arial"/>
              <a:cs typeface="Arial"/>
              <a:sym typeface="Arial"/>
            </a:endParaRPr>
          </a:p>
        </p:txBody>
      </p:sp>
      <p:sp>
        <p:nvSpPr>
          <p:cNvPr id="482" name="Google Shape;482;p14"/>
          <p:cNvSpPr/>
          <p:nvPr/>
        </p:nvSpPr>
        <p:spPr>
          <a:xfrm>
            <a:off x="2568575" y="4103688"/>
            <a:ext cx="357188" cy="298450"/>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483" name="Google Shape;483;p14"/>
          <p:cNvSpPr/>
          <p:nvPr/>
        </p:nvSpPr>
        <p:spPr>
          <a:xfrm>
            <a:off x="2586038" y="4092575"/>
            <a:ext cx="349250" cy="366713"/>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A</a:t>
            </a:r>
            <a:endParaRPr b="0" i="0" sz="1400" u="none" cap="none" strike="noStrike">
              <a:solidFill>
                <a:srgbClr val="000000"/>
              </a:solidFill>
              <a:latin typeface="Arial"/>
              <a:ea typeface="Arial"/>
              <a:cs typeface="Arial"/>
              <a:sym typeface="Arial"/>
            </a:endParaRPr>
          </a:p>
        </p:txBody>
      </p:sp>
      <p:sp>
        <p:nvSpPr>
          <p:cNvPr id="484" name="Google Shape;484;p14"/>
          <p:cNvSpPr/>
          <p:nvPr/>
        </p:nvSpPr>
        <p:spPr>
          <a:xfrm>
            <a:off x="1955800" y="4713288"/>
            <a:ext cx="357188" cy="298450"/>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485" name="Google Shape;485;p14"/>
          <p:cNvSpPr/>
          <p:nvPr/>
        </p:nvSpPr>
        <p:spPr>
          <a:xfrm>
            <a:off x="1990725" y="4719638"/>
            <a:ext cx="336550" cy="366712"/>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B</a:t>
            </a:r>
            <a:endParaRPr b="0" i="0" sz="1400" u="none" cap="none" strike="noStrike">
              <a:solidFill>
                <a:srgbClr val="000000"/>
              </a:solidFill>
              <a:latin typeface="Arial"/>
              <a:ea typeface="Arial"/>
              <a:cs typeface="Arial"/>
              <a:sym typeface="Arial"/>
            </a:endParaRPr>
          </a:p>
        </p:txBody>
      </p:sp>
      <p:cxnSp>
        <p:nvCxnSpPr>
          <p:cNvPr id="486" name="Google Shape;486;p14"/>
          <p:cNvCxnSpPr/>
          <p:nvPr/>
        </p:nvCxnSpPr>
        <p:spPr>
          <a:xfrm flipH="1">
            <a:off x="2143125" y="4362450"/>
            <a:ext cx="482600" cy="346075"/>
          </a:xfrm>
          <a:prstGeom prst="straightConnector1">
            <a:avLst/>
          </a:prstGeom>
          <a:noFill/>
          <a:ln cap="flat" cmpd="sng" w="12700">
            <a:solidFill>
              <a:schemeClr val="dk1"/>
            </a:solidFill>
            <a:prstDash val="solid"/>
            <a:round/>
            <a:headEnd len="sm" w="sm" type="none"/>
            <a:tailEnd len="sm" w="sm" type="none"/>
          </a:ln>
        </p:spPr>
      </p:cxnSp>
      <p:sp>
        <p:nvSpPr>
          <p:cNvPr id="487" name="Google Shape;487;p14"/>
          <p:cNvSpPr/>
          <p:nvPr/>
        </p:nvSpPr>
        <p:spPr>
          <a:xfrm>
            <a:off x="3151188" y="4730750"/>
            <a:ext cx="355600" cy="298450"/>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488" name="Google Shape;488;p14"/>
          <p:cNvSpPr/>
          <p:nvPr/>
        </p:nvSpPr>
        <p:spPr>
          <a:xfrm>
            <a:off x="3186113" y="4737100"/>
            <a:ext cx="336550" cy="366713"/>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C</a:t>
            </a:r>
            <a:endParaRPr b="0" i="0" sz="1400" u="none" cap="none" strike="noStrike">
              <a:solidFill>
                <a:srgbClr val="000000"/>
              </a:solidFill>
              <a:latin typeface="Arial"/>
              <a:ea typeface="Arial"/>
              <a:cs typeface="Arial"/>
              <a:sym typeface="Arial"/>
            </a:endParaRPr>
          </a:p>
        </p:txBody>
      </p:sp>
      <p:sp>
        <p:nvSpPr>
          <p:cNvPr id="489" name="Google Shape;489;p14"/>
          <p:cNvSpPr/>
          <p:nvPr/>
        </p:nvSpPr>
        <p:spPr>
          <a:xfrm>
            <a:off x="3471863" y="5305425"/>
            <a:ext cx="357187" cy="298450"/>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490" name="Google Shape;490;p14"/>
          <p:cNvSpPr/>
          <p:nvPr/>
        </p:nvSpPr>
        <p:spPr>
          <a:xfrm>
            <a:off x="3522663" y="5311775"/>
            <a:ext cx="349250" cy="366713"/>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G</a:t>
            </a:r>
            <a:endParaRPr b="0" i="0" sz="1400" u="none" cap="none" strike="noStrike">
              <a:solidFill>
                <a:srgbClr val="000000"/>
              </a:solidFill>
              <a:latin typeface="Arial"/>
              <a:ea typeface="Arial"/>
              <a:cs typeface="Arial"/>
              <a:sym typeface="Arial"/>
            </a:endParaRPr>
          </a:p>
        </p:txBody>
      </p:sp>
      <p:cxnSp>
        <p:nvCxnSpPr>
          <p:cNvPr id="491" name="Google Shape;491;p14"/>
          <p:cNvCxnSpPr/>
          <p:nvPr/>
        </p:nvCxnSpPr>
        <p:spPr>
          <a:xfrm>
            <a:off x="3432175" y="5027613"/>
            <a:ext cx="182563" cy="261937"/>
          </a:xfrm>
          <a:prstGeom prst="straightConnector1">
            <a:avLst/>
          </a:prstGeom>
          <a:noFill/>
          <a:ln cap="flat" cmpd="sng" w="12700">
            <a:solidFill>
              <a:schemeClr val="dk1"/>
            </a:solidFill>
            <a:prstDash val="solid"/>
            <a:round/>
            <a:headEnd len="sm" w="sm" type="none"/>
            <a:tailEnd len="sm" w="sm" type="none"/>
          </a:ln>
        </p:spPr>
      </p:cxnSp>
      <p:sp>
        <p:nvSpPr>
          <p:cNvPr id="492" name="Google Shape;492;p14"/>
          <p:cNvSpPr/>
          <p:nvPr/>
        </p:nvSpPr>
        <p:spPr>
          <a:xfrm>
            <a:off x="2290763" y="5332413"/>
            <a:ext cx="355600" cy="298450"/>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493" name="Google Shape;493;p14"/>
          <p:cNvSpPr/>
          <p:nvPr/>
        </p:nvSpPr>
        <p:spPr>
          <a:xfrm>
            <a:off x="2324100" y="5354638"/>
            <a:ext cx="323850" cy="366712"/>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E</a:t>
            </a:r>
            <a:endParaRPr b="0" i="0" sz="1400" u="none" cap="none" strike="noStrike">
              <a:solidFill>
                <a:srgbClr val="000000"/>
              </a:solidFill>
              <a:latin typeface="Arial"/>
              <a:ea typeface="Arial"/>
              <a:cs typeface="Arial"/>
              <a:sym typeface="Arial"/>
            </a:endParaRPr>
          </a:p>
        </p:txBody>
      </p:sp>
      <p:sp>
        <p:nvSpPr>
          <p:cNvPr id="494" name="Google Shape;494;p14"/>
          <p:cNvSpPr/>
          <p:nvPr/>
        </p:nvSpPr>
        <p:spPr>
          <a:xfrm>
            <a:off x="2032000" y="5992813"/>
            <a:ext cx="357188" cy="298450"/>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495" name="Google Shape;495;p14"/>
          <p:cNvSpPr/>
          <p:nvPr/>
        </p:nvSpPr>
        <p:spPr>
          <a:xfrm>
            <a:off x="2114550" y="6016625"/>
            <a:ext cx="260350" cy="366713"/>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I</a:t>
            </a:r>
            <a:endParaRPr b="0" i="0" sz="1400" u="none" cap="none" strike="noStrike">
              <a:solidFill>
                <a:srgbClr val="000000"/>
              </a:solidFill>
              <a:latin typeface="Arial"/>
              <a:ea typeface="Arial"/>
              <a:cs typeface="Arial"/>
              <a:sym typeface="Arial"/>
            </a:endParaRPr>
          </a:p>
        </p:txBody>
      </p:sp>
      <p:cxnSp>
        <p:nvCxnSpPr>
          <p:cNvPr id="496" name="Google Shape;496;p14"/>
          <p:cNvCxnSpPr/>
          <p:nvPr/>
        </p:nvCxnSpPr>
        <p:spPr>
          <a:xfrm>
            <a:off x="1938338" y="5659438"/>
            <a:ext cx="268287" cy="328612"/>
          </a:xfrm>
          <a:prstGeom prst="straightConnector1">
            <a:avLst/>
          </a:prstGeom>
          <a:noFill/>
          <a:ln cap="flat" cmpd="sng" w="12700">
            <a:solidFill>
              <a:schemeClr val="dk1"/>
            </a:solidFill>
            <a:prstDash val="solid"/>
            <a:round/>
            <a:headEnd len="sm" w="sm" type="none"/>
            <a:tailEnd len="sm" w="sm" type="none"/>
          </a:ln>
        </p:spPr>
      </p:cxnSp>
      <p:sp>
        <p:nvSpPr>
          <p:cNvPr id="497" name="Google Shape;497;p14"/>
          <p:cNvSpPr/>
          <p:nvPr/>
        </p:nvSpPr>
        <p:spPr>
          <a:xfrm>
            <a:off x="1665288" y="5321300"/>
            <a:ext cx="357187" cy="298450"/>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498" name="Google Shape;498;p14"/>
          <p:cNvSpPr/>
          <p:nvPr/>
        </p:nvSpPr>
        <p:spPr>
          <a:xfrm>
            <a:off x="1698625" y="5327650"/>
            <a:ext cx="349250" cy="366713"/>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D</a:t>
            </a:r>
            <a:endParaRPr b="0" i="0" sz="1400" u="none" cap="none" strike="noStrike">
              <a:solidFill>
                <a:srgbClr val="000000"/>
              </a:solidFill>
              <a:latin typeface="Arial"/>
              <a:ea typeface="Arial"/>
              <a:cs typeface="Arial"/>
              <a:sym typeface="Arial"/>
            </a:endParaRPr>
          </a:p>
        </p:txBody>
      </p:sp>
      <p:sp>
        <p:nvSpPr>
          <p:cNvPr id="499" name="Google Shape;499;p14"/>
          <p:cNvSpPr/>
          <p:nvPr/>
        </p:nvSpPr>
        <p:spPr>
          <a:xfrm>
            <a:off x="1343025" y="5973763"/>
            <a:ext cx="357188" cy="298450"/>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500" name="Google Shape;500;p14"/>
          <p:cNvSpPr/>
          <p:nvPr/>
        </p:nvSpPr>
        <p:spPr>
          <a:xfrm>
            <a:off x="1377950" y="5995988"/>
            <a:ext cx="349250" cy="366712"/>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H</a:t>
            </a:r>
            <a:endParaRPr b="0" i="0" sz="1400" u="none" cap="none" strike="noStrike">
              <a:solidFill>
                <a:srgbClr val="000000"/>
              </a:solidFill>
              <a:latin typeface="Arial"/>
              <a:ea typeface="Arial"/>
              <a:cs typeface="Arial"/>
              <a:sym typeface="Arial"/>
            </a:endParaRPr>
          </a:p>
        </p:txBody>
      </p:sp>
      <p:sp>
        <p:nvSpPr>
          <p:cNvPr id="501" name="Google Shape;501;p14"/>
          <p:cNvSpPr/>
          <p:nvPr/>
        </p:nvSpPr>
        <p:spPr>
          <a:xfrm>
            <a:off x="2859088" y="5303838"/>
            <a:ext cx="355600" cy="300037"/>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502" name="Google Shape;502;p14"/>
          <p:cNvSpPr/>
          <p:nvPr/>
        </p:nvSpPr>
        <p:spPr>
          <a:xfrm>
            <a:off x="2874963" y="5327650"/>
            <a:ext cx="311150" cy="366713"/>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F</a:t>
            </a:r>
            <a:endParaRPr b="0" i="0" sz="1400" u="none" cap="none" strike="noStrike">
              <a:solidFill>
                <a:srgbClr val="000000"/>
              </a:solidFill>
              <a:latin typeface="Arial"/>
              <a:ea typeface="Arial"/>
              <a:cs typeface="Arial"/>
              <a:sym typeface="Arial"/>
            </a:endParaRPr>
          </a:p>
        </p:txBody>
      </p:sp>
      <p:cxnSp>
        <p:nvCxnSpPr>
          <p:cNvPr id="503" name="Google Shape;503;p14"/>
          <p:cNvCxnSpPr/>
          <p:nvPr/>
        </p:nvCxnSpPr>
        <p:spPr>
          <a:xfrm flipH="1">
            <a:off x="3024188" y="5026025"/>
            <a:ext cx="203200" cy="263525"/>
          </a:xfrm>
          <a:prstGeom prst="straightConnector1">
            <a:avLst/>
          </a:prstGeom>
          <a:noFill/>
          <a:ln cap="flat" cmpd="sng" w="12700">
            <a:solidFill>
              <a:schemeClr val="dk1"/>
            </a:solidFill>
            <a:prstDash val="solid"/>
            <a:round/>
            <a:headEnd len="sm" w="sm" type="none"/>
            <a:tailEnd len="sm" w="sm" type="none"/>
          </a:ln>
        </p:spPr>
      </p:cxnSp>
      <p:cxnSp>
        <p:nvCxnSpPr>
          <p:cNvPr id="504" name="Google Shape;504;p14"/>
          <p:cNvCxnSpPr/>
          <p:nvPr/>
        </p:nvCxnSpPr>
        <p:spPr>
          <a:xfrm>
            <a:off x="2197100" y="4999038"/>
            <a:ext cx="234950" cy="327025"/>
          </a:xfrm>
          <a:prstGeom prst="straightConnector1">
            <a:avLst/>
          </a:prstGeom>
          <a:noFill/>
          <a:ln cap="flat" cmpd="sng" w="12700">
            <a:solidFill>
              <a:schemeClr val="dk1"/>
            </a:solidFill>
            <a:prstDash val="solid"/>
            <a:round/>
            <a:headEnd len="sm" w="sm" type="none"/>
            <a:tailEnd len="sm" w="sm" type="none"/>
          </a:ln>
        </p:spPr>
      </p:cxnSp>
      <p:cxnSp>
        <p:nvCxnSpPr>
          <p:cNvPr id="505" name="Google Shape;505;p14"/>
          <p:cNvCxnSpPr/>
          <p:nvPr/>
        </p:nvCxnSpPr>
        <p:spPr>
          <a:xfrm flipH="1">
            <a:off x="1830388" y="4989513"/>
            <a:ext cx="204787" cy="327025"/>
          </a:xfrm>
          <a:prstGeom prst="straightConnector1">
            <a:avLst/>
          </a:prstGeom>
          <a:noFill/>
          <a:ln cap="flat" cmpd="sng" w="12700">
            <a:solidFill>
              <a:schemeClr val="dk1"/>
            </a:solidFill>
            <a:prstDash val="solid"/>
            <a:round/>
            <a:headEnd len="sm" w="sm" type="none"/>
            <a:tailEnd len="sm" w="sm" type="none"/>
          </a:ln>
        </p:spPr>
      </p:cxnSp>
      <p:cxnSp>
        <p:nvCxnSpPr>
          <p:cNvPr id="506" name="Google Shape;506;p14"/>
          <p:cNvCxnSpPr/>
          <p:nvPr/>
        </p:nvCxnSpPr>
        <p:spPr>
          <a:xfrm flipH="1">
            <a:off x="1519238" y="5649913"/>
            <a:ext cx="268287" cy="309562"/>
          </a:xfrm>
          <a:prstGeom prst="straightConnector1">
            <a:avLst/>
          </a:prstGeom>
          <a:noFill/>
          <a:ln cap="flat" cmpd="sng" w="12700">
            <a:solidFill>
              <a:schemeClr val="dk1"/>
            </a:solidFill>
            <a:prstDash val="solid"/>
            <a:round/>
            <a:headEnd len="sm" w="sm" type="none"/>
            <a:tailEnd len="sm" w="sm" type="none"/>
          </a:ln>
        </p:spPr>
      </p:cxnSp>
      <p:cxnSp>
        <p:nvCxnSpPr>
          <p:cNvPr id="507" name="Google Shape;507;p14"/>
          <p:cNvCxnSpPr/>
          <p:nvPr/>
        </p:nvCxnSpPr>
        <p:spPr>
          <a:xfrm>
            <a:off x="2862263" y="4371975"/>
            <a:ext cx="450850" cy="355600"/>
          </a:xfrm>
          <a:prstGeom prst="straightConnector1">
            <a:avLst/>
          </a:prstGeom>
          <a:noFill/>
          <a:ln cap="flat" cmpd="sng" w="12700">
            <a:solidFill>
              <a:schemeClr val="dk1"/>
            </a:solidFill>
            <a:prstDash val="solid"/>
            <a:round/>
            <a:headEnd len="sm" w="sm" type="none"/>
            <a:tailEnd len="sm" w="sm" type="none"/>
          </a:ln>
        </p:spPr>
      </p:cxnSp>
      <p:sp>
        <p:nvSpPr>
          <p:cNvPr id="508" name="Google Shape;508;p14"/>
          <p:cNvSpPr/>
          <p:nvPr/>
        </p:nvSpPr>
        <p:spPr>
          <a:xfrm>
            <a:off x="7142163" y="4102100"/>
            <a:ext cx="357187" cy="298450"/>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509" name="Google Shape;509;p14"/>
          <p:cNvSpPr/>
          <p:nvPr/>
        </p:nvSpPr>
        <p:spPr>
          <a:xfrm>
            <a:off x="7159625" y="4090988"/>
            <a:ext cx="349250" cy="366712"/>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A</a:t>
            </a:r>
            <a:endParaRPr b="0" i="0" sz="1400" u="none" cap="none" strike="noStrike">
              <a:solidFill>
                <a:srgbClr val="000000"/>
              </a:solidFill>
              <a:latin typeface="Arial"/>
              <a:ea typeface="Arial"/>
              <a:cs typeface="Arial"/>
              <a:sym typeface="Arial"/>
            </a:endParaRPr>
          </a:p>
        </p:txBody>
      </p:sp>
      <p:sp>
        <p:nvSpPr>
          <p:cNvPr id="510" name="Google Shape;510;p14"/>
          <p:cNvSpPr/>
          <p:nvPr/>
        </p:nvSpPr>
        <p:spPr>
          <a:xfrm>
            <a:off x="6154738" y="4678363"/>
            <a:ext cx="357187" cy="298450"/>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511" name="Google Shape;511;p14"/>
          <p:cNvSpPr/>
          <p:nvPr/>
        </p:nvSpPr>
        <p:spPr>
          <a:xfrm>
            <a:off x="6189663" y="4684713"/>
            <a:ext cx="336550" cy="366712"/>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B</a:t>
            </a:r>
            <a:endParaRPr b="0" i="0" sz="1400" u="none" cap="none" strike="noStrike">
              <a:solidFill>
                <a:srgbClr val="000000"/>
              </a:solidFill>
              <a:latin typeface="Arial"/>
              <a:ea typeface="Arial"/>
              <a:cs typeface="Arial"/>
              <a:sym typeface="Arial"/>
            </a:endParaRPr>
          </a:p>
        </p:txBody>
      </p:sp>
      <p:cxnSp>
        <p:nvCxnSpPr>
          <p:cNvPr id="512" name="Google Shape;512;p14"/>
          <p:cNvCxnSpPr/>
          <p:nvPr/>
        </p:nvCxnSpPr>
        <p:spPr>
          <a:xfrm flipH="1">
            <a:off x="6335713" y="4349750"/>
            <a:ext cx="817562" cy="339725"/>
          </a:xfrm>
          <a:prstGeom prst="straightConnector1">
            <a:avLst/>
          </a:prstGeom>
          <a:noFill/>
          <a:ln cap="flat" cmpd="sng" w="12700">
            <a:solidFill>
              <a:schemeClr val="dk1"/>
            </a:solidFill>
            <a:prstDash val="solid"/>
            <a:round/>
            <a:headEnd len="sm" w="sm" type="none"/>
            <a:tailEnd len="sm" w="sm" type="none"/>
          </a:ln>
        </p:spPr>
      </p:cxnSp>
      <p:sp>
        <p:nvSpPr>
          <p:cNvPr id="513" name="Google Shape;513;p14"/>
          <p:cNvSpPr/>
          <p:nvPr/>
        </p:nvSpPr>
        <p:spPr>
          <a:xfrm>
            <a:off x="8132763" y="4695825"/>
            <a:ext cx="355600" cy="298450"/>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514" name="Google Shape;514;p14"/>
          <p:cNvSpPr/>
          <p:nvPr/>
        </p:nvSpPr>
        <p:spPr>
          <a:xfrm>
            <a:off x="8167688" y="4702175"/>
            <a:ext cx="336550" cy="366713"/>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C</a:t>
            </a:r>
            <a:endParaRPr b="0" i="0" sz="1400" u="none" cap="none" strike="noStrike">
              <a:solidFill>
                <a:srgbClr val="000000"/>
              </a:solidFill>
              <a:latin typeface="Arial"/>
              <a:ea typeface="Arial"/>
              <a:cs typeface="Arial"/>
              <a:sym typeface="Arial"/>
            </a:endParaRPr>
          </a:p>
        </p:txBody>
      </p:sp>
      <p:sp>
        <p:nvSpPr>
          <p:cNvPr id="515" name="Google Shape;515;p14"/>
          <p:cNvSpPr/>
          <p:nvPr/>
        </p:nvSpPr>
        <p:spPr>
          <a:xfrm>
            <a:off x="8520113" y="5305425"/>
            <a:ext cx="357187" cy="298450"/>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516" name="Google Shape;516;p14"/>
          <p:cNvSpPr/>
          <p:nvPr/>
        </p:nvSpPr>
        <p:spPr>
          <a:xfrm>
            <a:off x="8570913" y="5311775"/>
            <a:ext cx="349250" cy="366713"/>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G</a:t>
            </a:r>
            <a:endParaRPr b="0" i="0" sz="1400" u="none" cap="none" strike="noStrike">
              <a:solidFill>
                <a:srgbClr val="000000"/>
              </a:solidFill>
              <a:latin typeface="Arial"/>
              <a:ea typeface="Arial"/>
              <a:cs typeface="Arial"/>
              <a:sym typeface="Arial"/>
            </a:endParaRPr>
          </a:p>
        </p:txBody>
      </p:sp>
      <p:cxnSp>
        <p:nvCxnSpPr>
          <p:cNvPr id="517" name="Google Shape;517;p14"/>
          <p:cNvCxnSpPr/>
          <p:nvPr/>
        </p:nvCxnSpPr>
        <p:spPr>
          <a:xfrm>
            <a:off x="8447088" y="4959350"/>
            <a:ext cx="271462" cy="341313"/>
          </a:xfrm>
          <a:prstGeom prst="straightConnector1">
            <a:avLst/>
          </a:prstGeom>
          <a:noFill/>
          <a:ln cap="flat" cmpd="sng" w="12700">
            <a:solidFill>
              <a:schemeClr val="dk1"/>
            </a:solidFill>
            <a:prstDash val="solid"/>
            <a:round/>
            <a:headEnd len="sm" w="sm" type="none"/>
            <a:tailEnd len="sm" w="sm" type="none"/>
          </a:ln>
        </p:spPr>
      </p:cxnSp>
      <p:sp>
        <p:nvSpPr>
          <p:cNvPr id="518" name="Google Shape;518;p14"/>
          <p:cNvSpPr/>
          <p:nvPr/>
        </p:nvSpPr>
        <p:spPr>
          <a:xfrm>
            <a:off x="6626225" y="5297488"/>
            <a:ext cx="355600" cy="298450"/>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519" name="Google Shape;519;p14"/>
          <p:cNvSpPr/>
          <p:nvPr/>
        </p:nvSpPr>
        <p:spPr>
          <a:xfrm>
            <a:off x="6659563" y="5319713"/>
            <a:ext cx="323850" cy="366712"/>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E</a:t>
            </a:r>
            <a:endParaRPr b="0" i="0" sz="1400" u="none" cap="none" strike="noStrike">
              <a:solidFill>
                <a:srgbClr val="000000"/>
              </a:solidFill>
              <a:latin typeface="Arial"/>
              <a:ea typeface="Arial"/>
              <a:cs typeface="Arial"/>
              <a:sym typeface="Arial"/>
            </a:endParaRPr>
          </a:p>
        </p:txBody>
      </p:sp>
      <p:sp>
        <p:nvSpPr>
          <p:cNvPr id="520" name="Google Shape;520;p14"/>
          <p:cNvSpPr/>
          <p:nvPr/>
        </p:nvSpPr>
        <p:spPr>
          <a:xfrm>
            <a:off x="6859588" y="5907088"/>
            <a:ext cx="357187" cy="298450"/>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521" name="Google Shape;521;p14"/>
          <p:cNvSpPr/>
          <p:nvPr/>
        </p:nvSpPr>
        <p:spPr>
          <a:xfrm>
            <a:off x="6942138" y="5930900"/>
            <a:ext cx="349250" cy="366713"/>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K</a:t>
            </a:r>
            <a:endParaRPr b="0" i="0" sz="1400" u="none" cap="none" strike="noStrike">
              <a:solidFill>
                <a:srgbClr val="000000"/>
              </a:solidFill>
              <a:latin typeface="Arial"/>
              <a:ea typeface="Arial"/>
              <a:cs typeface="Arial"/>
              <a:sym typeface="Arial"/>
            </a:endParaRPr>
          </a:p>
        </p:txBody>
      </p:sp>
      <p:cxnSp>
        <p:nvCxnSpPr>
          <p:cNvPr id="522" name="Google Shape;522;p14"/>
          <p:cNvCxnSpPr/>
          <p:nvPr/>
        </p:nvCxnSpPr>
        <p:spPr>
          <a:xfrm>
            <a:off x="6886575" y="5591175"/>
            <a:ext cx="163513" cy="304800"/>
          </a:xfrm>
          <a:prstGeom prst="straightConnector1">
            <a:avLst/>
          </a:prstGeom>
          <a:noFill/>
          <a:ln cap="flat" cmpd="sng" w="12700">
            <a:solidFill>
              <a:schemeClr val="dk1"/>
            </a:solidFill>
            <a:prstDash val="solid"/>
            <a:round/>
            <a:headEnd len="sm" w="sm" type="none"/>
            <a:tailEnd len="sm" w="sm" type="none"/>
          </a:ln>
        </p:spPr>
      </p:cxnSp>
      <p:sp>
        <p:nvSpPr>
          <p:cNvPr id="523" name="Google Shape;523;p14"/>
          <p:cNvSpPr/>
          <p:nvPr/>
        </p:nvSpPr>
        <p:spPr>
          <a:xfrm>
            <a:off x="5711825" y="5321300"/>
            <a:ext cx="357188" cy="298450"/>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524" name="Google Shape;524;p14"/>
          <p:cNvSpPr/>
          <p:nvPr/>
        </p:nvSpPr>
        <p:spPr>
          <a:xfrm>
            <a:off x="5745163" y="5327650"/>
            <a:ext cx="349250" cy="366713"/>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D</a:t>
            </a:r>
            <a:endParaRPr b="0" i="0" sz="1400" u="none" cap="none" strike="noStrike">
              <a:solidFill>
                <a:srgbClr val="000000"/>
              </a:solidFill>
              <a:latin typeface="Arial"/>
              <a:ea typeface="Arial"/>
              <a:cs typeface="Arial"/>
              <a:sym typeface="Arial"/>
            </a:endParaRPr>
          </a:p>
        </p:txBody>
      </p:sp>
      <p:sp>
        <p:nvSpPr>
          <p:cNvPr id="525" name="Google Shape;525;p14"/>
          <p:cNvSpPr/>
          <p:nvPr/>
        </p:nvSpPr>
        <p:spPr>
          <a:xfrm>
            <a:off x="6427788" y="5905500"/>
            <a:ext cx="357187" cy="298450"/>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526" name="Google Shape;526;p14"/>
          <p:cNvSpPr/>
          <p:nvPr/>
        </p:nvSpPr>
        <p:spPr>
          <a:xfrm>
            <a:off x="6462713" y="5927725"/>
            <a:ext cx="273050" cy="366713"/>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J</a:t>
            </a:r>
            <a:endParaRPr b="0" i="0" sz="1400" u="none" cap="none" strike="noStrike">
              <a:solidFill>
                <a:srgbClr val="000000"/>
              </a:solidFill>
              <a:latin typeface="Arial"/>
              <a:ea typeface="Arial"/>
              <a:cs typeface="Arial"/>
              <a:sym typeface="Arial"/>
            </a:endParaRPr>
          </a:p>
        </p:txBody>
      </p:sp>
      <p:sp>
        <p:nvSpPr>
          <p:cNvPr id="527" name="Google Shape;527;p14"/>
          <p:cNvSpPr/>
          <p:nvPr/>
        </p:nvSpPr>
        <p:spPr>
          <a:xfrm>
            <a:off x="7637463" y="5286375"/>
            <a:ext cx="355600" cy="300038"/>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528" name="Google Shape;528;p14"/>
          <p:cNvSpPr/>
          <p:nvPr/>
        </p:nvSpPr>
        <p:spPr>
          <a:xfrm>
            <a:off x="7653338" y="5310188"/>
            <a:ext cx="311150" cy="366712"/>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F</a:t>
            </a:r>
            <a:endParaRPr b="0" i="0" sz="1400" u="none" cap="none" strike="noStrike">
              <a:solidFill>
                <a:srgbClr val="000000"/>
              </a:solidFill>
              <a:latin typeface="Arial"/>
              <a:ea typeface="Arial"/>
              <a:cs typeface="Arial"/>
              <a:sym typeface="Arial"/>
            </a:endParaRPr>
          </a:p>
        </p:txBody>
      </p:sp>
      <p:cxnSp>
        <p:nvCxnSpPr>
          <p:cNvPr id="529" name="Google Shape;529;p14"/>
          <p:cNvCxnSpPr/>
          <p:nvPr/>
        </p:nvCxnSpPr>
        <p:spPr>
          <a:xfrm flipH="1">
            <a:off x="7781925" y="4957763"/>
            <a:ext cx="392113" cy="342900"/>
          </a:xfrm>
          <a:prstGeom prst="straightConnector1">
            <a:avLst/>
          </a:prstGeom>
          <a:noFill/>
          <a:ln cap="flat" cmpd="sng" w="12700">
            <a:solidFill>
              <a:schemeClr val="dk1"/>
            </a:solidFill>
            <a:prstDash val="solid"/>
            <a:round/>
            <a:headEnd len="sm" w="sm" type="none"/>
            <a:tailEnd len="sm" w="sm" type="none"/>
          </a:ln>
        </p:spPr>
      </p:cxnSp>
      <p:cxnSp>
        <p:nvCxnSpPr>
          <p:cNvPr id="530" name="Google Shape;530;p14"/>
          <p:cNvCxnSpPr/>
          <p:nvPr/>
        </p:nvCxnSpPr>
        <p:spPr>
          <a:xfrm>
            <a:off x="6413500" y="4964113"/>
            <a:ext cx="365125" cy="303212"/>
          </a:xfrm>
          <a:prstGeom prst="straightConnector1">
            <a:avLst/>
          </a:prstGeom>
          <a:noFill/>
          <a:ln cap="flat" cmpd="sng" w="12700">
            <a:solidFill>
              <a:schemeClr val="dk1"/>
            </a:solidFill>
            <a:prstDash val="solid"/>
            <a:round/>
            <a:headEnd len="sm" w="sm" type="none"/>
            <a:tailEnd len="sm" w="sm" type="none"/>
          </a:ln>
        </p:spPr>
      </p:cxnSp>
      <p:cxnSp>
        <p:nvCxnSpPr>
          <p:cNvPr id="531" name="Google Shape;531;p14"/>
          <p:cNvCxnSpPr/>
          <p:nvPr/>
        </p:nvCxnSpPr>
        <p:spPr>
          <a:xfrm flipH="1">
            <a:off x="5859463" y="4972050"/>
            <a:ext cx="374650" cy="346075"/>
          </a:xfrm>
          <a:prstGeom prst="straightConnector1">
            <a:avLst/>
          </a:prstGeom>
          <a:noFill/>
          <a:ln cap="flat" cmpd="sng" w="12700">
            <a:solidFill>
              <a:schemeClr val="dk1"/>
            </a:solidFill>
            <a:prstDash val="solid"/>
            <a:round/>
            <a:headEnd len="sm" w="sm" type="none"/>
            <a:tailEnd len="sm" w="sm" type="none"/>
          </a:ln>
        </p:spPr>
      </p:cxnSp>
      <p:cxnSp>
        <p:nvCxnSpPr>
          <p:cNvPr id="532" name="Google Shape;532;p14"/>
          <p:cNvCxnSpPr/>
          <p:nvPr/>
        </p:nvCxnSpPr>
        <p:spPr>
          <a:xfrm flipH="1">
            <a:off x="6572250" y="5581650"/>
            <a:ext cx="163513" cy="330200"/>
          </a:xfrm>
          <a:prstGeom prst="straightConnector1">
            <a:avLst/>
          </a:prstGeom>
          <a:noFill/>
          <a:ln cap="flat" cmpd="sng" w="12700">
            <a:solidFill>
              <a:schemeClr val="dk1"/>
            </a:solidFill>
            <a:prstDash val="solid"/>
            <a:round/>
            <a:headEnd len="sm" w="sm" type="none"/>
            <a:tailEnd len="sm" w="sm" type="none"/>
          </a:ln>
        </p:spPr>
      </p:cxnSp>
      <p:cxnSp>
        <p:nvCxnSpPr>
          <p:cNvPr id="533" name="Google Shape;533;p14"/>
          <p:cNvCxnSpPr/>
          <p:nvPr/>
        </p:nvCxnSpPr>
        <p:spPr>
          <a:xfrm>
            <a:off x="7493000" y="4365625"/>
            <a:ext cx="800100" cy="323850"/>
          </a:xfrm>
          <a:prstGeom prst="straightConnector1">
            <a:avLst/>
          </a:prstGeom>
          <a:noFill/>
          <a:ln cap="flat" cmpd="sng" w="12700">
            <a:solidFill>
              <a:schemeClr val="dk1"/>
            </a:solidFill>
            <a:prstDash val="solid"/>
            <a:round/>
            <a:headEnd len="sm" w="sm" type="none"/>
            <a:tailEnd len="sm" w="sm" type="none"/>
          </a:ln>
        </p:spPr>
      </p:cxnSp>
      <p:sp>
        <p:nvSpPr>
          <p:cNvPr id="534" name="Google Shape;534;p14"/>
          <p:cNvSpPr/>
          <p:nvPr/>
        </p:nvSpPr>
        <p:spPr>
          <a:xfrm>
            <a:off x="5991225" y="5907088"/>
            <a:ext cx="357188" cy="298450"/>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535" name="Google Shape;535;p14"/>
          <p:cNvSpPr/>
          <p:nvPr/>
        </p:nvSpPr>
        <p:spPr>
          <a:xfrm>
            <a:off x="6073775" y="5930900"/>
            <a:ext cx="260350" cy="366713"/>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I</a:t>
            </a:r>
            <a:endParaRPr b="0" i="0" sz="1400" u="none" cap="none" strike="noStrike">
              <a:solidFill>
                <a:srgbClr val="000000"/>
              </a:solidFill>
              <a:latin typeface="Arial"/>
              <a:ea typeface="Arial"/>
              <a:cs typeface="Arial"/>
              <a:sym typeface="Arial"/>
            </a:endParaRPr>
          </a:p>
        </p:txBody>
      </p:sp>
      <p:sp>
        <p:nvSpPr>
          <p:cNvPr id="536" name="Google Shape;536;p14"/>
          <p:cNvSpPr/>
          <p:nvPr/>
        </p:nvSpPr>
        <p:spPr>
          <a:xfrm>
            <a:off x="5534025" y="5921375"/>
            <a:ext cx="357188" cy="298450"/>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537" name="Google Shape;537;p14"/>
          <p:cNvSpPr/>
          <p:nvPr/>
        </p:nvSpPr>
        <p:spPr>
          <a:xfrm>
            <a:off x="5568950" y="5943600"/>
            <a:ext cx="349250" cy="366713"/>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H</a:t>
            </a:r>
            <a:endParaRPr b="0" i="0" sz="1400" u="none" cap="none" strike="noStrike">
              <a:solidFill>
                <a:srgbClr val="000000"/>
              </a:solidFill>
              <a:latin typeface="Arial"/>
              <a:ea typeface="Arial"/>
              <a:cs typeface="Arial"/>
              <a:sym typeface="Arial"/>
            </a:endParaRPr>
          </a:p>
        </p:txBody>
      </p:sp>
      <p:cxnSp>
        <p:nvCxnSpPr>
          <p:cNvPr id="538" name="Google Shape;538;p14"/>
          <p:cNvCxnSpPr/>
          <p:nvPr/>
        </p:nvCxnSpPr>
        <p:spPr>
          <a:xfrm flipH="1">
            <a:off x="5689600" y="5624513"/>
            <a:ext cx="169863" cy="288925"/>
          </a:xfrm>
          <a:prstGeom prst="straightConnector1">
            <a:avLst/>
          </a:prstGeom>
          <a:noFill/>
          <a:ln cap="flat" cmpd="sng" w="12700">
            <a:solidFill>
              <a:schemeClr val="dk1"/>
            </a:solidFill>
            <a:prstDash val="solid"/>
            <a:round/>
            <a:headEnd len="sm" w="sm" type="none"/>
            <a:tailEnd len="sm" w="sm" type="none"/>
          </a:ln>
        </p:spPr>
      </p:cxnSp>
      <p:cxnSp>
        <p:nvCxnSpPr>
          <p:cNvPr id="539" name="Google Shape;539;p14"/>
          <p:cNvCxnSpPr/>
          <p:nvPr/>
        </p:nvCxnSpPr>
        <p:spPr>
          <a:xfrm>
            <a:off x="5962650" y="5624513"/>
            <a:ext cx="169863" cy="255587"/>
          </a:xfrm>
          <a:prstGeom prst="straightConnector1">
            <a:avLst/>
          </a:prstGeom>
          <a:noFill/>
          <a:ln cap="flat" cmpd="sng" w="12700">
            <a:solidFill>
              <a:schemeClr val="dk1"/>
            </a:solidFill>
            <a:prstDash val="solid"/>
            <a:round/>
            <a:headEnd len="sm" w="sm" type="none"/>
            <a:tailEnd len="sm" w="sm" type="none"/>
          </a:ln>
        </p:spPr>
      </p:cxnSp>
      <p:sp>
        <p:nvSpPr>
          <p:cNvPr id="540" name="Google Shape;540;p14"/>
          <p:cNvSpPr/>
          <p:nvPr/>
        </p:nvSpPr>
        <p:spPr>
          <a:xfrm>
            <a:off x="8763000" y="5889625"/>
            <a:ext cx="357188" cy="298450"/>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541" name="Google Shape;541;p14"/>
          <p:cNvSpPr/>
          <p:nvPr/>
        </p:nvSpPr>
        <p:spPr>
          <a:xfrm>
            <a:off x="8794750" y="5878513"/>
            <a:ext cx="349250" cy="366712"/>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O</a:t>
            </a:r>
            <a:endParaRPr b="0" i="0" sz="1400" u="none" cap="none" strike="noStrike">
              <a:solidFill>
                <a:srgbClr val="000000"/>
              </a:solidFill>
              <a:latin typeface="Arial"/>
              <a:ea typeface="Arial"/>
              <a:cs typeface="Arial"/>
              <a:sym typeface="Arial"/>
            </a:endParaRPr>
          </a:p>
        </p:txBody>
      </p:sp>
      <p:sp>
        <p:nvSpPr>
          <p:cNvPr id="542" name="Google Shape;542;p14"/>
          <p:cNvSpPr/>
          <p:nvPr/>
        </p:nvSpPr>
        <p:spPr>
          <a:xfrm>
            <a:off x="8331200" y="5888038"/>
            <a:ext cx="357188" cy="298450"/>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543" name="Google Shape;543;p14"/>
          <p:cNvSpPr/>
          <p:nvPr/>
        </p:nvSpPr>
        <p:spPr>
          <a:xfrm>
            <a:off x="8347075" y="5875338"/>
            <a:ext cx="349250" cy="366712"/>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N</a:t>
            </a:r>
            <a:endParaRPr b="0" i="0" sz="1400" u="none" cap="none" strike="noStrike">
              <a:solidFill>
                <a:srgbClr val="000000"/>
              </a:solidFill>
              <a:latin typeface="Arial"/>
              <a:ea typeface="Arial"/>
              <a:cs typeface="Arial"/>
              <a:sym typeface="Arial"/>
            </a:endParaRPr>
          </a:p>
        </p:txBody>
      </p:sp>
      <p:sp>
        <p:nvSpPr>
          <p:cNvPr id="544" name="Google Shape;544;p14"/>
          <p:cNvSpPr/>
          <p:nvPr/>
        </p:nvSpPr>
        <p:spPr>
          <a:xfrm>
            <a:off x="7894638" y="5889625"/>
            <a:ext cx="357187" cy="298450"/>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545" name="Google Shape;545;p14"/>
          <p:cNvSpPr/>
          <p:nvPr/>
        </p:nvSpPr>
        <p:spPr>
          <a:xfrm>
            <a:off x="7908925" y="5880100"/>
            <a:ext cx="387350" cy="366713"/>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M</a:t>
            </a:r>
            <a:endParaRPr b="0" i="0" sz="1400" u="none" cap="none" strike="noStrike">
              <a:solidFill>
                <a:srgbClr val="000000"/>
              </a:solidFill>
              <a:latin typeface="Arial"/>
              <a:ea typeface="Arial"/>
              <a:cs typeface="Arial"/>
              <a:sym typeface="Arial"/>
            </a:endParaRPr>
          </a:p>
        </p:txBody>
      </p:sp>
      <p:sp>
        <p:nvSpPr>
          <p:cNvPr id="546" name="Google Shape;546;p14"/>
          <p:cNvSpPr/>
          <p:nvPr/>
        </p:nvSpPr>
        <p:spPr>
          <a:xfrm>
            <a:off x="7437438" y="5903913"/>
            <a:ext cx="357187" cy="298450"/>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547" name="Google Shape;547;p14"/>
          <p:cNvSpPr/>
          <p:nvPr/>
        </p:nvSpPr>
        <p:spPr>
          <a:xfrm>
            <a:off x="7489825" y="5892800"/>
            <a:ext cx="323850" cy="366713"/>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L</a:t>
            </a:r>
            <a:endParaRPr b="0" i="0" sz="1400" u="none" cap="none" strike="noStrike">
              <a:solidFill>
                <a:srgbClr val="000000"/>
              </a:solidFill>
              <a:latin typeface="Arial"/>
              <a:ea typeface="Arial"/>
              <a:cs typeface="Arial"/>
              <a:sym typeface="Arial"/>
            </a:endParaRPr>
          </a:p>
        </p:txBody>
      </p:sp>
      <p:cxnSp>
        <p:nvCxnSpPr>
          <p:cNvPr id="548" name="Google Shape;548;p14"/>
          <p:cNvCxnSpPr/>
          <p:nvPr/>
        </p:nvCxnSpPr>
        <p:spPr>
          <a:xfrm>
            <a:off x="8807450" y="5573713"/>
            <a:ext cx="163513" cy="304800"/>
          </a:xfrm>
          <a:prstGeom prst="straightConnector1">
            <a:avLst/>
          </a:prstGeom>
          <a:noFill/>
          <a:ln cap="flat" cmpd="sng" w="12700">
            <a:solidFill>
              <a:schemeClr val="dk1"/>
            </a:solidFill>
            <a:prstDash val="solid"/>
            <a:round/>
            <a:headEnd len="sm" w="sm" type="none"/>
            <a:tailEnd len="sm" w="sm" type="none"/>
          </a:ln>
        </p:spPr>
      </p:cxnSp>
      <p:cxnSp>
        <p:nvCxnSpPr>
          <p:cNvPr id="549" name="Google Shape;549;p14"/>
          <p:cNvCxnSpPr/>
          <p:nvPr/>
        </p:nvCxnSpPr>
        <p:spPr>
          <a:xfrm flipH="1">
            <a:off x="8493125" y="5564188"/>
            <a:ext cx="163513" cy="330200"/>
          </a:xfrm>
          <a:prstGeom prst="straightConnector1">
            <a:avLst/>
          </a:prstGeom>
          <a:noFill/>
          <a:ln cap="flat" cmpd="sng" w="12700">
            <a:solidFill>
              <a:schemeClr val="dk1"/>
            </a:solidFill>
            <a:prstDash val="solid"/>
            <a:round/>
            <a:headEnd len="sm" w="sm" type="none"/>
            <a:tailEnd len="sm" w="sm" type="none"/>
          </a:ln>
        </p:spPr>
      </p:cxnSp>
      <p:cxnSp>
        <p:nvCxnSpPr>
          <p:cNvPr id="550" name="Google Shape;550;p14"/>
          <p:cNvCxnSpPr/>
          <p:nvPr/>
        </p:nvCxnSpPr>
        <p:spPr>
          <a:xfrm flipH="1">
            <a:off x="7610475" y="5607050"/>
            <a:ext cx="169863" cy="288925"/>
          </a:xfrm>
          <a:prstGeom prst="straightConnector1">
            <a:avLst/>
          </a:prstGeom>
          <a:noFill/>
          <a:ln cap="flat" cmpd="sng" w="12700">
            <a:solidFill>
              <a:schemeClr val="dk1"/>
            </a:solidFill>
            <a:prstDash val="solid"/>
            <a:round/>
            <a:headEnd len="sm" w="sm" type="none"/>
            <a:tailEnd len="sm" w="sm" type="none"/>
          </a:ln>
        </p:spPr>
      </p:cxnSp>
      <p:cxnSp>
        <p:nvCxnSpPr>
          <p:cNvPr id="551" name="Google Shape;551;p14"/>
          <p:cNvCxnSpPr/>
          <p:nvPr/>
        </p:nvCxnSpPr>
        <p:spPr>
          <a:xfrm>
            <a:off x="7883525" y="5607050"/>
            <a:ext cx="169863" cy="255588"/>
          </a:xfrm>
          <a:prstGeom prst="straightConnector1">
            <a:avLst/>
          </a:prstGeom>
          <a:noFill/>
          <a:ln cap="flat" cmpd="sng" w="12700">
            <a:solidFill>
              <a:schemeClr val="dk1"/>
            </a:solidFill>
            <a:prstDash val="solid"/>
            <a:round/>
            <a:headEnd len="sm" w="sm" type="none"/>
            <a:tailEnd len="sm" w="sm" type="none"/>
          </a:ln>
        </p:spPr>
      </p:cxnSp>
      <p:sp>
        <p:nvSpPr>
          <p:cNvPr id="552" name="Google Shape;552;p14"/>
          <p:cNvSpPr txBox="1"/>
          <p:nvPr/>
        </p:nvSpPr>
        <p:spPr>
          <a:xfrm>
            <a:off x="5940425" y="6300788"/>
            <a:ext cx="2838450"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CC3300"/>
                </a:solidFill>
                <a:latin typeface="Times New Roman"/>
                <a:ea typeface="Times New Roman"/>
                <a:cs typeface="Times New Roman"/>
                <a:sym typeface="Times New Roman"/>
              </a:rPr>
              <a:t>Full binary tree of depth 4</a:t>
            </a:r>
            <a:endParaRPr b="0" i="0" sz="1400" u="none" cap="none" strike="noStrike">
              <a:solidFill>
                <a:srgbClr val="000000"/>
              </a:solidFill>
              <a:latin typeface="Arial"/>
              <a:ea typeface="Arial"/>
              <a:cs typeface="Arial"/>
              <a:sym typeface="Arial"/>
            </a:endParaRPr>
          </a:p>
        </p:txBody>
      </p:sp>
      <p:sp>
        <p:nvSpPr>
          <p:cNvPr id="553" name="Google Shape;553;p14"/>
          <p:cNvSpPr txBox="1"/>
          <p:nvPr/>
        </p:nvSpPr>
        <p:spPr>
          <a:xfrm>
            <a:off x="1644650" y="6224588"/>
            <a:ext cx="2324100"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CC3300"/>
                </a:solidFill>
                <a:latin typeface="Times New Roman"/>
                <a:ea typeface="Times New Roman"/>
                <a:cs typeface="Times New Roman"/>
                <a:sym typeface="Times New Roman"/>
              </a:rPr>
              <a:t>Complete binary tree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15"/>
          <p:cNvSpPr/>
          <p:nvPr/>
        </p:nvSpPr>
        <p:spPr>
          <a:xfrm>
            <a:off x="0" y="609600"/>
            <a:ext cx="9163050" cy="1143000"/>
          </a:xfrm>
          <a:prstGeom prst="rect">
            <a:avLst/>
          </a:prstGeom>
          <a:noFill/>
          <a:ln>
            <a:noFill/>
          </a:ln>
        </p:spPr>
        <p:txBody>
          <a:bodyPr anchorCtr="0" anchor="ctr" bIns="46025" lIns="92075" spcFirstLastPara="1" rIns="92075" wrap="square" tIns="46025">
            <a:noAutofit/>
          </a:bodyPr>
          <a:lstStyle/>
          <a:p>
            <a:pPr indent="0" lvl="0" marL="0" marR="0" rtl="0" algn="ctr">
              <a:lnSpc>
                <a:spcPct val="100000"/>
              </a:lnSpc>
              <a:spcBef>
                <a:spcPts val="0"/>
              </a:spcBef>
              <a:spcAft>
                <a:spcPts val="0"/>
              </a:spcAft>
              <a:buClr>
                <a:srgbClr val="000000"/>
              </a:buClr>
              <a:buSzPts val="4400"/>
              <a:buFont typeface="Arial"/>
              <a:buNone/>
            </a:pPr>
            <a:r>
              <a:rPr b="0" i="0" lang="en-US" sz="4400" u="none" cap="none" strike="noStrike">
                <a:solidFill>
                  <a:schemeClr val="dk2"/>
                </a:solidFill>
                <a:latin typeface="Times New Roman"/>
                <a:ea typeface="Times New Roman"/>
                <a:cs typeface="Times New Roman"/>
                <a:sym typeface="Times New Roman"/>
              </a:rPr>
              <a:t>Binary Tree Representations</a:t>
            </a:r>
            <a:endParaRPr b="0" i="0" sz="1400" u="none" cap="none" strike="noStrike">
              <a:solidFill>
                <a:srgbClr val="000000"/>
              </a:solidFill>
              <a:latin typeface="Arial"/>
              <a:ea typeface="Arial"/>
              <a:cs typeface="Arial"/>
              <a:sym typeface="Arial"/>
            </a:endParaRPr>
          </a:p>
        </p:txBody>
      </p:sp>
      <p:sp>
        <p:nvSpPr>
          <p:cNvPr id="559" name="Google Shape;559;p15"/>
          <p:cNvSpPr/>
          <p:nvPr/>
        </p:nvSpPr>
        <p:spPr>
          <a:xfrm>
            <a:off x="1104900" y="1981200"/>
            <a:ext cx="8362950" cy="4114800"/>
          </a:xfrm>
          <a:prstGeom prst="rect">
            <a:avLst/>
          </a:prstGeom>
          <a:noFill/>
          <a:ln>
            <a:noFill/>
          </a:ln>
        </p:spPr>
        <p:txBody>
          <a:bodyPr anchorCtr="0" anchor="t" bIns="46025" lIns="92075" spcFirstLastPara="1" rIns="92075" wrap="square" tIns="46025">
            <a:noAutofit/>
          </a:bodyPr>
          <a:lstStyle/>
          <a:p>
            <a:pPr indent="-342900" lvl="0" marL="342900" marR="0" rtl="0" algn="l">
              <a:lnSpc>
                <a:spcPct val="100000"/>
              </a:lnSpc>
              <a:spcBef>
                <a:spcPts val="0"/>
              </a:spcBef>
              <a:spcAft>
                <a:spcPts val="0"/>
              </a:spcAft>
              <a:buClr>
                <a:schemeClr val="accent1"/>
              </a:buClr>
              <a:buSzPts val="2240"/>
              <a:buFont typeface="Arial"/>
              <a:buChar char="●"/>
            </a:pPr>
            <a:r>
              <a:rPr b="0" i="0" lang="en-US" sz="3200" u="none" cap="none" strike="noStrike">
                <a:solidFill>
                  <a:schemeClr val="dk1"/>
                </a:solidFill>
                <a:latin typeface="Times New Roman"/>
                <a:ea typeface="Times New Roman"/>
                <a:cs typeface="Times New Roman"/>
                <a:sym typeface="Times New Roman"/>
              </a:rPr>
              <a:t>If a complete binary tree with </a:t>
            </a:r>
            <a:r>
              <a:rPr b="0" i="1" lang="en-US" sz="3200" u="none" cap="none" strike="noStrike">
                <a:solidFill>
                  <a:schemeClr val="dk1"/>
                </a:solidFill>
                <a:latin typeface="Times New Roman"/>
                <a:ea typeface="Times New Roman"/>
                <a:cs typeface="Times New Roman"/>
                <a:sym typeface="Times New Roman"/>
              </a:rPr>
              <a:t>n</a:t>
            </a:r>
            <a:r>
              <a:rPr b="0" i="0" lang="en-US" sz="3200" u="none" cap="none" strike="noStrike">
                <a:solidFill>
                  <a:schemeClr val="dk1"/>
                </a:solidFill>
                <a:latin typeface="Times New Roman"/>
                <a:ea typeface="Times New Roman"/>
                <a:cs typeface="Times New Roman"/>
                <a:sym typeface="Times New Roman"/>
              </a:rPr>
              <a:t> nodes (depth =</a:t>
            </a:r>
            <a:br>
              <a:rPr b="0" i="0" lang="en-US" sz="3200" u="none" cap="none" strike="noStrike">
                <a:solidFill>
                  <a:schemeClr val="dk1"/>
                </a:solidFill>
                <a:latin typeface="Times New Roman"/>
                <a:ea typeface="Times New Roman"/>
                <a:cs typeface="Times New Roman"/>
                <a:sym typeface="Times New Roman"/>
              </a:rPr>
            </a:br>
            <a:r>
              <a:rPr b="0" i="0" lang="en-US" sz="3200" u="none" cap="none" strike="noStrike">
                <a:solidFill>
                  <a:schemeClr val="dk1"/>
                </a:solidFill>
                <a:latin typeface="Times New Roman"/>
                <a:ea typeface="Times New Roman"/>
                <a:cs typeface="Times New Roman"/>
                <a:sym typeface="Times New Roman"/>
              </a:rPr>
              <a:t>log</a:t>
            </a:r>
            <a:r>
              <a:rPr b="0" i="0" lang="en-US" sz="2400" u="none" cap="none" strike="noStrike">
                <a:solidFill>
                  <a:schemeClr val="dk1"/>
                </a:solidFill>
                <a:latin typeface="Times New Roman"/>
                <a:ea typeface="Times New Roman"/>
                <a:cs typeface="Times New Roman"/>
                <a:sym typeface="Times New Roman"/>
              </a:rPr>
              <a:t> </a:t>
            </a:r>
            <a:r>
              <a:rPr b="0" i="1" lang="en-US" sz="3200" u="none" cap="none" strike="noStrike">
                <a:solidFill>
                  <a:schemeClr val="dk1"/>
                </a:solidFill>
                <a:latin typeface="Times New Roman"/>
                <a:ea typeface="Times New Roman"/>
                <a:cs typeface="Times New Roman"/>
                <a:sym typeface="Times New Roman"/>
              </a:rPr>
              <a:t>n </a:t>
            </a:r>
            <a:r>
              <a:rPr b="0" i="0" lang="en-US" sz="3200" u="none" cap="none" strike="noStrike">
                <a:solidFill>
                  <a:schemeClr val="dk1"/>
                </a:solidFill>
                <a:latin typeface="Times New Roman"/>
                <a:ea typeface="Times New Roman"/>
                <a:cs typeface="Times New Roman"/>
                <a:sym typeface="Times New Roman"/>
              </a:rPr>
              <a:t>+ 1) is represented sequentially, then for</a:t>
            </a:r>
            <a:br>
              <a:rPr b="0" i="0" lang="en-US" sz="3200" u="none" cap="none" strike="noStrike">
                <a:solidFill>
                  <a:schemeClr val="dk1"/>
                </a:solidFill>
                <a:latin typeface="Times New Roman"/>
                <a:ea typeface="Times New Roman"/>
                <a:cs typeface="Times New Roman"/>
                <a:sym typeface="Times New Roman"/>
              </a:rPr>
            </a:br>
            <a:r>
              <a:rPr b="0" i="0" lang="en-US" sz="3200" u="none" cap="none" strike="noStrike">
                <a:solidFill>
                  <a:schemeClr val="dk1"/>
                </a:solidFill>
                <a:latin typeface="Times New Roman"/>
                <a:ea typeface="Times New Roman"/>
                <a:cs typeface="Times New Roman"/>
                <a:sym typeface="Times New Roman"/>
              </a:rPr>
              <a:t>any node with index </a:t>
            </a:r>
            <a:r>
              <a:rPr b="0" i="1" lang="en-US" sz="3200" u="none" cap="none" strike="noStrike">
                <a:solidFill>
                  <a:schemeClr val="dk1"/>
                </a:solidFill>
                <a:latin typeface="Times New Roman"/>
                <a:ea typeface="Times New Roman"/>
                <a:cs typeface="Times New Roman"/>
                <a:sym typeface="Times New Roman"/>
              </a:rPr>
              <a:t>i</a:t>
            </a:r>
            <a:r>
              <a:rPr b="0" i="0" lang="en-US" sz="3200" u="none" cap="none" strike="noStrike">
                <a:solidFill>
                  <a:schemeClr val="dk1"/>
                </a:solidFill>
                <a:latin typeface="Times New Roman"/>
                <a:ea typeface="Times New Roman"/>
                <a:cs typeface="Times New Roman"/>
                <a:sym typeface="Times New Roman"/>
              </a:rPr>
              <a:t>, 1&lt;=</a:t>
            </a:r>
            <a:r>
              <a:rPr b="0" i="1" lang="en-US" sz="3200" u="none" cap="none" strike="noStrike">
                <a:solidFill>
                  <a:schemeClr val="dk1"/>
                </a:solidFill>
                <a:latin typeface="Times New Roman"/>
                <a:ea typeface="Times New Roman"/>
                <a:cs typeface="Times New Roman"/>
                <a:sym typeface="Times New Roman"/>
              </a:rPr>
              <a:t>i</a:t>
            </a:r>
            <a:r>
              <a:rPr b="0" i="0" lang="en-US" sz="3200" u="none" cap="none" strike="noStrike">
                <a:solidFill>
                  <a:schemeClr val="dk1"/>
                </a:solidFill>
                <a:latin typeface="Times New Roman"/>
                <a:ea typeface="Times New Roman"/>
                <a:cs typeface="Times New Roman"/>
                <a:sym typeface="Times New Roman"/>
              </a:rPr>
              <a:t>&lt;=</a:t>
            </a:r>
            <a:r>
              <a:rPr b="0" i="1" lang="en-US" sz="3200" u="none" cap="none" strike="noStrike">
                <a:solidFill>
                  <a:schemeClr val="dk1"/>
                </a:solidFill>
                <a:latin typeface="Times New Roman"/>
                <a:ea typeface="Times New Roman"/>
                <a:cs typeface="Times New Roman"/>
                <a:sym typeface="Times New Roman"/>
              </a:rPr>
              <a:t>n</a:t>
            </a:r>
            <a:r>
              <a:rPr b="0" i="0" lang="en-US" sz="3200" u="none" cap="none" strike="noStrike">
                <a:solidFill>
                  <a:schemeClr val="dk1"/>
                </a:solidFill>
                <a:latin typeface="Times New Roman"/>
                <a:ea typeface="Times New Roman"/>
                <a:cs typeface="Times New Roman"/>
                <a:sym typeface="Times New Roman"/>
              </a:rPr>
              <a:t>, we have:</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560"/>
              </a:spcBef>
              <a:spcAft>
                <a:spcPts val="0"/>
              </a:spcAft>
              <a:buClr>
                <a:schemeClr val="dk1"/>
              </a:buClr>
              <a:buSzPts val="2800"/>
              <a:buFont typeface="Times New Roman"/>
              <a:buChar char="–"/>
            </a:pPr>
            <a:r>
              <a:rPr b="0" i="1" lang="en-US" sz="2800" u="none" cap="none" strike="noStrike">
                <a:solidFill>
                  <a:schemeClr val="dk1"/>
                </a:solidFill>
                <a:latin typeface="Times New Roman"/>
                <a:ea typeface="Times New Roman"/>
                <a:cs typeface="Times New Roman"/>
                <a:sym typeface="Times New Roman"/>
              </a:rPr>
              <a:t>parent</a:t>
            </a:r>
            <a:r>
              <a:rPr b="0" i="0" lang="en-US" sz="2800" u="none" cap="none" strike="noStrike">
                <a:solidFill>
                  <a:schemeClr val="dk1"/>
                </a:solidFill>
                <a:latin typeface="Times New Roman"/>
                <a:ea typeface="Times New Roman"/>
                <a:cs typeface="Times New Roman"/>
                <a:sym typeface="Times New Roman"/>
              </a:rPr>
              <a:t>(</a:t>
            </a:r>
            <a:r>
              <a:rPr b="0" i="1" lang="en-US" sz="2800" u="none" cap="none" strike="noStrike">
                <a:solidFill>
                  <a:schemeClr val="dk1"/>
                </a:solidFill>
                <a:latin typeface="Times New Roman"/>
                <a:ea typeface="Times New Roman"/>
                <a:cs typeface="Times New Roman"/>
                <a:sym typeface="Times New Roman"/>
              </a:rPr>
              <a:t>i</a:t>
            </a:r>
            <a:r>
              <a:rPr b="0" i="0" lang="en-US" sz="2800" u="none" cap="none" strike="noStrike">
                <a:solidFill>
                  <a:schemeClr val="dk1"/>
                </a:solidFill>
                <a:latin typeface="Times New Roman"/>
                <a:ea typeface="Times New Roman"/>
                <a:cs typeface="Times New Roman"/>
                <a:sym typeface="Times New Roman"/>
              </a:rPr>
              <a:t>) is at </a:t>
            </a:r>
            <a:r>
              <a:rPr b="0" i="1" lang="en-US" sz="2800" u="none" cap="none" strike="noStrike">
                <a:solidFill>
                  <a:srgbClr val="CC3300"/>
                </a:solidFill>
                <a:latin typeface="Times New Roman"/>
                <a:ea typeface="Times New Roman"/>
                <a:cs typeface="Times New Roman"/>
                <a:sym typeface="Times New Roman"/>
              </a:rPr>
              <a:t>i</a:t>
            </a:r>
            <a:r>
              <a:rPr b="0" i="0" lang="en-US" sz="2800" u="none" cap="none" strike="noStrike">
                <a:solidFill>
                  <a:srgbClr val="CC3300"/>
                </a:solidFill>
                <a:latin typeface="Times New Roman"/>
                <a:ea typeface="Times New Roman"/>
                <a:cs typeface="Times New Roman"/>
                <a:sym typeface="Times New Roman"/>
              </a:rPr>
              <a:t>/2</a:t>
            </a:r>
            <a:r>
              <a:rPr b="0" i="0" lang="en-US" sz="2800" u="none" cap="none" strike="noStrike">
                <a:solidFill>
                  <a:schemeClr val="dk1"/>
                </a:solidFill>
                <a:latin typeface="Times New Roman"/>
                <a:ea typeface="Times New Roman"/>
                <a:cs typeface="Times New Roman"/>
                <a:sym typeface="Times New Roman"/>
              </a:rPr>
              <a:t> if </a:t>
            </a:r>
            <a:r>
              <a:rPr b="0" i="1" lang="en-US" sz="2800" u="none" cap="none" strike="noStrike">
                <a:solidFill>
                  <a:schemeClr val="dk1"/>
                </a:solidFill>
                <a:latin typeface="Times New Roman"/>
                <a:ea typeface="Times New Roman"/>
                <a:cs typeface="Times New Roman"/>
                <a:sym typeface="Times New Roman"/>
              </a:rPr>
              <a:t>i</a:t>
            </a:r>
            <a:r>
              <a:rPr b="0" i="0" lang="en-US" sz="2800" u="none" cap="none" strike="noStrike">
                <a:solidFill>
                  <a:schemeClr val="dk1"/>
                </a:solidFill>
                <a:latin typeface="Times New Roman"/>
                <a:ea typeface="Times New Roman"/>
                <a:cs typeface="Times New Roman"/>
                <a:sym typeface="Times New Roman"/>
              </a:rPr>
              <a:t>!=1. If </a:t>
            </a:r>
            <a:r>
              <a:rPr b="0" i="1" lang="en-US" sz="2800" u="none" cap="none" strike="noStrike">
                <a:solidFill>
                  <a:schemeClr val="dk1"/>
                </a:solidFill>
                <a:latin typeface="Times New Roman"/>
                <a:ea typeface="Times New Roman"/>
                <a:cs typeface="Times New Roman"/>
                <a:sym typeface="Times New Roman"/>
              </a:rPr>
              <a:t>i</a:t>
            </a:r>
            <a:r>
              <a:rPr b="0" i="0" lang="en-US" sz="2800" u="none" cap="none" strike="noStrike">
                <a:solidFill>
                  <a:schemeClr val="dk1"/>
                </a:solidFill>
                <a:latin typeface="Times New Roman"/>
                <a:ea typeface="Times New Roman"/>
                <a:cs typeface="Times New Roman"/>
                <a:sym typeface="Times New Roman"/>
              </a:rPr>
              <a:t>=1, </a:t>
            </a:r>
            <a:r>
              <a:rPr b="0" i="1" lang="en-US" sz="2800" u="none" cap="none" strike="noStrike">
                <a:solidFill>
                  <a:schemeClr val="dk1"/>
                </a:solidFill>
                <a:latin typeface="Times New Roman"/>
                <a:ea typeface="Times New Roman"/>
                <a:cs typeface="Times New Roman"/>
                <a:sym typeface="Times New Roman"/>
              </a:rPr>
              <a:t>i</a:t>
            </a:r>
            <a:r>
              <a:rPr b="0" i="0" lang="en-US" sz="2800" u="none" cap="none" strike="noStrike">
                <a:solidFill>
                  <a:schemeClr val="dk1"/>
                </a:solidFill>
                <a:latin typeface="Times New Roman"/>
                <a:ea typeface="Times New Roman"/>
                <a:cs typeface="Times New Roman"/>
                <a:sym typeface="Times New Roman"/>
              </a:rPr>
              <a:t> is at the root and </a:t>
            </a:r>
            <a:br>
              <a:rPr b="0" i="0" lang="en-US" sz="2800" u="none" cap="none" strike="noStrike">
                <a:solidFill>
                  <a:schemeClr val="dk1"/>
                </a:solidFill>
                <a:latin typeface="Times New Roman"/>
                <a:ea typeface="Times New Roman"/>
                <a:cs typeface="Times New Roman"/>
                <a:sym typeface="Times New Roman"/>
              </a:rPr>
            </a:br>
            <a:r>
              <a:rPr b="0" i="0" lang="en-US" sz="2800" u="none" cap="none" strike="noStrike">
                <a:solidFill>
                  <a:schemeClr val="dk1"/>
                </a:solidFill>
                <a:latin typeface="Times New Roman"/>
                <a:ea typeface="Times New Roman"/>
                <a:cs typeface="Times New Roman"/>
                <a:sym typeface="Times New Roman"/>
              </a:rPr>
              <a:t>has no parent.</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560"/>
              </a:spcBef>
              <a:spcAft>
                <a:spcPts val="0"/>
              </a:spcAft>
              <a:buClr>
                <a:schemeClr val="dk1"/>
              </a:buClr>
              <a:buSzPts val="2800"/>
              <a:buFont typeface="Times New Roman"/>
              <a:buChar char="–"/>
            </a:pPr>
            <a:r>
              <a:rPr b="0" i="1" lang="en-US" sz="2800" u="none" cap="none" strike="noStrike">
                <a:solidFill>
                  <a:schemeClr val="dk1"/>
                </a:solidFill>
                <a:latin typeface="Times New Roman"/>
                <a:ea typeface="Times New Roman"/>
                <a:cs typeface="Times New Roman"/>
                <a:sym typeface="Times New Roman"/>
              </a:rPr>
              <a:t>left_child</a:t>
            </a:r>
            <a:r>
              <a:rPr b="0" i="0" lang="en-US" sz="2800" u="none" cap="none" strike="noStrike">
                <a:solidFill>
                  <a:schemeClr val="dk1"/>
                </a:solidFill>
                <a:latin typeface="Times New Roman"/>
                <a:ea typeface="Times New Roman"/>
                <a:cs typeface="Times New Roman"/>
                <a:sym typeface="Times New Roman"/>
              </a:rPr>
              <a:t>(</a:t>
            </a:r>
            <a:r>
              <a:rPr b="0" i="1" lang="en-US" sz="2800" u="none" cap="none" strike="noStrike">
                <a:solidFill>
                  <a:schemeClr val="dk1"/>
                </a:solidFill>
                <a:latin typeface="Times New Roman"/>
                <a:ea typeface="Times New Roman"/>
                <a:cs typeface="Times New Roman"/>
                <a:sym typeface="Times New Roman"/>
              </a:rPr>
              <a:t>i</a:t>
            </a:r>
            <a:r>
              <a:rPr b="0" i="0" lang="en-US" sz="2800" u="none" cap="none" strike="noStrike">
                <a:solidFill>
                  <a:schemeClr val="dk1"/>
                </a:solidFill>
                <a:latin typeface="Times New Roman"/>
                <a:ea typeface="Times New Roman"/>
                <a:cs typeface="Times New Roman"/>
                <a:sym typeface="Times New Roman"/>
              </a:rPr>
              <a:t>) ia at </a:t>
            </a:r>
            <a:r>
              <a:rPr b="0" i="0" lang="en-US" sz="2800" u="none" cap="none" strike="noStrike">
                <a:solidFill>
                  <a:srgbClr val="CC3300"/>
                </a:solidFill>
                <a:latin typeface="Times New Roman"/>
                <a:ea typeface="Times New Roman"/>
                <a:cs typeface="Times New Roman"/>
                <a:sym typeface="Times New Roman"/>
              </a:rPr>
              <a:t>2</a:t>
            </a:r>
            <a:r>
              <a:rPr b="0" i="1" lang="en-US" sz="2800" u="none" cap="none" strike="noStrike">
                <a:solidFill>
                  <a:srgbClr val="CC3300"/>
                </a:solidFill>
                <a:latin typeface="Times New Roman"/>
                <a:ea typeface="Times New Roman"/>
                <a:cs typeface="Times New Roman"/>
                <a:sym typeface="Times New Roman"/>
              </a:rPr>
              <a:t>i</a:t>
            </a:r>
            <a:r>
              <a:rPr b="0" i="0" lang="en-US" sz="2800" u="none" cap="none" strike="noStrike">
                <a:solidFill>
                  <a:schemeClr val="dk1"/>
                </a:solidFill>
                <a:latin typeface="Times New Roman"/>
                <a:ea typeface="Times New Roman"/>
                <a:cs typeface="Times New Roman"/>
                <a:sym typeface="Times New Roman"/>
              </a:rPr>
              <a:t> if 2</a:t>
            </a:r>
            <a:r>
              <a:rPr b="0" i="1" lang="en-US" sz="2800" u="none" cap="none" strike="noStrike">
                <a:solidFill>
                  <a:schemeClr val="dk1"/>
                </a:solidFill>
                <a:latin typeface="Times New Roman"/>
                <a:ea typeface="Times New Roman"/>
                <a:cs typeface="Times New Roman"/>
                <a:sym typeface="Times New Roman"/>
              </a:rPr>
              <a:t>i</a:t>
            </a:r>
            <a:r>
              <a:rPr b="0" i="0" lang="en-US" sz="2800" u="none" cap="none" strike="noStrike">
                <a:solidFill>
                  <a:schemeClr val="dk1"/>
                </a:solidFill>
                <a:latin typeface="Times New Roman"/>
                <a:ea typeface="Times New Roman"/>
                <a:cs typeface="Times New Roman"/>
                <a:sym typeface="Times New Roman"/>
              </a:rPr>
              <a:t>&lt;=</a:t>
            </a:r>
            <a:r>
              <a:rPr b="0" i="1" lang="en-US" sz="2800" u="none" cap="none" strike="noStrike">
                <a:solidFill>
                  <a:schemeClr val="dk1"/>
                </a:solidFill>
                <a:latin typeface="Times New Roman"/>
                <a:ea typeface="Times New Roman"/>
                <a:cs typeface="Times New Roman"/>
                <a:sym typeface="Times New Roman"/>
              </a:rPr>
              <a:t>n</a:t>
            </a:r>
            <a:r>
              <a:rPr b="0" i="0" lang="en-US" sz="2800" u="none" cap="none" strike="noStrike">
                <a:solidFill>
                  <a:schemeClr val="dk1"/>
                </a:solidFill>
                <a:latin typeface="Times New Roman"/>
                <a:ea typeface="Times New Roman"/>
                <a:cs typeface="Times New Roman"/>
                <a:sym typeface="Times New Roman"/>
              </a:rPr>
              <a:t>. If 2</a:t>
            </a:r>
            <a:r>
              <a:rPr b="0" i="1" lang="en-US" sz="2800" u="none" cap="none" strike="noStrike">
                <a:solidFill>
                  <a:schemeClr val="dk1"/>
                </a:solidFill>
                <a:latin typeface="Times New Roman"/>
                <a:ea typeface="Times New Roman"/>
                <a:cs typeface="Times New Roman"/>
                <a:sym typeface="Times New Roman"/>
              </a:rPr>
              <a:t>i</a:t>
            </a:r>
            <a:r>
              <a:rPr b="0" i="0" lang="en-US" sz="2800" u="none" cap="none" strike="noStrike">
                <a:solidFill>
                  <a:schemeClr val="dk1"/>
                </a:solidFill>
                <a:latin typeface="Times New Roman"/>
                <a:ea typeface="Times New Roman"/>
                <a:cs typeface="Times New Roman"/>
                <a:sym typeface="Times New Roman"/>
              </a:rPr>
              <a:t>&gt;n, then </a:t>
            </a:r>
            <a:r>
              <a:rPr b="0" i="1" lang="en-US" sz="2800" u="none" cap="none" strike="noStrike">
                <a:solidFill>
                  <a:schemeClr val="dk1"/>
                </a:solidFill>
                <a:latin typeface="Times New Roman"/>
                <a:ea typeface="Times New Roman"/>
                <a:cs typeface="Times New Roman"/>
                <a:sym typeface="Times New Roman"/>
              </a:rPr>
              <a:t>i</a:t>
            </a:r>
            <a:r>
              <a:rPr b="0" i="0" lang="en-US" sz="2800" u="none" cap="none" strike="noStrike">
                <a:solidFill>
                  <a:schemeClr val="dk1"/>
                </a:solidFill>
                <a:latin typeface="Times New Roman"/>
                <a:ea typeface="Times New Roman"/>
                <a:cs typeface="Times New Roman"/>
                <a:sym typeface="Times New Roman"/>
              </a:rPr>
              <a:t> has no</a:t>
            </a:r>
            <a:br>
              <a:rPr b="0" i="0" lang="en-US" sz="2800" u="none" cap="none" strike="noStrike">
                <a:solidFill>
                  <a:schemeClr val="dk1"/>
                </a:solidFill>
                <a:latin typeface="Times New Roman"/>
                <a:ea typeface="Times New Roman"/>
                <a:cs typeface="Times New Roman"/>
                <a:sym typeface="Times New Roman"/>
              </a:rPr>
            </a:br>
            <a:r>
              <a:rPr b="0" i="0" lang="en-US" sz="2800" u="none" cap="none" strike="noStrike">
                <a:solidFill>
                  <a:schemeClr val="dk1"/>
                </a:solidFill>
                <a:latin typeface="Times New Roman"/>
                <a:ea typeface="Times New Roman"/>
                <a:cs typeface="Times New Roman"/>
                <a:sym typeface="Times New Roman"/>
              </a:rPr>
              <a:t>left child.</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560"/>
              </a:spcBef>
              <a:spcAft>
                <a:spcPts val="0"/>
              </a:spcAft>
              <a:buClr>
                <a:schemeClr val="dk1"/>
              </a:buClr>
              <a:buSzPts val="2800"/>
              <a:buFont typeface="Times New Roman"/>
              <a:buChar char="–"/>
            </a:pPr>
            <a:r>
              <a:rPr b="0" i="1" lang="en-US" sz="2800" u="none" cap="none" strike="noStrike">
                <a:solidFill>
                  <a:schemeClr val="dk1"/>
                </a:solidFill>
                <a:latin typeface="Times New Roman"/>
                <a:ea typeface="Times New Roman"/>
                <a:cs typeface="Times New Roman"/>
                <a:sym typeface="Times New Roman"/>
              </a:rPr>
              <a:t>right_child</a:t>
            </a:r>
            <a:r>
              <a:rPr b="0" i="0" lang="en-US" sz="2800" u="none" cap="none" strike="noStrike">
                <a:solidFill>
                  <a:schemeClr val="dk1"/>
                </a:solidFill>
                <a:latin typeface="Times New Roman"/>
                <a:ea typeface="Times New Roman"/>
                <a:cs typeface="Times New Roman"/>
                <a:sym typeface="Times New Roman"/>
              </a:rPr>
              <a:t>(</a:t>
            </a:r>
            <a:r>
              <a:rPr b="0" i="1" lang="en-US" sz="2800" u="none" cap="none" strike="noStrike">
                <a:solidFill>
                  <a:schemeClr val="dk1"/>
                </a:solidFill>
                <a:latin typeface="Times New Roman"/>
                <a:ea typeface="Times New Roman"/>
                <a:cs typeface="Times New Roman"/>
                <a:sym typeface="Times New Roman"/>
              </a:rPr>
              <a:t>i</a:t>
            </a:r>
            <a:r>
              <a:rPr b="0" i="0" lang="en-US" sz="2800" u="none" cap="none" strike="noStrike">
                <a:solidFill>
                  <a:schemeClr val="dk1"/>
                </a:solidFill>
                <a:latin typeface="Times New Roman"/>
                <a:ea typeface="Times New Roman"/>
                <a:cs typeface="Times New Roman"/>
                <a:sym typeface="Times New Roman"/>
              </a:rPr>
              <a:t>) ia at </a:t>
            </a:r>
            <a:r>
              <a:rPr b="0" i="0" lang="en-US" sz="2800" u="none" cap="none" strike="noStrike">
                <a:solidFill>
                  <a:srgbClr val="CC3300"/>
                </a:solidFill>
                <a:latin typeface="Times New Roman"/>
                <a:ea typeface="Times New Roman"/>
                <a:cs typeface="Times New Roman"/>
                <a:sym typeface="Times New Roman"/>
              </a:rPr>
              <a:t>2</a:t>
            </a:r>
            <a:r>
              <a:rPr b="0" i="1" lang="en-US" sz="2800" u="none" cap="none" strike="noStrike">
                <a:solidFill>
                  <a:srgbClr val="CC3300"/>
                </a:solidFill>
                <a:latin typeface="Times New Roman"/>
                <a:ea typeface="Times New Roman"/>
                <a:cs typeface="Times New Roman"/>
                <a:sym typeface="Times New Roman"/>
              </a:rPr>
              <a:t>i</a:t>
            </a:r>
            <a:r>
              <a:rPr b="0" i="0" lang="en-US" sz="2800" u="none" cap="none" strike="noStrike">
                <a:solidFill>
                  <a:srgbClr val="CC3300"/>
                </a:solidFill>
                <a:latin typeface="Times New Roman"/>
                <a:ea typeface="Times New Roman"/>
                <a:cs typeface="Times New Roman"/>
                <a:sym typeface="Times New Roman"/>
              </a:rPr>
              <a:t>+1</a:t>
            </a:r>
            <a:r>
              <a:rPr b="0" i="0" lang="en-US" sz="2800" u="none" cap="none" strike="noStrike">
                <a:solidFill>
                  <a:schemeClr val="dk1"/>
                </a:solidFill>
                <a:latin typeface="Times New Roman"/>
                <a:ea typeface="Times New Roman"/>
                <a:cs typeface="Times New Roman"/>
                <a:sym typeface="Times New Roman"/>
              </a:rPr>
              <a:t> if 2</a:t>
            </a:r>
            <a:r>
              <a:rPr b="0" i="1" lang="en-US" sz="2800" u="none" cap="none" strike="noStrike">
                <a:solidFill>
                  <a:schemeClr val="dk1"/>
                </a:solidFill>
                <a:latin typeface="Times New Roman"/>
                <a:ea typeface="Times New Roman"/>
                <a:cs typeface="Times New Roman"/>
                <a:sym typeface="Times New Roman"/>
              </a:rPr>
              <a:t>i </a:t>
            </a:r>
            <a:r>
              <a:rPr b="0" i="0" lang="en-US" sz="2800" u="none" cap="none" strike="noStrike">
                <a:solidFill>
                  <a:schemeClr val="dk1"/>
                </a:solidFill>
                <a:latin typeface="Times New Roman"/>
                <a:ea typeface="Times New Roman"/>
                <a:cs typeface="Times New Roman"/>
                <a:sym typeface="Times New Roman"/>
              </a:rPr>
              <a:t>+1 &lt;=</a:t>
            </a:r>
            <a:r>
              <a:rPr b="0" i="1" lang="en-US" sz="2800" u="none" cap="none" strike="noStrike">
                <a:solidFill>
                  <a:schemeClr val="dk1"/>
                </a:solidFill>
                <a:latin typeface="Times New Roman"/>
                <a:ea typeface="Times New Roman"/>
                <a:cs typeface="Times New Roman"/>
                <a:sym typeface="Times New Roman"/>
              </a:rPr>
              <a:t>n</a:t>
            </a:r>
            <a:r>
              <a:rPr b="0" i="0" lang="en-US" sz="2800" u="none" cap="none" strike="noStrike">
                <a:solidFill>
                  <a:schemeClr val="dk1"/>
                </a:solidFill>
                <a:latin typeface="Times New Roman"/>
                <a:ea typeface="Times New Roman"/>
                <a:cs typeface="Times New Roman"/>
                <a:sym typeface="Times New Roman"/>
              </a:rPr>
              <a:t>. If 2</a:t>
            </a:r>
            <a:r>
              <a:rPr b="0" i="1" lang="en-US" sz="2800" u="none" cap="none" strike="noStrike">
                <a:solidFill>
                  <a:schemeClr val="dk1"/>
                </a:solidFill>
                <a:latin typeface="Times New Roman"/>
                <a:ea typeface="Times New Roman"/>
                <a:cs typeface="Times New Roman"/>
                <a:sym typeface="Times New Roman"/>
              </a:rPr>
              <a:t>i </a:t>
            </a:r>
            <a:r>
              <a:rPr b="0" i="0" lang="en-US" sz="2800" u="none" cap="none" strike="noStrike">
                <a:solidFill>
                  <a:schemeClr val="dk1"/>
                </a:solidFill>
                <a:latin typeface="Times New Roman"/>
                <a:ea typeface="Times New Roman"/>
                <a:cs typeface="Times New Roman"/>
                <a:sym typeface="Times New Roman"/>
              </a:rPr>
              <a:t>+1 &gt;n, </a:t>
            </a:r>
            <a:br>
              <a:rPr b="0" i="0" lang="en-US" sz="2800" u="none" cap="none" strike="noStrike">
                <a:solidFill>
                  <a:schemeClr val="dk1"/>
                </a:solidFill>
                <a:latin typeface="Times New Roman"/>
                <a:ea typeface="Times New Roman"/>
                <a:cs typeface="Times New Roman"/>
                <a:sym typeface="Times New Roman"/>
              </a:rPr>
            </a:br>
            <a:r>
              <a:rPr b="0" i="0" lang="en-US" sz="2800" u="none" cap="none" strike="noStrike">
                <a:solidFill>
                  <a:schemeClr val="dk1"/>
                </a:solidFill>
                <a:latin typeface="Times New Roman"/>
                <a:ea typeface="Times New Roman"/>
                <a:cs typeface="Times New Roman"/>
                <a:sym typeface="Times New Roman"/>
              </a:rPr>
              <a:t>then </a:t>
            </a:r>
            <a:r>
              <a:rPr b="0" i="1" lang="en-US" sz="2800" u="none" cap="none" strike="noStrike">
                <a:solidFill>
                  <a:schemeClr val="dk1"/>
                </a:solidFill>
                <a:latin typeface="Times New Roman"/>
                <a:ea typeface="Times New Roman"/>
                <a:cs typeface="Times New Roman"/>
                <a:sym typeface="Times New Roman"/>
              </a:rPr>
              <a:t>i</a:t>
            </a:r>
            <a:r>
              <a:rPr b="0" i="0" lang="en-US" sz="2800" u="none" cap="none" strike="noStrike">
                <a:solidFill>
                  <a:schemeClr val="dk1"/>
                </a:solidFill>
                <a:latin typeface="Times New Roman"/>
                <a:ea typeface="Times New Roman"/>
                <a:cs typeface="Times New Roman"/>
                <a:sym typeface="Times New Roman"/>
              </a:rPr>
              <a:t> has no right child.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16"/>
          <p:cNvSpPr/>
          <p:nvPr/>
        </p:nvSpPr>
        <p:spPr>
          <a:xfrm>
            <a:off x="800100" y="0"/>
            <a:ext cx="6057900" cy="857250"/>
          </a:xfrm>
          <a:prstGeom prst="rect">
            <a:avLst/>
          </a:prstGeom>
          <a:noFill/>
          <a:ln>
            <a:noFill/>
          </a:ln>
        </p:spPr>
        <p:txBody>
          <a:bodyPr anchorCtr="0" anchor="ctr" bIns="46025" lIns="92075" spcFirstLastPara="1" rIns="92075" wrap="square" tIns="46025">
            <a:noAutofit/>
          </a:bodyPr>
          <a:lstStyle/>
          <a:p>
            <a:pPr indent="0" lvl="0" marL="0" marR="0" rtl="0" algn="l">
              <a:lnSpc>
                <a:spcPct val="100000"/>
              </a:lnSpc>
              <a:spcBef>
                <a:spcPts val="0"/>
              </a:spcBef>
              <a:spcAft>
                <a:spcPts val="0"/>
              </a:spcAft>
              <a:buClr>
                <a:srgbClr val="000000"/>
              </a:buClr>
              <a:buSzPts val="4400"/>
              <a:buFont typeface="Arial"/>
              <a:buNone/>
            </a:pPr>
            <a:r>
              <a:rPr b="0" i="0" lang="en-US" sz="4400" u="none" cap="none" strike="noStrike">
                <a:solidFill>
                  <a:schemeClr val="dk2"/>
                </a:solidFill>
                <a:latin typeface="Times New Roman"/>
                <a:ea typeface="Times New Roman"/>
                <a:cs typeface="Times New Roman"/>
                <a:sym typeface="Times New Roman"/>
              </a:rPr>
              <a:t>Sequential Representation</a:t>
            </a:r>
            <a:endParaRPr b="0" i="0" sz="1400" u="none" cap="none" strike="noStrike">
              <a:solidFill>
                <a:srgbClr val="000000"/>
              </a:solidFill>
              <a:latin typeface="Arial"/>
              <a:ea typeface="Arial"/>
              <a:cs typeface="Arial"/>
              <a:sym typeface="Arial"/>
            </a:endParaRPr>
          </a:p>
        </p:txBody>
      </p:sp>
      <p:sp>
        <p:nvSpPr>
          <p:cNvPr id="565" name="Google Shape;565;p16"/>
          <p:cNvSpPr/>
          <p:nvPr/>
        </p:nvSpPr>
        <p:spPr>
          <a:xfrm>
            <a:off x="3560763" y="1455738"/>
            <a:ext cx="854075" cy="4459287"/>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cxnSp>
        <p:nvCxnSpPr>
          <p:cNvPr id="566" name="Google Shape;566;p16"/>
          <p:cNvCxnSpPr/>
          <p:nvPr/>
        </p:nvCxnSpPr>
        <p:spPr>
          <a:xfrm>
            <a:off x="3554413" y="1857375"/>
            <a:ext cx="866775" cy="0"/>
          </a:xfrm>
          <a:prstGeom prst="straightConnector1">
            <a:avLst/>
          </a:prstGeom>
          <a:noFill/>
          <a:ln cap="flat" cmpd="sng" w="12700">
            <a:solidFill>
              <a:schemeClr val="dk1"/>
            </a:solidFill>
            <a:prstDash val="solid"/>
            <a:round/>
            <a:headEnd len="sm" w="sm" type="none"/>
            <a:tailEnd len="sm" w="sm" type="none"/>
          </a:ln>
        </p:spPr>
      </p:cxnSp>
      <p:cxnSp>
        <p:nvCxnSpPr>
          <p:cNvPr id="567" name="Google Shape;567;p16"/>
          <p:cNvCxnSpPr/>
          <p:nvPr/>
        </p:nvCxnSpPr>
        <p:spPr>
          <a:xfrm>
            <a:off x="3554413" y="2249488"/>
            <a:ext cx="866775" cy="0"/>
          </a:xfrm>
          <a:prstGeom prst="straightConnector1">
            <a:avLst/>
          </a:prstGeom>
          <a:noFill/>
          <a:ln cap="flat" cmpd="sng" w="12700">
            <a:solidFill>
              <a:schemeClr val="dk1"/>
            </a:solidFill>
            <a:prstDash val="solid"/>
            <a:round/>
            <a:headEnd len="sm" w="sm" type="none"/>
            <a:tailEnd len="sm" w="sm" type="none"/>
          </a:ln>
        </p:spPr>
      </p:cxnSp>
      <p:cxnSp>
        <p:nvCxnSpPr>
          <p:cNvPr id="568" name="Google Shape;568;p16"/>
          <p:cNvCxnSpPr/>
          <p:nvPr/>
        </p:nvCxnSpPr>
        <p:spPr>
          <a:xfrm>
            <a:off x="3554413" y="2640013"/>
            <a:ext cx="866775" cy="0"/>
          </a:xfrm>
          <a:prstGeom prst="straightConnector1">
            <a:avLst/>
          </a:prstGeom>
          <a:noFill/>
          <a:ln cap="flat" cmpd="sng" w="12700">
            <a:solidFill>
              <a:schemeClr val="dk1"/>
            </a:solidFill>
            <a:prstDash val="solid"/>
            <a:round/>
            <a:headEnd len="sm" w="sm" type="none"/>
            <a:tailEnd len="sm" w="sm" type="none"/>
          </a:ln>
        </p:spPr>
      </p:cxnSp>
      <p:cxnSp>
        <p:nvCxnSpPr>
          <p:cNvPr id="569" name="Google Shape;569;p16"/>
          <p:cNvCxnSpPr/>
          <p:nvPr/>
        </p:nvCxnSpPr>
        <p:spPr>
          <a:xfrm>
            <a:off x="3554413" y="3048000"/>
            <a:ext cx="866775" cy="0"/>
          </a:xfrm>
          <a:prstGeom prst="straightConnector1">
            <a:avLst/>
          </a:prstGeom>
          <a:noFill/>
          <a:ln cap="flat" cmpd="sng" w="12700">
            <a:solidFill>
              <a:schemeClr val="dk1"/>
            </a:solidFill>
            <a:prstDash val="solid"/>
            <a:round/>
            <a:headEnd len="sm" w="sm" type="none"/>
            <a:tailEnd len="sm" w="sm" type="none"/>
          </a:ln>
        </p:spPr>
      </p:cxnSp>
      <p:cxnSp>
        <p:nvCxnSpPr>
          <p:cNvPr id="570" name="Google Shape;570;p16"/>
          <p:cNvCxnSpPr/>
          <p:nvPr/>
        </p:nvCxnSpPr>
        <p:spPr>
          <a:xfrm>
            <a:off x="3554413" y="3441700"/>
            <a:ext cx="866775" cy="0"/>
          </a:xfrm>
          <a:prstGeom prst="straightConnector1">
            <a:avLst/>
          </a:prstGeom>
          <a:noFill/>
          <a:ln cap="flat" cmpd="sng" w="12700">
            <a:solidFill>
              <a:schemeClr val="dk1"/>
            </a:solidFill>
            <a:prstDash val="solid"/>
            <a:round/>
            <a:headEnd len="sm" w="sm" type="none"/>
            <a:tailEnd len="sm" w="sm" type="none"/>
          </a:ln>
        </p:spPr>
      </p:cxnSp>
      <p:cxnSp>
        <p:nvCxnSpPr>
          <p:cNvPr id="571" name="Google Shape;571;p16"/>
          <p:cNvCxnSpPr/>
          <p:nvPr/>
        </p:nvCxnSpPr>
        <p:spPr>
          <a:xfrm>
            <a:off x="3554413" y="3830638"/>
            <a:ext cx="866775" cy="0"/>
          </a:xfrm>
          <a:prstGeom prst="straightConnector1">
            <a:avLst/>
          </a:prstGeom>
          <a:noFill/>
          <a:ln cap="flat" cmpd="sng" w="12700">
            <a:solidFill>
              <a:schemeClr val="dk1"/>
            </a:solidFill>
            <a:prstDash val="solid"/>
            <a:round/>
            <a:headEnd len="sm" w="sm" type="none"/>
            <a:tailEnd len="sm" w="sm" type="none"/>
          </a:ln>
        </p:spPr>
      </p:cxnSp>
      <p:cxnSp>
        <p:nvCxnSpPr>
          <p:cNvPr id="572" name="Google Shape;572;p16"/>
          <p:cNvCxnSpPr/>
          <p:nvPr/>
        </p:nvCxnSpPr>
        <p:spPr>
          <a:xfrm>
            <a:off x="3554413" y="4221163"/>
            <a:ext cx="866775" cy="0"/>
          </a:xfrm>
          <a:prstGeom prst="straightConnector1">
            <a:avLst/>
          </a:prstGeom>
          <a:noFill/>
          <a:ln cap="flat" cmpd="sng" w="12700">
            <a:solidFill>
              <a:schemeClr val="dk1"/>
            </a:solidFill>
            <a:prstDash val="solid"/>
            <a:round/>
            <a:headEnd len="sm" w="sm" type="none"/>
            <a:tailEnd len="sm" w="sm" type="none"/>
          </a:ln>
        </p:spPr>
      </p:cxnSp>
      <p:cxnSp>
        <p:nvCxnSpPr>
          <p:cNvPr id="573" name="Google Shape;573;p16"/>
          <p:cNvCxnSpPr/>
          <p:nvPr/>
        </p:nvCxnSpPr>
        <p:spPr>
          <a:xfrm>
            <a:off x="3570288" y="5546725"/>
            <a:ext cx="849312" cy="0"/>
          </a:xfrm>
          <a:prstGeom prst="straightConnector1">
            <a:avLst/>
          </a:prstGeom>
          <a:noFill/>
          <a:ln cap="flat" cmpd="sng" w="12700">
            <a:solidFill>
              <a:schemeClr val="dk1"/>
            </a:solidFill>
            <a:prstDash val="solid"/>
            <a:round/>
            <a:headEnd len="sm" w="sm" type="none"/>
            <a:tailEnd len="sm" w="sm" type="none"/>
          </a:ln>
        </p:spPr>
      </p:cxnSp>
      <p:sp>
        <p:nvSpPr>
          <p:cNvPr id="574" name="Google Shape;574;p16"/>
          <p:cNvSpPr/>
          <p:nvPr/>
        </p:nvSpPr>
        <p:spPr>
          <a:xfrm>
            <a:off x="3733800" y="1462088"/>
            <a:ext cx="404813" cy="4510087"/>
          </a:xfrm>
          <a:prstGeom prst="rect">
            <a:avLst/>
          </a:prstGeom>
          <a:noFill/>
          <a:ln>
            <a:noFill/>
          </a:ln>
        </p:spPr>
        <p:txBody>
          <a:bodyPr anchorCtr="0" anchor="t" bIns="46025" lIns="92075" spcFirstLastPara="1" rIns="92075" wrap="square" tIns="46025">
            <a:spAutoFit/>
          </a:bodyPr>
          <a:lstStyle/>
          <a:p>
            <a:pPr indent="0" lvl="0" marL="0" marR="0" rtl="0" algn="l">
              <a:lnSpc>
                <a:spcPct val="11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A</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B</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C</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D</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E</a:t>
            </a:r>
            <a:endParaRPr b="0" i="0" sz="1400" u="none" cap="none" strike="noStrike">
              <a:solidFill>
                <a:srgbClr val="000000"/>
              </a:solidFill>
              <a:latin typeface="Arial"/>
              <a:ea typeface="Arial"/>
              <a:cs typeface="Arial"/>
              <a:sym typeface="Arial"/>
            </a:endParaRPr>
          </a:p>
        </p:txBody>
      </p:sp>
      <p:cxnSp>
        <p:nvCxnSpPr>
          <p:cNvPr id="575" name="Google Shape;575;p16"/>
          <p:cNvCxnSpPr/>
          <p:nvPr/>
        </p:nvCxnSpPr>
        <p:spPr>
          <a:xfrm>
            <a:off x="3554413" y="4611688"/>
            <a:ext cx="866775" cy="0"/>
          </a:xfrm>
          <a:prstGeom prst="straightConnector1">
            <a:avLst/>
          </a:prstGeom>
          <a:noFill/>
          <a:ln cap="flat" cmpd="sng" w="12700">
            <a:solidFill>
              <a:schemeClr val="dk1"/>
            </a:solidFill>
            <a:prstDash val="solid"/>
            <a:round/>
            <a:headEnd len="sm" w="sm" type="none"/>
            <a:tailEnd len="sm" w="sm" type="none"/>
          </a:ln>
        </p:spPr>
      </p:cxnSp>
      <p:cxnSp>
        <p:nvCxnSpPr>
          <p:cNvPr id="576" name="Google Shape;576;p16"/>
          <p:cNvCxnSpPr/>
          <p:nvPr/>
        </p:nvCxnSpPr>
        <p:spPr>
          <a:xfrm>
            <a:off x="3554413" y="5002213"/>
            <a:ext cx="866775" cy="0"/>
          </a:xfrm>
          <a:prstGeom prst="straightConnector1">
            <a:avLst/>
          </a:prstGeom>
          <a:noFill/>
          <a:ln cap="flat" cmpd="sng" w="12700">
            <a:solidFill>
              <a:schemeClr val="dk1"/>
            </a:solidFill>
            <a:prstDash val="solid"/>
            <a:round/>
            <a:headEnd len="sm" w="sm" type="none"/>
            <a:tailEnd len="sm" w="sm" type="none"/>
          </a:ln>
        </p:spPr>
      </p:cxnSp>
      <p:sp>
        <p:nvSpPr>
          <p:cNvPr id="577" name="Google Shape;577;p16"/>
          <p:cNvSpPr/>
          <p:nvPr/>
        </p:nvSpPr>
        <p:spPr>
          <a:xfrm>
            <a:off x="2932113" y="1460500"/>
            <a:ext cx="692150" cy="4510088"/>
          </a:xfrm>
          <a:prstGeom prst="rect">
            <a:avLst/>
          </a:prstGeom>
          <a:noFill/>
          <a:ln>
            <a:noFill/>
          </a:ln>
        </p:spPr>
        <p:txBody>
          <a:bodyPr anchorCtr="0" anchor="t" bIns="46025" lIns="92075" spcFirstLastPara="1" rIns="92075" wrap="square" tIns="46025">
            <a:spAutoFit/>
          </a:bodyPr>
          <a:lstStyle/>
          <a:p>
            <a:pPr indent="0" lvl="0" marL="0" marR="0" rtl="0" algn="l">
              <a:lnSpc>
                <a:spcPct val="11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[1]</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[3]</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[5]</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[6]</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[7]</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[8]</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[9]</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[16]</a:t>
            </a:r>
            <a:endParaRPr b="0" i="0" sz="1400" u="none" cap="none" strike="noStrike">
              <a:solidFill>
                <a:srgbClr val="000000"/>
              </a:solidFill>
              <a:latin typeface="Arial"/>
              <a:ea typeface="Arial"/>
              <a:cs typeface="Arial"/>
              <a:sym typeface="Arial"/>
            </a:endParaRPr>
          </a:p>
        </p:txBody>
      </p:sp>
      <p:cxnSp>
        <p:nvCxnSpPr>
          <p:cNvPr id="578" name="Google Shape;578;p16"/>
          <p:cNvCxnSpPr/>
          <p:nvPr/>
        </p:nvCxnSpPr>
        <p:spPr>
          <a:xfrm>
            <a:off x="8283575" y="465138"/>
            <a:ext cx="866775" cy="0"/>
          </a:xfrm>
          <a:prstGeom prst="straightConnector1">
            <a:avLst/>
          </a:prstGeom>
          <a:noFill/>
          <a:ln cap="flat" cmpd="sng" w="12700">
            <a:solidFill>
              <a:schemeClr val="dk1"/>
            </a:solidFill>
            <a:prstDash val="solid"/>
            <a:round/>
            <a:headEnd len="sm" w="sm" type="none"/>
            <a:tailEnd len="sm" w="sm" type="none"/>
          </a:ln>
        </p:spPr>
      </p:cxnSp>
      <p:cxnSp>
        <p:nvCxnSpPr>
          <p:cNvPr id="579" name="Google Shape;579;p16"/>
          <p:cNvCxnSpPr/>
          <p:nvPr/>
        </p:nvCxnSpPr>
        <p:spPr>
          <a:xfrm>
            <a:off x="8283575" y="857250"/>
            <a:ext cx="866775" cy="0"/>
          </a:xfrm>
          <a:prstGeom prst="straightConnector1">
            <a:avLst/>
          </a:prstGeom>
          <a:noFill/>
          <a:ln cap="flat" cmpd="sng" w="12700">
            <a:solidFill>
              <a:schemeClr val="dk1"/>
            </a:solidFill>
            <a:prstDash val="solid"/>
            <a:round/>
            <a:headEnd len="sm" w="sm" type="none"/>
            <a:tailEnd len="sm" w="sm" type="none"/>
          </a:ln>
        </p:spPr>
      </p:cxnSp>
      <p:cxnSp>
        <p:nvCxnSpPr>
          <p:cNvPr id="580" name="Google Shape;580;p16"/>
          <p:cNvCxnSpPr/>
          <p:nvPr/>
        </p:nvCxnSpPr>
        <p:spPr>
          <a:xfrm>
            <a:off x="8283575" y="1247775"/>
            <a:ext cx="866775" cy="0"/>
          </a:xfrm>
          <a:prstGeom prst="straightConnector1">
            <a:avLst/>
          </a:prstGeom>
          <a:noFill/>
          <a:ln cap="flat" cmpd="sng" w="12700">
            <a:solidFill>
              <a:schemeClr val="dk1"/>
            </a:solidFill>
            <a:prstDash val="solid"/>
            <a:round/>
            <a:headEnd len="sm" w="sm" type="none"/>
            <a:tailEnd len="sm" w="sm" type="none"/>
          </a:ln>
        </p:spPr>
      </p:cxnSp>
      <p:cxnSp>
        <p:nvCxnSpPr>
          <p:cNvPr id="581" name="Google Shape;581;p16"/>
          <p:cNvCxnSpPr/>
          <p:nvPr/>
        </p:nvCxnSpPr>
        <p:spPr>
          <a:xfrm>
            <a:off x="8283575" y="1655763"/>
            <a:ext cx="866775" cy="0"/>
          </a:xfrm>
          <a:prstGeom prst="straightConnector1">
            <a:avLst/>
          </a:prstGeom>
          <a:noFill/>
          <a:ln cap="flat" cmpd="sng" w="12700">
            <a:solidFill>
              <a:schemeClr val="dk1"/>
            </a:solidFill>
            <a:prstDash val="solid"/>
            <a:round/>
            <a:headEnd len="sm" w="sm" type="none"/>
            <a:tailEnd len="sm" w="sm" type="none"/>
          </a:ln>
        </p:spPr>
      </p:cxnSp>
      <p:cxnSp>
        <p:nvCxnSpPr>
          <p:cNvPr id="582" name="Google Shape;582;p16"/>
          <p:cNvCxnSpPr/>
          <p:nvPr/>
        </p:nvCxnSpPr>
        <p:spPr>
          <a:xfrm>
            <a:off x="8283575" y="2049463"/>
            <a:ext cx="866775" cy="0"/>
          </a:xfrm>
          <a:prstGeom prst="straightConnector1">
            <a:avLst/>
          </a:prstGeom>
          <a:noFill/>
          <a:ln cap="flat" cmpd="sng" w="12700">
            <a:solidFill>
              <a:schemeClr val="dk1"/>
            </a:solidFill>
            <a:prstDash val="solid"/>
            <a:round/>
            <a:headEnd len="sm" w="sm" type="none"/>
            <a:tailEnd len="sm" w="sm" type="none"/>
          </a:ln>
        </p:spPr>
      </p:cxnSp>
      <p:cxnSp>
        <p:nvCxnSpPr>
          <p:cNvPr id="583" name="Google Shape;583;p16"/>
          <p:cNvCxnSpPr/>
          <p:nvPr/>
        </p:nvCxnSpPr>
        <p:spPr>
          <a:xfrm>
            <a:off x="8283575" y="2438400"/>
            <a:ext cx="866775" cy="0"/>
          </a:xfrm>
          <a:prstGeom prst="straightConnector1">
            <a:avLst/>
          </a:prstGeom>
          <a:noFill/>
          <a:ln cap="flat" cmpd="sng" w="12700">
            <a:solidFill>
              <a:schemeClr val="dk1"/>
            </a:solidFill>
            <a:prstDash val="solid"/>
            <a:round/>
            <a:headEnd len="sm" w="sm" type="none"/>
            <a:tailEnd len="sm" w="sm" type="none"/>
          </a:ln>
        </p:spPr>
      </p:cxnSp>
      <p:cxnSp>
        <p:nvCxnSpPr>
          <p:cNvPr id="584" name="Google Shape;584;p16"/>
          <p:cNvCxnSpPr/>
          <p:nvPr/>
        </p:nvCxnSpPr>
        <p:spPr>
          <a:xfrm>
            <a:off x="8283575" y="2828925"/>
            <a:ext cx="866775" cy="0"/>
          </a:xfrm>
          <a:prstGeom prst="straightConnector1">
            <a:avLst/>
          </a:prstGeom>
          <a:noFill/>
          <a:ln cap="flat" cmpd="sng" w="12700">
            <a:solidFill>
              <a:schemeClr val="dk1"/>
            </a:solidFill>
            <a:prstDash val="solid"/>
            <a:round/>
            <a:headEnd len="sm" w="sm" type="none"/>
            <a:tailEnd len="sm" w="sm" type="none"/>
          </a:ln>
        </p:spPr>
      </p:cxnSp>
      <p:cxnSp>
        <p:nvCxnSpPr>
          <p:cNvPr id="585" name="Google Shape;585;p16"/>
          <p:cNvCxnSpPr/>
          <p:nvPr/>
        </p:nvCxnSpPr>
        <p:spPr>
          <a:xfrm>
            <a:off x="8283575" y="3219450"/>
            <a:ext cx="866775" cy="0"/>
          </a:xfrm>
          <a:prstGeom prst="straightConnector1">
            <a:avLst/>
          </a:prstGeom>
          <a:noFill/>
          <a:ln cap="flat" cmpd="sng" w="12700">
            <a:solidFill>
              <a:schemeClr val="dk1"/>
            </a:solidFill>
            <a:prstDash val="solid"/>
            <a:round/>
            <a:headEnd len="sm" w="sm" type="none"/>
            <a:tailEnd len="sm" w="sm" type="none"/>
          </a:ln>
        </p:spPr>
      </p:cxnSp>
      <p:cxnSp>
        <p:nvCxnSpPr>
          <p:cNvPr id="586" name="Google Shape;586;p16"/>
          <p:cNvCxnSpPr/>
          <p:nvPr/>
        </p:nvCxnSpPr>
        <p:spPr>
          <a:xfrm>
            <a:off x="8283575" y="3609975"/>
            <a:ext cx="866775" cy="0"/>
          </a:xfrm>
          <a:prstGeom prst="straightConnector1">
            <a:avLst/>
          </a:prstGeom>
          <a:noFill/>
          <a:ln cap="flat" cmpd="sng" w="12700">
            <a:solidFill>
              <a:schemeClr val="dk1"/>
            </a:solidFill>
            <a:prstDash val="solid"/>
            <a:round/>
            <a:headEnd len="sm" w="sm" type="none"/>
            <a:tailEnd len="sm" w="sm" type="none"/>
          </a:ln>
        </p:spPr>
      </p:cxnSp>
      <p:sp>
        <p:nvSpPr>
          <p:cNvPr id="587" name="Google Shape;587;p16"/>
          <p:cNvSpPr/>
          <p:nvPr/>
        </p:nvSpPr>
        <p:spPr>
          <a:xfrm>
            <a:off x="8288338" y="80963"/>
            <a:ext cx="855662" cy="3524250"/>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588" name="Google Shape;588;p16"/>
          <p:cNvSpPr/>
          <p:nvPr/>
        </p:nvSpPr>
        <p:spPr>
          <a:xfrm>
            <a:off x="7454900" y="0"/>
            <a:ext cx="539750" cy="3706813"/>
          </a:xfrm>
          <a:prstGeom prst="rect">
            <a:avLst/>
          </a:prstGeom>
          <a:noFill/>
          <a:ln>
            <a:noFill/>
          </a:ln>
        </p:spPr>
        <p:txBody>
          <a:bodyPr anchorCtr="0" anchor="t" bIns="46025" lIns="92075" spcFirstLastPara="1" rIns="92075" wrap="square" tIns="46025">
            <a:spAutoFit/>
          </a:bodyPr>
          <a:lstStyle/>
          <a:p>
            <a:pPr indent="0" lvl="0" marL="0" marR="0" rtl="0" algn="l">
              <a:lnSpc>
                <a:spcPct val="11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[1]</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[3]</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[5]</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[6]</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[7]</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[8]</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[9]</a:t>
            </a:r>
            <a:endParaRPr b="0" i="0" sz="1400" u="none" cap="none" strike="noStrike">
              <a:solidFill>
                <a:srgbClr val="000000"/>
              </a:solidFill>
              <a:latin typeface="Arial"/>
              <a:ea typeface="Arial"/>
              <a:cs typeface="Arial"/>
              <a:sym typeface="Arial"/>
            </a:endParaRPr>
          </a:p>
        </p:txBody>
      </p:sp>
      <p:sp>
        <p:nvSpPr>
          <p:cNvPr id="589" name="Google Shape;589;p16"/>
          <p:cNvSpPr/>
          <p:nvPr/>
        </p:nvSpPr>
        <p:spPr>
          <a:xfrm>
            <a:off x="8478838" y="50800"/>
            <a:ext cx="404812" cy="3706813"/>
          </a:xfrm>
          <a:prstGeom prst="rect">
            <a:avLst/>
          </a:prstGeom>
          <a:noFill/>
          <a:ln>
            <a:noFill/>
          </a:ln>
        </p:spPr>
        <p:txBody>
          <a:bodyPr anchorCtr="0" anchor="t" bIns="46025" lIns="92075" spcFirstLastPara="1" rIns="92075" wrap="square" tIns="46025">
            <a:spAutoFit/>
          </a:bodyPr>
          <a:lstStyle/>
          <a:p>
            <a:pPr indent="0" lvl="0" marL="0" marR="0" rtl="0" algn="ctr">
              <a:lnSpc>
                <a:spcPct val="11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A</a:t>
            </a:r>
            <a:endParaRPr b="0" i="0" sz="1400" u="none" cap="none" strike="noStrike">
              <a:solidFill>
                <a:srgbClr val="000000"/>
              </a:solidFill>
              <a:latin typeface="Arial"/>
              <a:ea typeface="Arial"/>
              <a:cs typeface="Arial"/>
              <a:sym typeface="Arial"/>
            </a:endParaRPr>
          </a:p>
          <a:p>
            <a:pPr indent="0" lvl="0" marL="0" marR="0" rtl="0" algn="ctr">
              <a:lnSpc>
                <a:spcPct val="11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B</a:t>
            </a:r>
            <a:endParaRPr b="0" i="0" sz="1400" u="none" cap="none" strike="noStrike">
              <a:solidFill>
                <a:srgbClr val="000000"/>
              </a:solidFill>
              <a:latin typeface="Arial"/>
              <a:ea typeface="Arial"/>
              <a:cs typeface="Arial"/>
              <a:sym typeface="Arial"/>
            </a:endParaRPr>
          </a:p>
          <a:p>
            <a:pPr indent="0" lvl="0" marL="0" marR="0" rtl="0" algn="ctr">
              <a:lnSpc>
                <a:spcPct val="11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C</a:t>
            </a:r>
            <a:endParaRPr b="0" i="0" sz="1400" u="none" cap="none" strike="noStrike">
              <a:solidFill>
                <a:srgbClr val="000000"/>
              </a:solidFill>
              <a:latin typeface="Arial"/>
              <a:ea typeface="Arial"/>
              <a:cs typeface="Arial"/>
              <a:sym typeface="Arial"/>
            </a:endParaRPr>
          </a:p>
          <a:p>
            <a:pPr indent="0" lvl="0" marL="0" marR="0" rtl="0" algn="ctr">
              <a:lnSpc>
                <a:spcPct val="11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D</a:t>
            </a:r>
            <a:endParaRPr b="0" i="0" sz="1400" u="none" cap="none" strike="noStrike">
              <a:solidFill>
                <a:srgbClr val="000000"/>
              </a:solidFill>
              <a:latin typeface="Arial"/>
              <a:ea typeface="Arial"/>
              <a:cs typeface="Arial"/>
              <a:sym typeface="Arial"/>
            </a:endParaRPr>
          </a:p>
          <a:p>
            <a:pPr indent="0" lvl="0" marL="0" marR="0" rtl="0" algn="ctr">
              <a:lnSpc>
                <a:spcPct val="11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E</a:t>
            </a:r>
            <a:endParaRPr b="0" i="0" sz="1400" u="none" cap="none" strike="noStrike">
              <a:solidFill>
                <a:srgbClr val="000000"/>
              </a:solidFill>
              <a:latin typeface="Arial"/>
              <a:ea typeface="Arial"/>
              <a:cs typeface="Arial"/>
              <a:sym typeface="Arial"/>
            </a:endParaRPr>
          </a:p>
          <a:p>
            <a:pPr indent="0" lvl="0" marL="0" marR="0" rtl="0" algn="ctr">
              <a:lnSpc>
                <a:spcPct val="11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F</a:t>
            </a:r>
            <a:endParaRPr b="0" i="0" sz="1400" u="none" cap="none" strike="noStrike">
              <a:solidFill>
                <a:srgbClr val="000000"/>
              </a:solidFill>
              <a:latin typeface="Arial"/>
              <a:ea typeface="Arial"/>
              <a:cs typeface="Arial"/>
              <a:sym typeface="Arial"/>
            </a:endParaRPr>
          </a:p>
          <a:p>
            <a:pPr indent="0" lvl="0" marL="0" marR="0" rtl="0" algn="ctr">
              <a:lnSpc>
                <a:spcPct val="11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G</a:t>
            </a:r>
            <a:endParaRPr b="0" i="0" sz="1400" u="none" cap="none" strike="noStrike">
              <a:solidFill>
                <a:srgbClr val="000000"/>
              </a:solidFill>
              <a:latin typeface="Arial"/>
              <a:ea typeface="Arial"/>
              <a:cs typeface="Arial"/>
              <a:sym typeface="Arial"/>
            </a:endParaRPr>
          </a:p>
          <a:p>
            <a:pPr indent="0" lvl="0" marL="0" marR="0" rtl="0" algn="ctr">
              <a:lnSpc>
                <a:spcPct val="11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H</a:t>
            </a:r>
            <a:endParaRPr b="0" i="0" sz="1400" u="none" cap="none" strike="noStrike">
              <a:solidFill>
                <a:srgbClr val="000000"/>
              </a:solidFill>
              <a:latin typeface="Arial"/>
              <a:ea typeface="Arial"/>
              <a:cs typeface="Arial"/>
              <a:sym typeface="Arial"/>
            </a:endParaRPr>
          </a:p>
          <a:p>
            <a:pPr indent="0" lvl="0" marL="0" marR="0" rtl="0" algn="ctr">
              <a:lnSpc>
                <a:spcPct val="11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I</a:t>
            </a:r>
            <a:endParaRPr b="0" i="0" sz="1400" u="none" cap="none" strike="noStrike">
              <a:solidFill>
                <a:srgbClr val="000000"/>
              </a:solidFill>
              <a:latin typeface="Arial"/>
              <a:ea typeface="Arial"/>
              <a:cs typeface="Arial"/>
              <a:sym typeface="Arial"/>
            </a:endParaRPr>
          </a:p>
        </p:txBody>
      </p:sp>
      <p:grpSp>
        <p:nvGrpSpPr>
          <p:cNvPr id="590" name="Google Shape;590;p16"/>
          <p:cNvGrpSpPr/>
          <p:nvPr/>
        </p:nvGrpSpPr>
        <p:grpSpPr>
          <a:xfrm>
            <a:off x="2366963" y="1493838"/>
            <a:ext cx="571500" cy="569912"/>
            <a:chOff x="1389" y="1133"/>
            <a:chExt cx="360" cy="359"/>
          </a:xfrm>
        </p:grpSpPr>
        <p:sp>
          <p:nvSpPr>
            <p:cNvPr id="591" name="Google Shape;591;p16"/>
            <p:cNvSpPr/>
            <p:nvPr/>
          </p:nvSpPr>
          <p:spPr>
            <a:xfrm>
              <a:off x="1389" y="1133"/>
              <a:ext cx="360" cy="359"/>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592" name="Google Shape;592;p16"/>
            <p:cNvSpPr/>
            <p:nvPr/>
          </p:nvSpPr>
          <p:spPr>
            <a:xfrm>
              <a:off x="1458" y="1186"/>
              <a:ext cx="255" cy="288"/>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6600"/>
                  </a:solidFill>
                  <a:latin typeface="Times New Roman"/>
                  <a:ea typeface="Times New Roman"/>
                  <a:cs typeface="Times New Roman"/>
                  <a:sym typeface="Times New Roman"/>
                </a:rPr>
                <a:t>A</a:t>
              </a:r>
              <a:endParaRPr b="0" i="0" sz="1400" u="none" cap="none" strike="noStrike">
                <a:solidFill>
                  <a:srgbClr val="000000"/>
                </a:solidFill>
                <a:latin typeface="Arial"/>
                <a:ea typeface="Arial"/>
                <a:cs typeface="Arial"/>
                <a:sym typeface="Arial"/>
              </a:endParaRPr>
            </a:p>
          </p:txBody>
        </p:sp>
      </p:grpSp>
      <p:grpSp>
        <p:nvGrpSpPr>
          <p:cNvPr id="593" name="Google Shape;593;p16"/>
          <p:cNvGrpSpPr/>
          <p:nvPr/>
        </p:nvGrpSpPr>
        <p:grpSpPr>
          <a:xfrm>
            <a:off x="1755775" y="2397125"/>
            <a:ext cx="571500" cy="569913"/>
            <a:chOff x="1004" y="1702"/>
            <a:chExt cx="360" cy="359"/>
          </a:xfrm>
        </p:grpSpPr>
        <p:sp>
          <p:nvSpPr>
            <p:cNvPr id="594" name="Google Shape;594;p16"/>
            <p:cNvSpPr/>
            <p:nvPr/>
          </p:nvSpPr>
          <p:spPr>
            <a:xfrm>
              <a:off x="1004" y="1702"/>
              <a:ext cx="360" cy="359"/>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595" name="Google Shape;595;p16"/>
            <p:cNvSpPr/>
            <p:nvPr/>
          </p:nvSpPr>
          <p:spPr>
            <a:xfrm>
              <a:off x="1073" y="1755"/>
              <a:ext cx="244" cy="288"/>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6600"/>
                  </a:solidFill>
                  <a:latin typeface="Times New Roman"/>
                  <a:ea typeface="Times New Roman"/>
                  <a:cs typeface="Times New Roman"/>
                  <a:sym typeface="Times New Roman"/>
                </a:rPr>
                <a:t>B</a:t>
              </a:r>
              <a:endParaRPr b="0" i="0" sz="1400" u="none" cap="none" strike="noStrike">
                <a:solidFill>
                  <a:srgbClr val="000000"/>
                </a:solidFill>
                <a:latin typeface="Arial"/>
                <a:ea typeface="Arial"/>
                <a:cs typeface="Arial"/>
                <a:sym typeface="Arial"/>
              </a:endParaRPr>
            </a:p>
          </p:txBody>
        </p:sp>
      </p:grpSp>
      <p:cxnSp>
        <p:nvCxnSpPr>
          <p:cNvPr id="596" name="Google Shape;596;p16"/>
          <p:cNvCxnSpPr/>
          <p:nvPr/>
        </p:nvCxnSpPr>
        <p:spPr>
          <a:xfrm flipH="1">
            <a:off x="2138363" y="2052638"/>
            <a:ext cx="341312" cy="357187"/>
          </a:xfrm>
          <a:prstGeom prst="straightConnector1">
            <a:avLst/>
          </a:prstGeom>
          <a:noFill/>
          <a:ln cap="flat" cmpd="sng" w="12700">
            <a:solidFill>
              <a:schemeClr val="dk1"/>
            </a:solidFill>
            <a:prstDash val="solid"/>
            <a:round/>
            <a:headEnd len="sm" w="sm" type="none"/>
            <a:tailEnd len="sm" w="sm" type="none"/>
          </a:ln>
        </p:spPr>
      </p:cxnSp>
      <p:grpSp>
        <p:nvGrpSpPr>
          <p:cNvPr id="597" name="Google Shape;597;p16"/>
          <p:cNvGrpSpPr/>
          <p:nvPr/>
        </p:nvGrpSpPr>
        <p:grpSpPr>
          <a:xfrm>
            <a:off x="904875" y="5200650"/>
            <a:ext cx="571500" cy="569913"/>
            <a:chOff x="468" y="3468"/>
            <a:chExt cx="360" cy="359"/>
          </a:xfrm>
        </p:grpSpPr>
        <p:sp>
          <p:nvSpPr>
            <p:cNvPr id="598" name="Google Shape;598;p16"/>
            <p:cNvSpPr/>
            <p:nvPr/>
          </p:nvSpPr>
          <p:spPr>
            <a:xfrm>
              <a:off x="468" y="3468"/>
              <a:ext cx="360" cy="359"/>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599" name="Google Shape;599;p16"/>
            <p:cNvSpPr/>
            <p:nvPr/>
          </p:nvSpPr>
          <p:spPr>
            <a:xfrm>
              <a:off x="537" y="3521"/>
              <a:ext cx="233" cy="288"/>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6600"/>
                  </a:solidFill>
                  <a:latin typeface="Times New Roman"/>
                  <a:ea typeface="Times New Roman"/>
                  <a:cs typeface="Times New Roman"/>
                  <a:sym typeface="Times New Roman"/>
                </a:rPr>
                <a:t>E</a:t>
              </a:r>
              <a:endParaRPr b="0" i="0" sz="1400" u="none" cap="none" strike="noStrike">
                <a:solidFill>
                  <a:srgbClr val="000000"/>
                </a:solidFill>
                <a:latin typeface="Arial"/>
                <a:ea typeface="Arial"/>
                <a:cs typeface="Arial"/>
                <a:sym typeface="Arial"/>
              </a:endParaRPr>
            </a:p>
          </p:txBody>
        </p:sp>
      </p:grpSp>
      <p:cxnSp>
        <p:nvCxnSpPr>
          <p:cNvPr id="600" name="Google Shape;600;p16"/>
          <p:cNvCxnSpPr/>
          <p:nvPr/>
        </p:nvCxnSpPr>
        <p:spPr>
          <a:xfrm flipH="1">
            <a:off x="1117600" y="4770438"/>
            <a:ext cx="322263" cy="444500"/>
          </a:xfrm>
          <a:prstGeom prst="straightConnector1">
            <a:avLst/>
          </a:prstGeom>
          <a:noFill/>
          <a:ln cap="flat" cmpd="sng" w="12700">
            <a:solidFill>
              <a:schemeClr val="dk1"/>
            </a:solidFill>
            <a:prstDash val="solid"/>
            <a:round/>
            <a:headEnd len="sm" w="sm" type="none"/>
            <a:tailEnd len="sm" w="sm" type="none"/>
          </a:ln>
        </p:spPr>
      </p:cxnSp>
      <p:grpSp>
        <p:nvGrpSpPr>
          <p:cNvPr id="601" name="Google Shape;601;p16"/>
          <p:cNvGrpSpPr/>
          <p:nvPr/>
        </p:nvGrpSpPr>
        <p:grpSpPr>
          <a:xfrm>
            <a:off x="1547813" y="3328988"/>
            <a:ext cx="571500" cy="569912"/>
            <a:chOff x="873" y="2289"/>
            <a:chExt cx="360" cy="359"/>
          </a:xfrm>
        </p:grpSpPr>
        <p:sp>
          <p:nvSpPr>
            <p:cNvPr id="602" name="Google Shape;602;p16"/>
            <p:cNvSpPr/>
            <p:nvPr/>
          </p:nvSpPr>
          <p:spPr>
            <a:xfrm>
              <a:off x="873" y="2289"/>
              <a:ext cx="360" cy="359"/>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603" name="Google Shape;603;p16"/>
            <p:cNvSpPr/>
            <p:nvPr/>
          </p:nvSpPr>
          <p:spPr>
            <a:xfrm>
              <a:off x="942" y="2342"/>
              <a:ext cx="244" cy="288"/>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6600"/>
                  </a:solidFill>
                  <a:latin typeface="Times New Roman"/>
                  <a:ea typeface="Times New Roman"/>
                  <a:cs typeface="Times New Roman"/>
                  <a:sym typeface="Times New Roman"/>
                </a:rPr>
                <a:t>C</a:t>
              </a:r>
              <a:endParaRPr b="0" i="0" sz="1400" u="none" cap="none" strike="noStrike">
                <a:solidFill>
                  <a:srgbClr val="000000"/>
                </a:solidFill>
                <a:latin typeface="Arial"/>
                <a:ea typeface="Arial"/>
                <a:cs typeface="Arial"/>
                <a:sym typeface="Arial"/>
              </a:endParaRPr>
            </a:p>
          </p:txBody>
        </p:sp>
      </p:grpSp>
      <p:grpSp>
        <p:nvGrpSpPr>
          <p:cNvPr id="604" name="Google Shape;604;p16"/>
          <p:cNvGrpSpPr/>
          <p:nvPr/>
        </p:nvGrpSpPr>
        <p:grpSpPr>
          <a:xfrm>
            <a:off x="1190625" y="4194175"/>
            <a:ext cx="571500" cy="569913"/>
            <a:chOff x="648" y="2834"/>
            <a:chExt cx="360" cy="359"/>
          </a:xfrm>
        </p:grpSpPr>
        <p:sp>
          <p:nvSpPr>
            <p:cNvPr id="605" name="Google Shape;605;p16"/>
            <p:cNvSpPr/>
            <p:nvPr/>
          </p:nvSpPr>
          <p:spPr>
            <a:xfrm>
              <a:off x="648" y="2834"/>
              <a:ext cx="360" cy="359"/>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606" name="Google Shape;606;p16"/>
            <p:cNvSpPr/>
            <p:nvPr/>
          </p:nvSpPr>
          <p:spPr>
            <a:xfrm>
              <a:off x="717" y="2887"/>
              <a:ext cx="255" cy="288"/>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6600"/>
                  </a:solidFill>
                  <a:latin typeface="Times New Roman"/>
                  <a:ea typeface="Times New Roman"/>
                  <a:cs typeface="Times New Roman"/>
                  <a:sym typeface="Times New Roman"/>
                </a:rPr>
                <a:t>D</a:t>
              </a:r>
              <a:endParaRPr b="0" i="0" sz="1400" u="none" cap="none" strike="noStrike">
                <a:solidFill>
                  <a:srgbClr val="000000"/>
                </a:solidFill>
                <a:latin typeface="Arial"/>
                <a:ea typeface="Arial"/>
                <a:cs typeface="Arial"/>
                <a:sym typeface="Arial"/>
              </a:endParaRPr>
            </a:p>
          </p:txBody>
        </p:sp>
      </p:grpSp>
      <p:cxnSp>
        <p:nvCxnSpPr>
          <p:cNvPr id="607" name="Google Shape;607;p16"/>
          <p:cNvCxnSpPr/>
          <p:nvPr/>
        </p:nvCxnSpPr>
        <p:spPr>
          <a:xfrm flipH="1">
            <a:off x="1812925" y="2987675"/>
            <a:ext cx="138113" cy="338138"/>
          </a:xfrm>
          <a:prstGeom prst="straightConnector1">
            <a:avLst/>
          </a:prstGeom>
          <a:noFill/>
          <a:ln cap="flat" cmpd="sng" w="12700">
            <a:solidFill>
              <a:schemeClr val="dk1"/>
            </a:solidFill>
            <a:prstDash val="solid"/>
            <a:round/>
            <a:headEnd len="sm" w="sm" type="none"/>
            <a:tailEnd len="sm" w="sm" type="none"/>
          </a:ln>
        </p:spPr>
      </p:cxnSp>
      <p:cxnSp>
        <p:nvCxnSpPr>
          <p:cNvPr id="608" name="Google Shape;608;p16"/>
          <p:cNvCxnSpPr/>
          <p:nvPr/>
        </p:nvCxnSpPr>
        <p:spPr>
          <a:xfrm flipH="1">
            <a:off x="1525588" y="3919538"/>
            <a:ext cx="168275" cy="292100"/>
          </a:xfrm>
          <a:prstGeom prst="straightConnector1">
            <a:avLst/>
          </a:prstGeom>
          <a:noFill/>
          <a:ln cap="flat" cmpd="sng" w="12700">
            <a:solidFill>
              <a:schemeClr val="dk1"/>
            </a:solidFill>
            <a:prstDash val="solid"/>
            <a:round/>
            <a:headEnd len="sm" w="sm" type="none"/>
            <a:tailEnd len="sm" w="sm" type="none"/>
          </a:ln>
        </p:spPr>
      </p:cxnSp>
      <p:grpSp>
        <p:nvGrpSpPr>
          <p:cNvPr id="609" name="Google Shape;609;p16"/>
          <p:cNvGrpSpPr/>
          <p:nvPr/>
        </p:nvGrpSpPr>
        <p:grpSpPr>
          <a:xfrm>
            <a:off x="6189663" y="2782888"/>
            <a:ext cx="571500" cy="569912"/>
            <a:chOff x="4229" y="1348"/>
            <a:chExt cx="360" cy="359"/>
          </a:xfrm>
        </p:grpSpPr>
        <p:sp>
          <p:nvSpPr>
            <p:cNvPr id="610" name="Google Shape;610;p16"/>
            <p:cNvSpPr/>
            <p:nvPr/>
          </p:nvSpPr>
          <p:spPr>
            <a:xfrm>
              <a:off x="4229" y="1348"/>
              <a:ext cx="360" cy="359"/>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611" name="Google Shape;611;p16"/>
            <p:cNvSpPr/>
            <p:nvPr/>
          </p:nvSpPr>
          <p:spPr>
            <a:xfrm>
              <a:off x="4298" y="1401"/>
              <a:ext cx="255" cy="288"/>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A</a:t>
              </a:r>
              <a:endParaRPr b="0" i="0" sz="1400" u="none" cap="none" strike="noStrike">
                <a:solidFill>
                  <a:srgbClr val="000000"/>
                </a:solidFill>
                <a:latin typeface="Arial"/>
                <a:ea typeface="Arial"/>
                <a:cs typeface="Arial"/>
                <a:sym typeface="Arial"/>
              </a:endParaRPr>
            </a:p>
          </p:txBody>
        </p:sp>
      </p:grpSp>
      <p:grpSp>
        <p:nvGrpSpPr>
          <p:cNvPr id="612" name="Google Shape;612;p16"/>
          <p:cNvGrpSpPr/>
          <p:nvPr/>
        </p:nvGrpSpPr>
        <p:grpSpPr>
          <a:xfrm>
            <a:off x="5219700" y="3924300"/>
            <a:ext cx="571500" cy="569913"/>
            <a:chOff x="3618" y="2067"/>
            <a:chExt cx="360" cy="359"/>
          </a:xfrm>
        </p:grpSpPr>
        <p:sp>
          <p:nvSpPr>
            <p:cNvPr id="613" name="Google Shape;613;p16"/>
            <p:cNvSpPr/>
            <p:nvPr/>
          </p:nvSpPr>
          <p:spPr>
            <a:xfrm>
              <a:off x="3618" y="2067"/>
              <a:ext cx="360" cy="359"/>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614" name="Google Shape;614;p16"/>
            <p:cNvSpPr/>
            <p:nvPr/>
          </p:nvSpPr>
          <p:spPr>
            <a:xfrm>
              <a:off x="3687" y="2120"/>
              <a:ext cx="244" cy="288"/>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B</a:t>
              </a:r>
              <a:endParaRPr b="0" i="0" sz="1400" u="none" cap="none" strike="noStrike">
                <a:solidFill>
                  <a:srgbClr val="000000"/>
                </a:solidFill>
                <a:latin typeface="Arial"/>
                <a:ea typeface="Arial"/>
                <a:cs typeface="Arial"/>
                <a:sym typeface="Arial"/>
              </a:endParaRPr>
            </a:p>
          </p:txBody>
        </p:sp>
      </p:grpSp>
      <p:cxnSp>
        <p:nvCxnSpPr>
          <p:cNvPr id="615" name="Google Shape;615;p16"/>
          <p:cNvCxnSpPr/>
          <p:nvPr/>
        </p:nvCxnSpPr>
        <p:spPr>
          <a:xfrm flipH="1">
            <a:off x="5518150" y="3273425"/>
            <a:ext cx="765175" cy="646113"/>
          </a:xfrm>
          <a:prstGeom prst="straightConnector1">
            <a:avLst/>
          </a:prstGeom>
          <a:noFill/>
          <a:ln cap="flat" cmpd="sng" w="12700">
            <a:solidFill>
              <a:schemeClr val="dk1"/>
            </a:solidFill>
            <a:prstDash val="solid"/>
            <a:round/>
            <a:headEnd len="sm" w="sm" type="none"/>
            <a:tailEnd len="sm" w="sm" type="none"/>
          </a:ln>
        </p:spPr>
      </p:cxnSp>
      <p:grpSp>
        <p:nvGrpSpPr>
          <p:cNvPr id="616" name="Google Shape;616;p16"/>
          <p:cNvGrpSpPr/>
          <p:nvPr/>
        </p:nvGrpSpPr>
        <p:grpSpPr>
          <a:xfrm>
            <a:off x="7110413" y="3957638"/>
            <a:ext cx="571500" cy="569912"/>
            <a:chOff x="4809" y="2088"/>
            <a:chExt cx="360" cy="359"/>
          </a:xfrm>
        </p:grpSpPr>
        <p:sp>
          <p:nvSpPr>
            <p:cNvPr id="617" name="Google Shape;617;p16"/>
            <p:cNvSpPr/>
            <p:nvPr/>
          </p:nvSpPr>
          <p:spPr>
            <a:xfrm>
              <a:off x="4809" y="2088"/>
              <a:ext cx="360" cy="359"/>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618" name="Google Shape;618;p16"/>
            <p:cNvSpPr/>
            <p:nvPr/>
          </p:nvSpPr>
          <p:spPr>
            <a:xfrm>
              <a:off x="4878" y="2141"/>
              <a:ext cx="244" cy="288"/>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C</a:t>
              </a:r>
              <a:endParaRPr b="0" i="0" sz="1400" u="none" cap="none" strike="noStrike">
                <a:solidFill>
                  <a:srgbClr val="000000"/>
                </a:solidFill>
                <a:latin typeface="Arial"/>
                <a:ea typeface="Arial"/>
                <a:cs typeface="Arial"/>
                <a:sym typeface="Arial"/>
              </a:endParaRPr>
            </a:p>
          </p:txBody>
        </p:sp>
      </p:grpSp>
      <p:grpSp>
        <p:nvGrpSpPr>
          <p:cNvPr id="619" name="Google Shape;619;p16"/>
          <p:cNvGrpSpPr/>
          <p:nvPr/>
        </p:nvGrpSpPr>
        <p:grpSpPr>
          <a:xfrm>
            <a:off x="7620000" y="5030788"/>
            <a:ext cx="571500" cy="569912"/>
            <a:chOff x="5130" y="2764"/>
            <a:chExt cx="360" cy="359"/>
          </a:xfrm>
        </p:grpSpPr>
        <p:sp>
          <p:nvSpPr>
            <p:cNvPr id="620" name="Google Shape;620;p16"/>
            <p:cNvSpPr/>
            <p:nvPr/>
          </p:nvSpPr>
          <p:spPr>
            <a:xfrm>
              <a:off x="5130" y="2764"/>
              <a:ext cx="360" cy="359"/>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621" name="Google Shape;621;p16"/>
            <p:cNvSpPr/>
            <p:nvPr/>
          </p:nvSpPr>
          <p:spPr>
            <a:xfrm>
              <a:off x="5199" y="2817"/>
              <a:ext cx="255" cy="288"/>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G</a:t>
              </a:r>
              <a:endParaRPr b="0" i="0" sz="1400" u="none" cap="none" strike="noStrike">
                <a:solidFill>
                  <a:srgbClr val="000000"/>
                </a:solidFill>
                <a:latin typeface="Arial"/>
                <a:ea typeface="Arial"/>
                <a:cs typeface="Arial"/>
                <a:sym typeface="Arial"/>
              </a:endParaRPr>
            </a:p>
          </p:txBody>
        </p:sp>
      </p:grpSp>
      <p:cxnSp>
        <p:nvCxnSpPr>
          <p:cNvPr id="622" name="Google Shape;622;p16"/>
          <p:cNvCxnSpPr/>
          <p:nvPr/>
        </p:nvCxnSpPr>
        <p:spPr>
          <a:xfrm>
            <a:off x="7561263" y="4516438"/>
            <a:ext cx="287337" cy="492125"/>
          </a:xfrm>
          <a:prstGeom prst="straightConnector1">
            <a:avLst/>
          </a:prstGeom>
          <a:noFill/>
          <a:ln cap="flat" cmpd="sng" w="12700">
            <a:solidFill>
              <a:schemeClr val="dk1"/>
            </a:solidFill>
            <a:prstDash val="solid"/>
            <a:round/>
            <a:headEnd len="sm" w="sm" type="none"/>
            <a:tailEnd len="sm" w="sm" type="none"/>
          </a:ln>
        </p:spPr>
      </p:cxnSp>
      <p:grpSp>
        <p:nvGrpSpPr>
          <p:cNvPr id="623" name="Google Shape;623;p16"/>
          <p:cNvGrpSpPr/>
          <p:nvPr/>
        </p:nvGrpSpPr>
        <p:grpSpPr>
          <a:xfrm>
            <a:off x="5748338" y="5080000"/>
            <a:ext cx="571500" cy="569913"/>
            <a:chOff x="3951" y="2795"/>
            <a:chExt cx="360" cy="359"/>
          </a:xfrm>
        </p:grpSpPr>
        <p:sp>
          <p:nvSpPr>
            <p:cNvPr id="624" name="Google Shape;624;p16"/>
            <p:cNvSpPr/>
            <p:nvPr/>
          </p:nvSpPr>
          <p:spPr>
            <a:xfrm>
              <a:off x="3951" y="2795"/>
              <a:ext cx="360" cy="359"/>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625" name="Google Shape;625;p16"/>
            <p:cNvSpPr/>
            <p:nvPr/>
          </p:nvSpPr>
          <p:spPr>
            <a:xfrm>
              <a:off x="4020" y="2848"/>
              <a:ext cx="233" cy="288"/>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E</a:t>
              </a:r>
              <a:endParaRPr b="0" i="0" sz="1400" u="none" cap="none" strike="noStrike">
                <a:solidFill>
                  <a:srgbClr val="000000"/>
                </a:solidFill>
                <a:latin typeface="Arial"/>
                <a:ea typeface="Arial"/>
                <a:cs typeface="Arial"/>
                <a:sym typeface="Arial"/>
              </a:endParaRPr>
            </a:p>
          </p:txBody>
        </p:sp>
      </p:grpSp>
      <p:grpSp>
        <p:nvGrpSpPr>
          <p:cNvPr id="626" name="Google Shape;626;p16"/>
          <p:cNvGrpSpPr/>
          <p:nvPr/>
        </p:nvGrpSpPr>
        <p:grpSpPr>
          <a:xfrm>
            <a:off x="5289550" y="6288088"/>
            <a:ext cx="571500" cy="569912"/>
            <a:chOff x="3662" y="3556"/>
            <a:chExt cx="360" cy="359"/>
          </a:xfrm>
        </p:grpSpPr>
        <p:sp>
          <p:nvSpPr>
            <p:cNvPr id="627" name="Google Shape;627;p16"/>
            <p:cNvSpPr/>
            <p:nvPr/>
          </p:nvSpPr>
          <p:spPr>
            <a:xfrm>
              <a:off x="3662" y="3556"/>
              <a:ext cx="360" cy="359"/>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628" name="Google Shape;628;p16"/>
            <p:cNvSpPr/>
            <p:nvPr/>
          </p:nvSpPr>
          <p:spPr>
            <a:xfrm>
              <a:off x="3731" y="3609"/>
              <a:ext cx="180" cy="288"/>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I</a:t>
              </a:r>
              <a:endParaRPr b="0" i="0" sz="1400" u="none" cap="none" strike="noStrike">
                <a:solidFill>
                  <a:srgbClr val="000000"/>
                </a:solidFill>
                <a:latin typeface="Arial"/>
                <a:ea typeface="Arial"/>
                <a:cs typeface="Arial"/>
                <a:sym typeface="Arial"/>
              </a:endParaRPr>
            </a:p>
          </p:txBody>
        </p:sp>
      </p:grpSp>
      <p:cxnSp>
        <p:nvCxnSpPr>
          <p:cNvPr id="629" name="Google Shape;629;p16"/>
          <p:cNvCxnSpPr/>
          <p:nvPr/>
        </p:nvCxnSpPr>
        <p:spPr>
          <a:xfrm>
            <a:off x="5145088" y="5670550"/>
            <a:ext cx="423862" cy="612775"/>
          </a:xfrm>
          <a:prstGeom prst="straightConnector1">
            <a:avLst/>
          </a:prstGeom>
          <a:noFill/>
          <a:ln cap="flat" cmpd="sng" w="12700">
            <a:solidFill>
              <a:schemeClr val="dk1"/>
            </a:solidFill>
            <a:prstDash val="solid"/>
            <a:round/>
            <a:headEnd len="sm" w="sm" type="none"/>
            <a:tailEnd len="sm" w="sm" type="none"/>
          </a:ln>
        </p:spPr>
      </p:cxnSp>
      <p:grpSp>
        <p:nvGrpSpPr>
          <p:cNvPr id="630" name="Google Shape;630;p16"/>
          <p:cNvGrpSpPr/>
          <p:nvPr/>
        </p:nvGrpSpPr>
        <p:grpSpPr>
          <a:xfrm>
            <a:off x="4759325" y="5062538"/>
            <a:ext cx="571500" cy="569912"/>
            <a:chOff x="3328" y="2784"/>
            <a:chExt cx="360" cy="359"/>
          </a:xfrm>
        </p:grpSpPr>
        <p:sp>
          <p:nvSpPr>
            <p:cNvPr id="631" name="Google Shape;631;p16"/>
            <p:cNvSpPr/>
            <p:nvPr/>
          </p:nvSpPr>
          <p:spPr>
            <a:xfrm>
              <a:off x="3328" y="2784"/>
              <a:ext cx="360" cy="359"/>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632" name="Google Shape;632;p16"/>
            <p:cNvSpPr/>
            <p:nvPr/>
          </p:nvSpPr>
          <p:spPr>
            <a:xfrm>
              <a:off x="3397" y="2837"/>
              <a:ext cx="255" cy="288"/>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D</a:t>
              </a:r>
              <a:endParaRPr b="0" i="0" sz="1400" u="none" cap="none" strike="noStrike">
                <a:solidFill>
                  <a:srgbClr val="000000"/>
                </a:solidFill>
                <a:latin typeface="Arial"/>
                <a:ea typeface="Arial"/>
                <a:cs typeface="Arial"/>
                <a:sym typeface="Arial"/>
              </a:endParaRPr>
            </a:p>
          </p:txBody>
        </p:sp>
      </p:grpSp>
      <p:grpSp>
        <p:nvGrpSpPr>
          <p:cNvPr id="633" name="Google Shape;633;p16"/>
          <p:cNvGrpSpPr/>
          <p:nvPr/>
        </p:nvGrpSpPr>
        <p:grpSpPr>
          <a:xfrm>
            <a:off x="4198938" y="6251575"/>
            <a:ext cx="571500" cy="569913"/>
            <a:chOff x="2975" y="3533"/>
            <a:chExt cx="360" cy="359"/>
          </a:xfrm>
        </p:grpSpPr>
        <p:sp>
          <p:nvSpPr>
            <p:cNvPr id="634" name="Google Shape;634;p16"/>
            <p:cNvSpPr/>
            <p:nvPr/>
          </p:nvSpPr>
          <p:spPr>
            <a:xfrm>
              <a:off x="2975" y="3533"/>
              <a:ext cx="360" cy="359"/>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635" name="Google Shape;635;p16"/>
            <p:cNvSpPr/>
            <p:nvPr/>
          </p:nvSpPr>
          <p:spPr>
            <a:xfrm>
              <a:off x="3044" y="3586"/>
              <a:ext cx="255" cy="288"/>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H</a:t>
              </a:r>
              <a:endParaRPr b="0" i="0" sz="1400" u="none" cap="none" strike="noStrike">
                <a:solidFill>
                  <a:srgbClr val="000000"/>
                </a:solidFill>
                <a:latin typeface="Arial"/>
                <a:ea typeface="Arial"/>
                <a:cs typeface="Arial"/>
                <a:sym typeface="Arial"/>
              </a:endParaRPr>
            </a:p>
          </p:txBody>
        </p:sp>
      </p:grpSp>
      <p:grpSp>
        <p:nvGrpSpPr>
          <p:cNvPr id="636" name="Google Shape;636;p16"/>
          <p:cNvGrpSpPr/>
          <p:nvPr/>
        </p:nvGrpSpPr>
        <p:grpSpPr>
          <a:xfrm>
            <a:off x="6648450" y="5029200"/>
            <a:ext cx="571500" cy="569913"/>
            <a:chOff x="4518" y="2763"/>
            <a:chExt cx="360" cy="359"/>
          </a:xfrm>
        </p:grpSpPr>
        <p:sp>
          <p:nvSpPr>
            <p:cNvPr id="637" name="Google Shape;637;p16"/>
            <p:cNvSpPr/>
            <p:nvPr/>
          </p:nvSpPr>
          <p:spPr>
            <a:xfrm>
              <a:off x="4518" y="2763"/>
              <a:ext cx="360" cy="359"/>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638" name="Google Shape;638;p16"/>
            <p:cNvSpPr/>
            <p:nvPr/>
          </p:nvSpPr>
          <p:spPr>
            <a:xfrm>
              <a:off x="4587" y="2816"/>
              <a:ext cx="223" cy="288"/>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F</a:t>
              </a:r>
              <a:endParaRPr b="0" i="0" sz="1400" u="none" cap="none" strike="noStrike">
                <a:solidFill>
                  <a:srgbClr val="000000"/>
                </a:solidFill>
                <a:latin typeface="Arial"/>
                <a:ea typeface="Arial"/>
                <a:cs typeface="Arial"/>
                <a:sym typeface="Arial"/>
              </a:endParaRPr>
            </a:p>
          </p:txBody>
        </p:sp>
      </p:grpSp>
      <p:cxnSp>
        <p:nvCxnSpPr>
          <p:cNvPr id="639" name="Google Shape;639;p16"/>
          <p:cNvCxnSpPr/>
          <p:nvPr/>
        </p:nvCxnSpPr>
        <p:spPr>
          <a:xfrm flipH="1">
            <a:off x="6913563" y="4514850"/>
            <a:ext cx="322262" cy="493713"/>
          </a:xfrm>
          <a:prstGeom prst="straightConnector1">
            <a:avLst/>
          </a:prstGeom>
          <a:noFill/>
          <a:ln cap="flat" cmpd="sng" w="12700">
            <a:solidFill>
              <a:schemeClr val="dk1"/>
            </a:solidFill>
            <a:prstDash val="solid"/>
            <a:round/>
            <a:headEnd len="sm" w="sm" type="none"/>
            <a:tailEnd len="sm" w="sm" type="none"/>
          </a:ln>
        </p:spPr>
      </p:cxnSp>
      <p:cxnSp>
        <p:nvCxnSpPr>
          <p:cNvPr id="640" name="Google Shape;640;p16"/>
          <p:cNvCxnSpPr/>
          <p:nvPr/>
        </p:nvCxnSpPr>
        <p:spPr>
          <a:xfrm>
            <a:off x="5603875" y="4464050"/>
            <a:ext cx="373063" cy="612775"/>
          </a:xfrm>
          <a:prstGeom prst="straightConnector1">
            <a:avLst/>
          </a:prstGeom>
          <a:noFill/>
          <a:ln cap="flat" cmpd="sng" w="12700">
            <a:solidFill>
              <a:schemeClr val="dk1"/>
            </a:solidFill>
            <a:prstDash val="solid"/>
            <a:round/>
            <a:headEnd len="sm" w="sm" type="none"/>
            <a:tailEnd len="sm" w="sm" type="none"/>
          </a:ln>
        </p:spPr>
      </p:cxnSp>
      <p:cxnSp>
        <p:nvCxnSpPr>
          <p:cNvPr id="641" name="Google Shape;641;p16"/>
          <p:cNvCxnSpPr/>
          <p:nvPr/>
        </p:nvCxnSpPr>
        <p:spPr>
          <a:xfrm flipH="1">
            <a:off x="5024438" y="4446588"/>
            <a:ext cx="323850" cy="612775"/>
          </a:xfrm>
          <a:prstGeom prst="straightConnector1">
            <a:avLst/>
          </a:prstGeom>
          <a:noFill/>
          <a:ln cap="flat" cmpd="sng" w="12700">
            <a:solidFill>
              <a:schemeClr val="dk1"/>
            </a:solidFill>
            <a:prstDash val="solid"/>
            <a:round/>
            <a:headEnd len="sm" w="sm" type="none"/>
            <a:tailEnd len="sm" w="sm" type="none"/>
          </a:ln>
        </p:spPr>
      </p:cxnSp>
      <p:cxnSp>
        <p:nvCxnSpPr>
          <p:cNvPr id="642" name="Google Shape;642;p16"/>
          <p:cNvCxnSpPr/>
          <p:nvPr/>
        </p:nvCxnSpPr>
        <p:spPr>
          <a:xfrm flipH="1">
            <a:off x="4479925" y="5653088"/>
            <a:ext cx="425450" cy="579437"/>
          </a:xfrm>
          <a:prstGeom prst="straightConnector1">
            <a:avLst/>
          </a:prstGeom>
          <a:noFill/>
          <a:ln cap="flat" cmpd="sng" w="12700">
            <a:solidFill>
              <a:schemeClr val="dk1"/>
            </a:solidFill>
            <a:prstDash val="solid"/>
            <a:round/>
            <a:headEnd len="sm" w="sm" type="none"/>
            <a:tailEnd len="sm" w="sm" type="none"/>
          </a:ln>
        </p:spPr>
      </p:cxnSp>
      <p:cxnSp>
        <p:nvCxnSpPr>
          <p:cNvPr id="643" name="Google Shape;643;p16"/>
          <p:cNvCxnSpPr/>
          <p:nvPr/>
        </p:nvCxnSpPr>
        <p:spPr>
          <a:xfrm>
            <a:off x="6657975" y="3290888"/>
            <a:ext cx="714375" cy="663575"/>
          </a:xfrm>
          <a:prstGeom prst="straightConnector1">
            <a:avLst/>
          </a:prstGeom>
          <a:noFill/>
          <a:ln cap="flat" cmpd="sng" w="12700">
            <a:solidFill>
              <a:schemeClr val="dk1"/>
            </a:solidFill>
            <a:prstDash val="solid"/>
            <a:round/>
            <a:headEnd len="sm" w="sm" type="none"/>
            <a:tailEnd len="sm" w="sm" type="none"/>
          </a:ln>
        </p:spPr>
      </p:cxnSp>
      <p:sp>
        <p:nvSpPr>
          <p:cNvPr id="644" name="Google Shape;644;p16"/>
          <p:cNvSpPr txBox="1"/>
          <p:nvPr/>
        </p:nvSpPr>
        <p:spPr>
          <a:xfrm>
            <a:off x="4651375" y="1012825"/>
            <a:ext cx="2882900" cy="11874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C3300"/>
                </a:solidFill>
                <a:latin typeface="Times New Roman"/>
                <a:ea typeface="Times New Roman"/>
                <a:cs typeface="Times New Roman"/>
                <a:sym typeface="Times New Roman"/>
              </a:rPr>
              <a:t>(1) waste space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C3300"/>
                </a:solidFill>
                <a:latin typeface="Times New Roman"/>
                <a:ea typeface="Times New Roman"/>
                <a:cs typeface="Times New Roman"/>
                <a:sym typeface="Times New Roman"/>
              </a:rPr>
              <a:t>(2) insertion/deletion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C3300"/>
                </a:solidFill>
                <a:latin typeface="Times New Roman"/>
                <a:ea typeface="Times New Roman"/>
                <a:cs typeface="Times New Roman"/>
                <a:sym typeface="Times New Roman"/>
              </a:rPr>
              <a:t>     problem</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8" name="Shape 648"/>
        <p:cNvGrpSpPr/>
        <p:nvPr/>
      </p:nvGrpSpPr>
      <p:grpSpPr>
        <a:xfrm>
          <a:off x="0" y="0"/>
          <a:ext cx="0" cy="0"/>
          <a:chOff x="0" y="0"/>
          <a:chExt cx="0" cy="0"/>
        </a:xfrm>
      </p:grpSpPr>
      <p:sp>
        <p:nvSpPr>
          <p:cNvPr id="649" name="Google Shape;649;p17"/>
          <p:cNvSpPr/>
          <p:nvPr/>
        </p:nvSpPr>
        <p:spPr>
          <a:xfrm>
            <a:off x="0" y="361950"/>
            <a:ext cx="9163050" cy="1143000"/>
          </a:xfrm>
          <a:prstGeom prst="rect">
            <a:avLst/>
          </a:prstGeom>
          <a:noFill/>
          <a:ln>
            <a:noFill/>
          </a:ln>
        </p:spPr>
        <p:txBody>
          <a:bodyPr anchorCtr="0" anchor="ctr" bIns="46025" lIns="92075" spcFirstLastPara="1" rIns="92075" wrap="square" tIns="46025">
            <a:noAutofit/>
          </a:bodyPr>
          <a:lstStyle/>
          <a:p>
            <a:pPr indent="0" lvl="0" marL="0" marR="0" rtl="0" algn="ctr">
              <a:lnSpc>
                <a:spcPct val="100000"/>
              </a:lnSpc>
              <a:spcBef>
                <a:spcPts val="0"/>
              </a:spcBef>
              <a:spcAft>
                <a:spcPts val="0"/>
              </a:spcAft>
              <a:buClr>
                <a:srgbClr val="000000"/>
              </a:buClr>
              <a:buSzPts val="4400"/>
              <a:buFont typeface="Arial"/>
              <a:buNone/>
            </a:pPr>
            <a:r>
              <a:rPr b="0" i="0" lang="en-US" sz="4400" u="none" cap="none" strike="noStrike">
                <a:solidFill>
                  <a:schemeClr val="dk2"/>
                </a:solidFill>
                <a:latin typeface="Times New Roman"/>
                <a:ea typeface="Times New Roman"/>
                <a:cs typeface="Times New Roman"/>
                <a:sym typeface="Times New Roman"/>
              </a:rPr>
              <a:t>Linked Representation</a:t>
            </a:r>
            <a:endParaRPr b="0" i="0" sz="1400" u="none" cap="none" strike="noStrike">
              <a:solidFill>
                <a:srgbClr val="000000"/>
              </a:solidFill>
              <a:latin typeface="Arial"/>
              <a:ea typeface="Arial"/>
              <a:cs typeface="Arial"/>
              <a:sym typeface="Arial"/>
            </a:endParaRPr>
          </a:p>
        </p:txBody>
      </p:sp>
      <p:sp>
        <p:nvSpPr>
          <p:cNvPr id="650" name="Google Shape;650;p17"/>
          <p:cNvSpPr/>
          <p:nvPr/>
        </p:nvSpPr>
        <p:spPr>
          <a:xfrm>
            <a:off x="857250" y="1409700"/>
            <a:ext cx="9163050" cy="2382838"/>
          </a:xfrm>
          <a:prstGeom prst="rect">
            <a:avLst/>
          </a:prstGeom>
          <a:noFill/>
          <a:ln>
            <a:noFill/>
          </a:ln>
        </p:spPr>
        <p:txBody>
          <a:bodyPr anchorCtr="0" anchor="t" bIns="46025" lIns="92075" spcFirstLastPara="1" rIns="92075" wrap="square" tIns="46025">
            <a:noAutofit/>
          </a:bodyPr>
          <a:lstStyle/>
          <a:p>
            <a:pPr indent="-342900" lvl="0" marL="342900" marR="0" rtl="0" algn="l">
              <a:lnSpc>
                <a:spcPct val="100000"/>
              </a:lnSpc>
              <a:spcBef>
                <a:spcPts val="0"/>
              </a:spcBef>
              <a:spcAft>
                <a:spcPts val="0"/>
              </a:spcAft>
              <a:buClr>
                <a:schemeClr val="accent1"/>
              </a:buClr>
              <a:buSzPts val="1960"/>
              <a:buFont typeface="Arial"/>
              <a:buNone/>
            </a:pPr>
            <a:r>
              <a:rPr b="1" i="0" lang="en-US" sz="2800" u="none" cap="none" strike="noStrike">
                <a:solidFill>
                  <a:schemeClr val="dk1"/>
                </a:solidFill>
                <a:latin typeface="Courier New"/>
                <a:ea typeface="Courier New"/>
                <a:cs typeface="Courier New"/>
                <a:sym typeface="Courier New"/>
              </a:rPr>
              <a:t>typedef struct node *tree_pointer;</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560"/>
              </a:spcBef>
              <a:spcAft>
                <a:spcPts val="0"/>
              </a:spcAft>
              <a:buClr>
                <a:schemeClr val="accent1"/>
              </a:buClr>
              <a:buSzPts val="1960"/>
              <a:buFont typeface="Arial"/>
              <a:buNone/>
            </a:pPr>
            <a:r>
              <a:rPr b="1" i="0" lang="en-US" sz="2800" u="none" cap="none" strike="noStrike">
                <a:solidFill>
                  <a:schemeClr val="dk1"/>
                </a:solidFill>
                <a:latin typeface="Courier New"/>
                <a:ea typeface="Courier New"/>
                <a:cs typeface="Courier New"/>
                <a:sym typeface="Courier New"/>
              </a:rPr>
              <a:t>typedef struct node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560"/>
              </a:spcBef>
              <a:spcAft>
                <a:spcPts val="0"/>
              </a:spcAft>
              <a:buClr>
                <a:schemeClr val="accent1"/>
              </a:buClr>
              <a:buSzPts val="1960"/>
              <a:buFont typeface="Arial"/>
              <a:buNone/>
            </a:pPr>
            <a:r>
              <a:rPr b="1" i="0" lang="en-US" sz="2800" u="none" cap="none" strike="noStrike">
                <a:solidFill>
                  <a:schemeClr val="dk1"/>
                </a:solidFill>
                <a:latin typeface="Courier New"/>
                <a:ea typeface="Courier New"/>
                <a:cs typeface="Courier New"/>
                <a:sym typeface="Courier New"/>
              </a:rPr>
              <a:t> int data;</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560"/>
              </a:spcBef>
              <a:spcAft>
                <a:spcPts val="0"/>
              </a:spcAft>
              <a:buClr>
                <a:schemeClr val="accent1"/>
              </a:buClr>
              <a:buSzPts val="1960"/>
              <a:buFont typeface="Arial"/>
              <a:buNone/>
            </a:pPr>
            <a:r>
              <a:rPr b="1" i="0" lang="en-US" sz="2800" u="none" cap="none" strike="noStrike">
                <a:solidFill>
                  <a:schemeClr val="dk1"/>
                </a:solidFill>
                <a:latin typeface="Courier New"/>
                <a:ea typeface="Courier New"/>
                <a:cs typeface="Courier New"/>
                <a:sym typeface="Courier New"/>
              </a:rPr>
              <a:t> tree_pointer left_child, right_child;</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560"/>
              </a:spcBef>
              <a:spcAft>
                <a:spcPts val="0"/>
              </a:spcAft>
              <a:buClr>
                <a:schemeClr val="accent1"/>
              </a:buClr>
              <a:buSzPts val="1960"/>
              <a:buFont typeface="Arial"/>
              <a:buNone/>
            </a:pPr>
            <a:r>
              <a:rPr b="1" i="0" lang="en-US" sz="2800" u="none" cap="none" strike="noStrike">
                <a:solidFill>
                  <a:schemeClr val="dk1"/>
                </a:solidFill>
                <a:latin typeface="Courier New"/>
                <a:ea typeface="Courier New"/>
                <a:cs typeface="Courier New"/>
                <a:sym typeface="Courier New"/>
              </a:rPr>
              <a:t>};</a:t>
            </a:r>
            <a:endParaRPr b="0" i="0" sz="32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640"/>
              </a:spcBef>
              <a:spcAft>
                <a:spcPts val="0"/>
              </a:spcAft>
              <a:buClr>
                <a:schemeClr val="accent1"/>
              </a:buClr>
              <a:buSzPts val="2240"/>
              <a:buFont typeface="Arial"/>
              <a:buNone/>
            </a:pPr>
            <a:r>
              <a:t/>
            </a:r>
            <a:endParaRPr b="0" i="0" sz="3200" u="none" cap="none" strike="noStrike">
              <a:solidFill>
                <a:schemeClr val="dk1"/>
              </a:solidFill>
              <a:latin typeface="Times New Roman"/>
              <a:ea typeface="Times New Roman"/>
              <a:cs typeface="Times New Roman"/>
              <a:sym typeface="Times New Roman"/>
            </a:endParaRPr>
          </a:p>
        </p:txBody>
      </p:sp>
      <p:sp>
        <p:nvSpPr>
          <p:cNvPr id="651" name="Google Shape;651;p17"/>
          <p:cNvSpPr/>
          <p:nvPr/>
        </p:nvSpPr>
        <p:spPr>
          <a:xfrm>
            <a:off x="1130300" y="4525963"/>
            <a:ext cx="4105275" cy="819150"/>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cxnSp>
        <p:nvCxnSpPr>
          <p:cNvPr id="652" name="Google Shape;652;p17"/>
          <p:cNvCxnSpPr/>
          <p:nvPr/>
        </p:nvCxnSpPr>
        <p:spPr>
          <a:xfrm>
            <a:off x="2605088" y="4537075"/>
            <a:ext cx="0" cy="815975"/>
          </a:xfrm>
          <a:prstGeom prst="straightConnector1">
            <a:avLst/>
          </a:prstGeom>
          <a:noFill/>
          <a:ln cap="flat" cmpd="sng" w="12700">
            <a:solidFill>
              <a:schemeClr val="dk1"/>
            </a:solidFill>
            <a:prstDash val="solid"/>
            <a:round/>
            <a:headEnd len="sm" w="sm" type="none"/>
            <a:tailEnd len="sm" w="sm" type="none"/>
          </a:ln>
        </p:spPr>
      </p:cxnSp>
      <p:cxnSp>
        <p:nvCxnSpPr>
          <p:cNvPr id="653" name="Google Shape;653;p17"/>
          <p:cNvCxnSpPr/>
          <p:nvPr/>
        </p:nvCxnSpPr>
        <p:spPr>
          <a:xfrm>
            <a:off x="3573463" y="4537075"/>
            <a:ext cx="0" cy="798513"/>
          </a:xfrm>
          <a:prstGeom prst="straightConnector1">
            <a:avLst/>
          </a:prstGeom>
          <a:noFill/>
          <a:ln cap="flat" cmpd="sng" w="12700">
            <a:solidFill>
              <a:schemeClr val="dk1"/>
            </a:solidFill>
            <a:prstDash val="solid"/>
            <a:round/>
            <a:headEnd len="sm" w="sm" type="none"/>
            <a:tailEnd len="sm" w="sm" type="none"/>
          </a:ln>
        </p:spPr>
      </p:cxnSp>
      <p:sp>
        <p:nvSpPr>
          <p:cNvPr id="654" name="Google Shape;654;p17"/>
          <p:cNvSpPr/>
          <p:nvPr/>
        </p:nvSpPr>
        <p:spPr>
          <a:xfrm>
            <a:off x="2733675" y="4795838"/>
            <a:ext cx="690563"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data</a:t>
            </a:r>
            <a:endParaRPr b="0" i="0" sz="1400" u="none" cap="none" strike="noStrike">
              <a:solidFill>
                <a:srgbClr val="000000"/>
              </a:solidFill>
              <a:latin typeface="Arial"/>
              <a:ea typeface="Arial"/>
              <a:cs typeface="Arial"/>
              <a:sym typeface="Arial"/>
            </a:endParaRPr>
          </a:p>
        </p:txBody>
      </p:sp>
      <p:sp>
        <p:nvSpPr>
          <p:cNvPr id="655" name="Google Shape;655;p17"/>
          <p:cNvSpPr/>
          <p:nvPr/>
        </p:nvSpPr>
        <p:spPr>
          <a:xfrm>
            <a:off x="1168400" y="4795838"/>
            <a:ext cx="1349375"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left_child</a:t>
            </a:r>
            <a:endParaRPr b="0" i="0" sz="1400" u="none" cap="none" strike="noStrike">
              <a:solidFill>
                <a:srgbClr val="000000"/>
              </a:solidFill>
              <a:latin typeface="Arial"/>
              <a:ea typeface="Arial"/>
              <a:cs typeface="Arial"/>
              <a:sym typeface="Arial"/>
            </a:endParaRPr>
          </a:p>
        </p:txBody>
      </p:sp>
      <p:sp>
        <p:nvSpPr>
          <p:cNvPr id="656" name="Google Shape;656;p17"/>
          <p:cNvSpPr/>
          <p:nvPr/>
        </p:nvSpPr>
        <p:spPr>
          <a:xfrm>
            <a:off x="3668713" y="4779963"/>
            <a:ext cx="1519237"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right_child</a:t>
            </a:r>
            <a:endParaRPr b="0" i="0" sz="1400" u="none" cap="none" strike="noStrike">
              <a:solidFill>
                <a:srgbClr val="000000"/>
              </a:solidFill>
              <a:latin typeface="Arial"/>
              <a:ea typeface="Arial"/>
              <a:cs typeface="Arial"/>
              <a:sym typeface="Arial"/>
            </a:endParaRPr>
          </a:p>
        </p:txBody>
      </p:sp>
      <p:sp>
        <p:nvSpPr>
          <p:cNvPr id="657" name="Google Shape;657;p17"/>
          <p:cNvSpPr/>
          <p:nvPr/>
        </p:nvSpPr>
        <p:spPr>
          <a:xfrm>
            <a:off x="7008813" y="3940175"/>
            <a:ext cx="939800" cy="871538"/>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658" name="Google Shape;658;p17"/>
          <p:cNvSpPr/>
          <p:nvPr/>
        </p:nvSpPr>
        <p:spPr>
          <a:xfrm>
            <a:off x="7131050" y="4176713"/>
            <a:ext cx="690563"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data</a:t>
            </a:r>
            <a:endParaRPr b="0" i="0" sz="1400" u="none" cap="none" strike="noStrike">
              <a:solidFill>
                <a:srgbClr val="000000"/>
              </a:solidFill>
              <a:latin typeface="Arial"/>
              <a:ea typeface="Arial"/>
              <a:cs typeface="Arial"/>
              <a:sym typeface="Arial"/>
            </a:endParaRPr>
          </a:p>
        </p:txBody>
      </p:sp>
      <p:cxnSp>
        <p:nvCxnSpPr>
          <p:cNvPr id="659" name="Google Shape;659;p17"/>
          <p:cNvCxnSpPr/>
          <p:nvPr/>
        </p:nvCxnSpPr>
        <p:spPr>
          <a:xfrm flipH="1">
            <a:off x="6391275" y="4646613"/>
            <a:ext cx="679450" cy="681037"/>
          </a:xfrm>
          <a:prstGeom prst="straightConnector1">
            <a:avLst/>
          </a:prstGeom>
          <a:noFill/>
          <a:ln cap="flat" cmpd="sng" w="12700">
            <a:solidFill>
              <a:schemeClr val="dk1"/>
            </a:solidFill>
            <a:prstDash val="solid"/>
            <a:round/>
            <a:headEnd len="sm" w="sm" type="none"/>
            <a:tailEnd len="med" w="med" type="stealth"/>
          </a:ln>
        </p:spPr>
      </p:cxnSp>
      <p:cxnSp>
        <p:nvCxnSpPr>
          <p:cNvPr id="660" name="Google Shape;660;p17"/>
          <p:cNvCxnSpPr/>
          <p:nvPr/>
        </p:nvCxnSpPr>
        <p:spPr>
          <a:xfrm>
            <a:off x="7854950" y="4664075"/>
            <a:ext cx="661988" cy="663575"/>
          </a:xfrm>
          <a:prstGeom prst="straightConnector1">
            <a:avLst/>
          </a:prstGeom>
          <a:noFill/>
          <a:ln cap="flat" cmpd="sng" w="12700">
            <a:solidFill>
              <a:schemeClr val="dk1"/>
            </a:solidFill>
            <a:prstDash val="solid"/>
            <a:round/>
            <a:headEnd len="sm" w="sm" type="none"/>
            <a:tailEnd len="med" w="med" type="stealth"/>
          </a:ln>
        </p:spPr>
      </p:cxnSp>
      <p:sp>
        <p:nvSpPr>
          <p:cNvPr id="661" name="Google Shape;661;p17"/>
          <p:cNvSpPr/>
          <p:nvPr/>
        </p:nvSpPr>
        <p:spPr>
          <a:xfrm>
            <a:off x="5702300" y="5383213"/>
            <a:ext cx="1349375"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left_child</a:t>
            </a:r>
            <a:endParaRPr b="0" i="0" sz="1400" u="none" cap="none" strike="noStrike">
              <a:solidFill>
                <a:srgbClr val="000000"/>
              </a:solidFill>
              <a:latin typeface="Arial"/>
              <a:ea typeface="Arial"/>
              <a:cs typeface="Arial"/>
              <a:sym typeface="Arial"/>
            </a:endParaRPr>
          </a:p>
        </p:txBody>
      </p:sp>
      <p:sp>
        <p:nvSpPr>
          <p:cNvPr id="662" name="Google Shape;662;p17"/>
          <p:cNvSpPr/>
          <p:nvPr/>
        </p:nvSpPr>
        <p:spPr>
          <a:xfrm>
            <a:off x="7624763" y="5346700"/>
            <a:ext cx="1519237"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right_child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6" name="Shape 666"/>
        <p:cNvGrpSpPr/>
        <p:nvPr/>
      </p:nvGrpSpPr>
      <p:grpSpPr>
        <a:xfrm>
          <a:off x="0" y="0"/>
          <a:ext cx="0" cy="0"/>
          <a:chOff x="0" y="0"/>
          <a:chExt cx="0" cy="0"/>
        </a:xfrm>
      </p:grpSpPr>
      <p:sp>
        <p:nvSpPr>
          <p:cNvPr id="667" name="Google Shape;667;p18"/>
          <p:cNvSpPr txBox="1"/>
          <p:nvPr>
            <p:ph type="title"/>
          </p:nvPr>
        </p:nvSpPr>
        <p:spPr>
          <a:xfrm>
            <a:off x="457200" y="27709"/>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b="1" lang="en-US"/>
              <a:t>Binary Tree Abstract Data Type</a:t>
            </a:r>
            <a:endParaRPr/>
          </a:p>
        </p:txBody>
      </p:sp>
      <p:sp>
        <p:nvSpPr>
          <p:cNvPr id="668" name="Google Shape;668;p18"/>
          <p:cNvSpPr txBox="1"/>
          <p:nvPr>
            <p:ph idx="1" type="body"/>
          </p:nvPr>
        </p:nvSpPr>
        <p:spPr>
          <a:xfrm>
            <a:off x="533400" y="1066800"/>
            <a:ext cx="8229600" cy="4525963"/>
          </a:xfrm>
          <a:prstGeom prst="rect">
            <a:avLst/>
          </a:prstGeom>
          <a:noFill/>
          <a:ln>
            <a:noFill/>
          </a:ln>
        </p:spPr>
        <p:txBody>
          <a:bodyPr anchorCtr="0" anchor="t" bIns="45700" lIns="91425" spcFirstLastPara="1" rIns="91425" wrap="square" tIns="45700">
            <a:normAutofit fontScale="25000" lnSpcReduction="20000"/>
          </a:bodyPr>
          <a:lstStyle/>
          <a:p>
            <a:pPr indent="0" lvl="0" marL="0" rtl="0" algn="l">
              <a:lnSpc>
                <a:spcPct val="120000"/>
              </a:lnSpc>
              <a:spcBef>
                <a:spcPts val="0"/>
              </a:spcBef>
              <a:spcAft>
                <a:spcPts val="0"/>
              </a:spcAft>
              <a:buClr>
                <a:schemeClr val="dk1"/>
              </a:buClr>
              <a:buSzPct val="100000"/>
              <a:buNone/>
            </a:pPr>
            <a:r>
              <a:rPr lang="en-US" sz="7200"/>
              <a:t>ADT btree</a:t>
            </a:r>
            <a:endParaRPr sz="7200"/>
          </a:p>
          <a:p>
            <a:pPr indent="0" lvl="0" marL="0" rtl="0" algn="l">
              <a:lnSpc>
                <a:spcPct val="120000"/>
              </a:lnSpc>
              <a:spcBef>
                <a:spcPts val="360"/>
              </a:spcBef>
              <a:spcAft>
                <a:spcPts val="0"/>
              </a:spcAft>
              <a:buClr>
                <a:schemeClr val="dk1"/>
              </a:buClr>
              <a:buSzPct val="100000"/>
              <a:buNone/>
            </a:pPr>
            <a:r>
              <a:rPr lang="en-US" sz="7200"/>
              <a:t>1. Declare create() --&gt;btree</a:t>
            </a:r>
            <a:endParaRPr sz="7200"/>
          </a:p>
          <a:p>
            <a:pPr indent="0" lvl="0" marL="0" rtl="0" algn="l">
              <a:lnSpc>
                <a:spcPct val="120000"/>
              </a:lnSpc>
              <a:spcBef>
                <a:spcPts val="360"/>
              </a:spcBef>
              <a:spcAft>
                <a:spcPts val="0"/>
              </a:spcAft>
              <a:buClr>
                <a:schemeClr val="dk1"/>
              </a:buClr>
              <a:buSzPct val="100000"/>
              <a:buNone/>
            </a:pPr>
            <a:r>
              <a:rPr lang="en-US" sz="7200"/>
              <a:t>2. makebtree(btree, element, btree) --&gt;btree</a:t>
            </a:r>
            <a:endParaRPr sz="7200"/>
          </a:p>
          <a:p>
            <a:pPr indent="0" lvl="0" marL="0" rtl="0" algn="l">
              <a:lnSpc>
                <a:spcPct val="120000"/>
              </a:lnSpc>
              <a:spcBef>
                <a:spcPts val="360"/>
              </a:spcBef>
              <a:spcAft>
                <a:spcPts val="0"/>
              </a:spcAft>
              <a:buClr>
                <a:schemeClr val="dk1"/>
              </a:buClr>
              <a:buSzPct val="100000"/>
              <a:buNone/>
            </a:pPr>
            <a:r>
              <a:rPr lang="en-US" sz="7200"/>
              <a:t>3. isEmpty(btree) --&gt;boolean</a:t>
            </a:r>
            <a:endParaRPr sz="7200"/>
          </a:p>
          <a:p>
            <a:pPr indent="0" lvl="0" marL="0" rtl="0" algn="l">
              <a:lnSpc>
                <a:spcPct val="120000"/>
              </a:lnSpc>
              <a:spcBef>
                <a:spcPts val="360"/>
              </a:spcBef>
              <a:spcAft>
                <a:spcPts val="0"/>
              </a:spcAft>
              <a:buClr>
                <a:schemeClr val="dk1"/>
              </a:buClr>
              <a:buSzPct val="100000"/>
              <a:buNone/>
            </a:pPr>
            <a:r>
              <a:rPr lang="en-US" sz="7200"/>
              <a:t>4. leftchild(btree) --&gt;btree</a:t>
            </a:r>
            <a:endParaRPr sz="7200"/>
          </a:p>
          <a:p>
            <a:pPr indent="0" lvl="0" marL="0" rtl="0" algn="l">
              <a:lnSpc>
                <a:spcPct val="120000"/>
              </a:lnSpc>
              <a:spcBef>
                <a:spcPts val="360"/>
              </a:spcBef>
              <a:spcAft>
                <a:spcPts val="0"/>
              </a:spcAft>
              <a:buClr>
                <a:schemeClr val="dk1"/>
              </a:buClr>
              <a:buSzPct val="100000"/>
              <a:buNone/>
            </a:pPr>
            <a:r>
              <a:rPr lang="en-US" sz="7200"/>
              <a:t>5. rightchild(btree) --&gt;btree</a:t>
            </a:r>
            <a:endParaRPr sz="7200"/>
          </a:p>
          <a:p>
            <a:pPr indent="0" lvl="0" marL="0" rtl="0" algn="l">
              <a:lnSpc>
                <a:spcPct val="120000"/>
              </a:lnSpc>
              <a:spcBef>
                <a:spcPts val="360"/>
              </a:spcBef>
              <a:spcAft>
                <a:spcPts val="0"/>
              </a:spcAft>
              <a:buClr>
                <a:schemeClr val="dk1"/>
              </a:buClr>
              <a:buSzPct val="100000"/>
              <a:buNone/>
            </a:pPr>
            <a:r>
              <a:rPr lang="en-US" sz="7200"/>
              <a:t>6. data(btree) --&gt;element</a:t>
            </a:r>
            <a:endParaRPr/>
          </a:p>
          <a:p>
            <a:pPr indent="0" lvl="0" marL="0" rtl="0" algn="l">
              <a:lnSpc>
                <a:spcPct val="120000"/>
              </a:lnSpc>
              <a:spcBef>
                <a:spcPts val="360"/>
              </a:spcBef>
              <a:spcAft>
                <a:spcPts val="0"/>
              </a:spcAft>
              <a:buClr>
                <a:schemeClr val="dk1"/>
              </a:buClr>
              <a:buSzPct val="100000"/>
              <a:buNone/>
            </a:pPr>
            <a:r>
              <a:rPr lang="en-US" sz="7200"/>
              <a:t>7. for all l,r belongs to btree, e belongs to element, Let</a:t>
            </a:r>
            <a:endParaRPr/>
          </a:p>
          <a:p>
            <a:pPr indent="0" lvl="0" marL="0" rtl="0" algn="l">
              <a:lnSpc>
                <a:spcPct val="120000"/>
              </a:lnSpc>
              <a:spcBef>
                <a:spcPts val="360"/>
              </a:spcBef>
              <a:spcAft>
                <a:spcPts val="0"/>
              </a:spcAft>
              <a:buClr>
                <a:schemeClr val="dk1"/>
              </a:buClr>
              <a:buSzPct val="100000"/>
              <a:buNone/>
            </a:pPr>
            <a:r>
              <a:rPr lang="en-US" sz="7200"/>
              <a:t>8. isEmpty(create) = true</a:t>
            </a:r>
            <a:endParaRPr/>
          </a:p>
          <a:p>
            <a:pPr indent="0" lvl="0" marL="0" rtl="0" algn="l">
              <a:lnSpc>
                <a:spcPct val="120000"/>
              </a:lnSpc>
              <a:spcBef>
                <a:spcPts val="360"/>
              </a:spcBef>
              <a:spcAft>
                <a:spcPts val="0"/>
              </a:spcAft>
              <a:buClr>
                <a:schemeClr val="dk1"/>
              </a:buClr>
              <a:buSzPct val="100000"/>
              <a:buNone/>
            </a:pPr>
            <a:r>
              <a:rPr lang="en-US" sz="7200"/>
              <a:t>9. isEmpty(makebtree(l,e,r)) = false</a:t>
            </a:r>
            <a:endParaRPr/>
          </a:p>
          <a:p>
            <a:pPr indent="0" lvl="0" marL="0" rtl="0" algn="l">
              <a:lnSpc>
                <a:spcPct val="120000"/>
              </a:lnSpc>
              <a:spcBef>
                <a:spcPts val="360"/>
              </a:spcBef>
              <a:spcAft>
                <a:spcPts val="0"/>
              </a:spcAft>
              <a:buClr>
                <a:schemeClr val="dk1"/>
              </a:buClr>
              <a:buSzPct val="100000"/>
              <a:buNone/>
            </a:pPr>
            <a:r>
              <a:rPr lang="en-US" sz="7200"/>
              <a:t>10. leftchild(create()) = error</a:t>
            </a:r>
            <a:endParaRPr/>
          </a:p>
          <a:p>
            <a:pPr indent="0" lvl="0" marL="0" rtl="0" algn="l">
              <a:lnSpc>
                <a:spcPct val="120000"/>
              </a:lnSpc>
              <a:spcBef>
                <a:spcPts val="360"/>
              </a:spcBef>
              <a:spcAft>
                <a:spcPts val="0"/>
              </a:spcAft>
              <a:buClr>
                <a:schemeClr val="dk1"/>
              </a:buClr>
              <a:buSzPct val="100000"/>
              <a:buNone/>
            </a:pPr>
            <a:r>
              <a:rPr lang="en-US" sz="7200"/>
              <a:t>11. rightchild(create()) = error</a:t>
            </a:r>
            <a:endParaRPr/>
          </a:p>
          <a:p>
            <a:pPr indent="0" lvl="0" marL="0" rtl="0" algn="l">
              <a:lnSpc>
                <a:spcPct val="120000"/>
              </a:lnSpc>
              <a:spcBef>
                <a:spcPts val="360"/>
              </a:spcBef>
              <a:spcAft>
                <a:spcPts val="0"/>
              </a:spcAft>
              <a:buClr>
                <a:schemeClr val="dk1"/>
              </a:buClr>
              <a:buSzPct val="100000"/>
              <a:buNone/>
            </a:pPr>
            <a:r>
              <a:rPr lang="en-US" sz="7200"/>
              <a:t>12. leftchild(makebtree(l,e,r)) = l</a:t>
            </a:r>
            <a:endParaRPr/>
          </a:p>
          <a:p>
            <a:pPr indent="0" lvl="0" marL="0" rtl="0" algn="l">
              <a:lnSpc>
                <a:spcPct val="120000"/>
              </a:lnSpc>
              <a:spcBef>
                <a:spcPts val="360"/>
              </a:spcBef>
              <a:spcAft>
                <a:spcPts val="0"/>
              </a:spcAft>
              <a:buClr>
                <a:schemeClr val="dk1"/>
              </a:buClr>
              <a:buSzPct val="100000"/>
              <a:buNone/>
            </a:pPr>
            <a:r>
              <a:rPr lang="en-US" sz="7200"/>
              <a:t>13. rightchild(makebtree(l,e,r)) = r</a:t>
            </a:r>
            <a:endParaRPr/>
          </a:p>
          <a:p>
            <a:pPr indent="0" lvl="0" marL="0" rtl="0" algn="l">
              <a:lnSpc>
                <a:spcPct val="120000"/>
              </a:lnSpc>
              <a:spcBef>
                <a:spcPts val="360"/>
              </a:spcBef>
              <a:spcAft>
                <a:spcPts val="0"/>
              </a:spcAft>
              <a:buClr>
                <a:schemeClr val="dk1"/>
              </a:buClr>
              <a:buSzPct val="100000"/>
              <a:buNone/>
            </a:pPr>
            <a:r>
              <a:rPr lang="en-US" sz="7200"/>
              <a:t>14. data(makebtree(l,e,r)) = e</a:t>
            </a:r>
            <a:endParaRPr/>
          </a:p>
          <a:p>
            <a:pPr indent="0" lvl="0" marL="0" rtl="0" algn="l">
              <a:lnSpc>
                <a:spcPct val="120000"/>
              </a:lnSpc>
              <a:spcBef>
                <a:spcPts val="360"/>
              </a:spcBef>
              <a:spcAft>
                <a:spcPts val="0"/>
              </a:spcAft>
              <a:buClr>
                <a:schemeClr val="dk1"/>
              </a:buClr>
              <a:buSzPct val="100000"/>
              <a:buNone/>
            </a:pPr>
            <a:r>
              <a:rPr lang="en-US" sz="7200"/>
              <a:t>15. end</a:t>
            </a:r>
            <a:endParaRPr/>
          </a:p>
          <a:p>
            <a:pPr indent="0" lvl="0" marL="0" rtl="0" algn="l">
              <a:lnSpc>
                <a:spcPct val="120000"/>
              </a:lnSpc>
              <a:spcBef>
                <a:spcPts val="360"/>
              </a:spcBef>
              <a:spcAft>
                <a:spcPts val="0"/>
              </a:spcAft>
              <a:buClr>
                <a:schemeClr val="dk1"/>
              </a:buClr>
              <a:buSzPct val="100000"/>
              <a:buNone/>
            </a:pPr>
            <a:r>
              <a:rPr lang="en-US" sz="7200"/>
              <a:t>end btree</a:t>
            </a:r>
            <a:endParaRPr sz="7200"/>
          </a:p>
          <a:p>
            <a:pPr indent="0" lvl="0" marL="0" rtl="0" algn="l">
              <a:lnSpc>
                <a:spcPct val="120000"/>
              </a:lnSpc>
              <a:spcBef>
                <a:spcPts val="160"/>
              </a:spcBef>
              <a:spcAft>
                <a:spcPts val="0"/>
              </a:spcAft>
              <a:buClr>
                <a:schemeClr val="dk1"/>
              </a:buClr>
              <a:buSzPct val="100000"/>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Program</a:t>
            </a:r>
            <a:endParaRPr/>
          </a:p>
        </p:txBody>
      </p:sp>
      <p:pic>
        <p:nvPicPr>
          <p:cNvPr id="674" name="Google Shape;674;p19"/>
          <p:cNvPicPr preferRelativeResize="0"/>
          <p:nvPr>
            <p:ph idx="1" type="body"/>
          </p:nvPr>
        </p:nvPicPr>
        <p:blipFill rotWithShape="1">
          <a:blip r:embed="rId3">
            <a:alphaModFix/>
          </a:blip>
          <a:srcRect b="0" l="0" r="0" t="0"/>
          <a:stretch/>
        </p:blipFill>
        <p:spPr>
          <a:xfrm>
            <a:off x="333200" y="65975"/>
            <a:ext cx="8755500" cy="67920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sp>
        <p:nvSpPr>
          <p:cNvPr id="679" name="Google Shape;679;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b="1" lang="en-US"/>
              <a:t>Operations on binary tree</a:t>
            </a:r>
            <a:endParaRPr/>
          </a:p>
        </p:txBody>
      </p:sp>
      <p:sp>
        <p:nvSpPr>
          <p:cNvPr id="680" name="Google Shape;680;p2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2400"/>
              <a:buNone/>
            </a:pPr>
            <a:r>
              <a:rPr lang="en-US" sz="2400"/>
              <a:t>1. </a:t>
            </a:r>
            <a:r>
              <a:rPr b="1" lang="en-US" sz="2400"/>
              <a:t>Creation</a:t>
            </a:r>
            <a:r>
              <a:rPr lang="en-US" sz="2400"/>
              <a:t>—Creating an empty binary tree to which the ‘root’ points</a:t>
            </a:r>
            <a:endParaRPr/>
          </a:p>
          <a:p>
            <a:pPr indent="0" lvl="0" marL="0" rtl="0" algn="l">
              <a:lnSpc>
                <a:spcPct val="100000"/>
              </a:lnSpc>
              <a:spcBef>
                <a:spcPts val="480"/>
              </a:spcBef>
              <a:spcAft>
                <a:spcPts val="0"/>
              </a:spcAft>
              <a:buClr>
                <a:schemeClr val="dk1"/>
              </a:buClr>
              <a:buSzPts val="2400"/>
              <a:buNone/>
            </a:pPr>
            <a:r>
              <a:rPr lang="en-US" sz="2400"/>
              <a:t>2. </a:t>
            </a:r>
            <a:r>
              <a:rPr b="1" lang="en-US" sz="2400"/>
              <a:t>Traversal</a:t>
            </a:r>
            <a:r>
              <a:rPr lang="en-US" sz="2400"/>
              <a:t>—Visiting all the nodes in a binary tree</a:t>
            </a:r>
            <a:endParaRPr/>
          </a:p>
          <a:p>
            <a:pPr indent="0" lvl="0" marL="0" rtl="0" algn="l">
              <a:lnSpc>
                <a:spcPct val="100000"/>
              </a:lnSpc>
              <a:spcBef>
                <a:spcPts val="480"/>
              </a:spcBef>
              <a:spcAft>
                <a:spcPts val="0"/>
              </a:spcAft>
              <a:buClr>
                <a:schemeClr val="dk1"/>
              </a:buClr>
              <a:buSzPts val="2400"/>
              <a:buNone/>
            </a:pPr>
            <a:r>
              <a:rPr lang="en-US" sz="2400"/>
              <a:t>3. </a:t>
            </a:r>
            <a:r>
              <a:rPr b="1" lang="en-US" sz="2400"/>
              <a:t>Deletion</a:t>
            </a:r>
            <a:r>
              <a:rPr lang="en-US" sz="2400"/>
              <a:t>—Deleting a node from a non-empty binary tree</a:t>
            </a:r>
            <a:endParaRPr/>
          </a:p>
          <a:p>
            <a:pPr indent="0" lvl="0" marL="0" rtl="0" algn="l">
              <a:lnSpc>
                <a:spcPct val="100000"/>
              </a:lnSpc>
              <a:spcBef>
                <a:spcPts val="480"/>
              </a:spcBef>
              <a:spcAft>
                <a:spcPts val="0"/>
              </a:spcAft>
              <a:buClr>
                <a:schemeClr val="dk1"/>
              </a:buClr>
              <a:buSzPts val="2400"/>
              <a:buNone/>
            </a:pPr>
            <a:r>
              <a:rPr lang="en-US" sz="2400"/>
              <a:t>4</a:t>
            </a:r>
            <a:r>
              <a:rPr b="1" lang="en-US" sz="2400"/>
              <a:t>.Insertion</a:t>
            </a:r>
            <a:r>
              <a:rPr lang="en-US" sz="2400"/>
              <a:t>—Inserting a node into an existing (may be empty) binary tree</a:t>
            </a:r>
            <a:endParaRPr/>
          </a:p>
          <a:p>
            <a:pPr indent="0" lvl="0" marL="0" rtl="0" algn="l">
              <a:lnSpc>
                <a:spcPct val="100000"/>
              </a:lnSpc>
              <a:spcBef>
                <a:spcPts val="480"/>
              </a:spcBef>
              <a:spcAft>
                <a:spcPts val="0"/>
              </a:spcAft>
              <a:buClr>
                <a:schemeClr val="dk1"/>
              </a:buClr>
              <a:buSzPts val="2400"/>
              <a:buNone/>
            </a:pPr>
            <a:r>
              <a:rPr lang="en-US" sz="2400"/>
              <a:t>5. </a:t>
            </a:r>
            <a:r>
              <a:rPr b="1" lang="en-US" sz="2400"/>
              <a:t>Merge</a:t>
            </a:r>
            <a:r>
              <a:rPr lang="en-US" sz="2400"/>
              <a:t>—Merging two binary trees</a:t>
            </a:r>
            <a:endParaRPr/>
          </a:p>
          <a:p>
            <a:pPr indent="0" lvl="0" marL="0" rtl="0" algn="l">
              <a:lnSpc>
                <a:spcPct val="100000"/>
              </a:lnSpc>
              <a:spcBef>
                <a:spcPts val="480"/>
              </a:spcBef>
              <a:spcAft>
                <a:spcPts val="0"/>
              </a:spcAft>
              <a:buClr>
                <a:schemeClr val="dk1"/>
              </a:buClr>
              <a:buSzPts val="2400"/>
              <a:buNone/>
            </a:pPr>
            <a:r>
              <a:rPr lang="en-US" sz="2400"/>
              <a:t>6. </a:t>
            </a:r>
            <a:r>
              <a:rPr b="1" lang="en-US" sz="2400"/>
              <a:t>Copy</a:t>
            </a:r>
            <a:r>
              <a:rPr lang="en-US" sz="2400"/>
              <a:t>—Copying a binary tree</a:t>
            </a:r>
            <a:endParaRPr/>
          </a:p>
          <a:p>
            <a:pPr indent="0" lvl="0" marL="0" rtl="0" algn="l">
              <a:lnSpc>
                <a:spcPct val="100000"/>
              </a:lnSpc>
              <a:spcBef>
                <a:spcPts val="480"/>
              </a:spcBef>
              <a:spcAft>
                <a:spcPts val="0"/>
              </a:spcAft>
              <a:buClr>
                <a:schemeClr val="dk1"/>
              </a:buClr>
              <a:buSzPts val="2400"/>
              <a:buNone/>
            </a:pPr>
            <a:r>
              <a:rPr lang="en-US" sz="2400"/>
              <a:t>7. </a:t>
            </a:r>
            <a:r>
              <a:rPr b="1" lang="en-US" sz="2400"/>
              <a:t>Compare</a:t>
            </a:r>
            <a:r>
              <a:rPr lang="en-US" sz="2400"/>
              <a:t>—Comparing two binary trees</a:t>
            </a:r>
            <a:endParaRPr/>
          </a:p>
          <a:p>
            <a:pPr indent="0" lvl="0" marL="0" rtl="0" algn="l">
              <a:lnSpc>
                <a:spcPct val="100000"/>
              </a:lnSpc>
              <a:spcBef>
                <a:spcPts val="480"/>
              </a:spcBef>
              <a:spcAft>
                <a:spcPts val="0"/>
              </a:spcAft>
              <a:buClr>
                <a:schemeClr val="dk1"/>
              </a:buClr>
              <a:buSzPts val="2400"/>
              <a:buNone/>
            </a:pPr>
            <a:r>
              <a:rPr lang="en-US" sz="2400"/>
              <a:t>8. Finding a replica or mirror of a binary tree</a:t>
            </a:r>
            <a:endParaRPr/>
          </a:p>
          <a:p>
            <a:pPr indent="0" lvl="0" marL="0" rtl="0" algn="l">
              <a:lnSpc>
                <a:spcPct val="100000"/>
              </a:lnSpc>
              <a:spcBef>
                <a:spcPts val="480"/>
              </a:spcBef>
              <a:spcAft>
                <a:spcPts val="0"/>
              </a:spcAft>
              <a:buClr>
                <a:schemeClr val="dk1"/>
              </a:buClr>
              <a:buSzPts val="2400"/>
              <a:buNone/>
            </a:pPr>
            <a:r>
              <a:t/>
            </a:r>
            <a:endParaRPr sz="24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
        <p:nvSpPr>
          <p:cNvPr id="685" name="Google Shape;685;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b="1" lang="en-US"/>
              <a:t>Realization of A Binary Tree</a:t>
            </a:r>
            <a:endParaRPr/>
          </a:p>
        </p:txBody>
      </p:sp>
      <p:sp>
        <p:nvSpPr>
          <p:cNvPr id="686" name="Google Shape;686;p2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514350" lvl="0" marL="514350" rtl="0" algn="l">
              <a:lnSpc>
                <a:spcPct val="100000"/>
              </a:lnSpc>
              <a:spcBef>
                <a:spcPts val="0"/>
              </a:spcBef>
              <a:spcAft>
                <a:spcPts val="0"/>
              </a:spcAft>
              <a:buClr>
                <a:schemeClr val="dk1"/>
              </a:buClr>
              <a:buSzPts val="3200"/>
              <a:buAutoNum type="arabicPeriod"/>
            </a:pPr>
            <a:r>
              <a:rPr lang="en-US"/>
              <a:t>Array Implementation of Binary Trees :</a:t>
            </a:r>
            <a:endParaRPr/>
          </a:p>
          <a:p>
            <a:pPr indent="0" lvl="0" marL="0" rtl="0" algn="l">
              <a:lnSpc>
                <a:spcPct val="100000"/>
              </a:lnSpc>
              <a:spcBef>
                <a:spcPts val="640"/>
              </a:spcBef>
              <a:spcAft>
                <a:spcPts val="0"/>
              </a:spcAft>
              <a:buClr>
                <a:schemeClr val="dk1"/>
              </a:buClr>
              <a:buSzPts val="3200"/>
              <a:buNone/>
            </a:pPr>
            <a:r>
              <a:t/>
            </a:r>
            <a:endParaRPr/>
          </a:p>
          <a:p>
            <a:pPr indent="0" lvl="0" marL="0" rtl="0" algn="l">
              <a:lnSpc>
                <a:spcPct val="100000"/>
              </a:lnSpc>
              <a:spcBef>
                <a:spcPts val="640"/>
              </a:spcBef>
              <a:spcAft>
                <a:spcPts val="0"/>
              </a:spcAft>
              <a:buClr>
                <a:schemeClr val="dk1"/>
              </a:buClr>
              <a:buSzPts val="3200"/>
              <a:buNone/>
            </a:pPr>
            <a:r>
              <a:t/>
            </a:r>
            <a:endParaRPr/>
          </a:p>
        </p:txBody>
      </p:sp>
      <p:pic>
        <p:nvPicPr>
          <p:cNvPr id="687" name="Google Shape;687;p21"/>
          <p:cNvPicPr preferRelativeResize="0"/>
          <p:nvPr/>
        </p:nvPicPr>
        <p:blipFill rotWithShape="1">
          <a:blip r:embed="rId3">
            <a:alphaModFix/>
          </a:blip>
          <a:srcRect b="0" l="0" r="0" t="0"/>
          <a:stretch/>
        </p:blipFill>
        <p:spPr>
          <a:xfrm>
            <a:off x="2743200" y="2057400"/>
            <a:ext cx="3733800" cy="2133600"/>
          </a:xfrm>
          <a:prstGeom prst="rect">
            <a:avLst/>
          </a:prstGeom>
          <a:noFill/>
          <a:ln>
            <a:noFill/>
          </a:ln>
        </p:spPr>
      </p:pic>
      <p:pic>
        <p:nvPicPr>
          <p:cNvPr id="688" name="Google Shape;688;p21"/>
          <p:cNvPicPr preferRelativeResize="0"/>
          <p:nvPr/>
        </p:nvPicPr>
        <p:blipFill rotWithShape="1">
          <a:blip r:embed="rId4">
            <a:alphaModFix/>
          </a:blip>
          <a:srcRect b="0" l="0" r="0" t="0"/>
          <a:stretch/>
        </p:blipFill>
        <p:spPr>
          <a:xfrm>
            <a:off x="2514600" y="4724400"/>
            <a:ext cx="4648200" cy="12192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pic>
        <p:nvPicPr>
          <p:cNvPr id="693" name="Google Shape;693;p22"/>
          <p:cNvPicPr preferRelativeResize="0"/>
          <p:nvPr>
            <p:ph idx="1" type="body"/>
          </p:nvPr>
        </p:nvPicPr>
        <p:blipFill rotWithShape="1">
          <a:blip r:embed="rId3">
            <a:alphaModFix/>
          </a:blip>
          <a:srcRect b="0" l="0" r="0" t="0"/>
          <a:stretch/>
        </p:blipFill>
        <p:spPr>
          <a:xfrm>
            <a:off x="1524000" y="685800"/>
            <a:ext cx="6248400" cy="2971800"/>
          </a:xfrm>
          <a:prstGeom prst="rect">
            <a:avLst/>
          </a:prstGeom>
          <a:noFill/>
          <a:ln>
            <a:noFill/>
          </a:ln>
        </p:spPr>
      </p:pic>
      <p:pic>
        <p:nvPicPr>
          <p:cNvPr id="694" name="Google Shape;694;p22"/>
          <p:cNvPicPr preferRelativeResize="0"/>
          <p:nvPr/>
        </p:nvPicPr>
        <p:blipFill rotWithShape="1">
          <a:blip r:embed="rId4">
            <a:alphaModFix/>
          </a:blip>
          <a:srcRect b="0" l="0" r="0" t="0"/>
          <a:stretch/>
        </p:blipFill>
        <p:spPr>
          <a:xfrm>
            <a:off x="1014413" y="4191000"/>
            <a:ext cx="7748587" cy="18288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8" name="Shape 698"/>
        <p:cNvGrpSpPr/>
        <p:nvPr/>
      </p:nvGrpSpPr>
      <p:grpSpPr>
        <a:xfrm>
          <a:off x="0" y="0"/>
          <a:ext cx="0" cy="0"/>
          <a:chOff x="0" y="0"/>
          <a:chExt cx="0" cy="0"/>
        </a:xfrm>
      </p:grpSpPr>
      <p:pic>
        <p:nvPicPr>
          <p:cNvPr id="699" name="Google Shape;699;p23"/>
          <p:cNvPicPr preferRelativeResize="0"/>
          <p:nvPr>
            <p:ph idx="1" type="body"/>
          </p:nvPr>
        </p:nvPicPr>
        <p:blipFill rotWithShape="1">
          <a:blip r:embed="rId3">
            <a:alphaModFix/>
          </a:blip>
          <a:srcRect b="0" l="0" r="0" t="0"/>
          <a:stretch/>
        </p:blipFill>
        <p:spPr>
          <a:xfrm>
            <a:off x="1295400" y="609600"/>
            <a:ext cx="5791200" cy="2514600"/>
          </a:xfrm>
          <a:prstGeom prst="rect">
            <a:avLst/>
          </a:prstGeom>
          <a:noFill/>
          <a:ln>
            <a:noFill/>
          </a:ln>
        </p:spPr>
      </p:pic>
      <p:pic>
        <p:nvPicPr>
          <p:cNvPr id="700" name="Google Shape;700;p23"/>
          <p:cNvPicPr preferRelativeResize="0"/>
          <p:nvPr/>
        </p:nvPicPr>
        <p:blipFill rotWithShape="1">
          <a:blip r:embed="rId4">
            <a:alphaModFix/>
          </a:blip>
          <a:srcRect b="0" l="0" r="0" t="0"/>
          <a:stretch/>
        </p:blipFill>
        <p:spPr>
          <a:xfrm>
            <a:off x="1085418" y="4038600"/>
            <a:ext cx="7448982" cy="13716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4" name="Shape 704"/>
        <p:cNvGrpSpPr/>
        <p:nvPr/>
      </p:nvGrpSpPr>
      <p:grpSpPr>
        <a:xfrm>
          <a:off x="0" y="0"/>
          <a:ext cx="0" cy="0"/>
          <a:chOff x="0" y="0"/>
          <a:chExt cx="0" cy="0"/>
        </a:xfrm>
      </p:grpSpPr>
      <p:sp>
        <p:nvSpPr>
          <p:cNvPr id="705" name="Google Shape;705;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b="1" lang="en-US"/>
              <a:t>Advantages</a:t>
            </a:r>
            <a:endParaRPr/>
          </a:p>
        </p:txBody>
      </p:sp>
      <p:sp>
        <p:nvSpPr>
          <p:cNvPr id="706" name="Google Shape;706;p2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50000"/>
              </a:lnSpc>
              <a:spcBef>
                <a:spcPts val="0"/>
              </a:spcBef>
              <a:spcAft>
                <a:spcPts val="0"/>
              </a:spcAft>
              <a:buClr>
                <a:schemeClr val="dk1"/>
              </a:buClr>
              <a:buSzPts val="2400"/>
              <a:buChar char="•"/>
            </a:pPr>
            <a:r>
              <a:rPr lang="en-US" sz="2400"/>
              <a:t>Any node can be accessed from any other node by calculating the index.</a:t>
            </a:r>
            <a:endParaRPr/>
          </a:p>
          <a:p>
            <a:pPr indent="-342900" lvl="0" marL="342900" rtl="0" algn="l">
              <a:lnSpc>
                <a:spcPct val="150000"/>
              </a:lnSpc>
              <a:spcBef>
                <a:spcPts val="480"/>
              </a:spcBef>
              <a:spcAft>
                <a:spcPts val="0"/>
              </a:spcAft>
              <a:buClr>
                <a:schemeClr val="dk1"/>
              </a:buClr>
              <a:buSzPts val="2400"/>
              <a:buChar char="•"/>
            </a:pPr>
            <a:r>
              <a:rPr lang="en-US" sz="2400"/>
              <a:t>Here, the data is stored without any pointers to its successor or predecessor.</a:t>
            </a:r>
            <a:endParaRPr/>
          </a:p>
          <a:p>
            <a:pPr indent="-342900" lvl="0" marL="342900" rtl="0" algn="l">
              <a:lnSpc>
                <a:spcPct val="150000"/>
              </a:lnSpc>
              <a:spcBef>
                <a:spcPts val="480"/>
              </a:spcBef>
              <a:spcAft>
                <a:spcPts val="0"/>
              </a:spcAft>
              <a:buClr>
                <a:schemeClr val="dk1"/>
              </a:buClr>
              <a:buSzPts val="2400"/>
              <a:buChar char="•"/>
            </a:pPr>
            <a:r>
              <a:rPr lang="en-US" sz="2400"/>
              <a:t>In the programming languages, where dynamic memory allocation is not possible(such as BASIC, fortran ), array representation is the only means to store a tree.</a:t>
            </a:r>
            <a:endParaRPr/>
          </a:p>
          <a:p>
            <a:pPr indent="0" lvl="0" marL="0" rtl="0" algn="l">
              <a:lnSpc>
                <a:spcPct val="100000"/>
              </a:lnSpc>
              <a:spcBef>
                <a:spcPts val="640"/>
              </a:spcBef>
              <a:spcAft>
                <a:spcPts val="0"/>
              </a:spcAft>
              <a:buClr>
                <a:schemeClr val="dk1"/>
              </a:buClr>
              <a:buSzPts val="3200"/>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0" name="Shape 710"/>
        <p:cNvGrpSpPr/>
        <p:nvPr/>
      </p:nvGrpSpPr>
      <p:grpSpPr>
        <a:xfrm>
          <a:off x="0" y="0"/>
          <a:ext cx="0" cy="0"/>
          <a:chOff x="0" y="0"/>
          <a:chExt cx="0" cy="0"/>
        </a:xfrm>
      </p:grpSpPr>
      <p:sp>
        <p:nvSpPr>
          <p:cNvPr id="711" name="Google Shape;711;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b="1" lang="en-US"/>
              <a:t>Disadvantages</a:t>
            </a:r>
            <a:endParaRPr/>
          </a:p>
        </p:txBody>
      </p:sp>
      <p:sp>
        <p:nvSpPr>
          <p:cNvPr id="712" name="Google Shape;712;p2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lnSpcReduction="10000"/>
          </a:bodyPr>
          <a:lstStyle/>
          <a:p>
            <a:pPr indent="-342900" lvl="0" marL="342900" rtl="0" algn="l">
              <a:lnSpc>
                <a:spcPct val="150000"/>
              </a:lnSpc>
              <a:spcBef>
                <a:spcPts val="0"/>
              </a:spcBef>
              <a:spcAft>
                <a:spcPts val="0"/>
              </a:spcAft>
              <a:buClr>
                <a:schemeClr val="dk1"/>
              </a:buClr>
              <a:buSzPts val="2400"/>
              <a:buChar char="•"/>
            </a:pPr>
            <a:r>
              <a:rPr lang="en-US" sz="2400"/>
              <a:t>Other than full binary trees, majority of the array entries may be empty.</a:t>
            </a:r>
            <a:endParaRPr/>
          </a:p>
          <a:p>
            <a:pPr indent="-342900" lvl="0" marL="342900" rtl="0" algn="l">
              <a:lnSpc>
                <a:spcPct val="150000"/>
              </a:lnSpc>
              <a:spcBef>
                <a:spcPts val="480"/>
              </a:spcBef>
              <a:spcAft>
                <a:spcPts val="0"/>
              </a:spcAft>
              <a:buClr>
                <a:schemeClr val="dk1"/>
              </a:buClr>
              <a:buSzPts val="2400"/>
              <a:buChar char="•"/>
            </a:pPr>
            <a:r>
              <a:rPr lang="en-US" sz="2400"/>
              <a:t>It allows only static representation. The array size cannot be changed during the execution.</a:t>
            </a:r>
            <a:endParaRPr/>
          </a:p>
          <a:p>
            <a:pPr indent="-342900" lvl="0" marL="342900" rtl="0" algn="l">
              <a:lnSpc>
                <a:spcPct val="150000"/>
              </a:lnSpc>
              <a:spcBef>
                <a:spcPts val="480"/>
              </a:spcBef>
              <a:spcAft>
                <a:spcPts val="0"/>
              </a:spcAft>
              <a:buClr>
                <a:schemeClr val="dk1"/>
              </a:buClr>
              <a:buSzPts val="2400"/>
              <a:buChar char="•"/>
            </a:pPr>
            <a:r>
              <a:rPr lang="en-US" sz="2400"/>
              <a:t>Inserting a new node to it or deleting a node from it is inefficient with this representation, because it requires considerable data movement up and down the array, which demand excessive amount of processing time.</a:t>
            </a:r>
            <a:endParaRPr/>
          </a:p>
          <a:p>
            <a:pPr indent="0" lvl="0" marL="0" rtl="0" algn="l">
              <a:lnSpc>
                <a:spcPct val="150000"/>
              </a:lnSpc>
              <a:spcBef>
                <a:spcPts val="480"/>
              </a:spcBef>
              <a:spcAft>
                <a:spcPts val="0"/>
              </a:spcAft>
              <a:buClr>
                <a:schemeClr val="dk1"/>
              </a:buClr>
              <a:buSzPts val="2400"/>
              <a:buNone/>
            </a:pPr>
            <a:r>
              <a:t/>
            </a:r>
            <a:endParaRPr sz="24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6" name="Shape 716"/>
        <p:cNvGrpSpPr/>
        <p:nvPr/>
      </p:nvGrpSpPr>
      <p:grpSpPr>
        <a:xfrm>
          <a:off x="0" y="0"/>
          <a:ext cx="0" cy="0"/>
          <a:chOff x="0" y="0"/>
          <a:chExt cx="0" cy="0"/>
        </a:xfrm>
      </p:grpSpPr>
      <p:sp>
        <p:nvSpPr>
          <p:cNvPr id="717" name="Google Shape;717;p26"/>
          <p:cNvSpPr txBox="1"/>
          <p:nvPr>
            <p:ph type="title"/>
          </p:nvPr>
        </p:nvSpPr>
        <p:spPr>
          <a:xfrm>
            <a:off x="381000" y="13855"/>
            <a:ext cx="8458200" cy="11430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r>
              <a:rPr b="1" lang="en-US"/>
              <a:t>Linked Implementation of Binary Trees</a:t>
            </a:r>
            <a:endParaRPr/>
          </a:p>
        </p:txBody>
      </p:sp>
      <p:pic>
        <p:nvPicPr>
          <p:cNvPr id="718" name="Google Shape;718;p26"/>
          <p:cNvPicPr preferRelativeResize="0"/>
          <p:nvPr>
            <p:ph idx="1" type="body"/>
          </p:nvPr>
        </p:nvPicPr>
        <p:blipFill rotWithShape="1">
          <a:blip r:embed="rId3">
            <a:alphaModFix/>
          </a:blip>
          <a:srcRect b="0" l="0" r="0" t="0"/>
          <a:stretch/>
        </p:blipFill>
        <p:spPr>
          <a:xfrm>
            <a:off x="1066800" y="1143000"/>
            <a:ext cx="6781800" cy="1447800"/>
          </a:xfrm>
          <a:prstGeom prst="rect">
            <a:avLst/>
          </a:prstGeom>
          <a:noFill/>
          <a:ln>
            <a:noFill/>
          </a:ln>
        </p:spPr>
      </p:pic>
      <p:pic>
        <p:nvPicPr>
          <p:cNvPr id="719" name="Google Shape;719;p26"/>
          <p:cNvPicPr preferRelativeResize="0"/>
          <p:nvPr/>
        </p:nvPicPr>
        <p:blipFill rotWithShape="1">
          <a:blip r:embed="rId4">
            <a:alphaModFix/>
          </a:blip>
          <a:srcRect b="0" l="0" r="0" t="0"/>
          <a:stretch/>
        </p:blipFill>
        <p:spPr>
          <a:xfrm>
            <a:off x="838201" y="2667001"/>
            <a:ext cx="7696200" cy="3962399"/>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3" name="Shape 723"/>
        <p:cNvGrpSpPr/>
        <p:nvPr/>
      </p:nvGrpSpPr>
      <p:grpSpPr>
        <a:xfrm>
          <a:off x="0" y="0"/>
          <a:ext cx="0" cy="0"/>
          <a:chOff x="0" y="0"/>
          <a:chExt cx="0" cy="0"/>
        </a:xfrm>
      </p:grpSpPr>
      <p:pic>
        <p:nvPicPr>
          <p:cNvPr id="724" name="Google Shape;724;p27"/>
          <p:cNvPicPr preferRelativeResize="0"/>
          <p:nvPr>
            <p:ph idx="1" type="body"/>
          </p:nvPr>
        </p:nvPicPr>
        <p:blipFill rotWithShape="1">
          <a:blip r:embed="rId3">
            <a:alphaModFix/>
          </a:blip>
          <a:srcRect b="0" l="0" r="0" t="0"/>
          <a:stretch/>
        </p:blipFill>
        <p:spPr>
          <a:xfrm>
            <a:off x="1219200" y="1676400"/>
            <a:ext cx="6705600" cy="2682081"/>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8" name="Shape 728"/>
        <p:cNvGrpSpPr/>
        <p:nvPr/>
      </p:nvGrpSpPr>
      <p:grpSpPr>
        <a:xfrm>
          <a:off x="0" y="0"/>
          <a:ext cx="0" cy="0"/>
          <a:chOff x="0" y="0"/>
          <a:chExt cx="0" cy="0"/>
        </a:xfrm>
      </p:grpSpPr>
      <p:pic>
        <p:nvPicPr>
          <p:cNvPr id="729" name="Google Shape;729;p28"/>
          <p:cNvPicPr preferRelativeResize="0"/>
          <p:nvPr>
            <p:ph idx="1" type="body"/>
          </p:nvPr>
        </p:nvPicPr>
        <p:blipFill rotWithShape="1">
          <a:blip r:embed="rId3">
            <a:alphaModFix/>
          </a:blip>
          <a:srcRect b="0" l="0" r="0" t="0"/>
          <a:stretch/>
        </p:blipFill>
        <p:spPr>
          <a:xfrm>
            <a:off x="1447800" y="63355"/>
            <a:ext cx="5801234" cy="4432445"/>
          </a:xfrm>
          <a:prstGeom prst="rect">
            <a:avLst/>
          </a:prstGeom>
          <a:noFill/>
          <a:ln>
            <a:noFill/>
          </a:ln>
        </p:spPr>
      </p:pic>
      <p:pic>
        <p:nvPicPr>
          <p:cNvPr id="730" name="Google Shape;730;p28"/>
          <p:cNvPicPr preferRelativeResize="0"/>
          <p:nvPr/>
        </p:nvPicPr>
        <p:blipFill rotWithShape="1">
          <a:blip r:embed="rId4">
            <a:alphaModFix/>
          </a:blip>
          <a:srcRect b="0" l="0" r="0" t="0"/>
          <a:stretch/>
        </p:blipFill>
        <p:spPr>
          <a:xfrm>
            <a:off x="1204913" y="4610100"/>
            <a:ext cx="6734175" cy="22479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4" name="Shape 734"/>
        <p:cNvGrpSpPr/>
        <p:nvPr/>
      </p:nvGrpSpPr>
      <p:grpSpPr>
        <a:xfrm>
          <a:off x="0" y="0"/>
          <a:ext cx="0" cy="0"/>
          <a:chOff x="0" y="0"/>
          <a:chExt cx="0" cy="0"/>
        </a:xfrm>
      </p:grpSpPr>
      <p:sp>
        <p:nvSpPr>
          <p:cNvPr id="735" name="Google Shape;735;p29"/>
          <p:cNvSpPr txBox="1"/>
          <p:nvPr>
            <p:ph type="title"/>
          </p:nvPr>
        </p:nvSpPr>
        <p:spPr>
          <a:xfrm>
            <a:off x="457200" y="-152400"/>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b="1" lang="en-US"/>
              <a:t>Advantages</a:t>
            </a:r>
            <a:endParaRPr/>
          </a:p>
        </p:txBody>
      </p:sp>
      <p:sp>
        <p:nvSpPr>
          <p:cNvPr id="736" name="Google Shape;736;p29"/>
          <p:cNvSpPr txBox="1"/>
          <p:nvPr>
            <p:ph idx="1" type="body"/>
          </p:nvPr>
        </p:nvSpPr>
        <p:spPr>
          <a:xfrm>
            <a:off x="533400" y="9144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50000"/>
              </a:lnSpc>
              <a:spcBef>
                <a:spcPts val="0"/>
              </a:spcBef>
              <a:spcAft>
                <a:spcPts val="0"/>
              </a:spcAft>
              <a:buClr>
                <a:schemeClr val="dk1"/>
              </a:buClr>
              <a:buSzPts val="2400"/>
              <a:buChar char="•"/>
            </a:pPr>
            <a:r>
              <a:rPr lang="en-US" sz="2400"/>
              <a:t>The drawbacks of the sequential representation are overcome in this representation. We may or may not know the tree depth in advance. In addition, for unbalanced trees, the memory is not wasted.</a:t>
            </a:r>
            <a:endParaRPr/>
          </a:p>
          <a:p>
            <a:pPr indent="-342900" lvl="0" marL="342900" rtl="0" algn="l">
              <a:lnSpc>
                <a:spcPct val="150000"/>
              </a:lnSpc>
              <a:spcBef>
                <a:spcPts val="480"/>
              </a:spcBef>
              <a:spcAft>
                <a:spcPts val="0"/>
              </a:spcAft>
              <a:buClr>
                <a:schemeClr val="dk1"/>
              </a:buClr>
              <a:buSzPts val="2400"/>
              <a:buChar char="•"/>
            </a:pPr>
            <a:r>
              <a:rPr lang="en-US" sz="2400"/>
              <a:t>Insertion and deletion operations are more efficient in this representation.</a:t>
            </a:r>
            <a:endParaRPr/>
          </a:p>
          <a:p>
            <a:pPr indent="-342900" lvl="0" marL="342900" rtl="0" algn="l">
              <a:lnSpc>
                <a:spcPct val="150000"/>
              </a:lnSpc>
              <a:spcBef>
                <a:spcPts val="480"/>
              </a:spcBef>
              <a:spcAft>
                <a:spcPts val="0"/>
              </a:spcAft>
              <a:buClr>
                <a:schemeClr val="dk1"/>
              </a:buClr>
              <a:buSzPts val="2400"/>
              <a:buChar char="•"/>
            </a:pPr>
            <a:r>
              <a:rPr lang="en-US" sz="2400"/>
              <a:t>It is useful for dynamic data.</a:t>
            </a:r>
            <a:endParaRPr/>
          </a:p>
          <a:p>
            <a:pPr indent="0" lvl="0" marL="0" rtl="0" algn="l">
              <a:lnSpc>
                <a:spcPct val="150000"/>
              </a:lnSpc>
              <a:spcBef>
                <a:spcPts val="480"/>
              </a:spcBef>
              <a:spcAft>
                <a:spcPts val="0"/>
              </a:spcAft>
              <a:buClr>
                <a:schemeClr val="dk1"/>
              </a:buClr>
              <a:buSzPts val="2400"/>
              <a:buNone/>
            </a:pPr>
            <a:r>
              <a:t/>
            </a:r>
            <a:endParaRPr sz="24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0" name="Shape 740"/>
        <p:cNvGrpSpPr/>
        <p:nvPr/>
      </p:nvGrpSpPr>
      <p:grpSpPr>
        <a:xfrm>
          <a:off x="0" y="0"/>
          <a:ext cx="0" cy="0"/>
          <a:chOff x="0" y="0"/>
          <a:chExt cx="0" cy="0"/>
        </a:xfrm>
      </p:grpSpPr>
      <p:sp>
        <p:nvSpPr>
          <p:cNvPr id="741" name="Google Shape;741;p30"/>
          <p:cNvSpPr txBox="1"/>
          <p:nvPr>
            <p:ph type="title"/>
          </p:nvPr>
        </p:nvSpPr>
        <p:spPr>
          <a:xfrm>
            <a:off x="533400" y="-152400"/>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b="1" lang="en-US"/>
              <a:t>Disadvantages</a:t>
            </a:r>
            <a:endParaRPr/>
          </a:p>
        </p:txBody>
      </p:sp>
      <p:sp>
        <p:nvSpPr>
          <p:cNvPr id="742" name="Google Shape;742;p30"/>
          <p:cNvSpPr txBox="1"/>
          <p:nvPr>
            <p:ph idx="1" type="body"/>
          </p:nvPr>
        </p:nvSpPr>
        <p:spPr>
          <a:xfrm>
            <a:off x="609600" y="914400"/>
            <a:ext cx="8229600" cy="5562600"/>
          </a:xfrm>
          <a:prstGeom prst="rect">
            <a:avLst/>
          </a:prstGeom>
          <a:noFill/>
          <a:ln>
            <a:noFill/>
          </a:ln>
        </p:spPr>
        <p:txBody>
          <a:bodyPr anchorCtr="0" anchor="t" bIns="45700" lIns="91425" spcFirstLastPara="1" rIns="91425" wrap="square" tIns="45700">
            <a:normAutofit/>
          </a:bodyPr>
          <a:lstStyle/>
          <a:p>
            <a:pPr indent="-342900" lvl="0" marL="342900" rtl="0" algn="l">
              <a:lnSpc>
                <a:spcPct val="150000"/>
              </a:lnSpc>
              <a:spcBef>
                <a:spcPts val="0"/>
              </a:spcBef>
              <a:spcAft>
                <a:spcPts val="0"/>
              </a:spcAft>
              <a:buClr>
                <a:schemeClr val="dk1"/>
              </a:buClr>
              <a:buSzPts val="2400"/>
              <a:buChar char="•"/>
            </a:pPr>
            <a:r>
              <a:rPr lang="en-US" sz="2400"/>
              <a:t>In this representation, there is no direct access to any node. It has to be traversed from the root to reach to a particular node.</a:t>
            </a:r>
            <a:endParaRPr/>
          </a:p>
          <a:p>
            <a:pPr indent="-342900" lvl="0" marL="342900" rtl="0" algn="l">
              <a:lnSpc>
                <a:spcPct val="150000"/>
              </a:lnSpc>
              <a:spcBef>
                <a:spcPts val="480"/>
              </a:spcBef>
              <a:spcAft>
                <a:spcPts val="0"/>
              </a:spcAft>
              <a:buClr>
                <a:schemeClr val="dk1"/>
              </a:buClr>
              <a:buSzPts val="2400"/>
              <a:buChar char="•"/>
            </a:pPr>
            <a:r>
              <a:rPr lang="en-US" sz="2400"/>
              <a:t>As compared to sequential representation, the memory needed per node is more. This is due to two link fields (left child and right child for binary trees) in the node.</a:t>
            </a:r>
            <a:endParaRPr/>
          </a:p>
          <a:p>
            <a:pPr indent="-342900" lvl="0" marL="342900" rtl="0" algn="l">
              <a:lnSpc>
                <a:spcPct val="150000"/>
              </a:lnSpc>
              <a:spcBef>
                <a:spcPts val="480"/>
              </a:spcBef>
              <a:spcAft>
                <a:spcPts val="0"/>
              </a:spcAft>
              <a:buClr>
                <a:schemeClr val="dk1"/>
              </a:buClr>
              <a:buSzPts val="2400"/>
              <a:buChar char="•"/>
            </a:pPr>
            <a:r>
              <a:rPr lang="en-US" sz="2400"/>
              <a:t>The programming languages not supporting dynamic memory management would not be useful for this representation.</a:t>
            </a:r>
            <a:endParaRPr/>
          </a:p>
          <a:p>
            <a:pPr indent="0" lvl="0" marL="0" rtl="0" algn="l">
              <a:lnSpc>
                <a:spcPct val="150000"/>
              </a:lnSpc>
              <a:spcBef>
                <a:spcPts val="480"/>
              </a:spcBef>
              <a:spcAft>
                <a:spcPts val="0"/>
              </a:spcAft>
              <a:buClr>
                <a:schemeClr val="dk1"/>
              </a:buClr>
              <a:buSzPts val="2400"/>
              <a:buNone/>
            </a:pPr>
            <a:r>
              <a:t/>
            </a:r>
            <a:endParaRPr sz="24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6" name="Shape 746"/>
        <p:cNvGrpSpPr/>
        <p:nvPr/>
      </p:nvGrpSpPr>
      <p:grpSpPr>
        <a:xfrm>
          <a:off x="0" y="0"/>
          <a:ext cx="0" cy="0"/>
          <a:chOff x="0" y="0"/>
          <a:chExt cx="0" cy="0"/>
        </a:xfrm>
      </p:grpSpPr>
      <p:sp>
        <p:nvSpPr>
          <p:cNvPr id="747" name="Google Shape;747;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b="1" lang="en-US"/>
              <a:t>Insertion of a node in Binary tree</a:t>
            </a:r>
            <a:endParaRPr/>
          </a:p>
        </p:txBody>
      </p:sp>
      <p:pic>
        <p:nvPicPr>
          <p:cNvPr id="748" name="Google Shape;748;p31"/>
          <p:cNvPicPr preferRelativeResize="0"/>
          <p:nvPr>
            <p:ph idx="1" type="body"/>
          </p:nvPr>
        </p:nvPicPr>
        <p:blipFill rotWithShape="1">
          <a:blip r:embed="rId3">
            <a:alphaModFix/>
          </a:blip>
          <a:srcRect b="0" l="0" r="0" t="0"/>
          <a:stretch/>
        </p:blipFill>
        <p:spPr>
          <a:xfrm>
            <a:off x="1143000" y="1828800"/>
            <a:ext cx="6858000" cy="40386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2" name="Shape 752"/>
        <p:cNvGrpSpPr/>
        <p:nvPr/>
      </p:nvGrpSpPr>
      <p:grpSpPr>
        <a:xfrm>
          <a:off x="0" y="0"/>
          <a:ext cx="0" cy="0"/>
          <a:chOff x="0" y="0"/>
          <a:chExt cx="0" cy="0"/>
        </a:xfrm>
      </p:grpSpPr>
      <p:sp>
        <p:nvSpPr>
          <p:cNvPr id="753" name="Google Shape;753;p32"/>
          <p:cNvSpPr/>
          <p:nvPr/>
        </p:nvSpPr>
        <p:spPr>
          <a:xfrm>
            <a:off x="0" y="609600"/>
            <a:ext cx="9163050" cy="1143000"/>
          </a:xfrm>
          <a:prstGeom prst="rect">
            <a:avLst/>
          </a:prstGeom>
          <a:noFill/>
          <a:ln>
            <a:noFill/>
          </a:ln>
        </p:spPr>
        <p:txBody>
          <a:bodyPr anchorCtr="0" anchor="ctr" bIns="46025" lIns="92075" spcFirstLastPara="1" rIns="92075" wrap="square" tIns="46025">
            <a:noAutofit/>
          </a:bodyPr>
          <a:lstStyle/>
          <a:p>
            <a:pPr indent="0" lvl="0" marL="0" marR="0" rtl="0" algn="ctr">
              <a:lnSpc>
                <a:spcPct val="100000"/>
              </a:lnSpc>
              <a:spcBef>
                <a:spcPts val="0"/>
              </a:spcBef>
              <a:spcAft>
                <a:spcPts val="0"/>
              </a:spcAft>
              <a:buClr>
                <a:srgbClr val="000000"/>
              </a:buClr>
              <a:buSzPts val="4400"/>
              <a:buFont typeface="Arial"/>
              <a:buNone/>
            </a:pPr>
            <a:r>
              <a:rPr b="0" i="0" lang="en-US" sz="4400" u="none" cap="none" strike="noStrike">
                <a:solidFill>
                  <a:schemeClr val="dk2"/>
                </a:solidFill>
                <a:latin typeface="Times New Roman"/>
                <a:ea typeface="Times New Roman"/>
                <a:cs typeface="Times New Roman"/>
                <a:sym typeface="Times New Roman"/>
              </a:rPr>
              <a:t>Binary Tree Traversals</a:t>
            </a:r>
            <a:endParaRPr b="0" i="0" sz="1400" u="none" cap="none" strike="noStrike">
              <a:solidFill>
                <a:srgbClr val="000000"/>
              </a:solidFill>
              <a:latin typeface="Arial"/>
              <a:ea typeface="Arial"/>
              <a:cs typeface="Arial"/>
              <a:sym typeface="Arial"/>
            </a:endParaRPr>
          </a:p>
        </p:txBody>
      </p:sp>
      <p:sp>
        <p:nvSpPr>
          <p:cNvPr id="754" name="Google Shape;754;p32"/>
          <p:cNvSpPr/>
          <p:nvPr/>
        </p:nvSpPr>
        <p:spPr>
          <a:xfrm>
            <a:off x="895350" y="1943100"/>
            <a:ext cx="9163050" cy="4114800"/>
          </a:xfrm>
          <a:prstGeom prst="rect">
            <a:avLst/>
          </a:prstGeom>
          <a:noFill/>
          <a:ln>
            <a:noFill/>
          </a:ln>
        </p:spPr>
        <p:txBody>
          <a:bodyPr anchorCtr="0" anchor="t" bIns="46025" lIns="92075" spcFirstLastPara="1" rIns="92075" wrap="square" tIns="46025">
            <a:noAutofit/>
          </a:bodyPr>
          <a:lstStyle/>
          <a:p>
            <a:pPr indent="-342900" lvl="0" marL="342900" marR="0" rtl="0" algn="l">
              <a:lnSpc>
                <a:spcPct val="100000"/>
              </a:lnSpc>
              <a:spcBef>
                <a:spcPts val="0"/>
              </a:spcBef>
              <a:spcAft>
                <a:spcPts val="0"/>
              </a:spcAft>
              <a:buClr>
                <a:schemeClr val="accent1"/>
              </a:buClr>
              <a:buSzPts val="2240"/>
              <a:buFont typeface="Arial"/>
              <a:buChar char="●"/>
            </a:pPr>
            <a:r>
              <a:rPr b="0" i="0" lang="en-US" sz="3200" u="none" cap="none" strike="noStrike">
                <a:solidFill>
                  <a:schemeClr val="dk1"/>
                </a:solidFill>
                <a:latin typeface="Times New Roman"/>
                <a:ea typeface="Times New Roman"/>
                <a:cs typeface="Times New Roman"/>
                <a:sym typeface="Times New Roman"/>
              </a:rPr>
              <a:t>Let L, V, and R stand for moving left, visiting </a:t>
            </a:r>
            <a:br>
              <a:rPr b="0" i="0" lang="en-US" sz="3200" u="none" cap="none" strike="noStrike">
                <a:solidFill>
                  <a:schemeClr val="dk1"/>
                </a:solidFill>
                <a:latin typeface="Times New Roman"/>
                <a:ea typeface="Times New Roman"/>
                <a:cs typeface="Times New Roman"/>
                <a:sym typeface="Times New Roman"/>
              </a:rPr>
            </a:br>
            <a:r>
              <a:rPr b="0" i="0" lang="en-US" sz="3200" u="none" cap="none" strike="noStrike">
                <a:solidFill>
                  <a:schemeClr val="dk1"/>
                </a:solidFill>
                <a:latin typeface="Times New Roman"/>
                <a:ea typeface="Times New Roman"/>
                <a:cs typeface="Times New Roman"/>
                <a:sym typeface="Times New Roman"/>
              </a:rPr>
              <a:t>the node, and moving right.</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640"/>
              </a:spcBef>
              <a:spcAft>
                <a:spcPts val="0"/>
              </a:spcAft>
              <a:buClr>
                <a:schemeClr val="accent1"/>
              </a:buClr>
              <a:buSzPts val="2240"/>
              <a:buFont typeface="Arial"/>
              <a:buChar char="●"/>
            </a:pPr>
            <a:r>
              <a:rPr b="0" i="0" lang="en-US" sz="3200" u="none" cap="none" strike="noStrike">
                <a:solidFill>
                  <a:schemeClr val="dk1"/>
                </a:solidFill>
                <a:latin typeface="Times New Roman"/>
                <a:ea typeface="Times New Roman"/>
                <a:cs typeface="Times New Roman"/>
                <a:sym typeface="Times New Roman"/>
              </a:rPr>
              <a:t>There are six possible combinations of traversal</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560"/>
              </a:spcBef>
              <a:spcAft>
                <a:spcPts val="0"/>
              </a:spcAft>
              <a:buClr>
                <a:schemeClr val="dk1"/>
              </a:buClr>
              <a:buSzPts val="2800"/>
              <a:buFont typeface="Times New Roman"/>
              <a:buChar char="–"/>
            </a:pPr>
            <a:r>
              <a:rPr b="0" i="0" lang="en-US" sz="2800" u="none" cap="none" strike="noStrike">
                <a:solidFill>
                  <a:schemeClr val="dk1"/>
                </a:solidFill>
                <a:latin typeface="Times New Roman"/>
                <a:ea typeface="Times New Roman"/>
                <a:cs typeface="Times New Roman"/>
                <a:sym typeface="Times New Roman"/>
              </a:rPr>
              <a:t>LVR, LRV, VLR, VRL, RVL, RLV</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640"/>
              </a:spcBef>
              <a:spcAft>
                <a:spcPts val="0"/>
              </a:spcAft>
              <a:buClr>
                <a:schemeClr val="accent1"/>
              </a:buClr>
              <a:buSzPts val="2240"/>
              <a:buFont typeface="Arial"/>
              <a:buChar char="●"/>
            </a:pPr>
            <a:r>
              <a:rPr b="0" i="0" lang="en-US" sz="3200" u="none" cap="none" strike="noStrike">
                <a:solidFill>
                  <a:schemeClr val="dk1"/>
                </a:solidFill>
                <a:latin typeface="Times New Roman"/>
                <a:ea typeface="Times New Roman"/>
                <a:cs typeface="Times New Roman"/>
                <a:sym typeface="Times New Roman"/>
              </a:rPr>
              <a:t>Adopt convention that we traverse left before </a:t>
            </a:r>
            <a:br>
              <a:rPr b="0" i="0" lang="en-US" sz="3200" u="none" cap="none" strike="noStrike">
                <a:solidFill>
                  <a:schemeClr val="dk1"/>
                </a:solidFill>
                <a:latin typeface="Times New Roman"/>
                <a:ea typeface="Times New Roman"/>
                <a:cs typeface="Times New Roman"/>
                <a:sym typeface="Times New Roman"/>
              </a:rPr>
            </a:br>
            <a:r>
              <a:rPr b="0" i="0" lang="en-US" sz="3200" u="none" cap="none" strike="noStrike">
                <a:solidFill>
                  <a:schemeClr val="dk1"/>
                </a:solidFill>
                <a:latin typeface="Times New Roman"/>
                <a:ea typeface="Times New Roman"/>
                <a:cs typeface="Times New Roman"/>
                <a:sym typeface="Times New Roman"/>
              </a:rPr>
              <a:t>right, only 3 traversals remain</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560"/>
              </a:spcBef>
              <a:spcAft>
                <a:spcPts val="0"/>
              </a:spcAft>
              <a:buClr>
                <a:schemeClr val="dk1"/>
              </a:buClr>
              <a:buSzPts val="2800"/>
              <a:buFont typeface="Times New Roman"/>
              <a:buChar char="–"/>
            </a:pPr>
            <a:r>
              <a:rPr b="0" i="0" lang="en-US" sz="2800" u="none" cap="none" strike="noStrike">
                <a:solidFill>
                  <a:schemeClr val="dk1"/>
                </a:solidFill>
                <a:latin typeface="Times New Roman"/>
                <a:ea typeface="Times New Roman"/>
                <a:cs typeface="Times New Roman"/>
                <a:sym typeface="Times New Roman"/>
              </a:rPr>
              <a:t>LVR, LRV, VLR</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560"/>
              </a:spcBef>
              <a:spcAft>
                <a:spcPts val="0"/>
              </a:spcAft>
              <a:buClr>
                <a:schemeClr val="dk1"/>
              </a:buClr>
              <a:buSzPts val="2800"/>
              <a:buFont typeface="Times New Roman"/>
              <a:buChar char="–"/>
            </a:pPr>
            <a:r>
              <a:rPr b="0" i="0" lang="en-US" sz="2800" u="none" cap="none" strike="noStrike">
                <a:solidFill>
                  <a:schemeClr val="dk1"/>
                </a:solidFill>
                <a:latin typeface="Times New Roman"/>
                <a:ea typeface="Times New Roman"/>
                <a:cs typeface="Times New Roman"/>
                <a:sym typeface="Times New Roman"/>
              </a:rPr>
              <a:t>inorder, postorder, preorder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8" name="Shape 758"/>
        <p:cNvGrpSpPr/>
        <p:nvPr/>
      </p:nvGrpSpPr>
      <p:grpSpPr>
        <a:xfrm>
          <a:off x="0" y="0"/>
          <a:ext cx="0" cy="0"/>
          <a:chOff x="0" y="0"/>
          <a:chExt cx="0" cy="0"/>
        </a:xfrm>
      </p:grpSpPr>
      <p:sp>
        <p:nvSpPr>
          <p:cNvPr id="759" name="Google Shape;759;p33"/>
          <p:cNvSpPr/>
          <p:nvPr/>
        </p:nvSpPr>
        <p:spPr>
          <a:xfrm>
            <a:off x="342900" y="488950"/>
            <a:ext cx="9163050" cy="1143000"/>
          </a:xfrm>
          <a:prstGeom prst="rect">
            <a:avLst/>
          </a:prstGeom>
          <a:noFill/>
          <a:ln>
            <a:noFill/>
          </a:ln>
        </p:spPr>
        <p:txBody>
          <a:bodyPr anchorCtr="0" anchor="ctr" bIns="46025" lIns="92075" spcFirstLastPara="1" rIns="92075" wrap="square" tIns="46025">
            <a:noAutofit/>
          </a:bodyPr>
          <a:lstStyle/>
          <a:p>
            <a:pPr indent="0" lvl="0" marL="0" marR="0" rtl="0" algn="ctr">
              <a:lnSpc>
                <a:spcPct val="100000"/>
              </a:lnSpc>
              <a:spcBef>
                <a:spcPts val="0"/>
              </a:spcBef>
              <a:spcAft>
                <a:spcPts val="0"/>
              </a:spcAft>
              <a:buClr>
                <a:srgbClr val="000000"/>
              </a:buClr>
              <a:buSzPts val="4400"/>
              <a:buFont typeface="Arial"/>
              <a:buNone/>
            </a:pPr>
            <a:r>
              <a:rPr b="0" i="0" lang="en-US" sz="4400" u="none" cap="none" strike="noStrike">
                <a:solidFill>
                  <a:schemeClr val="dk2"/>
                </a:solidFill>
                <a:latin typeface="Times New Roman"/>
                <a:ea typeface="Times New Roman"/>
                <a:cs typeface="Times New Roman"/>
                <a:sym typeface="Times New Roman"/>
              </a:rPr>
              <a:t>Arithmetic Expression Using BT</a:t>
            </a:r>
            <a:endParaRPr b="0" i="0" sz="1400" u="none" cap="none" strike="noStrike">
              <a:solidFill>
                <a:srgbClr val="000000"/>
              </a:solidFill>
              <a:latin typeface="Arial"/>
              <a:ea typeface="Arial"/>
              <a:cs typeface="Arial"/>
              <a:sym typeface="Arial"/>
            </a:endParaRPr>
          </a:p>
        </p:txBody>
      </p:sp>
      <p:grpSp>
        <p:nvGrpSpPr>
          <p:cNvPr id="760" name="Google Shape;760;p33"/>
          <p:cNvGrpSpPr/>
          <p:nvPr/>
        </p:nvGrpSpPr>
        <p:grpSpPr>
          <a:xfrm>
            <a:off x="4375150" y="1768475"/>
            <a:ext cx="571500" cy="569913"/>
            <a:chOff x="2664" y="1090"/>
            <a:chExt cx="360" cy="359"/>
          </a:xfrm>
        </p:grpSpPr>
        <p:sp>
          <p:nvSpPr>
            <p:cNvPr id="761" name="Google Shape;761;p33"/>
            <p:cNvSpPr/>
            <p:nvPr/>
          </p:nvSpPr>
          <p:spPr>
            <a:xfrm>
              <a:off x="2664" y="1090"/>
              <a:ext cx="360" cy="359"/>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762" name="Google Shape;762;p33"/>
            <p:cNvSpPr/>
            <p:nvPr/>
          </p:nvSpPr>
          <p:spPr>
            <a:xfrm>
              <a:off x="2733" y="1143"/>
              <a:ext cx="224" cy="288"/>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p:txBody>
        </p:sp>
      </p:grpSp>
      <p:grpSp>
        <p:nvGrpSpPr>
          <p:cNvPr id="763" name="Google Shape;763;p33"/>
          <p:cNvGrpSpPr/>
          <p:nvPr/>
        </p:nvGrpSpPr>
        <p:grpSpPr>
          <a:xfrm>
            <a:off x="3763963" y="2671763"/>
            <a:ext cx="571500" cy="569912"/>
            <a:chOff x="2279" y="1659"/>
            <a:chExt cx="360" cy="359"/>
          </a:xfrm>
        </p:grpSpPr>
        <p:sp>
          <p:nvSpPr>
            <p:cNvPr id="764" name="Google Shape;764;p33"/>
            <p:cNvSpPr/>
            <p:nvPr/>
          </p:nvSpPr>
          <p:spPr>
            <a:xfrm>
              <a:off x="2279" y="1659"/>
              <a:ext cx="360" cy="359"/>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765" name="Google Shape;765;p33"/>
            <p:cNvSpPr/>
            <p:nvPr/>
          </p:nvSpPr>
          <p:spPr>
            <a:xfrm>
              <a:off x="2348" y="1712"/>
              <a:ext cx="212" cy="288"/>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p:txBody>
        </p:sp>
      </p:grpSp>
      <p:cxnSp>
        <p:nvCxnSpPr>
          <p:cNvPr id="766" name="Google Shape;766;p33"/>
          <p:cNvCxnSpPr/>
          <p:nvPr/>
        </p:nvCxnSpPr>
        <p:spPr>
          <a:xfrm flipH="1">
            <a:off x="4146550" y="2327275"/>
            <a:ext cx="341313" cy="357188"/>
          </a:xfrm>
          <a:prstGeom prst="straightConnector1">
            <a:avLst/>
          </a:prstGeom>
          <a:noFill/>
          <a:ln cap="flat" cmpd="sng" w="12700">
            <a:solidFill>
              <a:schemeClr val="dk1"/>
            </a:solidFill>
            <a:prstDash val="solid"/>
            <a:round/>
            <a:headEnd len="sm" w="sm" type="none"/>
            <a:tailEnd len="sm" w="sm" type="none"/>
          </a:ln>
        </p:spPr>
      </p:cxnSp>
      <p:grpSp>
        <p:nvGrpSpPr>
          <p:cNvPr id="767" name="Google Shape;767;p33"/>
          <p:cNvGrpSpPr/>
          <p:nvPr/>
        </p:nvGrpSpPr>
        <p:grpSpPr>
          <a:xfrm>
            <a:off x="1755775" y="5373688"/>
            <a:ext cx="571500" cy="569912"/>
            <a:chOff x="1014" y="3361"/>
            <a:chExt cx="360" cy="359"/>
          </a:xfrm>
        </p:grpSpPr>
        <p:sp>
          <p:nvSpPr>
            <p:cNvPr id="768" name="Google Shape;768;p33"/>
            <p:cNvSpPr/>
            <p:nvPr/>
          </p:nvSpPr>
          <p:spPr>
            <a:xfrm>
              <a:off x="1014" y="3361"/>
              <a:ext cx="360" cy="359"/>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769" name="Google Shape;769;p33"/>
            <p:cNvSpPr/>
            <p:nvPr/>
          </p:nvSpPr>
          <p:spPr>
            <a:xfrm>
              <a:off x="1083" y="3414"/>
              <a:ext cx="255" cy="288"/>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A</a:t>
              </a:r>
              <a:endParaRPr b="0" i="0" sz="1400" u="none" cap="none" strike="noStrike">
                <a:solidFill>
                  <a:srgbClr val="000000"/>
                </a:solidFill>
                <a:latin typeface="Arial"/>
                <a:ea typeface="Arial"/>
                <a:cs typeface="Arial"/>
                <a:sym typeface="Arial"/>
              </a:endParaRPr>
            </a:p>
          </p:txBody>
        </p:sp>
      </p:grpSp>
      <p:cxnSp>
        <p:nvCxnSpPr>
          <p:cNvPr id="770" name="Google Shape;770;p33"/>
          <p:cNvCxnSpPr/>
          <p:nvPr/>
        </p:nvCxnSpPr>
        <p:spPr>
          <a:xfrm flipH="1">
            <a:off x="2071688" y="5027613"/>
            <a:ext cx="439737" cy="342900"/>
          </a:xfrm>
          <a:prstGeom prst="straightConnector1">
            <a:avLst/>
          </a:prstGeom>
          <a:noFill/>
          <a:ln cap="flat" cmpd="sng" w="12700">
            <a:solidFill>
              <a:schemeClr val="dk1"/>
            </a:solidFill>
            <a:prstDash val="solid"/>
            <a:round/>
            <a:headEnd len="sm" w="sm" type="none"/>
            <a:tailEnd len="sm" w="sm" type="none"/>
          </a:ln>
        </p:spPr>
      </p:cxnSp>
      <p:grpSp>
        <p:nvGrpSpPr>
          <p:cNvPr id="771" name="Google Shape;771;p33"/>
          <p:cNvGrpSpPr/>
          <p:nvPr/>
        </p:nvGrpSpPr>
        <p:grpSpPr>
          <a:xfrm>
            <a:off x="3079750" y="3586163"/>
            <a:ext cx="571500" cy="569912"/>
            <a:chOff x="1848" y="2235"/>
            <a:chExt cx="360" cy="359"/>
          </a:xfrm>
        </p:grpSpPr>
        <p:sp>
          <p:nvSpPr>
            <p:cNvPr id="772" name="Google Shape;772;p33"/>
            <p:cNvSpPr/>
            <p:nvPr/>
          </p:nvSpPr>
          <p:spPr>
            <a:xfrm>
              <a:off x="1848" y="2235"/>
              <a:ext cx="360" cy="359"/>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773" name="Google Shape;773;p33"/>
            <p:cNvSpPr/>
            <p:nvPr/>
          </p:nvSpPr>
          <p:spPr>
            <a:xfrm>
              <a:off x="1917" y="2288"/>
              <a:ext cx="212" cy="288"/>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p:txBody>
        </p:sp>
      </p:grpSp>
      <p:grpSp>
        <p:nvGrpSpPr>
          <p:cNvPr id="774" name="Google Shape;774;p33"/>
          <p:cNvGrpSpPr/>
          <p:nvPr/>
        </p:nvGrpSpPr>
        <p:grpSpPr>
          <a:xfrm>
            <a:off x="2400300" y="4502150"/>
            <a:ext cx="571500" cy="569913"/>
            <a:chOff x="1420" y="2812"/>
            <a:chExt cx="360" cy="359"/>
          </a:xfrm>
        </p:grpSpPr>
        <p:sp>
          <p:nvSpPr>
            <p:cNvPr id="775" name="Google Shape;775;p33"/>
            <p:cNvSpPr/>
            <p:nvPr/>
          </p:nvSpPr>
          <p:spPr>
            <a:xfrm>
              <a:off x="1420" y="2812"/>
              <a:ext cx="360" cy="359"/>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776" name="Google Shape;776;p33"/>
            <p:cNvSpPr/>
            <p:nvPr/>
          </p:nvSpPr>
          <p:spPr>
            <a:xfrm>
              <a:off x="1489" y="2865"/>
              <a:ext cx="169" cy="288"/>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p:txBody>
        </p:sp>
      </p:grpSp>
      <p:cxnSp>
        <p:nvCxnSpPr>
          <p:cNvPr id="777" name="Google Shape;777;p33"/>
          <p:cNvCxnSpPr/>
          <p:nvPr/>
        </p:nvCxnSpPr>
        <p:spPr>
          <a:xfrm flipH="1">
            <a:off x="3363913" y="3211513"/>
            <a:ext cx="492125" cy="357187"/>
          </a:xfrm>
          <a:prstGeom prst="straightConnector1">
            <a:avLst/>
          </a:prstGeom>
          <a:noFill/>
          <a:ln cap="flat" cmpd="sng" w="12700">
            <a:solidFill>
              <a:schemeClr val="dk1"/>
            </a:solidFill>
            <a:prstDash val="solid"/>
            <a:round/>
            <a:headEnd len="sm" w="sm" type="none"/>
            <a:tailEnd len="sm" w="sm" type="none"/>
          </a:ln>
        </p:spPr>
      </p:cxnSp>
      <p:cxnSp>
        <p:nvCxnSpPr>
          <p:cNvPr id="778" name="Google Shape;778;p33"/>
          <p:cNvCxnSpPr/>
          <p:nvPr/>
        </p:nvCxnSpPr>
        <p:spPr>
          <a:xfrm flipH="1">
            <a:off x="2684463" y="4125913"/>
            <a:ext cx="490537" cy="377825"/>
          </a:xfrm>
          <a:prstGeom prst="straightConnector1">
            <a:avLst/>
          </a:prstGeom>
          <a:noFill/>
          <a:ln cap="flat" cmpd="sng" w="12700">
            <a:solidFill>
              <a:schemeClr val="dk1"/>
            </a:solidFill>
            <a:prstDash val="solid"/>
            <a:round/>
            <a:headEnd len="sm" w="sm" type="none"/>
            <a:tailEnd len="sm" w="sm" type="none"/>
          </a:ln>
        </p:spPr>
      </p:cxnSp>
      <p:grpSp>
        <p:nvGrpSpPr>
          <p:cNvPr id="779" name="Google Shape;779;p33"/>
          <p:cNvGrpSpPr/>
          <p:nvPr/>
        </p:nvGrpSpPr>
        <p:grpSpPr>
          <a:xfrm>
            <a:off x="5038725" y="2686050"/>
            <a:ext cx="571500" cy="569913"/>
            <a:chOff x="3082" y="1668"/>
            <a:chExt cx="360" cy="359"/>
          </a:xfrm>
        </p:grpSpPr>
        <p:sp>
          <p:nvSpPr>
            <p:cNvPr id="780" name="Google Shape;780;p33"/>
            <p:cNvSpPr/>
            <p:nvPr/>
          </p:nvSpPr>
          <p:spPr>
            <a:xfrm>
              <a:off x="3082" y="1668"/>
              <a:ext cx="360" cy="359"/>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781" name="Google Shape;781;p33"/>
            <p:cNvSpPr/>
            <p:nvPr/>
          </p:nvSpPr>
          <p:spPr>
            <a:xfrm>
              <a:off x="3151" y="1721"/>
              <a:ext cx="233" cy="288"/>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E</a:t>
              </a:r>
              <a:endParaRPr b="0" i="0" sz="1400" u="none" cap="none" strike="noStrike">
                <a:solidFill>
                  <a:srgbClr val="000000"/>
                </a:solidFill>
                <a:latin typeface="Arial"/>
                <a:ea typeface="Arial"/>
                <a:cs typeface="Arial"/>
                <a:sym typeface="Arial"/>
              </a:endParaRPr>
            </a:p>
          </p:txBody>
        </p:sp>
      </p:grpSp>
      <p:grpSp>
        <p:nvGrpSpPr>
          <p:cNvPr id="782" name="Google Shape;782;p33"/>
          <p:cNvGrpSpPr/>
          <p:nvPr/>
        </p:nvGrpSpPr>
        <p:grpSpPr>
          <a:xfrm>
            <a:off x="4375150" y="3587750"/>
            <a:ext cx="571500" cy="569913"/>
            <a:chOff x="2664" y="2236"/>
            <a:chExt cx="360" cy="359"/>
          </a:xfrm>
        </p:grpSpPr>
        <p:sp>
          <p:nvSpPr>
            <p:cNvPr id="783" name="Google Shape;783;p33"/>
            <p:cNvSpPr/>
            <p:nvPr/>
          </p:nvSpPr>
          <p:spPr>
            <a:xfrm>
              <a:off x="2664" y="2236"/>
              <a:ext cx="360" cy="359"/>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784" name="Google Shape;784;p33"/>
            <p:cNvSpPr/>
            <p:nvPr/>
          </p:nvSpPr>
          <p:spPr>
            <a:xfrm>
              <a:off x="2733" y="2289"/>
              <a:ext cx="255" cy="288"/>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D</a:t>
              </a:r>
              <a:endParaRPr b="0" i="0" sz="1400" u="none" cap="none" strike="noStrike">
                <a:solidFill>
                  <a:srgbClr val="000000"/>
                </a:solidFill>
                <a:latin typeface="Arial"/>
                <a:ea typeface="Arial"/>
                <a:cs typeface="Arial"/>
                <a:sym typeface="Arial"/>
              </a:endParaRPr>
            </a:p>
          </p:txBody>
        </p:sp>
      </p:grpSp>
      <p:grpSp>
        <p:nvGrpSpPr>
          <p:cNvPr id="785" name="Google Shape;785;p33"/>
          <p:cNvGrpSpPr/>
          <p:nvPr/>
        </p:nvGrpSpPr>
        <p:grpSpPr>
          <a:xfrm>
            <a:off x="3746500" y="4471988"/>
            <a:ext cx="571500" cy="569912"/>
            <a:chOff x="2268" y="2793"/>
            <a:chExt cx="360" cy="359"/>
          </a:xfrm>
        </p:grpSpPr>
        <p:sp>
          <p:nvSpPr>
            <p:cNvPr id="786" name="Google Shape;786;p33"/>
            <p:cNvSpPr/>
            <p:nvPr/>
          </p:nvSpPr>
          <p:spPr>
            <a:xfrm>
              <a:off x="2268" y="2793"/>
              <a:ext cx="360" cy="359"/>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787" name="Google Shape;787;p33"/>
            <p:cNvSpPr/>
            <p:nvPr/>
          </p:nvSpPr>
          <p:spPr>
            <a:xfrm>
              <a:off x="2337" y="2846"/>
              <a:ext cx="244" cy="288"/>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C</a:t>
              </a:r>
              <a:endParaRPr b="0" i="0" sz="1400" u="none" cap="none" strike="noStrike">
                <a:solidFill>
                  <a:srgbClr val="000000"/>
                </a:solidFill>
                <a:latin typeface="Arial"/>
                <a:ea typeface="Arial"/>
                <a:cs typeface="Arial"/>
                <a:sym typeface="Arial"/>
              </a:endParaRPr>
            </a:p>
          </p:txBody>
        </p:sp>
      </p:grpSp>
      <p:cxnSp>
        <p:nvCxnSpPr>
          <p:cNvPr id="788" name="Google Shape;788;p33"/>
          <p:cNvCxnSpPr/>
          <p:nvPr/>
        </p:nvCxnSpPr>
        <p:spPr>
          <a:xfrm>
            <a:off x="4845050" y="2309813"/>
            <a:ext cx="441325" cy="357187"/>
          </a:xfrm>
          <a:prstGeom prst="straightConnector1">
            <a:avLst/>
          </a:prstGeom>
          <a:noFill/>
          <a:ln cap="flat" cmpd="sng" w="12700">
            <a:solidFill>
              <a:schemeClr val="dk1"/>
            </a:solidFill>
            <a:prstDash val="solid"/>
            <a:round/>
            <a:headEnd len="sm" w="sm" type="none"/>
            <a:tailEnd len="sm" w="sm" type="none"/>
          </a:ln>
        </p:spPr>
      </p:cxnSp>
      <p:cxnSp>
        <p:nvCxnSpPr>
          <p:cNvPr id="789" name="Google Shape;789;p33"/>
          <p:cNvCxnSpPr/>
          <p:nvPr/>
        </p:nvCxnSpPr>
        <p:spPr>
          <a:xfrm>
            <a:off x="4181475" y="3228975"/>
            <a:ext cx="458788" cy="357188"/>
          </a:xfrm>
          <a:prstGeom prst="straightConnector1">
            <a:avLst/>
          </a:prstGeom>
          <a:noFill/>
          <a:ln cap="flat" cmpd="sng" w="12700">
            <a:solidFill>
              <a:schemeClr val="dk1"/>
            </a:solidFill>
            <a:prstDash val="solid"/>
            <a:round/>
            <a:headEnd len="sm" w="sm" type="none"/>
            <a:tailEnd len="sm" w="sm" type="none"/>
          </a:ln>
        </p:spPr>
      </p:cxnSp>
      <p:cxnSp>
        <p:nvCxnSpPr>
          <p:cNvPr id="790" name="Google Shape;790;p33"/>
          <p:cNvCxnSpPr/>
          <p:nvPr/>
        </p:nvCxnSpPr>
        <p:spPr>
          <a:xfrm>
            <a:off x="3586163" y="4078288"/>
            <a:ext cx="390525" cy="374650"/>
          </a:xfrm>
          <a:prstGeom prst="straightConnector1">
            <a:avLst/>
          </a:prstGeom>
          <a:noFill/>
          <a:ln cap="flat" cmpd="sng" w="12700">
            <a:solidFill>
              <a:schemeClr val="dk1"/>
            </a:solidFill>
            <a:prstDash val="solid"/>
            <a:round/>
            <a:headEnd len="sm" w="sm" type="none"/>
            <a:tailEnd len="sm" w="sm" type="none"/>
          </a:ln>
        </p:spPr>
      </p:cxnSp>
      <p:grpSp>
        <p:nvGrpSpPr>
          <p:cNvPr id="791" name="Google Shape;791;p33"/>
          <p:cNvGrpSpPr/>
          <p:nvPr/>
        </p:nvGrpSpPr>
        <p:grpSpPr>
          <a:xfrm>
            <a:off x="3032125" y="5372100"/>
            <a:ext cx="571500" cy="569913"/>
            <a:chOff x="1818" y="3360"/>
            <a:chExt cx="360" cy="359"/>
          </a:xfrm>
        </p:grpSpPr>
        <p:sp>
          <p:nvSpPr>
            <p:cNvPr id="792" name="Google Shape;792;p33"/>
            <p:cNvSpPr/>
            <p:nvPr/>
          </p:nvSpPr>
          <p:spPr>
            <a:xfrm>
              <a:off x="1818" y="3360"/>
              <a:ext cx="360" cy="359"/>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793" name="Google Shape;793;p33"/>
            <p:cNvSpPr/>
            <p:nvPr/>
          </p:nvSpPr>
          <p:spPr>
            <a:xfrm>
              <a:off x="1887" y="3413"/>
              <a:ext cx="244" cy="288"/>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B</a:t>
              </a:r>
              <a:endParaRPr b="0" i="0" sz="1400" u="none" cap="none" strike="noStrike">
                <a:solidFill>
                  <a:srgbClr val="000000"/>
                </a:solidFill>
                <a:latin typeface="Arial"/>
                <a:ea typeface="Arial"/>
                <a:cs typeface="Arial"/>
                <a:sym typeface="Arial"/>
              </a:endParaRPr>
            </a:p>
          </p:txBody>
        </p:sp>
      </p:grpSp>
      <p:cxnSp>
        <p:nvCxnSpPr>
          <p:cNvPr id="794" name="Google Shape;794;p33"/>
          <p:cNvCxnSpPr/>
          <p:nvPr/>
        </p:nvCxnSpPr>
        <p:spPr>
          <a:xfrm>
            <a:off x="2836863" y="5030788"/>
            <a:ext cx="425450" cy="322262"/>
          </a:xfrm>
          <a:prstGeom prst="straightConnector1">
            <a:avLst/>
          </a:prstGeom>
          <a:noFill/>
          <a:ln cap="flat" cmpd="sng" w="12700">
            <a:solidFill>
              <a:schemeClr val="dk1"/>
            </a:solidFill>
            <a:prstDash val="solid"/>
            <a:round/>
            <a:headEnd len="sm" w="sm" type="none"/>
            <a:tailEnd len="sm" w="sm" type="none"/>
          </a:ln>
        </p:spPr>
      </p:cxnSp>
      <p:sp>
        <p:nvSpPr>
          <p:cNvPr id="795" name="Google Shape;795;p33"/>
          <p:cNvSpPr/>
          <p:nvPr/>
        </p:nvSpPr>
        <p:spPr>
          <a:xfrm>
            <a:off x="1516063" y="6296025"/>
            <a:ext cx="412750" cy="207963"/>
          </a:xfrm>
          <a:prstGeom prst="rect">
            <a:avLst/>
          </a:prstGeom>
          <a:solidFill>
            <a:schemeClr val="accen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796" name="Google Shape;796;p33"/>
          <p:cNvSpPr/>
          <p:nvPr/>
        </p:nvSpPr>
        <p:spPr>
          <a:xfrm>
            <a:off x="2109788" y="6296025"/>
            <a:ext cx="412750" cy="207963"/>
          </a:xfrm>
          <a:prstGeom prst="rect">
            <a:avLst/>
          </a:prstGeom>
          <a:solidFill>
            <a:schemeClr val="accen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cxnSp>
        <p:nvCxnSpPr>
          <p:cNvPr id="797" name="Google Shape;797;p33"/>
          <p:cNvCxnSpPr/>
          <p:nvPr/>
        </p:nvCxnSpPr>
        <p:spPr>
          <a:xfrm flipH="1">
            <a:off x="1714500" y="5949950"/>
            <a:ext cx="185738" cy="339725"/>
          </a:xfrm>
          <a:prstGeom prst="straightConnector1">
            <a:avLst/>
          </a:prstGeom>
          <a:noFill/>
          <a:ln cap="flat" cmpd="sng" w="12700">
            <a:solidFill>
              <a:schemeClr val="dk1"/>
            </a:solidFill>
            <a:prstDash val="solid"/>
            <a:round/>
            <a:headEnd len="sm" w="sm" type="none"/>
            <a:tailEnd len="sm" w="sm" type="none"/>
          </a:ln>
        </p:spPr>
      </p:cxnSp>
      <p:cxnSp>
        <p:nvCxnSpPr>
          <p:cNvPr id="798" name="Google Shape;798;p33"/>
          <p:cNvCxnSpPr/>
          <p:nvPr/>
        </p:nvCxnSpPr>
        <p:spPr>
          <a:xfrm>
            <a:off x="2155825" y="5932488"/>
            <a:ext cx="169863" cy="357187"/>
          </a:xfrm>
          <a:prstGeom prst="straightConnector1">
            <a:avLst/>
          </a:prstGeom>
          <a:noFill/>
          <a:ln cap="flat" cmpd="sng" w="12700">
            <a:solidFill>
              <a:schemeClr val="dk1"/>
            </a:solidFill>
            <a:prstDash val="solid"/>
            <a:round/>
            <a:headEnd len="sm" w="sm" type="none"/>
            <a:tailEnd len="sm" w="sm" type="none"/>
          </a:ln>
        </p:spPr>
      </p:cxnSp>
      <p:sp>
        <p:nvSpPr>
          <p:cNvPr id="799" name="Google Shape;799;p33"/>
          <p:cNvSpPr/>
          <p:nvPr/>
        </p:nvSpPr>
        <p:spPr>
          <a:xfrm>
            <a:off x="2808288" y="6313488"/>
            <a:ext cx="412750" cy="207962"/>
          </a:xfrm>
          <a:prstGeom prst="rect">
            <a:avLst/>
          </a:prstGeom>
          <a:solidFill>
            <a:schemeClr val="accen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800" name="Google Shape;800;p33"/>
          <p:cNvSpPr/>
          <p:nvPr/>
        </p:nvSpPr>
        <p:spPr>
          <a:xfrm>
            <a:off x="3402013" y="6313488"/>
            <a:ext cx="412750" cy="207962"/>
          </a:xfrm>
          <a:prstGeom prst="rect">
            <a:avLst/>
          </a:prstGeom>
          <a:solidFill>
            <a:schemeClr val="accen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cxnSp>
        <p:nvCxnSpPr>
          <p:cNvPr id="801" name="Google Shape;801;p33"/>
          <p:cNvCxnSpPr/>
          <p:nvPr/>
        </p:nvCxnSpPr>
        <p:spPr>
          <a:xfrm flipH="1">
            <a:off x="3006725" y="5967413"/>
            <a:ext cx="185738" cy="339725"/>
          </a:xfrm>
          <a:prstGeom prst="straightConnector1">
            <a:avLst/>
          </a:prstGeom>
          <a:noFill/>
          <a:ln cap="flat" cmpd="sng" w="12700">
            <a:solidFill>
              <a:schemeClr val="dk1"/>
            </a:solidFill>
            <a:prstDash val="solid"/>
            <a:round/>
            <a:headEnd len="sm" w="sm" type="none"/>
            <a:tailEnd len="sm" w="sm" type="none"/>
          </a:ln>
        </p:spPr>
      </p:cxnSp>
      <p:cxnSp>
        <p:nvCxnSpPr>
          <p:cNvPr id="802" name="Google Shape;802;p33"/>
          <p:cNvCxnSpPr/>
          <p:nvPr/>
        </p:nvCxnSpPr>
        <p:spPr>
          <a:xfrm>
            <a:off x="3448050" y="5949950"/>
            <a:ext cx="169863" cy="357188"/>
          </a:xfrm>
          <a:prstGeom prst="straightConnector1">
            <a:avLst/>
          </a:prstGeom>
          <a:noFill/>
          <a:ln cap="flat" cmpd="sng" w="12700">
            <a:solidFill>
              <a:schemeClr val="dk1"/>
            </a:solidFill>
            <a:prstDash val="solid"/>
            <a:round/>
            <a:headEnd len="sm" w="sm" type="none"/>
            <a:tailEnd len="sm" w="sm" type="none"/>
          </a:ln>
        </p:spPr>
      </p:cxnSp>
      <p:sp>
        <p:nvSpPr>
          <p:cNvPr id="803" name="Google Shape;803;p33"/>
          <p:cNvSpPr/>
          <p:nvPr/>
        </p:nvSpPr>
        <p:spPr>
          <a:xfrm>
            <a:off x="3522663" y="5189538"/>
            <a:ext cx="412750" cy="207962"/>
          </a:xfrm>
          <a:prstGeom prst="rect">
            <a:avLst/>
          </a:prstGeom>
          <a:solidFill>
            <a:schemeClr val="accen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804" name="Google Shape;804;p33"/>
          <p:cNvSpPr/>
          <p:nvPr/>
        </p:nvSpPr>
        <p:spPr>
          <a:xfrm>
            <a:off x="4116388" y="5189538"/>
            <a:ext cx="412750" cy="207962"/>
          </a:xfrm>
          <a:prstGeom prst="rect">
            <a:avLst/>
          </a:prstGeom>
          <a:solidFill>
            <a:schemeClr val="accen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cxnSp>
        <p:nvCxnSpPr>
          <p:cNvPr id="805" name="Google Shape;805;p33"/>
          <p:cNvCxnSpPr/>
          <p:nvPr/>
        </p:nvCxnSpPr>
        <p:spPr>
          <a:xfrm flipH="1">
            <a:off x="3721100" y="5048250"/>
            <a:ext cx="238125" cy="134938"/>
          </a:xfrm>
          <a:prstGeom prst="straightConnector1">
            <a:avLst/>
          </a:prstGeom>
          <a:noFill/>
          <a:ln cap="flat" cmpd="sng" w="12700">
            <a:solidFill>
              <a:schemeClr val="dk1"/>
            </a:solidFill>
            <a:prstDash val="solid"/>
            <a:round/>
            <a:headEnd len="sm" w="sm" type="none"/>
            <a:tailEnd len="sm" w="sm" type="none"/>
          </a:ln>
        </p:spPr>
      </p:cxnSp>
      <p:cxnSp>
        <p:nvCxnSpPr>
          <p:cNvPr id="806" name="Google Shape;806;p33"/>
          <p:cNvCxnSpPr/>
          <p:nvPr/>
        </p:nvCxnSpPr>
        <p:spPr>
          <a:xfrm>
            <a:off x="4129088" y="5030788"/>
            <a:ext cx="203200" cy="152400"/>
          </a:xfrm>
          <a:prstGeom prst="straightConnector1">
            <a:avLst/>
          </a:prstGeom>
          <a:noFill/>
          <a:ln cap="flat" cmpd="sng" w="12700">
            <a:solidFill>
              <a:schemeClr val="dk1"/>
            </a:solidFill>
            <a:prstDash val="solid"/>
            <a:round/>
            <a:headEnd len="sm" w="sm" type="none"/>
            <a:tailEnd len="sm" w="sm" type="none"/>
          </a:ln>
        </p:spPr>
      </p:cxnSp>
      <p:sp>
        <p:nvSpPr>
          <p:cNvPr id="807" name="Google Shape;807;p33"/>
          <p:cNvSpPr/>
          <p:nvPr/>
        </p:nvSpPr>
        <p:spPr>
          <a:xfrm>
            <a:off x="4217988" y="4287838"/>
            <a:ext cx="412750" cy="207962"/>
          </a:xfrm>
          <a:prstGeom prst="rect">
            <a:avLst/>
          </a:prstGeom>
          <a:solidFill>
            <a:schemeClr val="accen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808" name="Google Shape;808;p33"/>
          <p:cNvSpPr/>
          <p:nvPr/>
        </p:nvSpPr>
        <p:spPr>
          <a:xfrm>
            <a:off x="4760913" y="4287838"/>
            <a:ext cx="412750" cy="207962"/>
          </a:xfrm>
          <a:prstGeom prst="rect">
            <a:avLst/>
          </a:prstGeom>
          <a:solidFill>
            <a:schemeClr val="accen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cxnSp>
        <p:nvCxnSpPr>
          <p:cNvPr id="809" name="Google Shape;809;p33"/>
          <p:cNvCxnSpPr/>
          <p:nvPr/>
        </p:nvCxnSpPr>
        <p:spPr>
          <a:xfrm flipH="1">
            <a:off x="4349750" y="4146550"/>
            <a:ext cx="238125" cy="134938"/>
          </a:xfrm>
          <a:prstGeom prst="straightConnector1">
            <a:avLst/>
          </a:prstGeom>
          <a:noFill/>
          <a:ln cap="flat" cmpd="sng" w="12700">
            <a:solidFill>
              <a:schemeClr val="dk1"/>
            </a:solidFill>
            <a:prstDash val="solid"/>
            <a:round/>
            <a:headEnd len="sm" w="sm" type="none"/>
            <a:tailEnd len="sm" w="sm" type="none"/>
          </a:ln>
        </p:spPr>
      </p:cxnSp>
      <p:cxnSp>
        <p:nvCxnSpPr>
          <p:cNvPr id="810" name="Google Shape;810;p33"/>
          <p:cNvCxnSpPr/>
          <p:nvPr/>
        </p:nvCxnSpPr>
        <p:spPr>
          <a:xfrm>
            <a:off x="4791075" y="4146550"/>
            <a:ext cx="203200" cy="152400"/>
          </a:xfrm>
          <a:prstGeom prst="straightConnector1">
            <a:avLst/>
          </a:prstGeom>
          <a:noFill/>
          <a:ln cap="flat" cmpd="sng" w="12700">
            <a:solidFill>
              <a:schemeClr val="dk1"/>
            </a:solidFill>
            <a:prstDash val="solid"/>
            <a:round/>
            <a:headEnd len="sm" w="sm" type="none"/>
            <a:tailEnd len="sm" w="sm" type="none"/>
          </a:ln>
        </p:spPr>
      </p:cxnSp>
      <p:sp>
        <p:nvSpPr>
          <p:cNvPr id="811" name="Google Shape;811;p33"/>
          <p:cNvSpPr/>
          <p:nvPr/>
        </p:nvSpPr>
        <p:spPr>
          <a:xfrm>
            <a:off x="4848225" y="3403600"/>
            <a:ext cx="412750" cy="207963"/>
          </a:xfrm>
          <a:prstGeom prst="rect">
            <a:avLst/>
          </a:prstGeom>
          <a:solidFill>
            <a:schemeClr val="accen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812" name="Google Shape;812;p33"/>
          <p:cNvSpPr/>
          <p:nvPr/>
        </p:nvSpPr>
        <p:spPr>
          <a:xfrm>
            <a:off x="5391150" y="3403600"/>
            <a:ext cx="412750" cy="207963"/>
          </a:xfrm>
          <a:prstGeom prst="rect">
            <a:avLst/>
          </a:prstGeom>
          <a:solidFill>
            <a:schemeClr val="accen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cxnSp>
        <p:nvCxnSpPr>
          <p:cNvPr id="813" name="Google Shape;813;p33"/>
          <p:cNvCxnSpPr/>
          <p:nvPr/>
        </p:nvCxnSpPr>
        <p:spPr>
          <a:xfrm flipH="1">
            <a:off x="4995863" y="3262313"/>
            <a:ext cx="238125" cy="134937"/>
          </a:xfrm>
          <a:prstGeom prst="straightConnector1">
            <a:avLst/>
          </a:prstGeom>
          <a:noFill/>
          <a:ln cap="flat" cmpd="sng" w="12700">
            <a:solidFill>
              <a:schemeClr val="dk1"/>
            </a:solidFill>
            <a:prstDash val="solid"/>
            <a:round/>
            <a:headEnd len="sm" w="sm" type="none"/>
            <a:tailEnd len="sm" w="sm" type="none"/>
          </a:ln>
        </p:spPr>
      </p:cxnSp>
      <p:cxnSp>
        <p:nvCxnSpPr>
          <p:cNvPr id="814" name="Google Shape;814;p33"/>
          <p:cNvCxnSpPr/>
          <p:nvPr/>
        </p:nvCxnSpPr>
        <p:spPr>
          <a:xfrm>
            <a:off x="5403850" y="3244850"/>
            <a:ext cx="203200" cy="152400"/>
          </a:xfrm>
          <a:prstGeom prst="straightConnector1">
            <a:avLst/>
          </a:prstGeom>
          <a:noFill/>
          <a:ln cap="flat" cmpd="sng" w="12700">
            <a:solidFill>
              <a:schemeClr val="dk1"/>
            </a:solidFill>
            <a:prstDash val="solid"/>
            <a:round/>
            <a:headEnd len="sm" w="sm" type="none"/>
            <a:tailEnd len="sm" w="sm" type="none"/>
          </a:ln>
        </p:spPr>
      </p:cxnSp>
      <p:sp>
        <p:nvSpPr>
          <p:cNvPr id="815" name="Google Shape;815;p33"/>
          <p:cNvSpPr/>
          <p:nvPr/>
        </p:nvSpPr>
        <p:spPr>
          <a:xfrm>
            <a:off x="6197600" y="1838325"/>
            <a:ext cx="2617788" cy="410845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CC3300"/>
                </a:solidFill>
                <a:latin typeface="Times New Roman"/>
                <a:ea typeface="Times New Roman"/>
                <a:cs typeface="Times New Roman"/>
                <a:sym typeface="Times New Roman"/>
              </a:rPr>
              <a:t>inorder traversal</a:t>
            </a:r>
            <a:endParaRPr b="0" i="0" sz="24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A / B * C * D + 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3399"/>
                </a:solidFill>
                <a:latin typeface="Times New Roman"/>
                <a:ea typeface="Times New Roman"/>
                <a:cs typeface="Times New Roman"/>
                <a:sym typeface="Times New Roman"/>
              </a:rPr>
              <a:t>infix expression</a:t>
            </a:r>
            <a:endParaRPr b="0" i="0" sz="24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CC3300"/>
                </a:solidFill>
                <a:latin typeface="Times New Roman"/>
                <a:ea typeface="Times New Roman"/>
                <a:cs typeface="Times New Roman"/>
                <a:sym typeface="Times New Roman"/>
              </a:rPr>
              <a:t>preorder traversal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 * * / A B C D 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3399"/>
                </a:solidFill>
                <a:latin typeface="Times New Roman"/>
                <a:ea typeface="Times New Roman"/>
                <a:cs typeface="Times New Roman"/>
                <a:sym typeface="Times New Roman"/>
              </a:rPr>
              <a:t>prefix expression</a:t>
            </a:r>
            <a:endParaRPr b="0" i="0" sz="24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CC3300"/>
                </a:solidFill>
                <a:latin typeface="Times New Roman"/>
                <a:ea typeface="Times New Roman"/>
                <a:cs typeface="Times New Roman"/>
                <a:sym typeface="Times New Roman"/>
              </a:rPr>
              <a:t>postorder traversal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A B / C * D * E +</a:t>
            </a:r>
            <a:endParaRPr b="0" i="0" sz="2400" u="none" cap="none" strike="noStrike">
              <a:solidFill>
                <a:srgbClr val="003399"/>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3399"/>
                </a:solidFill>
                <a:latin typeface="Times New Roman"/>
                <a:ea typeface="Times New Roman"/>
                <a:cs typeface="Times New Roman"/>
                <a:sym typeface="Times New Roman"/>
              </a:rPr>
              <a:t>postfix expression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CC3300"/>
                </a:solidFill>
                <a:latin typeface="Times New Roman"/>
                <a:ea typeface="Times New Roman"/>
                <a:cs typeface="Times New Roman"/>
                <a:sym typeface="Times New Roman"/>
              </a:rPr>
              <a:t>level order traversal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 * E * D / C A B</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9" name="Shape 819"/>
        <p:cNvGrpSpPr/>
        <p:nvPr/>
      </p:nvGrpSpPr>
      <p:grpSpPr>
        <a:xfrm>
          <a:off x="0" y="0"/>
          <a:ext cx="0" cy="0"/>
          <a:chOff x="0" y="0"/>
          <a:chExt cx="0" cy="0"/>
        </a:xfrm>
      </p:grpSpPr>
      <p:sp>
        <p:nvSpPr>
          <p:cNvPr id="820" name="Google Shape;820;p34"/>
          <p:cNvSpPr/>
          <p:nvPr/>
        </p:nvSpPr>
        <p:spPr>
          <a:xfrm>
            <a:off x="0" y="609600"/>
            <a:ext cx="9163050" cy="1143000"/>
          </a:xfrm>
          <a:prstGeom prst="rect">
            <a:avLst/>
          </a:prstGeom>
          <a:noFill/>
          <a:ln>
            <a:noFill/>
          </a:ln>
        </p:spPr>
        <p:txBody>
          <a:bodyPr anchorCtr="0" anchor="ctr" bIns="46025" lIns="92075" spcFirstLastPara="1" rIns="92075" wrap="square" tIns="46025">
            <a:noAutofit/>
          </a:bodyPr>
          <a:lstStyle/>
          <a:p>
            <a:pPr indent="0" lvl="0" marL="0" marR="0" rtl="0" algn="ctr">
              <a:lnSpc>
                <a:spcPct val="100000"/>
              </a:lnSpc>
              <a:spcBef>
                <a:spcPts val="0"/>
              </a:spcBef>
              <a:spcAft>
                <a:spcPts val="0"/>
              </a:spcAft>
              <a:buClr>
                <a:srgbClr val="000000"/>
              </a:buClr>
              <a:buSzPts val="4400"/>
              <a:buFont typeface="Arial"/>
              <a:buNone/>
            </a:pPr>
            <a:r>
              <a:rPr b="0" i="0" lang="en-US" sz="4400" u="none" cap="none" strike="noStrike">
                <a:solidFill>
                  <a:schemeClr val="dk2"/>
                </a:solidFill>
                <a:latin typeface="Times New Roman"/>
                <a:ea typeface="Times New Roman"/>
                <a:cs typeface="Times New Roman"/>
                <a:sym typeface="Times New Roman"/>
              </a:rPr>
              <a:t>Inorder Traversal </a:t>
            </a:r>
            <a:r>
              <a:rPr b="0" i="0" lang="en-US" sz="2400" u="none" cap="none" strike="noStrike">
                <a:solidFill>
                  <a:schemeClr val="dk2"/>
                </a:solidFill>
                <a:latin typeface="Times New Roman"/>
                <a:ea typeface="Times New Roman"/>
                <a:cs typeface="Times New Roman"/>
                <a:sym typeface="Times New Roman"/>
              </a:rPr>
              <a:t>(recursive version)</a:t>
            </a:r>
            <a:endParaRPr b="0" i="0" sz="4400" u="none" cap="none" strike="noStrike">
              <a:solidFill>
                <a:schemeClr val="dk2"/>
              </a:solidFill>
              <a:latin typeface="Times New Roman"/>
              <a:ea typeface="Times New Roman"/>
              <a:cs typeface="Times New Roman"/>
              <a:sym typeface="Times New Roman"/>
            </a:endParaRPr>
          </a:p>
        </p:txBody>
      </p:sp>
      <p:sp>
        <p:nvSpPr>
          <p:cNvPr id="821" name="Google Shape;821;p34"/>
          <p:cNvSpPr/>
          <p:nvPr/>
        </p:nvSpPr>
        <p:spPr>
          <a:xfrm>
            <a:off x="990600" y="2019300"/>
            <a:ext cx="9163050" cy="4114800"/>
          </a:xfrm>
          <a:prstGeom prst="rect">
            <a:avLst/>
          </a:prstGeom>
          <a:noFill/>
          <a:ln>
            <a:noFill/>
          </a:ln>
        </p:spPr>
        <p:txBody>
          <a:bodyPr anchorCtr="0" anchor="t" bIns="46025" lIns="92075" spcFirstLastPara="1" rIns="92075" wrap="square" tIns="46025">
            <a:noAutofit/>
          </a:bodyPr>
          <a:lstStyle/>
          <a:p>
            <a:pPr indent="-342900" lvl="0" marL="342900" marR="0" rtl="0" algn="l">
              <a:lnSpc>
                <a:spcPct val="100000"/>
              </a:lnSpc>
              <a:spcBef>
                <a:spcPts val="0"/>
              </a:spcBef>
              <a:spcAft>
                <a:spcPts val="0"/>
              </a:spcAft>
              <a:buClr>
                <a:schemeClr val="accent1"/>
              </a:buClr>
              <a:buSzPts val="1960"/>
              <a:buFont typeface="Arial"/>
              <a:buNone/>
            </a:pPr>
            <a:r>
              <a:rPr b="1" i="0" lang="en-US" sz="2800" u="none" cap="none" strike="noStrike">
                <a:solidFill>
                  <a:schemeClr val="dk1"/>
                </a:solidFill>
                <a:latin typeface="Courier New"/>
                <a:ea typeface="Courier New"/>
                <a:cs typeface="Courier New"/>
                <a:sym typeface="Courier New"/>
              </a:rPr>
              <a:t>void inorder(tree_pointer ptr)</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560"/>
              </a:spcBef>
              <a:spcAft>
                <a:spcPts val="0"/>
              </a:spcAft>
              <a:buClr>
                <a:schemeClr val="accent1"/>
              </a:buClr>
              <a:buSzPts val="1960"/>
              <a:buFont typeface="Arial"/>
              <a:buNone/>
            </a:pPr>
            <a:r>
              <a:rPr b="1" i="0" lang="en-US" sz="2800" u="none" cap="none" strike="noStrike">
                <a:solidFill>
                  <a:schemeClr val="dk1"/>
                </a:solidFill>
                <a:latin typeface="Courier New"/>
                <a:ea typeface="Courier New"/>
                <a:cs typeface="Courier New"/>
                <a:sym typeface="Courier New"/>
              </a:rPr>
              <a:t>/* inorder tree traversal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560"/>
              </a:spcBef>
              <a:spcAft>
                <a:spcPts val="0"/>
              </a:spcAft>
              <a:buClr>
                <a:schemeClr val="accent1"/>
              </a:buClr>
              <a:buSzPts val="1960"/>
              <a:buFont typeface="Arial"/>
              <a:buNone/>
            </a:pPr>
            <a:r>
              <a:rPr b="1" i="0" lang="en-US" sz="28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560"/>
              </a:spcBef>
              <a:spcAft>
                <a:spcPts val="0"/>
              </a:spcAft>
              <a:buClr>
                <a:schemeClr val="accent1"/>
              </a:buClr>
              <a:buSzPts val="1960"/>
              <a:buFont typeface="Arial"/>
              <a:buNone/>
            </a:pPr>
            <a:r>
              <a:rPr b="1" i="0" lang="en-US" sz="2800" u="none" cap="none" strike="noStrike">
                <a:solidFill>
                  <a:schemeClr val="dk1"/>
                </a:solidFill>
                <a:latin typeface="Courier New"/>
                <a:ea typeface="Courier New"/>
                <a:cs typeface="Courier New"/>
                <a:sym typeface="Courier New"/>
              </a:rPr>
              <a:t>    if (ptr)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560"/>
              </a:spcBef>
              <a:spcAft>
                <a:spcPts val="0"/>
              </a:spcAft>
              <a:buClr>
                <a:schemeClr val="accent1"/>
              </a:buClr>
              <a:buSzPts val="1960"/>
              <a:buFont typeface="Arial"/>
              <a:buNone/>
            </a:pPr>
            <a:r>
              <a:rPr b="1" i="0" lang="en-US" sz="2800" u="none" cap="none" strike="noStrike">
                <a:solidFill>
                  <a:schemeClr val="dk1"/>
                </a:solidFill>
                <a:latin typeface="Courier New"/>
                <a:ea typeface="Courier New"/>
                <a:cs typeface="Courier New"/>
                <a:sym typeface="Courier New"/>
              </a:rPr>
              <a:t>        inorder(ptr-&gt;left_child);</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560"/>
              </a:spcBef>
              <a:spcAft>
                <a:spcPts val="0"/>
              </a:spcAft>
              <a:buClr>
                <a:schemeClr val="accent1"/>
              </a:buClr>
              <a:buSzPts val="1960"/>
              <a:buFont typeface="Arial"/>
              <a:buNone/>
            </a:pPr>
            <a:r>
              <a:rPr b="1" i="0" lang="en-US" sz="2800" u="none" cap="none" strike="noStrike">
                <a:solidFill>
                  <a:schemeClr val="dk1"/>
                </a:solidFill>
                <a:latin typeface="Courier New"/>
                <a:ea typeface="Courier New"/>
                <a:cs typeface="Courier New"/>
                <a:sym typeface="Courier New"/>
              </a:rPr>
              <a:t>        printf(“%d”, ptr-&gt;data);</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560"/>
              </a:spcBef>
              <a:spcAft>
                <a:spcPts val="0"/>
              </a:spcAft>
              <a:buClr>
                <a:schemeClr val="accent1"/>
              </a:buClr>
              <a:buSzPts val="1960"/>
              <a:buFont typeface="Arial"/>
              <a:buNone/>
            </a:pPr>
            <a:r>
              <a:rPr b="1" i="0" lang="en-US" sz="2800" u="none" cap="none" strike="noStrike">
                <a:solidFill>
                  <a:schemeClr val="dk1"/>
                </a:solidFill>
                <a:latin typeface="Courier New"/>
                <a:ea typeface="Courier New"/>
                <a:cs typeface="Courier New"/>
                <a:sym typeface="Courier New"/>
              </a:rPr>
              <a:t>        indorder(ptr-&gt;right_child);</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560"/>
              </a:spcBef>
              <a:spcAft>
                <a:spcPts val="0"/>
              </a:spcAft>
              <a:buClr>
                <a:schemeClr val="accent1"/>
              </a:buClr>
              <a:buSzPts val="1960"/>
              <a:buFont typeface="Arial"/>
              <a:buNone/>
            </a:pPr>
            <a:r>
              <a:rPr b="1" i="0" lang="en-US" sz="2800" u="none" cap="none" strike="noStrike">
                <a:solidFill>
                  <a:schemeClr val="dk1"/>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560"/>
              </a:spcBef>
              <a:spcAft>
                <a:spcPts val="0"/>
              </a:spcAft>
              <a:buClr>
                <a:schemeClr val="accent1"/>
              </a:buClr>
              <a:buSzPts val="1960"/>
              <a:buFont typeface="Arial"/>
              <a:buNone/>
            </a:pPr>
            <a:r>
              <a:rPr b="1" i="0" lang="en-US" sz="28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p:txBody>
      </p:sp>
      <p:sp>
        <p:nvSpPr>
          <p:cNvPr id="822" name="Google Shape;822;p34"/>
          <p:cNvSpPr/>
          <p:nvPr/>
        </p:nvSpPr>
        <p:spPr>
          <a:xfrm>
            <a:off x="6249988" y="3298825"/>
            <a:ext cx="2400300" cy="469900"/>
          </a:xfrm>
          <a:prstGeom prst="rect">
            <a:avLst/>
          </a:prstGeom>
          <a:noFill/>
          <a:ln cap="flat" cmpd="sng" w="12700">
            <a:solidFill>
              <a:schemeClr val="dk1"/>
            </a:solidFill>
            <a:prstDash val="solid"/>
            <a:miter lim="800000"/>
            <a:headEnd len="sm" w="sm" type="none"/>
            <a:tailEnd len="sm" w="sm" type="none"/>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A / B * C * D + 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sp>
        <p:nvSpPr>
          <p:cNvPr id="827" name="Google Shape;827;p35"/>
          <p:cNvSpPr/>
          <p:nvPr/>
        </p:nvSpPr>
        <p:spPr>
          <a:xfrm>
            <a:off x="0" y="609600"/>
            <a:ext cx="9163050" cy="1143000"/>
          </a:xfrm>
          <a:prstGeom prst="rect">
            <a:avLst/>
          </a:prstGeom>
          <a:noFill/>
          <a:ln>
            <a:noFill/>
          </a:ln>
        </p:spPr>
        <p:txBody>
          <a:bodyPr anchorCtr="0" anchor="ctr" bIns="46025" lIns="92075" spcFirstLastPara="1" rIns="92075" wrap="square" tIns="46025">
            <a:noAutofit/>
          </a:bodyPr>
          <a:lstStyle/>
          <a:p>
            <a:pPr indent="0" lvl="0" marL="0" marR="0" rtl="0" algn="ctr">
              <a:lnSpc>
                <a:spcPct val="100000"/>
              </a:lnSpc>
              <a:spcBef>
                <a:spcPts val="0"/>
              </a:spcBef>
              <a:spcAft>
                <a:spcPts val="0"/>
              </a:spcAft>
              <a:buClr>
                <a:srgbClr val="000000"/>
              </a:buClr>
              <a:buSzPts val="4400"/>
              <a:buFont typeface="Arial"/>
              <a:buNone/>
            </a:pPr>
            <a:r>
              <a:rPr b="0" i="0" lang="en-US" sz="4400" u="none" cap="none" strike="noStrike">
                <a:solidFill>
                  <a:schemeClr val="dk2"/>
                </a:solidFill>
                <a:latin typeface="Times New Roman"/>
                <a:ea typeface="Times New Roman"/>
                <a:cs typeface="Times New Roman"/>
                <a:sym typeface="Times New Roman"/>
              </a:rPr>
              <a:t>Preorder Traversal</a:t>
            </a:r>
            <a:r>
              <a:rPr b="0" i="0" lang="en-US" sz="2400" u="none" cap="none" strike="noStrike">
                <a:solidFill>
                  <a:schemeClr val="dk2"/>
                </a:solidFill>
                <a:latin typeface="Times New Roman"/>
                <a:ea typeface="Times New Roman"/>
                <a:cs typeface="Times New Roman"/>
                <a:sym typeface="Times New Roman"/>
              </a:rPr>
              <a:t> (recursive version)</a:t>
            </a:r>
            <a:endParaRPr b="0" i="0" sz="4400" u="none" cap="none" strike="noStrike">
              <a:solidFill>
                <a:schemeClr val="dk2"/>
              </a:solidFill>
              <a:latin typeface="Times New Roman"/>
              <a:ea typeface="Times New Roman"/>
              <a:cs typeface="Times New Roman"/>
              <a:sym typeface="Times New Roman"/>
            </a:endParaRPr>
          </a:p>
        </p:txBody>
      </p:sp>
      <p:sp>
        <p:nvSpPr>
          <p:cNvPr id="828" name="Google Shape;828;p35"/>
          <p:cNvSpPr/>
          <p:nvPr/>
        </p:nvSpPr>
        <p:spPr>
          <a:xfrm>
            <a:off x="971550" y="1981200"/>
            <a:ext cx="9163050" cy="4114800"/>
          </a:xfrm>
          <a:prstGeom prst="rect">
            <a:avLst/>
          </a:prstGeom>
          <a:noFill/>
          <a:ln>
            <a:noFill/>
          </a:ln>
        </p:spPr>
        <p:txBody>
          <a:bodyPr anchorCtr="0" anchor="t" bIns="46025" lIns="92075" spcFirstLastPara="1" rIns="92075" wrap="square" tIns="46025">
            <a:noAutofit/>
          </a:bodyPr>
          <a:lstStyle/>
          <a:p>
            <a:pPr indent="-342900" lvl="0" marL="342900" marR="0" rtl="0" algn="l">
              <a:lnSpc>
                <a:spcPct val="100000"/>
              </a:lnSpc>
              <a:spcBef>
                <a:spcPts val="0"/>
              </a:spcBef>
              <a:spcAft>
                <a:spcPts val="0"/>
              </a:spcAft>
              <a:buClr>
                <a:schemeClr val="accent1"/>
              </a:buClr>
              <a:buSzPts val="1960"/>
              <a:buFont typeface="Arial"/>
              <a:buNone/>
            </a:pPr>
            <a:r>
              <a:rPr b="1" i="0" lang="en-US" sz="2800" u="none" cap="none" strike="noStrike">
                <a:solidFill>
                  <a:schemeClr val="dk1"/>
                </a:solidFill>
                <a:latin typeface="Courier New"/>
                <a:ea typeface="Courier New"/>
                <a:cs typeface="Courier New"/>
                <a:sym typeface="Courier New"/>
              </a:rPr>
              <a:t>void preorder(tree_pointer ptr)</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560"/>
              </a:spcBef>
              <a:spcAft>
                <a:spcPts val="0"/>
              </a:spcAft>
              <a:buClr>
                <a:schemeClr val="accent1"/>
              </a:buClr>
              <a:buSzPts val="1960"/>
              <a:buFont typeface="Arial"/>
              <a:buNone/>
            </a:pPr>
            <a:r>
              <a:rPr b="1" i="0" lang="en-US" sz="2800" u="none" cap="none" strike="noStrike">
                <a:solidFill>
                  <a:schemeClr val="dk1"/>
                </a:solidFill>
                <a:latin typeface="Courier New"/>
                <a:ea typeface="Courier New"/>
                <a:cs typeface="Courier New"/>
                <a:sym typeface="Courier New"/>
              </a:rPr>
              <a:t>/* preorder tree traversal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560"/>
              </a:spcBef>
              <a:spcAft>
                <a:spcPts val="0"/>
              </a:spcAft>
              <a:buClr>
                <a:schemeClr val="accent1"/>
              </a:buClr>
              <a:buSzPts val="1960"/>
              <a:buFont typeface="Arial"/>
              <a:buNone/>
            </a:pPr>
            <a:r>
              <a:rPr b="1" i="0" lang="en-US" sz="28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560"/>
              </a:spcBef>
              <a:spcAft>
                <a:spcPts val="0"/>
              </a:spcAft>
              <a:buClr>
                <a:schemeClr val="accent1"/>
              </a:buClr>
              <a:buSzPts val="1960"/>
              <a:buFont typeface="Arial"/>
              <a:buNone/>
            </a:pPr>
            <a:r>
              <a:rPr b="1" i="0" lang="en-US" sz="2800" u="none" cap="none" strike="noStrike">
                <a:solidFill>
                  <a:schemeClr val="dk1"/>
                </a:solidFill>
                <a:latin typeface="Courier New"/>
                <a:ea typeface="Courier New"/>
                <a:cs typeface="Courier New"/>
                <a:sym typeface="Courier New"/>
              </a:rPr>
              <a:t>    if (ptr)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560"/>
              </a:spcBef>
              <a:spcAft>
                <a:spcPts val="0"/>
              </a:spcAft>
              <a:buClr>
                <a:schemeClr val="accent1"/>
              </a:buClr>
              <a:buSzPts val="1960"/>
              <a:buFont typeface="Arial"/>
              <a:buNone/>
            </a:pPr>
            <a:r>
              <a:rPr b="1" i="0" lang="en-US" sz="2800" u="none" cap="none" strike="noStrike">
                <a:solidFill>
                  <a:schemeClr val="dk1"/>
                </a:solidFill>
                <a:latin typeface="Courier New"/>
                <a:ea typeface="Courier New"/>
                <a:cs typeface="Courier New"/>
                <a:sym typeface="Courier New"/>
              </a:rPr>
              <a:t>        printf(“%d”, ptr-&gt;data);</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560"/>
              </a:spcBef>
              <a:spcAft>
                <a:spcPts val="0"/>
              </a:spcAft>
              <a:buClr>
                <a:schemeClr val="accent1"/>
              </a:buClr>
              <a:buSzPts val="1960"/>
              <a:buFont typeface="Arial"/>
              <a:buNone/>
            </a:pPr>
            <a:r>
              <a:rPr b="1" i="0" lang="en-US" sz="2800" u="none" cap="none" strike="noStrike">
                <a:solidFill>
                  <a:schemeClr val="dk1"/>
                </a:solidFill>
                <a:latin typeface="Courier New"/>
                <a:ea typeface="Courier New"/>
                <a:cs typeface="Courier New"/>
                <a:sym typeface="Courier New"/>
              </a:rPr>
              <a:t>        preorder(ptr-&gt;left_child);</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560"/>
              </a:spcBef>
              <a:spcAft>
                <a:spcPts val="0"/>
              </a:spcAft>
              <a:buClr>
                <a:schemeClr val="accent1"/>
              </a:buClr>
              <a:buSzPts val="1960"/>
              <a:buFont typeface="Arial"/>
              <a:buNone/>
            </a:pPr>
            <a:r>
              <a:rPr b="1" i="0" lang="en-US" sz="2800" u="none" cap="none" strike="noStrike">
                <a:solidFill>
                  <a:schemeClr val="dk1"/>
                </a:solidFill>
                <a:latin typeface="Courier New"/>
                <a:ea typeface="Courier New"/>
                <a:cs typeface="Courier New"/>
                <a:sym typeface="Courier New"/>
              </a:rPr>
              <a:t>        predorder(ptr-&gt;right_child);</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560"/>
              </a:spcBef>
              <a:spcAft>
                <a:spcPts val="0"/>
              </a:spcAft>
              <a:buClr>
                <a:schemeClr val="accent1"/>
              </a:buClr>
              <a:buSzPts val="1960"/>
              <a:buFont typeface="Arial"/>
              <a:buNone/>
            </a:pPr>
            <a:r>
              <a:rPr b="1" i="0" lang="en-US" sz="2800" u="none" cap="none" strike="noStrike">
                <a:solidFill>
                  <a:schemeClr val="dk1"/>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560"/>
              </a:spcBef>
              <a:spcAft>
                <a:spcPts val="0"/>
              </a:spcAft>
              <a:buClr>
                <a:schemeClr val="accent1"/>
              </a:buClr>
              <a:buSzPts val="1960"/>
              <a:buFont typeface="Arial"/>
              <a:buNone/>
            </a:pPr>
            <a:r>
              <a:rPr b="1" i="0" lang="en-US" sz="28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p:txBody>
      </p:sp>
      <p:sp>
        <p:nvSpPr>
          <p:cNvPr id="829" name="Google Shape;829;p35"/>
          <p:cNvSpPr/>
          <p:nvPr/>
        </p:nvSpPr>
        <p:spPr>
          <a:xfrm>
            <a:off x="6070600" y="3221038"/>
            <a:ext cx="2400300" cy="469900"/>
          </a:xfrm>
          <a:prstGeom prst="rect">
            <a:avLst/>
          </a:prstGeom>
          <a:noFill/>
          <a:ln cap="flat" cmpd="sng" w="12700">
            <a:solidFill>
              <a:schemeClr val="dk1"/>
            </a:solidFill>
            <a:prstDash val="solid"/>
            <a:miter lim="800000"/>
            <a:headEnd len="sm" w="sm" type="none"/>
            <a:tailEnd len="sm" w="sm" type="none"/>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 * * / A B C D 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3" name="Shape 833"/>
        <p:cNvGrpSpPr/>
        <p:nvPr/>
      </p:nvGrpSpPr>
      <p:grpSpPr>
        <a:xfrm>
          <a:off x="0" y="0"/>
          <a:ext cx="0" cy="0"/>
          <a:chOff x="0" y="0"/>
          <a:chExt cx="0" cy="0"/>
        </a:xfrm>
      </p:grpSpPr>
      <p:sp>
        <p:nvSpPr>
          <p:cNvPr id="834" name="Google Shape;834;p36"/>
          <p:cNvSpPr/>
          <p:nvPr/>
        </p:nvSpPr>
        <p:spPr>
          <a:xfrm>
            <a:off x="0" y="609600"/>
            <a:ext cx="9163050" cy="1143000"/>
          </a:xfrm>
          <a:prstGeom prst="rect">
            <a:avLst/>
          </a:prstGeom>
          <a:noFill/>
          <a:ln>
            <a:noFill/>
          </a:ln>
        </p:spPr>
        <p:txBody>
          <a:bodyPr anchorCtr="0" anchor="ctr" bIns="46025" lIns="92075" spcFirstLastPara="1" rIns="92075" wrap="square" tIns="46025">
            <a:noAutofit/>
          </a:bodyPr>
          <a:lstStyle/>
          <a:p>
            <a:pPr indent="0" lvl="0" marL="0" marR="0" rtl="0" algn="ctr">
              <a:lnSpc>
                <a:spcPct val="100000"/>
              </a:lnSpc>
              <a:spcBef>
                <a:spcPts val="0"/>
              </a:spcBef>
              <a:spcAft>
                <a:spcPts val="0"/>
              </a:spcAft>
              <a:buClr>
                <a:srgbClr val="000000"/>
              </a:buClr>
              <a:buSzPts val="4400"/>
              <a:buFont typeface="Arial"/>
              <a:buNone/>
            </a:pPr>
            <a:r>
              <a:rPr b="0" i="0" lang="en-US" sz="4400" u="none" cap="none" strike="noStrike">
                <a:solidFill>
                  <a:schemeClr val="dk2"/>
                </a:solidFill>
                <a:latin typeface="Times New Roman"/>
                <a:ea typeface="Times New Roman"/>
                <a:cs typeface="Times New Roman"/>
                <a:sym typeface="Times New Roman"/>
              </a:rPr>
              <a:t>Postorder Traversal</a:t>
            </a:r>
            <a:r>
              <a:rPr b="0" i="0" lang="en-US" sz="2400" u="none" cap="none" strike="noStrike">
                <a:solidFill>
                  <a:schemeClr val="dk2"/>
                </a:solidFill>
                <a:latin typeface="Times New Roman"/>
                <a:ea typeface="Times New Roman"/>
                <a:cs typeface="Times New Roman"/>
                <a:sym typeface="Times New Roman"/>
              </a:rPr>
              <a:t> (recursive version)</a:t>
            </a:r>
            <a:endParaRPr b="0" i="0" sz="4400" u="none" cap="none" strike="noStrike">
              <a:solidFill>
                <a:schemeClr val="dk2"/>
              </a:solidFill>
              <a:latin typeface="Times New Roman"/>
              <a:ea typeface="Times New Roman"/>
              <a:cs typeface="Times New Roman"/>
              <a:sym typeface="Times New Roman"/>
            </a:endParaRPr>
          </a:p>
        </p:txBody>
      </p:sp>
      <p:sp>
        <p:nvSpPr>
          <p:cNvPr id="835" name="Google Shape;835;p36"/>
          <p:cNvSpPr/>
          <p:nvPr/>
        </p:nvSpPr>
        <p:spPr>
          <a:xfrm>
            <a:off x="1047750" y="1981200"/>
            <a:ext cx="9163050" cy="4114800"/>
          </a:xfrm>
          <a:prstGeom prst="rect">
            <a:avLst/>
          </a:prstGeom>
          <a:noFill/>
          <a:ln>
            <a:noFill/>
          </a:ln>
        </p:spPr>
        <p:txBody>
          <a:bodyPr anchorCtr="0" anchor="t" bIns="46025" lIns="92075" spcFirstLastPara="1" rIns="92075" wrap="square" tIns="46025">
            <a:noAutofit/>
          </a:bodyPr>
          <a:lstStyle/>
          <a:p>
            <a:pPr indent="-342900" lvl="0" marL="342900" marR="0" rtl="0" algn="l">
              <a:lnSpc>
                <a:spcPct val="100000"/>
              </a:lnSpc>
              <a:spcBef>
                <a:spcPts val="0"/>
              </a:spcBef>
              <a:spcAft>
                <a:spcPts val="0"/>
              </a:spcAft>
              <a:buClr>
                <a:schemeClr val="accent1"/>
              </a:buClr>
              <a:buSzPts val="1960"/>
              <a:buFont typeface="Arial"/>
              <a:buNone/>
            </a:pPr>
            <a:r>
              <a:rPr b="1" i="0" lang="en-US" sz="2800" u="none" cap="none" strike="noStrike">
                <a:solidFill>
                  <a:schemeClr val="dk1"/>
                </a:solidFill>
                <a:latin typeface="Courier New"/>
                <a:ea typeface="Courier New"/>
                <a:cs typeface="Courier New"/>
                <a:sym typeface="Courier New"/>
              </a:rPr>
              <a:t>void postorder(tree_pointer ptr)</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560"/>
              </a:spcBef>
              <a:spcAft>
                <a:spcPts val="0"/>
              </a:spcAft>
              <a:buClr>
                <a:schemeClr val="accent1"/>
              </a:buClr>
              <a:buSzPts val="1960"/>
              <a:buFont typeface="Arial"/>
              <a:buNone/>
            </a:pPr>
            <a:r>
              <a:rPr b="1" i="0" lang="en-US" sz="2800" u="none" cap="none" strike="noStrike">
                <a:solidFill>
                  <a:schemeClr val="dk1"/>
                </a:solidFill>
                <a:latin typeface="Courier New"/>
                <a:ea typeface="Courier New"/>
                <a:cs typeface="Courier New"/>
                <a:sym typeface="Courier New"/>
              </a:rPr>
              <a:t>/* postorder tree traversal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560"/>
              </a:spcBef>
              <a:spcAft>
                <a:spcPts val="0"/>
              </a:spcAft>
              <a:buClr>
                <a:schemeClr val="accent1"/>
              </a:buClr>
              <a:buSzPts val="1960"/>
              <a:buFont typeface="Arial"/>
              <a:buNone/>
            </a:pPr>
            <a:r>
              <a:rPr b="1" i="0" lang="en-US" sz="28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560"/>
              </a:spcBef>
              <a:spcAft>
                <a:spcPts val="0"/>
              </a:spcAft>
              <a:buClr>
                <a:schemeClr val="accent1"/>
              </a:buClr>
              <a:buSzPts val="1960"/>
              <a:buFont typeface="Arial"/>
              <a:buNone/>
            </a:pPr>
            <a:r>
              <a:rPr b="1" i="0" lang="en-US" sz="2800" u="none" cap="none" strike="noStrike">
                <a:solidFill>
                  <a:schemeClr val="dk1"/>
                </a:solidFill>
                <a:latin typeface="Courier New"/>
                <a:ea typeface="Courier New"/>
                <a:cs typeface="Courier New"/>
                <a:sym typeface="Courier New"/>
              </a:rPr>
              <a:t>    if (ptr)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560"/>
              </a:spcBef>
              <a:spcAft>
                <a:spcPts val="0"/>
              </a:spcAft>
              <a:buClr>
                <a:schemeClr val="accent1"/>
              </a:buClr>
              <a:buSzPts val="1960"/>
              <a:buFont typeface="Arial"/>
              <a:buNone/>
            </a:pPr>
            <a:r>
              <a:rPr b="1" i="0" lang="en-US" sz="2800" u="none" cap="none" strike="noStrike">
                <a:solidFill>
                  <a:schemeClr val="dk1"/>
                </a:solidFill>
                <a:latin typeface="Courier New"/>
                <a:ea typeface="Courier New"/>
                <a:cs typeface="Courier New"/>
                <a:sym typeface="Courier New"/>
              </a:rPr>
              <a:t>        postorder(ptr-&gt;left_child);</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560"/>
              </a:spcBef>
              <a:spcAft>
                <a:spcPts val="0"/>
              </a:spcAft>
              <a:buClr>
                <a:schemeClr val="accent1"/>
              </a:buClr>
              <a:buSzPts val="1960"/>
              <a:buFont typeface="Arial"/>
              <a:buNone/>
            </a:pPr>
            <a:r>
              <a:rPr b="1" i="0" lang="en-US" sz="2800" u="none" cap="none" strike="noStrike">
                <a:solidFill>
                  <a:schemeClr val="dk1"/>
                </a:solidFill>
                <a:latin typeface="Courier New"/>
                <a:ea typeface="Courier New"/>
                <a:cs typeface="Courier New"/>
                <a:sym typeface="Courier New"/>
              </a:rPr>
              <a:t>        postdorder(ptr-&gt;right_child);</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560"/>
              </a:spcBef>
              <a:spcAft>
                <a:spcPts val="0"/>
              </a:spcAft>
              <a:buClr>
                <a:schemeClr val="accent1"/>
              </a:buClr>
              <a:buSzPts val="1960"/>
              <a:buFont typeface="Arial"/>
              <a:buNone/>
            </a:pPr>
            <a:r>
              <a:rPr b="1" i="0" lang="en-US" sz="2800" u="none" cap="none" strike="noStrike">
                <a:solidFill>
                  <a:schemeClr val="dk1"/>
                </a:solidFill>
                <a:latin typeface="Courier New"/>
                <a:ea typeface="Courier New"/>
                <a:cs typeface="Courier New"/>
                <a:sym typeface="Courier New"/>
              </a:rPr>
              <a:t>        printf(“%d”, ptr-&gt;data);</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560"/>
              </a:spcBef>
              <a:spcAft>
                <a:spcPts val="0"/>
              </a:spcAft>
              <a:buClr>
                <a:schemeClr val="accent1"/>
              </a:buClr>
              <a:buSzPts val="1960"/>
              <a:buFont typeface="Arial"/>
              <a:buNone/>
            </a:pPr>
            <a:r>
              <a:rPr b="1" i="0" lang="en-US" sz="2800" u="none" cap="none" strike="noStrike">
                <a:solidFill>
                  <a:schemeClr val="dk1"/>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560"/>
              </a:spcBef>
              <a:spcAft>
                <a:spcPts val="0"/>
              </a:spcAft>
              <a:buClr>
                <a:schemeClr val="accent1"/>
              </a:buClr>
              <a:buSzPts val="1960"/>
              <a:buFont typeface="Arial"/>
              <a:buNone/>
            </a:pPr>
            <a:r>
              <a:rPr b="1" i="0" lang="en-US" sz="28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p:txBody>
      </p:sp>
      <p:sp>
        <p:nvSpPr>
          <p:cNvPr id="836" name="Google Shape;836;p36"/>
          <p:cNvSpPr/>
          <p:nvPr/>
        </p:nvSpPr>
        <p:spPr>
          <a:xfrm>
            <a:off x="5965825" y="3227388"/>
            <a:ext cx="2400300" cy="469900"/>
          </a:xfrm>
          <a:prstGeom prst="rect">
            <a:avLst/>
          </a:prstGeom>
          <a:noFill/>
          <a:ln cap="flat" cmpd="sng" w="12700">
            <a:solidFill>
              <a:schemeClr val="dk1"/>
            </a:solidFill>
            <a:prstDash val="solid"/>
            <a:miter lim="800000"/>
            <a:headEnd len="sm" w="sm" type="none"/>
            <a:tailEnd len="sm" w="sm" type="none"/>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A B / C * D * E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0" name="Shape 840"/>
        <p:cNvGrpSpPr/>
        <p:nvPr/>
      </p:nvGrpSpPr>
      <p:grpSpPr>
        <a:xfrm>
          <a:off x="0" y="0"/>
          <a:ext cx="0" cy="0"/>
          <a:chOff x="0" y="0"/>
          <a:chExt cx="0" cy="0"/>
        </a:xfrm>
      </p:grpSpPr>
      <p:sp>
        <p:nvSpPr>
          <p:cNvPr id="841" name="Google Shape;841;p37"/>
          <p:cNvSpPr/>
          <p:nvPr/>
        </p:nvSpPr>
        <p:spPr>
          <a:xfrm>
            <a:off x="342900" y="0"/>
            <a:ext cx="9163050" cy="1143000"/>
          </a:xfrm>
          <a:prstGeom prst="rect">
            <a:avLst/>
          </a:prstGeom>
          <a:noFill/>
          <a:ln>
            <a:noFill/>
          </a:ln>
        </p:spPr>
        <p:txBody>
          <a:bodyPr anchorCtr="0" anchor="ctr" bIns="46025" lIns="92075" spcFirstLastPara="1" rIns="92075" wrap="square" tIns="46025">
            <a:noAutofit/>
          </a:bodyPr>
          <a:lstStyle/>
          <a:p>
            <a:pPr indent="0" lvl="0" marL="0" marR="0" rtl="0" algn="ctr">
              <a:lnSpc>
                <a:spcPct val="100000"/>
              </a:lnSpc>
              <a:spcBef>
                <a:spcPts val="0"/>
              </a:spcBef>
              <a:spcAft>
                <a:spcPts val="0"/>
              </a:spcAft>
              <a:buClr>
                <a:srgbClr val="000000"/>
              </a:buClr>
              <a:buSzPts val="4400"/>
              <a:buFont typeface="Arial"/>
              <a:buNone/>
            </a:pPr>
            <a:r>
              <a:rPr b="0" i="0" lang="en-US" sz="4400" u="none" cap="none" strike="noStrike">
                <a:solidFill>
                  <a:schemeClr val="dk2"/>
                </a:solidFill>
                <a:latin typeface="Times New Roman"/>
                <a:ea typeface="Times New Roman"/>
                <a:cs typeface="Times New Roman"/>
                <a:sym typeface="Times New Roman"/>
              </a:rPr>
              <a:t>Iterative Inorder Traversal</a:t>
            </a:r>
            <a:br>
              <a:rPr b="0" i="0" lang="en-US" sz="4400" u="none" cap="none" strike="noStrike">
                <a:solidFill>
                  <a:schemeClr val="dk2"/>
                </a:solidFill>
                <a:latin typeface="Times New Roman"/>
                <a:ea typeface="Times New Roman"/>
                <a:cs typeface="Times New Roman"/>
                <a:sym typeface="Times New Roman"/>
              </a:rPr>
            </a:br>
            <a:r>
              <a:rPr b="0" i="0" lang="en-US" sz="2400" u="none" cap="none" strike="noStrike">
                <a:solidFill>
                  <a:schemeClr val="dk1"/>
                </a:solidFill>
                <a:latin typeface="Times New Roman"/>
                <a:ea typeface="Times New Roman"/>
                <a:cs typeface="Times New Roman"/>
                <a:sym typeface="Times New Roman"/>
              </a:rPr>
              <a:t>(</a:t>
            </a:r>
            <a:r>
              <a:rPr b="0" i="0" lang="en-US" sz="2400" u="none" cap="none" strike="noStrike">
                <a:solidFill>
                  <a:srgbClr val="CC3300"/>
                </a:solidFill>
                <a:latin typeface="Times New Roman"/>
                <a:ea typeface="Times New Roman"/>
                <a:cs typeface="Times New Roman"/>
                <a:sym typeface="Times New Roman"/>
              </a:rPr>
              <a:t>using stack</a:t>
            </a:r>
            <a:r>
              <a:rPr b="0" i="0" lang="en-US" sz="2400" u="none" cap="none" strike="noStrike">
                <a:solidFill>
                  <a:schemeClr val="dk1"/>
                </a:solidFill>
                <a:latin typeface="Times New Roman"/>
                <a:ea typeface="Times New Roman"/>
                <a:cs typeface="Times New Roman"/>
                <a:sym typeface="Times New Roman"/>
              </a:rPr>
              <a:t>)</a:t>
            </a:r>
            <a:endParaRPr b="0" i="0" sz="4400" u="none" cap="none" strike="noStrike">
              <a:solidFill>
                <a:schemeClr val="dk2"/>
              </a:solidFill>
              <a:latin typeface="Times New Roman"/>
              <a:ea typeface="Times New Roman"/>
              <a:cs typeface="Times New Roman"/>
              <a:sym typeface="Times New Roman"/>
            </a:endParaRPr>
          </a:p>
        </p:txBody>
      </p:sp>
      <p:sp>
        <p:nvSpPr>
          <p:cNvPr id="842" name="Google Shape;842;p37"/>
          <p:cNvSpPr/>
          <p:nvPr/>
        </p:nvSpPr>
        <p:spPr>
          <a:xfrm>
            <a:off x="828675" y="1209675"/>
            <a:ext cx="9163050" cy="4489450"/>
          </a:xfrm>
          <a:prstGeom prst="rect">
            <a:avLst/>
          </a:prstGeom>
          <a:noFill/>
          <a:ln>
            <a:noFill/>
          </a:ln>
        </p:spPr>
        <p:txBody>
          <a:bodyPr anchorCtr="0" anchor="t" bIns="46025" lIns="92075" spcFirstLastPara="1" rIns="92075" wrap="square" tIns="46025">
            <a:noAutofit/>
          </a:bodyPr>
          <a:lstStyle/>
          <a:p>
            <a:pPr indent="-342900" lvl="0" marL="342900" marR="0" rtl="0" algn="l">
              <a:lnSpc>
                <a:spcPct val="70000"/>
              </a:lnSpc>
              <a:spcBef>
                <a:spcPts val="0"/>
              </a:spcBef>
              <a:spcAft>
                <a:spcPts val="0"/>
              </a:spcAft>
              <a:buClr>
                <a:schemeClr val="accent1"/>
              </a:buClr>
              <a:buSzPts val="1960"/>
              <a:buFont typeface="Arial"/>
              <a:buNone/>
            </a:pPr>
            <a:r>
              <a:rPr b="1" i="0" lang="en-US" sz="2800" u="none" cap="none" strike="noStrike">
                <a:solidFill>
                  <a:schemeClr val="dk1"/>
                </a:solidFill>
                <a:latin typeface="Courier New"/>
                <a:ea typeface="Courier New"/>
                <a:cs typeface="Courier New"/>
                <a:sym typeface="Courier New"/>
              </a:rPr>
              <a:t>void iter_inorder(tree_pointer node)</a:t>
            </a:r>
            <a:endParaRPr b="0" i="0" sz="1400" u="none" cap="none" strike="noStrike">
              <a:solidFill>
                <a:srgbClr val="000000"/>
              </a:solidFill>
              <a:latin typeface="Arial"/>
              <a:ea typeface="Arial"/>
              <a:cs typeface="Arial"/>
              <a:sym typeface="Arial"/>
            </a:endParaRPr>
          </a:p>
          <a:p>
            <a:pPr indent="-342900" lvl="0" marL="342900" marR="0" rtl="0" algn="l">
              <a:lnSpc>
                <a:spcPct val="70000"/>
              </a:lnSpc>
              <a:spcBef>
                <a:spcPts val="560"/>
              </a:spcBef>
              <a:spcAft>
                <a:spcPts val="0"/>
              </a:spcAft>
              <a:buClr>
                <a:schemeClr val="accent1"/>
              </a:buClr>
              <a:buSzPts val="1960"/>
              <a:buFont typeface="Arial"/>
              <a:buNone/>
            </a:pPr>
            <a:r>
              <a:rPr b="1" i="0" lang="en-US" sz="28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a:p>
            <a:pPr indent="-342900" lvl="0" marL="342900" marR="0" rtl="0" algn="l">
              <a:lnSpc>
                <a:spcPct val="70000"/>
              </a:lnSpc>
              <a:spcBef>
                <a:spcPts val="560"/>
              </a:spcBef>
              <a:spcAft>
                <a:spcPts val="0"/>
              </a:spcAft>
              <a:buClr>
                <a:schemeClr val="accent1"/>
              </a:buClr>
              <a:buSzPts val="1960"/>
              <a:buFont typeface="Arial"/>
              <a:buNone/>
            </a:pPr>
            <a:r>
              <a:rPr b="1" i="0" lang="en-US" sz="2800" u="none" cap="none" strike="noStrike">
                <a:solidFill>
                  <a:schemeClr val="dk1"/>
                </a:solidFill>
                <a:latin typeface="Courier New"/>
                <a:ea typeface="Courier New"/>
                <a:cs typeface="Courier New"/>
                <a:sym typeface="Courier New"/>
              </a:rPr>
              <a:t>  int top= -1; /* initialize stack */</a:t>
            </a:r>
            <a:endParaRPr b="0" i="0" sz="1400" u="none" cap="none" strike="noStrike">
              <a:solidFill>
                <a:srgbClr val="000000"/>
              </a:solidFill>
              <a:latin typeface="Arial"/>
              <a:ea typeface="Arial"/>
              <a:cs typeface="Arial"/>
              <a:sym typeface="Arial"/>
            </a:endParaRPr>
          </a:p>
          <a:p>
            <a:pPr indent="-342900" lvl="0" marL="342900" marR="0" rtl="0" algn="l">
              <a:lnSpc>
                <a:spcPct val="70000"/>
              </a:lnSpc>
              <a:spcBef>
                <a:spcPts val="560"/>
              </a:spcBef>
              <a:spcAft>
                <a:spcPts val="0"/>
              </a:spcAft>
              <a:buClr>
                <a:schemeClr val="accent1"/>
              </a:buClr>
              <a:buSzPts val="1960"/>
              <a:buFont typeface="Arial"/>
              <a:buNone/>
            </a:pPr>
            <a:r>
              <a:rPr b="1" i="0" lang="en-US" sz="2800" u="none" cap="none" strike="noStrike">
                <a:solidFill>
                  <a:schemeClr val="dk1"/>
                </a:solidFill>
                <a:latin typeface="Courier New"/>
                <a:ea typeface="Courier New"/>
                <a:cs typeface="Courier New"/>
                <a:sym typeface="Courier New"/>
              </a:rPr>
              <a:t>  tree_pointer stack[MAX_STACK_SIZE];</a:t>
            </a:r>
            <a:endParaRPr b="0" i="0" sz="1400" u="none" cap="none" strike="noStrike">
              <a:solidFill>
                <a:srgbClr val="000000"/>
              </a:solidFill>
              <a:latin typeface="Arial"/>
              <a:ea typeface="Arial"/>
              <a:cs typeface="Arial"/>
              <a:sym typeface="Arial"/>
            </a:endParaRPr>
          </a:p>
          <a:p>
            <a:pPr indent="-342900" lvl="0" marL="342900" marR="0" rtl="0" algn="l">
              <a:lnSpc>
                <a:spcPct val="70000"/>
              </a:lnSpc>
              <a:spcBef>
                <a:spcPts val="560"/>
              </a:spcBef>
              <a:spcAft>
                <a:spcPts val="0"/>
              </a:spcAft>
              <a:buClr>
                <a:schemeClr val="accent1"/>
              </a:buClr>
              <a:buSzPts val="1960"/>
              <a:buFont typeface="Arial"/>
              <a:buNone/>
            </a:pPr>
            <a:r>
              <a:rPr b="1" i="0" lang="en-US" sz="2800" u="none" cap="none" strike="noStrike">
                <a:solidFill>
                  <a:schemeClr val="dk1"/>
                </a:solidFill>
                <a:latin typeface="Courier New"/>
                <a:ea typeface="Courier New"/>
                <a:cs typeface="Courier New"/>
                <a:sym typeface="Courier New"/>
              </a:rPr>
              <a:t>  for (;;) {</a:t>
            </a:r>
            <a:endParaRPr b="0" i="0" sz="1400" u="none" cap="none" strike="noStrike">
              <a:solidFill>
                <a:srgbClr val="000000"/>
              </a:solidFill>
              <a:latin typeface="Arial"/>
              <a:ea typeface="Arial"/>
              <a:cs typeface="Arial"/>
              <a:sym typeface="Arial"/>
            </a:endParaRPr>
          </a:p>
          <a:p>
            <a:pPr indent="-342900" lvl="0" marL="342900" marR="0" rtl="0" algn="l">
              <a:lnSpc>
                <a:spcPct val="70000"/>
              </a:lnSpc>
              <a:spcBef>
                <a:spcPts val="560"/>
              </a:spcBef>
              <a:spcAft>
                <a:spcPts val="0"/>
              </a:spcAft>
              <a:buClr>
                <a:schemeClr val="accent1"/>
              </a:buClr>
              <a:buSzPts val="1960"/>
              <a:buFont typeface="Arial"/>
              <a:buNone/>
            </a:pPr>
            <a:r>
              <a:rPr b="1" i="0" lang="en-US" sz="2800" u="none" cap="none" strike="noStrike">
                <a:solidFill>
                  <a:schemeClr val="dk1"/>
                </a:solidFill>
                <a:latin typeface="Courier New"/>
                <a:ea typeface="Courier New"/>
                <a:cs typeface="Courier New"/>
                <a:sym typeface="Courier New"/>
              </a:rPr>
              <a:t>   for (; node; node=node-&gt;left_child)</a:t>
            </a:r>
            <a:endParaRPr b="0" i="0" sz="1400" u="none" cap="none" strike="noStrike">
              <a:solidFill>
                <a:srgbClr val="000000"/>
              </a:solidFill>
              <a:latin typeface="Arial"/>
              <a:ea typeface="Arial"/>
              <a:cs typeface="Arial"/>
              <a:sym typeface="Arial"/>
            </a:endParaRPr>
          </a:p>
          <a:p>
            <a:pPr indent="-342900" lvl="0" marL="342900" marR="0" rtl="0" algn="l">
              <a:lnSpc>
                <a:spcPct val="70000"/>
              </a:lnSpc>
              <a:spcBef>
                <a:spcPts val="560"/>
              </a:spcBef>
              <a:spcAft>
                <a:spcPts val="0"/>
              </a:spcAft>
              <a:buClr>
                <a:schemeClr val="accent1"/>
              </a:buClr>
              <a:buSzPts val="1960"/>
              <a:buFont typeface="Arial"/>
              <a:buNone/>
            </a:pPr>
            <a:r>
              <a:rPr b="1" i="0" lang="en-US" sz="2800" u="none" cap="none" strike="noStrike">
                <a:solidFill>
                  <a:schemeClr val="dk1"/>
                </a:solidFill>
                <a:latin typeface="Courier New"/>
                <a:ea typeface="Courier New"/>
                <a:cs typeface="Courier New"/>
                <a:sym typeface="Courier New"/>
              </a:rPr>
              <a:t>     add(&amp;top, node);/* </a:t>
            </a:r>
            <a:r>
              <a:rPr b="1" i="0" lang="en-US" sz="2800" u="none" cap="none" strike="noStrike">
                <a:solidFill>
                  <a:srgbClr val="CC3300"/>
                </a:solidFill>
                <a:latin typeface="Courier New"/>
                <a:ea typeface="Courier New"/>
                <a:cs typeface="Courier New"/>
                <a:sym typeface="Courier New"/>
              </a:rPr>
              <a:t>add to stack</a:t>
            </a:r>
            <a:r>
              <a:rPr b="1" i="0" lang="en-US" sz="2800" u="none" cap="none" strike="noStrike">
                <a:solidFill>
                  <a:schemeClr val="dk1"/>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a:p>
            <a:pPr indent="-342900" lvl="0" marL="342900" marR="0" rtl="0" algn="l">
              <a:lnSpc>
                <a:spcPct val="70000"/>
              </a:lnSpc>
              <a:spcBef>
                <a:spcPts val="560"/>
              </a:spcBef>
              <a:spcAft>
                <a:spcPts val="0"/>
              </a:spcAft>
              <a:buClr>
                <a:schemeClr val="accent1"/>
              </a:buClr>
              <a:buSzPts val="1960"/>
              <a:buFont typeface="Arial"/>
              <a:buNone/>
            </a:pPr>
            <a:r>
              <a:rPr b="1" i="0" lang="en-US" sz="2800" u="none" cap="none" strike="noStrike">
                <a:solidFill>
                  <a:schemeClr val="dk1"/>
                </a:solidFill>
                <a:latin typeface="Courier New"/>
                <a:ea typeface="Courier New"/>
                <a:cs typeface="Courier New"/>
                <a:sym typeface="Courier New"/>
              </a:rPr>
              <a:t>   node= delete(&amp;top); </a:t>
            </a:r>
            <a:endParaRPr b="0" i="0" sz="1400" u="none" cap="none" strike="noStrike">
              <a:solidFill>
                <a:srgbClr val="000000"/>
              </a:solidFill>
              <a:latin typeface="Arial"/>
              <a:ea typeface="Arial"/>
              <a:cs typeface="Arial"/>
              <a:sym typeface="Arial"/>
            </a:endParaRPr>
          </a:p>
          <a:p>
            <a:pPr indent="-342900" lvl="0" marL="342900" marR="0" rtl="0" algn="l">
              <a:lnSpc>
                <a:spcPct val="70000"/>
              </a:lnSpc>
              <a:spcBef>
                <a:spcPts val="560"/>
              </a:spcBef>
              <a:spcAft>
                <a:spcPts val="0"/>
              </a:spcAft>
              <a:buClr>
                <a:schemeClr val="accent1"/>
              </a:buClr>
              <a:buSzPts val="1960"/>
              <a:buFont typeface="Arial"/>
              <a:buNone/>
            </a:pPr>
            <a:r>
              <a:rPr b="1" i="0" lang="en-US" sz="2800" u="none" cap="none" strike="noStrike">
                <a:solidFill>
                  <a:schemeClr val="dk1"/>
                </a:solidFill>
                <a:latin typeface="Courier New"/>
                <a:ea typeface="Courier New"/>
                <a:cs typeface="Courier New"/>
                <a:sym typeface="Courier New"/>
              </a:rPr>
              <a:t>                /* </a:t>
            </a:r>
            <a:r>
              <a:rPr b="1" i="0" lang="en-US" sz="2800" u="none" cap="none" strike="noStrike">
                <a:solidFill>
                  <a:srgbClr val="CC3300"/>
                </a:solidFill>
                <a:latin typeface="Courier New"/>
                <a:ea typeface="Courier New"/>
                <a:cs typeface="Courier New"/>
                <a:sym typeface="Courier New"/>
              </a:rPr>
              <a:t>delete from stack</a:t>
            </a:r>
            <a:r>
              <a:rPr b="1" i="0" lang="en-US" sz="2800" u="none" cap="none" strike="noStrike">
                <a:solidFill>
                  <a:schemeClr val="dk1"/>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a:p>
            <a:pPr indent="-342900" lvl="0" marL="342900" marR="0" rtl="0" algn="l">
              <a:lnSpc>
                <a:spcPct val="70000"/>
              </a:lnSpc>
              <a:spcBef>
                <a:spcPts val="560"/>
              </a:spcBef>
              <a:spcAft>
                <a:spcPts val="0"/>
              </a:spcAft>
              <a:buClr>
                <a:schemeClr val="accent1"/>
              </a:buClr>
              <a:buSzPts val="1960"/>
              <a:buFont typeface="Arial"/>
              <a:buNone/>
            </a:pPr>
            <a:r>
              <a:rPr b="1" i="0" lang="en-US" sz="2800" u="none" cap="none" strike="noStrike">
                <a:solidFill>
                  <a:schemeClr val="dk1"/>
                </a:solidFill>
                <a:latin typeface="Courier New"/>
                <a:ea typeface="Courier New"/>
                <a:cs typeface="Courier New"/>
                <a:sym typeface="Courier New"/>
              </a:rPr>
              <a:t>   if (!node) break; /* </a:t>
            </a:r>
            <a:r>
              <a:rPr b="1" i="0" lang="en-US" sz="2800" u="none" cap="none" strike="noStrike">
                <a:solidFill>
                  <a:srgbClr val="CC3300"/>
                </a:solidFill>
                <a:latin typeface="Courier New"/>
                <a:ea typeface="Courier New"/>
                <a:cs typeface="Courier New"/>
                <a:sym typeface="Courier New"/>
              </a:rPr>
              <a:t>empty stack</a:t>
            </a:r>
            <a:r>
              <a:rPr b="1" i="0" lang="en-US" sz="2800" u="none" cap="none" strike="noStrike">
                <a:solidFill>
                  <a:schemeClr val="dk1"/>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a:p>
            <a:pPr indent="-342900" lvl="0" marL="342900" marR="0" rtl="0" algn="l">
              <a:lnSpc>
                <a:spcPct val="70000"/>
              </a:lnSpc>
              <a:spcBef>
                <a:spcPts val="560"/>
              </a:spcBef>
              <a:spcAft>
                <a:spcPts val="0"/>
              </a:spcAft>
              <a:buClr>
                <a:schemeClr val="accent1"/>
              </a:buClr>
              <a:buSzPts val="1960"/>
              <a:buFont typeface="Arial"/>
              <a:buNone/>
            </a:pPr>
            <a:r>
              <a:rPr b="1" i="0" lang="en-US" sz="2800" u="none" cap="none" strike="noStrike">
                <a:solidFill>
                  <a:schemeClr val="dk1"/>
                </a:solidFill>
                <a:latin typeface="Courier New"/>
                <a:ea typeface="Courier New"/>
                <a:cs typeface="Courier New"/>
                <a:sym typeface="Courier New"/>
              </a:rPr>
              <a:t>   printf(“%D”, node-&gt;data);</a:t>
            </a:r>
            <a:endParaRPr b="0" i="0" sz="1400" u="none" cap="none" strike="noStrike">
              <a:solidFill>
                <a:srgbClr val="000000"/>
              </a:solidFill>
              <a:latin typeface="Arial"/>
              <a:ea typeface="Arial"/>
              <a:cs typeface="Arial"/>
              <a:sym typeface="Arial"/>
            </a:endParaRPr>
          </a:p>
          <a:p>
            <a:pPr indent="-342900" lvl="0" marL="342900" marR="0" rtl="0" algn="l">
              <a:lnSpc>
                <a:spcPct val="70000"/>
              </a:lnSpc>
              <a:spcBef>
                <a:spcPts val="560"/>
              </a:spcBef>
              <a:spcAft>
                <a:spcPts val="0"/>
              </a:spcAft>
              <a:buClr>
                <a:schemeClr val="accent1"/>
              </a:buClr>
              <a:buSzPts val="1960"/>
              <a:buFont typeface="Arial"/>
              <a:buNone/>
            </a:pPr>
            <a:r>
              <a:rPr b="1" i="0" lang="en-US" sz="2800" u="none" cap="none" strike="noStrike">
                <a:solidFill>
                  <a:schemeClr val="dk1"/>
                </a:solidFill>
                <a:latin typeface="Courier New"/>
                <a:ea typeface="Courier New"/>
                <a:cs typeface="Courier New"/>
                <a:sym typeface="Courier New"/>
              </a:rPr>
              <a:t>   node = node-&gt;right_child;</a:t>
            </a:r>
            <a:endParaRPr b="0" i="0" sz="1400" u="none" cap="none" strike="noStrike">
              <a:solidFill>
                <a:srgbClr val="000000"/>
              </a:solidFill>
              <a:latin typeface="Arial"/>
              <a:ea typeface="Arial"/>
              <a:cs typeface="Arial"/>
              <a:sym typeface="Arial"/>
            </a:endParaRPr>
          </a:p>
          <a:p>
            <a:pPr indent="-342900" lvl="0" marL="342900" marR="0" rtl="0" algn="l">
              <a:lnSpc>
                <a:spcPct val="70000"/>
              </a:lnSpc>
              <a:spcBef>
                <a:spcPts val="560"/>
              </a:spcBef>
              <a:spcAft>
                <a:spcPts val="0"/>
              </a:spcAft>
              <a:buClr>
                <a:schemeClr val="accent1"/>
              </a:buClr>
              <a:buSzPts val="1960"/>
              <a:buFont typeface="Arial"/>
              <a:buNone/>
            </a:pPr>
            <a:r>
              <a:rPr b="1" i="0" lang="en-US" sz="2800" u="none" cap="none" strike="noStrike">
                <a:solidFill>
                  <a:schemeClr val="dk1"/>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a:p>
            <a:pPr indent="-342900" lvl="0" marL="342900" marR="0" rtl="0" algn="l">
              <a:lnSpc>
                <a:spcPct val="70000"/>
              </a:lnSpc>
              <a:spcBef>
                <a:spcPts val="560"/>
              </a:spcBef>
              <a:spcAft>
                <a:spcPts val="0"/>
              </a:spcAft>
              <a:buClr>
                <a:schemeClr val="accent1"/>
              </a:buClr>
              <a:buSzPts val="1960"/>
              <a:buFont typeface="Arial"/>
              <a:buNone/>
            </a:pPr>
            <a:r>
              <a:rPr b="1" i="0" lang="en-US" sz="28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p:txBody>
      </p:sp>
      <p:sp>
        <p:nvSpPr>
          <p:cNvPr id="843" name="Google Shape;843;p37"/>
          <p:cNvSpPr txBox="1"/>
          <p:nvPr/>
        </p:nvSpPr>
        <p:spPr>
          <a:xfrm>
            <a:off x="2727325" y="6038850"/>
            <a:ext cx="995363" cy="5794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CC3300"/>
                </a:solidFill>
                <a:latin typeface="Times New Roman"/>
                <a:ea typeface="Times New Roman"/>
                <a:cs typeface="Times New Roman"/>
                <a:sym typeface="Times New Roman"/>
              </a:rPr>
              <a:t>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7" name="Shape 847"/>
        <p:cNvGrpSpPr/>
        <p:nvPr/>
      </p:nvGrpSpPr>
      <p:grpSpPr>
        <a:xfrm>
          <a:off x="0" y="0"/>
          <a:ext cx="0" cy="0"/>
          <a:chOff x="0" y="0"/>
          <a:chExt cx="0" cy="0"/>
        </a:xfrm>
      </p:grpSpPr>
      <p:sp>
        <p:nvSpPr>
          <p:cNvPr id="848" name="Google Shape;848;p38"/>
          <p:cNvSpPr/>
          <p:nvPr/>
        </p:nvSpPr>
        <p:spPr>
          <a:xfrm>
            <a:off x="495300" y="280988"/>
            <a:ext cx="9163050" cy="1143000"/>
          </a:xfrm>
          <a:prstGeom prst="rect">
            <a:avLst/>
          </a:prstGeom>
          <a:noFill/>
          <a:ln>
            <a:noFill/>
          </a:ln>
        </p:spPr>
        <p:txBody>
          <a:bodyPr anchorCtr="0" anchor="ctr" bIns="46025" lIns="92075" spcFirstLastPara="1" rIns="92075" wrap="square" tIns="46025">
            <a:noAutofit/>
          </a:bodyPr>
          <a:lstStyle/>
          <a:p>
            <a:pPr indent="0" lvl="0" marL="0" marR="0" rtl="0" algn="l">
              <a:lnSpc>
                <a:spcPct val="100000"/>
              </a:lnSpc>
              <a:spcBef>
                <a:spcPts val="0"/>
              </a:spcBef>
              <a:spcAft>
                <a:spcPts val="0"/>
              </a:spcAft>
              <a:buClr>
                <a:srgbClr val="000000"/>
              </a:buClr>
              <a:buSzPts val="4400"/>
              <a:buFont typeface="Arial"/>
              <a:buNone/>
            </a:pPr>
            <a:r>
              <a:rPr b="0" i="0" lang="en-US" sz="4400" u="none" cap="none" strike="noStrike">
                <a:solidFill>
                  <a:schemeClr val="dk2"/>
                </a:solidFill>
                <a:latin typeface="Times New Roman"/>
                <a:ea typeface="Times New Roman"/>
                <a:cs typeface="Times New Roman"/>
                <a:sym typeface="Times New Roman"/>
              </a:rPr>
              <a:t>Trace Operations of Inorder Traversal</a:t>
            </a:r>
            <a:endParaRPr b="0" i="0" sz="1400" u="none" cap="none" strike="noStrike">
              <a:solidFill>
                <a:srgbClr val="000000"/>
              </a:solidFill>
              <a:latin typeface="Arial"/>
              <a:ea typeface="Arial"/>
              <a:cs typeface="Arial"/>
              <a:sym typeface="Arial"/>
            </a:endParaRPr>
          </a:p>
        </p:txBody>
      </p:sp>
      <p:graphicFrame>
        <p:nvGraphicFramePr>
          <p:cNvPr id="849" name="Google Shape;849;p38"/>
          <p:cNvGraphicFramePr/>
          <p:nvPr/>
        </p:nvGraphicFramePr>
        <p:xfrm>
          <a:off x="811213" y="1471613"/>
          <a:ext cx="7837487" cy="4814887"/>
        </p:xfrm>
        <a:graphic>
          <a:graphicData uri="http://schemas.openxmlformats.org/presentationml/2006/ole">
            <mc:AlternateContent>
              <mc:Choice Requires="v">
                <p:oleObj r:id="rId4" imgH="4814887" imgW="7837487" progId="Word.Document.6" spid="_x0000_s1">
                  <p:embed/>
                </p:oleObj>
              </mc:Choice>
              <mc:Fallback>
                <p:oleObj r:id="rId5" imgH="4814887" imgW="7837487" progId="Word.Document.6">
                  <p:embed/>
                  <p:pic>
                    <p:nvPicPr>
                      <p:cNvPr id="849" name="Google Shape;849;p38"/>
                      <p:cNvPicPr preferRelativeResize="0"/>
                      <p:nvPr/>
                    </p:nvPicPr>
                    <p:blipFill rotWithShape="1">
                      <a:blip r:embed="rId6">
                        <a:alphaModFix/>
                      </a:blip>
                      <a:srcRect b="0" l="0" r="0" t="0"/>
                      <a:stretch/>
                    </p:blipFill>
                    <p:spPr>
                      <a:xfrm>
                        <a:off x="811213" y="1471613"/>
                        <a:ext cx="7837487" cy="4814887"/>
                      </a:xfrm>
                      <a:prstGeom prst="rect">
                        <a:avLst/>
                      </a:prstGeom>
                      <a:noFill/>
                      <a:ln>
                        <a:noFill/>
                      </a:ln>
                    </p:spPr>
                  </p:pic>
                </p:oleObj>
              </mc:Fallback>
            </mc:AlternateContent>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3" name="Shape 853"/>
        <p:cNvGrpSpPr/>
        <p:nvPr/>
      </p:nvGrpSpPr>
      <p:grpSpPr>
        <a:xfrm>
          <a:off x="0" y="0"/>
          <a:ext cx="0" cy="0"/>
          <a:chOff x="0" y="0"/>
          <a:chExt cx="0" cy="0"/>
        </a:xfrm>
      </p:grpSpPr>
      <p:sp>
        <p:nvSpPr>
          <p:cNvPr id="854" name="Google Shape;854;p39"/>
          <p:cNvSpPr/>
          <p:nvPr/>
        </p:nvSpPr>
        <p:spPr>
          <a:xfrm>
            <a:off x="0" y="0"/>
            <a:ext cx="9163050" cy="1143000"/>
          </a:xfrm>
          <a:prstGeom prst="rect">
            <a:avLst/>
          </a:prstGeom>
          <a:noFill/>
          <a:ln>
            <a:noFill/>
          </a:ln>
        </p:spPr>
        <p:txBody>
          <a:bodyPr anchorCtr="0" anchor="ctr" bIns="46025" lIns="92075" spcFirstLastPara="1" rIns="92075" wrap="square" tIns="46025">
            <a:noAutofit/>
          </a:bodyPr>
          <a:lstStyle/>
          <a:p>
            <a:pPr indent="0" lvl="0" marL="0" marR="0" rtl="0" algn="ctr">
              <a:lnSpc>
                <a:spcPct val="100000"/>
              </a:lnSpc>
              <a:spcBef>
                <a:spcPts val="0"/>
              </a:spcBef>
              <a:spcAft>
                <a:spcPts val="0"/>
              </a:spcAft>
              <a:buClr>
                <a:srgbClr val="000000"/>
              </a:buClr>
              <a:buSzPts val="4400"/>
              <a:buFont typeface="Arial"/>
              <a:buNone/>
            </a:pPr>
            <a:r>
              <a:rPr b="0" i="0" lang="en-US" sz="4400" u="none" cap="none" strike="noStrike">
                <a:solidFill>
                  <a:schemeClr val="dk2"/>
                </a:solidFill>
                <a:latin typeface="Times New Roman"/>
                <a:ea typeface="Times New Roman"/>
                <a:cs typeface="Times New Roman"/>
                <a:sym typeface="Times New Roman"/>
              </a:rPr>
              <a:t>Level Order Traversal</a:t>
            </a:r>
            <a:br>
              <a:rPr b="0" i="0" lang="en-US" sz="2400" u="none" cap="none" strike="noStrike">
                <a:solidFill>
                  <a:schemeClr val="dk2"/>
                </a:solidFill>
                <a:latin typeface="Times New Roman"/>
                <a:ea typeface="Times New Roman"/>
                <a:cs typeface="Times New Roman"/>
                <a:sym typeface="Times New Roman"/>
              </a:rPr>
            </a:br>
            <a:r>
              <a:rPr b="0" i="0" lang="en-US" sz="2400" u="none" cap="none" strike="noStrike">
                <a:solidFill>
                  <a:schemeClr val="dk2"/>
                </a:solidFill>
                <a:latin typeface="Times New Roman"/>
                <a:ea typeface="Times New Roman"/>
                <a:cs typeface="Times New Roman"/>
                <a:sym typeface="Times New Roman"/>
              </a:rPr>
              <a:t>(</a:t>
            </a:r>
            <a:r>
              <a:rPr b="0" i="0" lang="en-US" sz="2400" u="none" cap="none" strike="noStrike">
                <a:solidFill>
                  <a:srgbClr val="CC3300"/>
                </a:solidFill>
                <a:latin typeface="Times New Roman"/>
                <a:ea typeface="Times New Roman"/>
                <a:cs typeface="Times New Roman"/>
                <a:sym typeface="Times New Roman"/>
              </a:rPr>
              <a:t>using queue</a:t>
            </a:r>
            <a:r>
              <a:rPr b="0" i="0" lang="en-US" sz="2400" u="none" cap="none" strike="noStrike">
                <a:solidFill>
                  <a:schemeClr val="dk2"/>
                </a:solidFill>
                <a:latin typeface="Times New Roman"/>
                <a:ea typeface="Times New Roman"/>
                <a:cs typeface="Times New Roman"/>
                <a:sym typeface="Times New Roman"/>
              </a:rPr>
              <a:t>)</a:t>
            </a:r>
            <a:endParaRPr b="0" i="0" sz="4400" u="none" cap="none" strike="noStrike">
              <a:solidFill>
                <a:schemeClr val="dk2"/>
              </a:solidFill>
              <a:latin typeface="Times New Roman"/>
              <a:ea typeface="Times New Roman"/>
              <a:cs typeface="Times New Roman"/>
              <a:sym typeface="Times New Roman"/>
            </a:endParaRPr>
          </a:p>
        </p:txBody>
      </p:sp>
      <p:sp>
        <p:nvSpPr>
          <p:cNvPr id="855" name="Google Shape;855;p39"/>
          <p:cNvSpPr/>
          <p:nvPr/>
        </p:nvSpPr>
        <p:spPr>
          <a:xfrm>
            <a:off x="1047750" y="1600200"/>
            <a:ext cx="9163050" cy="4114800"/>
          </a:xfrm>
          <a:prstGeom prst="rect">
            <a:avLst/>
          </a:prstGeom>
          <a:noFill/>
          <a:ln>
            <a:noFill/>
          </a:ln>
        </p:spPr>
        <p:txBody>
          <a:bodyPr anchorCtr="0" anchor="t" bIns="46025" lIns="92075" spcFirstLastPara="1" rIns="92075" wrap="square" tIns="46025">
            <a:noAutofit/>
          </a:bodyPr>
          <a:lstStyle/>
          <a:p>
            <a:pPr indent="-342900" lvl="0" marL="342900" marR="0" rtl="0" algn="l">
              <a:lnSpc>
                <a:spcPct val="90000"/>
              </a:lnSpc>
              <a:spcBef>
                <a:spcPts val="0"/>
              </a:spcBef>
              <a:spcAft>
                <a:spcPts val="0"/>
              </a:spcAft>
              <a:buClr>
                <a:schemeClr val="accent1"/>
              </a:buClr>
              <a:buSzPts val="1960"/>
              <a:buFont typeface="Arial"/>
              <a:buNone/>
            </a:pPr>
            <a:r>
              <a:rPr b="1" i="0" lang="en-US" sz="2800" u="none" cap="none" strike="noStrike">
                <a:solidFill>
                  <a:schemeClr val="dk1"/>
                </a:solidFill>
                <a:latin typeface="Courier New"/>
                <a:ea typeface="Courier New"/>
                <a:cs typeface="Courier New"/>
                <a:sym typeface="Courier New"/>
              </a:rPr>
              <a:t>void level_order(tree_pointer ptr)</a:t>
            </a:r>
            <a:endParaRPr b="0" i="0" sz="1400" u="none" cap="none" strike="noStrike">
              <a:solidFill>
                <a:srgbClr val="000000"/>
              </a:solidFill>
              <a:latin typeface="Arial"/>
              <a:ea typeface="Arial"/>
              <a:cs typeface="Arial"/>
              <a:sym typeface="Arial"/>
            </a:endParaRPr>
          </a:p>
          <a:p>
            <a:pPr indent="-342900" lvl="0" marL="342900" marR="0" rtl="0" algn="l">
              <a:lnSpc>
                <a:spcPct val="90000"/>
              </a:lnSpc>
              <a:spcBef>
                <a:spcPts val="560"/>
              </a:spcBef>
              <a:spcAft>
                <a:spcPts val="0"/>
              </a:spcAft>
              <a:buClr>
                <a:schemeClr val="accent1"/>
              </a:buClr>
              <a:buSzPts val="1960"/>
              <a:buFont typeface="Arial"/>
              <a:buNone/>
            </a:pPr>
            <a:r>
              <a:rPr b="1" i="0" lang="en-US" sz="2800" u="none" cap="none" strike="noStrike">
                <a:solidFill>
                  <a:schemeClr val="dk1"/>
                </a:solidFill>
                <a:latin typeface="Courier New"/>
                <a:ea typeface="Courier New"/>
                <a:cs typeface="Courier New"/>
                <a:sym typeface="Courier New"/>
              </a:rPr>
              <a:t>/* level order tree traversal */</a:t>
            </a:r>
            <a:endParaRPr b="0" i="0" sz="1400" u="none" cap="none" strike="noStrike">
              <a:solidFill>
                <a:srgbClr val="000000"/>
              </a:solidFill>
              <a:latin typeface="Arial"/>
              <a:ea typeface="Arial"/>
              <a:cs typeface="Arial"/>
              <a:sym typeface="Arial"/>
            </a:endParaRPr>
          </a:p>
          <a:p>
            <a:pPr indent="-342900" lvl="0" marL="342900" marR="0" rtl="0" algn="l">
              <a:lnSpc>
                <a:spcPct val="90000"/>
              </a:lnSpc>
              <a:spcBef>
                <a:spcPts val="560"/>
              </a:spcBef>
              <a:spcAft>
                <a:spcPts val="0"/>
              </a:spcAft>
              <a:buClr>
                <a:schemeClr val="accent1"/>
              </a:buClr>
              <a:buSzPts val="1960"/>
              <a:buFont typeface="Arial"/>
              <a:buNone/>
            </a:pPr>
            <a:r>
              <a:rPr b="1" i="0" lang="en-US" sz="28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a:p>
            <a:pPr indent="-342900" lvl="0" marL="342900" marR="0" rtl="0" algn="l">
              <a:lnSpc>
                <a:spcPct val="90000"/>
              </a:lnSpc>
              <a:spcBef>
                <a:spcPts val="560"/>
              </a:spcBef>
              <a:spcAft>
                <a:spcPts val="0"/>
              </a:spcAft>
              <a:buClr>
                <a:schemeClr val="accent1"/>
              </a:buClr>
              <a:buSzPts val="1960"/>
              <a:buFont typeface="Arial"/>
              <a:buNone/>
            </a:pPr>
            <a:r>
              <a:rPr b="1" i="0" lang="en-US" sz="2800" u="none" cap="none" strike="noStrike">
                <a:solidFill>
                  <a:schemeClr val="dk1"/>
                </a:solidFill>
                <a:latin typeface="Courier New"/>
                <a:ea typeface="Courier New"/>
                <a:cs typeface="Courier New"/>
                <a:sym typeface="Courier New"/>
              </a:rPr>
              <a:t>  int front = rear = 0;</a:t>
            </a:r>
            <a:endParaRPr b="0" i="0" sz="1400" u="none" cap="none" strike="noStrike">
              <a:solidFill>
                <a:srgbClr val="000000"/>
              </a:solidFill>
              <a:latin typeface="Arial"/>
              <a:ea typeface="Arial"/>
              <a:cs typeface="Arial"/>
              <a:sym typeface="Arial"/>
            </a:endParaRPr>
          </a:p>
          <a:p>
            <a:pPr indent="-342900" lvl="0" marL="342900" marR="0" rtl="0" algn="l">
              <a:lnSpc>
                <a:spcPct val="90000"/>
              </a:lnSpc>
              <a:spcBef>
                <a:spcPts val="560"/>
              </a:spcBef>
              <a:spcAft>
                <a:spcPts val="0"/>
              </a:spcAft>
              <a:buClr>
                <a:schemeClr val="accent1"/>
              </a:buClr>
              <a:buSzPts val="1960"/>
              <a:buFont typeface="Arial"/>
              <a:buNone/>
            </a:pPr>
            <a:r>
              <a:rPr b="1" i="0" lang="en-US" sz="2800" u="none" cap="none" strike="noStrike">
                <a:solidFill>
                  <a:schemeClr val="dk1"/>
                </a:solidFill>
                <a:latin typeface="Courier New"/>
                <a:ea typeface="Courier New"/>
                <a:cs typeface="Courier New"/>
                <a:sym typeface="Courier New"/>
              </a:rPr>
              <a:t>  tree_pointer queue[MAX_QUEUE_SIZE];</a:t>
            </a:r>
            <a:endParaRPr b="0" i="0" sz="1400" u="none" cap="none" strike="noStrike">
              <a:solidFill>
                <a:srgbClr val="000000"/>
              </a:solidFill>
              <a:latin typeface="Arial"/>
              <a:ea typeface="Arial"/>
              <a:cs typeface="Arial"/>
              <a:sym typeface="Arial"/>
            </a:endParaRPr>
          </a:p>
          <a:p>
            <a:pPr indent="-342900" lvl="0" marL="342900" marR="0" rtl="0" algn="l">
              <a:lnSpc>
                <a:spcPct val="90000"/>
              </a:lnSpc>
              <a:spcBef>
                <a:spcPts val="560"/>
              </a:spcBef>
              <a:spcAft>
                <a:spcPts val="0"/>
              </a:spcAft>
              <a:buClr>
                <a:schemeClr val="accent1"/>
              </a:buClr>
              <a:buSzPts val="1960"/>
              <a:buFont typeface="Arial"/>
              <a:buNone/>
            </a:pPr>
            <a:r>
              <a:rPr b="1" i="0" lang="en-US" sz="2800" u="none" cap="none" strike="noStrike">
                <a:solidFill>
                  <a:schemeClr val="dk1"/>
                </a:solidFill>
                <a:latin typeface="Courier New"/>
                <a:ea typeface="Courier New"/>
                <a:cs typeface="Courier New"/>
                <a:sym typeface="Courier New"/>
              </a:rPr>
              <a:t>  if (!ptr) return; /* empty queue */</a:t>
            </a:r>
            <a:endParaRPr b="0" i="0" sz="1400" u="none" cap="none" strike="noStrike">
              <a:solidFill>
                <a:srgbClr val="000000"/>
              </a:solidFill>
              <a:latin typeface="Arial"/>
              <a:ea typeface="Arial"/>
              <a:cs typeface="Arial"/>
              <a:sym typeface="Arial"/>
            </a:endParaRPr>
          </a:p>
          <a:p>
            <a:pPr indent="-342900" lvl="0" marL="342900" marR="0" rtl="0" algn="l">
              <a:lnSpc>
                <a:spcPct val="90000"/>
              </a:lnSpc>
              <a:spcBef>
                <a:spcPts val="560"/>
              </a:spcBef>
              <a:spcAft>
                <a:spcPts val="0"/>
              </a:spcAft>
              <a:buClr>
                <a:schemeClr val="accent1"/>
              </a:buClr>
              <a:buSzPts val="1960"/>
              <a:buFont typeface="Arial"/>
              <a:buNone/>
            </a:pPr>
            <a:r>
              <a:rPr b="1" i="0" lang="en-US" sz="2800" u="none" cap="none" strike="noStrike">
                <a:solidFill>
                  <a:schemeClr val="dk1"/>
                </a:solidFill>
                <a:latin typeface="Courier New"/>
                <a:ea typeface="Courier New"/>
                <a:cs typeface="Courier New"/>
                <a:sym typeface="Courier New"/>
              </a:rPr>
              <a:t>  addq(front, &amp;rear, ptr);</a:t>
            </a:r>
            <a:endParaRPr b="0" i="0" sz="1400" u="none" cap="none" strike="noStrike">
              <a:solidFill>
                <a:srgbClr val="000000"/>
              </a:solidFill>
              <a:latin typeface="Arial"/>
              <a:ea typeface="Arial"/>
              <a:cs typeface="Arial"/>
              <a:sym typeface="Arial"/>
            </a:endParaRPr>
          </a:p>
          <a:p>
            <a:pPr indent="-342900" lvl="0" marL="342900" marR="0" rtl="0" algn="l">
              <a:lnSpc>
                <a:spcPct val="90000"/>
              </a:lnSpc>
              <a:spcBef>
                <a:spcPts val="560"/>
              </a:spcBef>
              <a:spcAft>
                <a:spcPts val="0"/>
              </a:spcAft>
              <a:buClr>
                <a:schemeClr val="accent1"/>
              </a:buClr>
              <a:buSzPts val="1960"/>
              <a:buFont typeface="Arial"/>
              <a:buNone/>
            </a:pPr>
            <a:r>
              <a:rPr b="1" i="0" lang="en-US" sz="2800" u="none" cap="none" strike="noStrike">
                <a:solidFill>
                  <a:schemeClr val="dk1"/>
                </a:solidFill>
                <a:latin typeface="Courier New"/>
                <a:ea typeface="Courier New"/>
                <a:cs typeface="Courier New"/>
                <a:sym typeface="Courier New"/>
              </a:rPr>
              <a:t>  for (;;) {</a:t>
            </a:r>
            <a:endParaRPr b="0" i="0" sz="1400" u="none" cap="none" strike="noStrike">
              <a:solidFill>
                <a:srgbClr val="000000"/>
              </a:solidFill>
              <a:latin typeface="Arial"/>
              <a:ea typeface="Arial"/>
              <a:cs typeface="Arial"/>
              <a:sym typeface="Arial"/>
            </a:endParaRPr>
          </a:p>
          <a:p>
            <a:pPr indent="-342900" lvl="0" marL="342900" marR="0" rtl="0" algn="l">
              <a:lnSpc>
                <a:spcPct val="90000"/>
              </a:lnSpc>
              <a:spcBef>
                <a:spcPts val="560"/>
              </a:spcBef>
              <a:spcAft>
                <a:spcPts val="0"/>
              </a:spcAft>
              <a:buClr>
                <a:schemeClr val="accent1"/>
              </a:buClr>
              <a:buSzPts val="1960"/>
              <a:buFont typeface="Arial"/>
              <a:buNone/>
            </a:pPr>
            <a:r>
              <a:rPr b="1" i="0" lang="en-US" sz="2800" u="none" cap="none" strike="noStrike">
                <a:solidFill>
                  <a:schemeClr val="dk1"/>
                </a:solidFill>
                <a:latin typeface="Courier New"/>
                <a:ea typeface="Courier New"/>
                <a:cs typeface="Courier New"/>
                <a:sym typeface="Courier New"/>
              </a:rPr>
              <a:t>    ptr = deleteq(&amp;front, rear);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9" name="Shape 859"/>
        <p:cNvGrpSpPr/>
        <p:nvPr/>
      </p:nvGrpSpPr>
      <p:grpSpPr>
        <a:xfrm>
          <a:off x="0" y="0"/>
          <a:ext cx="0" cy="0"/>
          <a:chOff x="0" y="0"/>
          <a:chExt cx="0" cy="0"/>
        </a:xfrm>
      </p:grpSpPr>
      <p:sp>
        <p:nvSpPr>
          <p:cNvPr id="860" name="Google Shape;860;p40"/>
          <p:cNvSpPr/>
          <p:nvPr/>
        </p:nvSpPr>
        <p:spPr>
          <a:xfrm>
            <a:off x="609600" y="838200"/>
            <a:ext cx="8534400" cy="4114800"/>
          </a:xfrm>
          <a:prstGeom prst="rect">
            <a:avLst/>
          </a:prstGeom>
          <a:noFill/>
          <a:ln>
            <a:noFill/>
          </a:ln>
        </p:spPr>
        <p:txBody>
          <a:bodyPr anchorCtr="0" anchor="t" bIns="46025" lIns="92075" spcFirstLastPara="1" rIns="92075" wrap="square" tIns="46025">
            <a:noAutofit/>
          </a:bodyPr>
          <a:lstStyle/>
          <a:p>
            <a:pPr indent="-342900" lvl="0" marL="342900" marR="0" rtl="0" algn="l">
              <a:lnSpc>
                <a:spcPct val="80000"/>
              </a:lnSpc>
              <a:spcBef>
                <a:spcPts val="0"/>
              </a:spcBef>
              <a:spcAft>
                <a:spcPts val="0"/>
              </a:spcAft>
              <a:buClr>
                <a:schemeClr val="accent1"/>
              </a:buClr>
              <a:buSzPts val="1960"/>
              <a:buFont typeface="Arial"/>
              <a:buNone/>
            </a:pPr>
            <a:r>
              <a:rPr b="1" i="0" lang="en-US" sz="2800" u="none" cap="none" strike="noStrike">
                <a:solidFill>
                  <a:schemeClr val="dk1"/>
                </a:solidFill>
                <a:latin typeface="Courier New"/>
                <a:ea typeface="Courier New"/>
                <a:cs typeface="Courier New"/>
                <a:sym typeface="Courier New"/>
              </a:rPr>
              <a:t>    if (ptr) {</a:t>
            </a:r>
            <a:endParaRPr b="0" i="0" sz="1400" u="none" cap="none" strike="noStrike">
              <a:solidFill>
                <a:srgbClr val="000000"/>
              </a:solidFill>
              <a:latin typeface="Arial"/>
              <a:ea typeface="Arial"/>
              <a:cs typeface="Arial"/>
              <a:sym typeface="Arial"/>
            </a:endParaRPr>
          </a:p>
          <a:p>
            <a:pPr indent="-342900" lvl="0" marL="342900" marR="0" rtl="0" algn="l">
              <a:lnSpc>
                <a:spcPct val="90000"/>
              </a:lnSpc>
              <a:spcBef>
                <a:spcPts val="560"/>
              </a:spcBef>
              <a:spcAft>
                <a:spcPts val="0"/>
              </a:spcAft>
              <a:buClr>
                <a:schemeClr val="accent1"/>
              </a:buClr>
              <a:buSzPts val="1960"/>
              <a:buFont typeface="Arial"/>
              <a:buNone/>
            </a:pPr>
            <a:r>
              <a:rPr b="1" i="0" lang="en-US" sz="2800" u="none" cap="none" strike="noStrike">
                <a:solidFill>
                  <a:schemeClr val="dk1"/>
                </a:solidFill>
                <a:latin typeface="Courier New"/>
                <a:ea typeface="Courier New"/>
                <a:cs typeface="Courier New"/>
                <a:sym typeface="Courier New"/>
              </a:rPr>
              <a:t>      printf(“%d”, ptr-&gt;data);</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560"/>
              </a:spcBef>
              <a:spcAft>
                <a:spcPts val="0"/>
              </a:spcAft>
              <a:buClr>
                <a:schemeClr val="accent1"/>
              </a:buClr>
              <a:buSzPts val="1960"/>
              <a:buFont typeface="Arial"/>
              <a:buNone/>
            </a:pPr>
            <a:r>
              <a:rPr b="1" i="0" lang="en-US" sz="2800" u="none" cap="none" strike="noStrike">
                <a:solidFill>
                  <a:schemeClr val="dk1"/>
                </a:solidFill>
                <a:latin typeface="Courier New"/>
                <a:ea typeface="Courier New"/>
                <a:cs typeface="Courier New"/>
                <a:sym typeface="Courier New"/>
              </a:rPr>
              <a:t>      if (ptr-&gt;left_child)</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560"/>
              </a:spcBef>
              <a:spcAft>
                <a:spcPts val="0"/>
              </a:spcAft>
              <a:buClr>
                <a:schemeClr val="accent1"/>
              </a:buClr>
              <a:buSzPts val="1960"/>
              <a:buFont typeface="Arial"/>
              <a:buNone/>
            </a:pPr>
            <a:r>
              <a:rPr b="1" i="0" lang="en-US" sz="2800" u="none" cap="none" strike="noStrike">
                <a:solidFill>
                  <a:schemeClr val="dk1"/>
                </a:solidFill>
                <a:latin typeface="Courier New"/>
                <a:ea typeface="Courier New"/>
                <a:cs typeface="Courier New"/>
                <a:sym typeface="Courier New"/>
              </a:rPr>
              <a:t>        addq(front, &amp;rear, </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560"/>
              </a:spcBef>
              <a:spcAft>
                <a:spcPts val="0"/>
              </a:spcAft>
              <a:buClr>
                <a:schemeClr val="accent1"/>
              </a:buClr>
              <a:buSzPts val="1960"/>
              <a:buFont typeface="Arial"/>
              <a:buNone/>
            </a:pPr>
            <a:r>
              <a:rPr b="1" i="0" lang="en-US" sz="2800" u="none" cap="none" strike="noStrike">
                <a:solidFill>
                  <a:schemeClr val="dk1"/>
                </a:solidFill>
                <a:latin typeface="Courier New"/>
                <a:ea typeface="Courier New"/>
                <a:cs typeface="Courier New"/>
                <a:sym typeface="Courier New"/>
              </a:rPr>
              <a:t>                     ptr-&gt;left_child);</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560"/>
              </a:spcBef>
              <a:spcAft>
                <a:spcPts val="0"/>
              </a:spcAft>
              <a:buClr>
                <a:schemeClr val="accent1"/>
              </a:buClr>
              <a:buSzPts val="1960"/>
              <a:buFont typeface="Arial"/>
              <a:buNone/>
            </a:pPr>
            <a:r>
              <a:rPr b="1" i="0" lang="en-US" sz="2800" u="none" cap="none" strike="noStrike">
                <a:solidFill>
                  <a:schemeClr val="dk1"/>
                </a:solidFill>
                <a:latin typeface="Courier New"/>
                <a:ea typeface="Courier New"/>
                <a:cs typeface="Courier New"/>
                <a:sym typeface="Courier New"/>
              </a:rPr>
              <a:t>      if (ptr-&gt;right_child)</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560"/>
              </a:spcBef>
              <a:spcAft>
                <a:spcPts val="0"/>
              </a:spcAft>
              <a:buClr>
                <a:schemeClr val="accent1"/>
              </a:buClr>
              <a:buSzPts val="1960"/>
              <a:buFont typeface="Arial"/>
              <a:buNone/>
            </a:pPr>
            <a:r>
              <a:rPr b="1" i="0" lang="en-US" sz="2800" u="none" cap="none" strike="noStrike">
                <a:solidFill>
                  <a:schemeClr val="dk1"/>
                </a:solidFill>
                <a:latin typeface="Courier New"/>
                <a:ea typeface="Courier New"/>
                <a:cs typeface="Courier New"/>
                <a:sym typeface="Courier New"/>
              </a:rPr>
              <a:t>        addq(front, &amp;rear, </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560"/>
              </a:spcBef>
              <a:spcAft>
                <a:spcPts val="0"/>
              </a:spcAft>
              <a:buClr>
                <a:schemeClr val="accent1"/>
              </a:buClr>
              <a:buSzPts val="1960"/>
              <a:buFont typeface="Arial"/>
              <a:buNone/>
            </a:pPr>
            <a:r>
              <a:rPr b="1" i="0" lang="en-US" sz="2800" u="none" cap="none" strike="noStrike">
                <a:solidFill>
                  <a:schemeClr val="dk1"/>
                </a:solidFill>
                <a:latin typeface="Courier New"/>
                <a:ea typeface="Courier New"/>
                <a:cs typeface="Courier New"/>
                <a:sym typeface="Courier New"/>
              </a:rPr>
              <a:t>                     ptr-&gt;right_child);</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560"/>
              </a:spcBef>
              <a:spcAft>
                <a:spcPts val="0"/>
              </a:spcAft>
              <a:buClr>
                <a:schemeClr val="accent1"/>
              </a:buClr>
              <a:buSzPts val="1960"/>
              <a:buFont typeface="Arial"/>
              <a:buNone/>
            </a:pPr>
            <a:r>
              <a:rPr b="1" i="0" lang="en-US" sz="2800" u="none" cap="none" strike="noStrike">
                <a:solidFill>
                  <a:schemeClr val="dk1"/>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560"/>
              </a:spcBef>
              <a:spcAft>
                <a:spcPts val="0"/>
              </a:spcAft>
              <a:buClr>
                <a:schemeClr val="accent1"/>
              </a:buClr>
              <a:buSzPts val="1960"/>
              <a:buFont typeface="Arial"/>
              <a:buNone/>
            </a:pPr>
            <a:r>
              <a:rPr b="1" i="0" lang="en-US" sz="2800" u="none" cap="none" strike="noStrike">
                <a:solidFill>
                  <a:schemeClr val="dk1"/>
                </a:solidFill>
                <a:latin typeface="Courier New"/>
                <a:ea typeface="Courier New"/>
                <a:cs typeface="Courier New"/>
                <a:sym typeface="Courier New"/>
              </a:rPr>
              <a:t>    else break;</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560"/>
              </a:spcBef>
              <a:spcAft>
                <a:spcPts val="0"/>
              </a:spcAft>
              <a:buClr>
                <a:schemeClr val="accent1"/>
              </a:buClr>
              <a:buSzPts val="1960"/>
              <a:buFont typeface="Arial"/>
              <a:buNone/>
            </a:pPr>
            <a:r>
              <a:rPr b="1" i="0" lang="en-US" sz="2800" u="none" cap="none" strike="noStrike">
                <a:solidFill>
                  <a:schemeClr val="dk1"/>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560"/>
              </a:spcBef>
              <a:spcAft>
                <a:spcPts val="0"/>
              </a:spcAft>
              <a:buClr>
                <a:schemeClr val="accent1"/>
              </a:buClr>
              <a:buSzPts val="1960"/>
              <a:buFont typeface="Arial"/>
              <a:buNone/>
            </a:pPr>
            <a:r>
              <a:rPr b="1" i="0" lang="en-US" sz="28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p:txBody>
      </p:sp>
      <p:sp>
        <p:nvSpPr>
          <p:cNvPr id="861" name="Google Shape;861;p40"/>
          <p:cNvSpPr/>
          <p:nvPr/>
        </p:nvSpPr>
        <p:spPr>
          <a:xfrm>
            <a:off x="5508625" y="5235575"/>
            <a:ext cx="2400300" cy="469900"/>
          </a:xfrm>
          <a:prstGeom prst="rect">
            <a:avLst/>
          </a:prstGeom>
          <a:noFill/>
          <a:ln cap="flat" cmpd="sng" w="12700">
            <a:solidFill>
              <a:schemeClr val="dk1"/>
            </a:solidFill>
            <a:prstDash val="solid"/>
            <a:miter lim="800000"/>
            <a:headEnd len="sm" w="sm" type="none"/>
            <a:tailEnd len="sm" w="sm" type="none"/>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 * E * D / C A B</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5" name="Shape 865"/>
        <p:cNvGrpSpPr/>
        <p:nvPr/>
      </p:nvGrpSpPr>
      <p:grpSpPr>
        <a:xfrm>
          <a:off x="0" y="0"/>
          <a:ext cx="0" cy="0"/>
          <a:chOff x="0" y="0"/>
          <a:chExt cx="0" cy="0"/>
        </a:xfrm>
      </p:grpSpPr>
      <p:sp>
        <p:nvSpPr>
          <p:cNvPr id="866" name="Google Shape;866;p41"/>
          <p:cNvSpPr/>
          <p:nvPr/>
        </p:nvSpPr>
        <p:spPr>
          <a:xfrm>
            <a:off x="325438" y="0"/>
            <a:ext cx="9163050" cy="1143000"/>
          </a:xfrm>
          <a:prstGeom prst="rect">
            <a:avLst/>
          </a:prstGeom>
          <a:noFill/>
          <a:ln>
            <a:noFill/>
          </a:ln>
        </p:spPr>
        <p:txBody>
          <a:bodyPr anchorCtr="0" anchor="ctr" bIns="46025" lIns="92075" spcFirstLastPara="1" rIns="92075" wrap="square" tIns="46025">
            <a:noAutofit/>
          </a:bodyPr>
          <a:lstStyle/>
          <a:p>
            <a:pPr indent="0" lvl="0" marL="0" marR="0" rtl="0" algn="ctr">
              <a:lnSpc>
                <a:spcPct val="100000"/>
              </a:lnSpc>
              <a:spcBef>
                <a:spcPts val="0"/>
              </a:spcBef>
              <a:spcAft>
                <a:spcPts val="0"/>
              </a:spcAft>
              <a:buClr>
                <a:srgbClr val="000000"/>
              </a:buClr>
              <a:buSzPts val="4400"/>
              <a:buFont typeface="Arial"/>
              <a:buNone/>
            </a:pPr>
            <a:r>
              <a:rPr b="0" i="0" lang="en-US" sz="4400" u="none" cap="none" strike="noStrike">
                <a:solidFill>
                  <a:schemeClr val="dk2"/>
                </a:solidFill>
                <a:latin typeface="Times New Roman"/>
                <a:ea typeface="Times New Roman"/>
                <a:cs typeface="Times New Roman"/>
                <a:sym typeface="Times New Roman"/>
              </a:rPr>
              <a:t>Copying Binary Trees</a:t>
            </a:r>
            <a:endParaRPr b="0" i="0" sz="1400" u="none" cap="none" strike="noStrike">
              <a:solidFill>
                <a:srgbClr val="000000"/>
              </a:solidFill>
              <a:latin typeface="Arial"/>
              <a:ea typeface="Arial"/>
              <a:cs typeface="Arial"/>
              <a:sym typeface="Arial"/>
            </a:endParaRPr>
          </a:p>
        </p:txBody>
      </p:sp>
      <p:sp>
        <p:nvSpPr>
          <p:cNvPr id="867" name="Google Shape;867;p41"/>
          <p:cNvSpPr/>
          <p:nvPr/>
        </p:nvSpPr>
        <p:spPr>
          <a:xfrm>
            <a:off x="742950" y="1168400"/>
            <a:ext cx="9309100" cy="4414838"/>
          </a:xfrm>
          <a:prstGeom prst="rect">
            <a:avLst/>
          </a:prstGeom>
          <a:noFill/>
          <a:ln>
            <a:noFill/>
          </a:ln>
        </p:spPr>
        <p:txBody>
          <a:bodyPr anchorCtr="0" anchor="t" bIns="46025" lIns="92075" spcFirstLastPara="1" rIns="92075" wrap="square" tIns="46025">
            <a:noAutofit/>
          </a:bodyPr>
          <a:lstStyle/>
          <a:p>
            <a:pPr indent="-342900" lvl="0" marL="342900" marR="0" rtl="0" algn="l">
              <a:lnSpc>
                <a:spcPct val="70000"/>
              </a:lnSpc>
              <a:spcBef>
                <a:spcPts val="0"/>
              </a:spcBef>
              <a:spcAft>
                <a:spcPts val="0"/>
              </a:spcAft>
              <a:buClr>
                <a:schemeClr val="accent1"/>
              </a:buClr>
              <a:buSzPts val="1680"/>
              <a:buFont typeface="Arial"/>
              <a:buNone/>
            </a:pPr>
            <a:r>
              <a:rPr b="1" i="0" lang="en-US" sz="2400" u="none" cap="none" strike="noStrike">
                <a:solidFill>
                  <a:schemeClr val="dk1"/>
                </a:solidFill>
                <a:latin typeface="Courier New"/>
                <a:ea typeface="Courier New"/>
                <a:cs typeface="Courier New"/>
                <a:sym typeface="Courier New"/>
              </a:rPr>
              <a:t>tree_poointer copy(tree_pointer original)</a:t>
            </a:r>
            <a:endParaRPr b="0" i="0" sz="1400" u="none" cap="none" strike="noStrike">
              <a:solidFill>
                <a:srgbClr val="000000"/>
              </a:solidFill>
              <a:latin typeface="Arial"/>
              <a:ea typeface="Arial"/>
              <a:cs typeface="Arial"/>
              <a:sym typeface="Arial"/>
            </a:endParaRPr>
          </a:p>
          <a:p>
            <a:pPr indent="-342900" lvl="0" marL="342900" marR="0" rtl="0" algn="l">
              <a:lnSpc>
                <a:spcPct val="70000"/>
              </a:lnSpc>
              <a:spcBef>
                <a:spcPts val="480"/>
              </a:spcBef>
              <a:spcAft>
                <a:spcPts val="0"/>
              </a:spcAft>
              <a:buClr>
                <a:schemeClr val="accent1"/>
              </a:buClr>
              <a:buSzPts val="1680"/>
              <a:buFont typeface="Arial"/>
              <a:buNone/>
            </a:pPr>
            <a:r>
              <a:rPr b="1" i="0" lang="en-US" sz="24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a:p>
            <a:pPr indent="-342900" lvl="0" marL="342900" marR="0" rtl="0" algn="l">
              <a:lnSpc>
                <a:spcPct val="70000"/>
              </a:lnSpc>
              <a:spcBef>
                <a:spcPts val="480"/>
              </a:spcBef>
              <a:spcAft>
                <a:spcPts val="0"/>
              </a:spcAft>
              <a:buClr>
                <a:schemeClr val="accent1"/>
              </a:buClr>
              <a:buSzPts val="1680"/>
              <a:buFont typeface="Arial"/>
              <a:buNone/>
            </a:pPr>
            <a:r>
              <a:rPr b="1" i="0" lang="en-US" sz="2400" u="none" cap="none" strike="noStrike">
                <a:solidFill>
                  <a:schemeClr val="dk1"/>
                </a:solidFill>
                <a:latin typeface="Courier New"/>
                <a:ea typeface="Courier New"/>
                <a:cs typeface="Courier New"/>
                <a:sym typeface="Courier New"/>
              </a:rPr>
              <a:t>tree_pointer temp;</a:t>
            </a:r>
            <a:endParaRPr b="0" i="0" sz="1400" u="none" cap="none" strike="noStrike">
              <a:solidFill>
                <a:srgbClr val="000000"/>
              </a:solidFill>
              <a:latin typeface="Arial"/>
              <a:ea typeface="Arial"/>
              <a:cs typeface="Arial"/>
              <a:sym typeface="Arial"/>
            </a:endParaRPr>
          </a:p>
          <a:p>
            <a:pPr indent="-342900" lvl="0" marL="342900" marR="0" rtl="0" algn="l">
              <a:lnSpc>
                <a:spcPct val="70000"/>
              </a:lnSpc>
              <a:spcBef>
                <a:spcPts val="480"/>
              </a:spcBef>
              <a:spcAft>
                <a:spcPts val="0"/>
              </a:spcAft>
              <a:buClr>
                <a:schemeClr val="accent1"/>
              </a:buClr>
              <a:buSzPts val="1680"/>
              <a:buFont typeface="Arial"/>
              <a:buNone/>
            </a:pPr>
            <a:r>
              <a:rPr b="1" i="0" lang="en-US" sz="2400" u="none" cap="none" strike="noStrike">
                <a:solidFill>
                  <a:schemeClr val="dk1"/>
                </a:solidFill>
                <a:latin typeface="Courier New"/>
                <a:ea typeface="Courier New"/>
                <a:cs typeface="Courier New"/>
                <a:sym typeface="Courier New"/>
              </a:rPr>
              <a:t>if (original) {</a:t>
            </a:r>
            <a:endParaRPr b="0" i="0" sz="1400" u="none" cap="none" strike="noStrike">
              <a:solidFill>
                <a:srgbClr val="000000"/>
              </a:solidFill>
              <a:latin typeface="Arial"/>
              <a:ea typeface="Arial"/>
              <a:cs typeface="Arial"/>
              <a:sym typeface="Arial"/>
            </a:endParaRPr>
          </a:p>
          <a:p>
            <a:pPr indent="-342900" lvl="0" marL="342900" marR="0" rtl="0" algn="l">
              <a:lnSpc>
                <a:spcPct val="70000"/>
              </a:lnSpc>
              <a:spcBef>
                <a:spcPts val="480"/>
              </a:spcBef>
              <a:spcAft>
                <a:spcPts val="0"/>
              </a:spcAft>
              <a:buClr>
                <a:schemeClr val="accent1"/>
              </a:buClr>
              <a:buSzPts val="1680"/>
              <a:buFont typeface="Arial"/>
              <a:buNone/>
            </a:pPr>
            <a:r>
              <a:rPr b="1" i="0" lang="en-US" sz="2400" u="none" cap="none" strike="noStrike">
                <a:solidFill>
                  <a:schemeClr val="dk1"/>
                </a:solidFill>
                <a:latin typeface="Courier New"/>
                <a:ea typeface="Courier New"/>
                <a:cs typeface="Courier New"/>
                <a:sym typeface="Courier New"/>
              </a:rPr>
              <a:t> temp=(tree_pointer) malloc(sizeof(node));</a:t>
            </a:r>
            <a:endParaRPr b="0" i="0" sz="1400" u="none" cap="none" strike="noStrike">
              <a:solidFill>
                <a:srgbClr val="000000"/>
              </a:solidFill>
              <a:latin typeface="Arial"/>
              <a:ea typeface="Arial"/>
              <a:cs typeface="Arial"/>
              <a:sym typeface="Arial"/>
            </a:endParaRPr>
          </a:p>
          <a:p>
            <a:pPr indent="-342900" lvl="0" marL="342900" marR="0" rtl="0" algn="l">
              <a:lnSpc>
                <a:spcPct val="70000"/>
              </a:lnSpc>
              <a:spcBef>
                <a:spcPts val="480"/>
              </a:spcBef>
              <a:spcAft>
                <a:spcPts val="0"/>
              </a:spcAft>
              <a:buClr>
                <a:schemeClr val="accent1"/>
              </a:buClr>
              <a:buSzPts val="1680"/>
              <a:buFont typeface="Arial"/>
              <a:buNone/>
            </a:pPr>
            <a:r>
              <a:rPr b="1" i="0" lang="en-US" sz="2400" u="none" cap="none" strike="noStrike">
                <a:solidFill>
                  <a:schemeClr val="dk1"/>
                </a:solidFill>
                <a:latin typeface="Courier New"/>
                <a:ea typeface="Courier New"/>
                <a:cs typeface="Courier New"/>
                <a:sym typeface="Courier New"/>
              </a:rPr>
              <a:t> if (IS_FULL(temp)) {</a:t>
            </a:r>
            <a:endParaRPr b="0" i="0" sz="1400" u="none" cap="none" strike="noStrike">
              <a:solidFill>
                <a:srgbClr val="000000"/>
              </a:solidFill>
              <a:latin typeface="Arial"/>
              <a:ea typeface="Arial"/>
              <a:cs typeface="Arial"/>
              <a:sym typeface="Arial"/>
            </a:endParaRPr>
          </a:p>
          <a:p>
            <a:pPr indent="-342900" lvl="0" marL="342900" marR="0" rtl="0" algn="l">
              <a:lnSpc>
                <a:spcPct val="70000"/>
              </a:lnSpc>
              <a:spcBef>
                <a:spcPts val="480"/>
              </a:spcBef>
              <a:spcAft>
                <a:spcPts val="0"/>
              </a:spcAft>
              <a:buClr>
                <a:schemeClr val="accent1"/>
              </a:buClr>
              <a:buSzPts val="1680"/>
              <a:buFont typeface="Arial"/>
              <a:buNone/>
            </a:pPr>
            <a:r>
              <a:rPr b="1" i="0" lang="en-US" sz="2400" u="none" cap="none" strike="noStrike">
                <a:solidFill>
                  <a:schemeClr val="dk1"/>
                </a:solidFill>
                <a:latin typeface="Courier New"/>
                <a:ea typeface="Courier New"/>
                <a:cs typeface="Courier New"/>
                <a:sym typeface="Courier New"/>
              </a:rPr>
              <a:t>   fprintf(stderr, “the memory is full\n”);</a:t>
            </a:r>
            <a:endParaRPr b="0" i="0" sz="1400" u="none" cap="none" strike="noStrike">
              <a:solidFill>
                <a:srgbClr val="000000"/>
              </a:solidFill>
              <a:latin typeface="Arial"/>
              <a:ea typeface="Arial"/>
              <a:cs typeface="Arial"/>
              <a:sym typeface="Arial"/>
            </a:endParaRPr>
          </a:p>
          <a:p>
            <a:pPr indent="-342900" lvl="0" marL="342900" marR="0" rtl="0" algn="l">
              <a:lnSpc>
                <a:spcPct val="70000"/>
              </a:lnSpc>
              <a:spcBef>
                <a:spcPts val="480"/>
              </a:spcBef>
              <a:spcAft>
                <a:spcPts val="0"/>
              </a:spcAft>
              <a:buClr>
                <a:schemeClr val="accent1"/>
              </a:buClr>
              <a:buSzPts val="1680"/>
              <a:buFont typeface="Arial"/>
              <a:buNone/>
            </a:pPr>
            <a:r>
              <a:rPr b="1" i="0" lang="en-US" sz="2400" u="none" cap="none" strike="noStrike">
                <a:solidFill>
                  <a:schemeClr val="dk1"/>
                </a:solidFill>
                <a:latin typeface="Courier New"/>
                <a:ea typeface="Courier New"/>
                <a:cs typeface="Courier New"/>
                <a:sym typeface="Courier New"/>
              </a:rPr>
              <a:t>   exit(1);</a:t>
            </a:r>
            <a:endParaRPr b="0" i="0" sz="1400" u="none" cap="none" strike="noStrike">
              <a:solidFill>
                <a:srgbClr val="000000"/>
              </a:solidFill>
              <a:latin typeface="Arial"/>
              <a:ea typeface="Arial"/>
              <a:cs typeface="Arial"/>
              <a:sym typeface="Arial"/>
            </a:endParaRPr>
          </a:p>
          <a:p>
            <a:pPr indent="-342900" lvl="0" marL="342900" marR="0" rtl="0" algn="l">
              <a:lnSpc>
                <a:spcPct val="70000"/>
              </a:lnSpc>
              <a:spcBef>
                <a:spcPts val="480"/>
              </a:spcBef>
              <a:spcAft>
                <a:spcPts val="0"/>
              </a:spcAft>
              <a:buClr>
                <a:schemeClr val="accent1"/>
              </a:buClr>
              <a:buSzPts val="1680"/>
              <a:buFont typeface="Arial"/>
              <a:buNone/>
            </a:pPr>
            <a:r>
              <a:rPr b="1" i="0" lang="en-US" sz="2400" u="none" cap="none" strike="noStrike">
                <a:solidFill>
                  <a:schemeClr val="dk1"/>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a:p>
            <a:pPr indent="-342900" lvl="0" marL="342900" marR="0" rtl="0" algn="l">
              <a:lnSpc>
                <a:spcPct val="70000"/>
              </a:lnSpc>
              <a:spcBef>
                <a:spcPts val="480"/>
              </a:spcBef>
              <a:spcAft>
                <a:spcPts val="0"/>
              </a:spcAft>
              <a:buClr>
                <a:schemeClr val="accent1"/>
              </a:buClr>
              <a:buSzPts val="1680"/>
              <a:buFont typeface="Arial"/>
              <a:buNone/>
            </a:pPr>
            <a:r>
              <a:rPr b="1" i="0" lang="en-US" sz="2400" u="none" cap="none" strike="noStrike">
                <a:solidFill>
                  <a:schemeClr val="dk1"/>
                </a:solidFill>
                <a:latin typeface="Courier New"/>
                <a:ea typeface="Courier New"/>
                <a:cs typeface="Courier New"/>
                <a:sym typeface="Courier New"/>
              </a:rPr>
              <a:t> temp-&gt;left_child=copy(original-&gt;left_child);</a:t>
            </a:r>
            <a:endParaRPr b="0" i="0" sz="1400" u="none" cap="none" strike="noStrike">
              <a:solidFill>
                <a:srgbClr val="000000"/>
              </a:solidFill>
              <a:latin typeface="Arial"/>
              <a:ea typeface="Arial"/>
              <a:cs typeface="Arial"/>
              <a:sym typeface="Arial"/>
            </a:endParaRPr>
          </a:p>
          <a:p>
            <a:pPr indent="-342900" lvl="0" marL="342900" marR="0" rtl="0" algn="l">
              <a:lnSpc>
                <a:spcPct val="70000"/>
              </a:lnSpc>
              <a:spcBef>
                <a:spcPts val="480"/>
              </a:spcBef>
              <a:spcAft>
                <a:spcPts val="0"/>
              </a:spcAft>
              <a:buClr>
                <a:schemeClr val="accent1"/>
              </a:buClr>
              <a:buSzPts val="1680"/>
              <a:buFont typeface="Arial"/>
              <a:buNone/>
            </a:pPr>
            <a:r>
              <a:rPr b="1" i="0" lang="en-US" sz="2400" u="none" cap="none" strike="noStrike">
                <a:solidFill>
                  <a:schemeClr val="dk1"/>
                </a:solidFill>
                <a:latin typeface="Courier New"/>
                <a:ea typeface="Courier New"/>
                <a:cs typeface="Courier New"/>
                <a:sym typeface="Courier New"/>
              </a:rPr>
              <a:t> temp-&gt;right_child=copy(original-&gt;right_child);</a:t>
            </a:r>
            <a:endParaRPr b="0" i="0" sz="1400" u="none" cap="none" strike="noStrike">
              <a:solidFill>
                <a:srgbClr val="000000"/>
              </a:solidFill>
              <a:latin typeface="Arial"/>
              <a:ea typeface="Arial"/>
              <a:cs typeface="Arial"/>
              <a:sym typeface="Arial"/>
            </a:endParaRPr>
          </a:p>
          <a:p>
            <a:pPr indent="-342900" lvl="0" marL="342900" marR="0" rtl="0" algn="l">
              <a:lnSpc>
                <a:spcPct val="70000"/>
              </a:lnSpc>
              <a:spcBef>
                <a:spcPts val="480"/>
              </a:spcBef>
              <a:spcAft>
                <a:spcPts val="0"/>
              </a:spcAft>
              <a:buClr>
                <a:schemeClr val="accent1"/>
              </a:buClr>
              <a:buSzPts val="1680"/>
              <a:buFont typeface="Arial"/>
              <a:buNone/>
            </a:pPr>
            <a:r>
              <a:rPr b="1" i="0" lang="en-US" sz="2400" u="none" cap="none" strike="noStrike">
                <a:solidFill>
                  <a:schemeClr val="dk1"/>
                </a:solidFill>
                <a:latin typeface="Courier New"/>
                <a:ea typeface="Courier New"/>
                <a:cs typeface="Courier New"/>
                <a:sym typeface="Courier New"/>
              </a:rPr>
              <a:t> temp-&gt;data=original-&gt;data;</a:t>
            </a:r>
            <a:endParaRPr b="0" i="0" sz="1400" u="none" cap="none" strike="noStrike">
              <a:solidFill>
                <a:srgbClr val="000000"/>
              </a:solidFill>
              <a:latin typeface="Arial"/>
              <a:ea typeface="Arial"/>
              <a:cs typeface="Arial"/>
              <a:sym typeface="Arial"/>
            </a:endParaRPr>
          </a:p>
          <a:p>
            <a:pPr indent="-342900" lvl="0" marL="342900" marR="0" rtl="0" algn="l">
              <a:lnSpc>
                <a:spcPct val="70000"/>
              </a:lnSpc>
              <a:spcBef>
                <a:spcPts val="480"/>
              </a:spcBef>
              <a:spcAft>
                <a:spcPts val="0"/>
              </a:spcAft>
              <a:buClr>
                <a:schemeClr val="accent1"/>
              </a:buClr>
              <a:buSzPts val="1680"/>
              <a:buFont typeface="Arial"/>
              <a:buNone/>
            </a:pPr>
            <a:r>
              <a:rPr b="1" i="0" lang="en-US" sz="2400" u="none" cap="none" strike="noStrike">
                <a:solidFill>
                  <a:schemeClr val="dk1"/>
                </a:solidFill>
                <a:latin typeface="Courier New"/>
                <a:ea typeface="Courier New"/>
                <a:cs typeface="Courier New"/>
                <a:sym typeface="Courier New"/>
              </a:rPr>
              <a:t> return temp;</a:t>
            </a:r>
            <a:endParaRPr b="0" i="0" sz="1400" u="none" cap="none" strike="noStrike">
              <a:solidFill>
                <a:srgbClr val="000000"/>
              </a:solidFill>
              <a:latin typeface="Arial"/>
              <a:ea typeface="Arial"/>
              <a:cs typeface="Arial"/>
              <a:sym typeface="Arial"/>
            </a:endParaRPr>
          </a:p>
          <a:p>
            <a:pPr indent="-342900" lvl="0" marL="342900" marR="0" rtl="0" algn="l">
              <a:lnSpc>
                <a:spcPct val="70000"/>
              </a:lnSpc>
              <a:spcBef>
                <a:spcPts val="480"/>
              </a:spcBef>
              <a:spcAft>
                <a:spcPts val="0"/>
              </a:spcAft>
              <a:buClr>
                <a:schemeClr val="accent1"/>
              </a:buClr>
              <a:buSzPts val="1680"/>
              <a:buFont typeface="Arial"/>
              <a:buNone/>
            </a:pPr>
            <a:r>
              <a:rPr b="1" i="0" lang="en-US" sz="24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a:p>
            <a:pPr indent="-342900" lvl="0" marL="342900" marR="0" rtl="0" algn="l">
              <a:lnSpc>
                <a:spcPct val="70000"/>
              </a:lnSpc>
              <a:spcBef>
                <a:spcPts val="480"/>
              </a:spcBef>
              <a:spcAft>
                <a:spcPts val="0"/>
              </a:spcAft>
              <a:buClr>
                <a:schemeClr val="accent1"/>
              </a:buClr>
              <a:buSzPts val="1680"/>
              <a:buFont typeface="Arial"/>
              <a:buNone/>
            </a:pPr>
            <a:r>
              <a:rPr b="1" i="0" lang="en-US" sz="2400" u="none" cap="none" strike="noStrike">
                <a:solidFill>
                  <a:schemeClr val="dk1"/>
                </a:solidFill>
                <a:latin typeface="Courier New"/>
                <a:ea typeface="Courier New"/>
                <a:cs typeface="Courier New"/>
                <a:sym typeface="Courier New"/>
              </a:rPr>
              <a:t>return NULL;</a:t>
            </a:r>
            <a:endParaRPr b="0" i="0" sz="1400" u="none" cap="none" strike="noStrike">
              <a:solidFill>
                <a:srgbClr val="000000"/>
              </a:solidFill>
              <a:latin typeface="Arial"/>
              <a:ea typeface="Arial"/>
              <a:cs typeface="Arial"/>
              <a:sym typeface="Arial"/>
            </a:endParaRPr>
          </a:p>
          <a:p>
            <a:pPr indent="-342900" lvl="0" marL="342900" marR="0" rtl="0" algn="l">
              <a:lnSpc>
                <a:spcPct val="70000"/>
              </a:lnSpc>
              <a:spcBef>
                <a:spcPts val="480"/>
              </a:spcBef>
              <a:spcAft>
                <a:spcPts val="0"/>
              </a:spcAft>
              <a:buClr>
                <a:schemeClr val="accent1"/>
              </a:buClr>
              <a:buSzPts val="1680"/>
              <a:buFont typeface="Arial"/>
              <a:buNone/>
            </a:pPr>
            <a:r>
              <a:rPr b="1" i="0" lang="en-US" sz="24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p:txBody>
      </p:sp>
      <p:sp>
        <p:nvSpPr>
          <p:cNvPr id="868" name="Google Shape;868;p41"/>
          <p:cNvSpPr txBox="1"/>
          <p:nvPr/>
        </p:nvSpPr>
        <p:spPr>
          <a:xfrm>
            <a:off x="4994275" y="5267325"/>
            <a:ext cx="1527175" cy="5191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CC3300"/>
                </a:solidFill>
                <a:latin typeface="Times New Roman"/>
                <a:ea typeface="Times New Roman"/>
                <a:cs typeface="Times New Roman"/>
                <a:sym typeface="Times New Roman"/>
              </a:rPr>
              <a:t>postorder</a:t>
            </a:r>
            <a:endParaRPr b="0" i="0" sz="3200" u="none" cap="none" strike="noStrike">
              <a:solidFill>
                <a:srgbClr val="CC3300"/>
              </a:solidFill>
              <a:latin typeface="Times New Roman"/>
              <a:ea typeface="Times New Roman"/>
              <a:cs typeface="Times New Roman"/>
              <a:sym typeface="Times New Roman"/>
            </a:endParaRPr>
          </a:p>
        </p:txBody>
      </p:sp>
      <p:sp>
        <p:nvSpPr>
          <p:cNvPr id="869" name="Google Shape;869;p41"/>
          <p:cNvSpPr/>
          <p:nvPr/>
        </p:nvSpPr>
        <p:spPr>
          <a:xfrm>
            <a:off x="4762500" y="5238750"/>
            <a:ext cx="1905000" cy="6096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3" name="Shape 873"/>
        <p:cNvGrpSpPr/>
        <p:nvPr/>
      </p:nvGrpSpPr>
      <p:grpSpPr>
        <a:xfrm>
          <a:off x="0" y="0"/>
          <a:ext cx="0" cy="0"/>
          <a:chOff x="0" y="0"/>
          <a:chExt cx="0" cy="0"/>
        </a:xfrm>
      </p:grpSpPr>
      <p:sp>
        <p:nvSpPr>
          <p:cNvPr id="874" name="Google Shape;874;p42"/>
          <p:cNvSpPr/>
          <p:nvPr/>
        </p:nvSpPr>
        <p:spPr>
          <a:xfrm>
            <a:off x="590550" y="0"/>
            <a:ext cx="9163050" cy="1143000"/>
          </a:xfrm>
          <a:prstGeom prst="rect">
            <a:avLst/>
          </a:prstGeom>
          <a:noFill/>
          <a:ln>
            <a:noFill/>
          </a:ln>
        </p:spPr>
        <p:txBody>
          <a:bodyPr anchorCtr="0" anchor="ctr" bIns="46025" lIns="92075" spcFirstLastPara="1" rIns="92075" wrap="square" tIns="46025">
            <a:noAutofit/>
          </a:bodyPr>
          <a:lstStyle/>
          <a:p>
            <a:pPr indent="0" lvl="0" marL="0" marR="0" rtl="0" algn="ctr">
              <a:lnSpc>
                <a:spcPct val="100000"/>
              </a:lnSpc>
              <a:spcBef>
                <a:spcPts val="0"/>
              </a:spcBef>
              <a:spcAft>
                <a:spcPts val="0"/>
              </a:spcAft>
              <a:buClr>
                <a:srgbClr val="000000"/>
              </a:buClr>
              <a:buSzPts val="4400"/>
              <a:buFont typeface="Arial"/>
              <a:buNone/>
            </a:pPr>
            <a:r>
              <a:rPr b="0" i="0" lang="en-US" sz="4400" u="none" cap="none" strike="noStrike">
                <a:solidFill>
                  <a:schemeClr val="dk2"/>
                </a:solidFill>
                <a:latin typeface="Times New Roman"/>
                <a:ea typeface="Times New Roman"/>
                <a:cs typeface="Times New Roman"/>
                <a:sym typeface="Times New Roman"/>
              </a:rPr>
              <a:t>Equality of Binary Trees</a:t>
            </a:r>
            <a:endParaRPr b="0" i="0" sz="1400" u="none" cap="none" strike="noStrike">
              <a:solidFill>
                <a:srgbClr val="000000"/>
              </a:solidFill>
              <a:latin typeface="Arial"/>
              <a:ea typeface="Arial"/>
              <a:cs typeface="Arial"/>
              <a:sym typeface="Arial"/>
            </a:endParaRPr>
          </a:p>
        </p:txBody>
      </p:sp>
      <p:sp>
        <p:nvSpPr>
          <p:cNvPr id="875" name="Google Shape;875;p42"/>
          <p:cNvSpPr/>
          <p:nvPr/>
        </p:nvSpPr>
        <p:spPr>
          <a:xfrm>
            <a:off x="590550" y="1828800"/>
            <a:ext cx="9361488" cy="4114800"/>
          </a:xfrm>
          <a:prstGeom prst="rect">
            <a:avLst/>
          </a:prstGeom>
          <a:noFill/>
          <a:ln>
            <a:noFill/>
          </a:ln>
        </p:spPr>
        <p:txBody>
          <a:bodyPr anchorCtr="0" anchor="t" bIns="46025" lIns="92075" spcFirstLastPara="1" rIns="92075" wrap="square" tIns="46025">
            <a:noAutofit/>
          </a:bodyPr>
          <a:lstStyle/>
          <a:p>
            <a:pPr indent="-342900" lvl="0" marL="342900" marR="0" rtl="0" algn="l">
              <a:lnSpc>
                <a:spcPct val="100000"/>
              </a:lnSpc>
              <a:spcBef>
                <a:spcPts val="0"/>
              </a:spcBef>
              <a:spcAft>
                <a:spcPts val="0"/>
              </a:spcAft>
              <a:buClr>
                <a:schemeClr val="accent1"/>
              </a:buClr>
              <a:buSzPts val="1400"/>
              <a:buFont typeface="Arial"/>
              <a:buNone/>
            </a:pPr>
            <a:r>
              <a:rPr b="1" i="0" lang="en-US" sz="2000" u="none" cap="none" strike="noStrike">
                <a:solidFill>
                  <a:schemeClr val="dk1"/>
                </a:solidFill>
                <a:latin typeface="Courier New"/>
                <a:ea typeface="Courier New"/>
                <a:cs typeface="Courier New"/>
                <a:sym typeface="Courier New"/>
              </a:rPr>
              <a:t>int equal(tree_pointer first, tree_pointer second)</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400"/>
              </a:spcBef>
              <a:spcAft>
                <a:spcPts val="0"/>
              </a:spcAft>
              <a:buClr>
                <a:schemeClr val="accent1"/>
              </a:buClr>
              <a:buSzPts val="1400"/>
              <a:buFont typeface="Arial"/>
              <a:buNone/>
            </a:pPr>
            <a:r>
              <a:rPr b="1" i="0" lang="en-US" sz="20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400"/>
              </a:spcBef>
              <a:spcAft>
                <a:spcPts val="0"/>
              </a:spcAft>
              <a:buClr>
                <a:schemeClr val="accent1"/>
              </a:buClr>
              <a:buSzPts val="1400"/>
              <a:buFont typeface="Arial"/>
              <a:buNone/>
            </a:pPr>
            <a:r>
              <a:rPr b="1" i="0" lang="en-US" sz="2000" u="none" cap="none" strike="noStrike">
                <a:solidFill>
                  <a:schemeClr val="dk1"/>
                </a:solidFill>
                <a:latin typeface="Courier New"/>
                <a:ea typeface="Courier New"/>
                <a:cs typeface="Courier New"/>
                <a:sym typeface="Courier New"/>
              </a:rPr>
              <a:t>/* function returns FALSE if the binary trees </a:t>
            </a:r>
            <a:r>
              <a:rPr b="1" i="1" lang="en-US" sz="2000" u="none" cap="none" strike="noStrike">
                <a:solidFill>
                  <a:schemeClr val="dk1"/>
                </a:solidFill>
                <a:latin typeface="Courier New"/>
                <a:ea typeface="Courier New"/>
                <a:cs typeface="Courier New"/>
                <a:sym typeface="Courier New"/>
              </a:rPr>
              <a:t>first</a:t>
            </a:r>
            <a:r>
              <a:rPr b="1" i="0" lang="en-US" sz="2000" u="none" cap="none" strike="noStrike">
                <a:solidFill>
                  <a:schemeClr val="dk1"/>
                </a:solidFill>
                <a:latin typeface="Courier New"/>
                <a:ea typeface="Courier New"/>
                <a:cs typeface="Courier New"/>
                <a:sym typeface="Courier New"/>
              </a:rPr>
              <a:t> and</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400"/>
              </a:spcBef>
              <a:spcAft>
                <a:spcPts val="0"/>
              </a:spcAft>
              <a:buClr>
                <a:schemeClr val="accent1"/>
              </a:buClr>
              <a:buSzPts val="1400"/>
              <a:buFont typeface="Arial"/>
              <a:buNone/>
            </a:pPr>
            <a:r>
              <a:rPr b="1" i="0" lang="en-US" sz="2000" u="none" cap="none" strike="noStrike">
                <a:solidFill>
                  <a:schemeClr val="dk1"/>
                </a:solidFill>
                <a:latin typeface="Courier New"/>
                <a:ea typeface="Courier New"/>
                <a:cs typeface="Courier New"/>
                <a:sym typeface="Courier New"/>
              </a:rPr>
              <a:t>   </a:t>
            </a:r>
            <a:r>
              <a:rPr b="1" i="1" lang="en-US" sz="2000" u="none" cap="none" strike="noStrike">
                <a:solidFill>
                  <a:schemeClr val="dk1"/>
                </a:solidFill>
                <a:latin typeface="Courier New"/>
                <a:ea typeface="Courier New"/>
                <a:cs typeface="Courier New"/>
                <a:sym typeface="Courier New"/>
              </a:rPr>
              <a:t>second</a:t>
            </a:r>
            <a:r>
              <a:rPr b="1" i="0" lang="en-US" sz="2000" u="none" cap="none" strike="noStrike">
                <a:solidFill>
                  <a:schemeClr val="dk1"/>
                </a:solidFill>
                <a:latin typeface="Courier New"/>
                <a:ea typeface="Courier New"/>
                <a:cs typeface="Courier New"/>
                <a:sym typeface="Courier New"/>
              </a:rPr>
              <a:t> are not equal, otherwise it returns TRUE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400"/>
              </a:spcBef>
              <a:spcAft>
                <a:spcPts val="0"/>
              </a:spcAft>
              <a:buClr>
                <a:schemeClr val="accent1"/>
              </a:buClr>
              <a:buSzPts val="1400"/>
              <a:buFont typeface="Arial"/>
              <a:buNone/>
            </a:pPr>
            <a:r>
              <a:t/>
            </a:r>
            <a:endParaRPr b="1" i="0" sz="2000" u="none" cap="none" strike="noStrike">
              <a:solidFill>
                <a:schemeClr val="dk1"/>
              </a:solidFill>
              <a:latin typeface="Courier New"/>
              <a:ea typeface="Courier New"/>
              <a:cs typeface="Courier New"/>
              <a:sym typeface="Courier New"/>
            </a:endParaRPr>
          </a:p>
          <a:p>
            <a:pPr indent="-342900" lvl="0" marL="342900" marR="0" rtl="0" algn="l">
              <a:lnSpc>
                <a:spcPct val="100000"/>
              </a:lnSpc>
              <a:spcBef>
                <a:spcPts val="400"/>
              </a:spcBef>
              <a:spcAft>
                <a:spcPts val="0"/>
              </a:spcAft>
              <a:buClr>
                <a:schemeClr val="accent1"/>
              </a:buClr>
              <a:buSzPts val="1400"/>
              <a:buFont typeface="Arial"/>
              <a:buNone/>
            </a:pPr>
            <a:r>
              <a:rPr b="1" i="0" lang="en-US" sz="2000" u="none" cap="none" strike="noStrike">
                <a:solidFill>
                  <a:schemeClr val="dk1"/>
                </a:solidFill>
                <a:latin typeface="Courier New"/>
                <a:ea typeface="Courier New"/>
                <a:cs typeface="Courier New"/>
                <a:sym typeface="Courier New"/>
              </a:rPr>
              <a:t>  return ((!first &amp;&amp; !second) || (first &amp;&amp; second &amp;&amp;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400"/>
              </a:spcBef>
              <a:spcAft>
                <a:spcPts val="0"/>
              </a:spcAft>
              <a:buClr>
                <a:schemeClr val="accent1"/>
              </a:buClr>
              <a:buSzPts val="1400"/>
              <a:buFont typeface="Arial"/>
              <a:buNone/>
            </a:pPr>
            <a:r>
              <a:rPr b="1" i="0" lang="en-US" sz="2000" u="none" cap="none" strike="noStrike">
                <a:solidFill>
                  <a:schemeClr val="dk1"/>
                </a:solidFill>
                <a:latin typeface="Courier New"/>
                <a:ea typeface="Courier New"/>
                <a:cs typeface="Courier New"/>
                <a:sym typeface="Courier New"/>
              </a:rPr>
              <a:t>       (first-&gt;data == second-&gt;data) &amp;&amp;</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400"/>
              </a:spcBef>
              <a:spcAft>
                <a:spcPts val="0"/>
              </a:spcAft>
              <a:buClr>
                <a:schemeClr val="accent1"/>
              </a:buClr>
              <a:buSzPts val="1400"/>
              <a:buFont typeface="Arial"/>
              <a:buNone/>
            </a:pPr>
            <a:r>
              <a:rPr b="1" i="0" lang="en-US" sz="2000" u="none" cap="none" strike="noStrike">
                <a:solidFill>
                  <a:schemeClr val="dk1"/>
                </a:solidFill>
                <a:latin typeface="Courier New"/>
                <a:ea typeface="Courier New"/>
                <a:cs typeface="Courier New"/>
                <a:sym typeface="Courier New"/>
              </a:rPr>
              <a:t>       equal(first-&gt;left_child, second-&gt;left_child) &amp;&amp;</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400"/>
              </a:spcBef>
              <a:spcAft>
                <a:spcPts val="0"/>
              </a:spcAft>
              <a:buClr>
                <a:schemeClr val="accent1"/>
              </a:buClr>
              <a:buSzPts val="1400"/>
              <a:buFont typeface="Arial"/>
              <a:buNone/>
            </a:pPr>
            <a:r>
              <a:rPr b="1" i="0" lang="en-US" sz="2000" u="none" cap="none" strike="noStrike">
                <a:solidFill>
                  <a:schemeClr val="dk1"/>
                </a:solidFill>
                <a:latin typeface="Courier New"/>
                <a:ea typeface="Courier New"/>
                <a:cs typeface="Courier New"/>
                <a:sym typeface="Courier New"/>
              </a:rPr>
              <a:t>       equal(first-&gt;right_child, second-&gt;right_child)))</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400"/>
              </a:spcBef>
              <a:spcAft>
                <a:spcPts val="0"/>
              </a:spcAft>
              <a:buClr>
                <a:schemeClr val="accent1"/>
              </a:buClr>
              <a:buSzPts val="1400"/>
              <a:buFont typeface="Arial"/>
              <a:buNone/>
            </a:pPr>
            <a:r>
              <a:rPr b="1" i="0" lang="en-US" sz="20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p:txBody>
      </p:sp>
      <p:sp>
        <p:nvSpPr>
          <p:cNvPr id="876" name="Google Shape;876;p42"/>
          <p:cNvSpPr txBox="1"/>
          <p:nvPr/>
        </p:nvSpPr>
        <p:spPr>
          <a:xfrm>
            <a:off x="2917825" y="885825"/>
            <a:ext cx="4068763" cy="5191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CC3300"/>
                </a:solidFill>
                <a:latin typeface="Times New Roman"/>
                <a:ea typeface="Times New Roman"/>
                <a:cs typeface="Times New Roman"/>
                <a:sym typeface="Times New Roman"/>
              </a:rPr>
              <a:t>the same topology and data</a:t>
            </a:r>
            <a:endParaRPr b="0" i="0" sz="3200" u="none" cap="none" strike="noStrike">
              <a:solidFill>
                <a:srgbClr val="CC3300"/>
              </a:solidFill>
              <a:latin typeface="Times New Roman"/>
              <a:ea typeface="Times New Roman"/>
              <a:cs typeface="Times New Roman"/>
              <a:sym typeface="Times New Roman"/>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0" name="Shape 880"/>
        <p:cNvGrpSpPr/>
        <p:nvPr/>
      </p:nvGrpSpPr>
      <p:grpSpPr>
        <a:xfrm>
          <a:off x="0" y="0"/>
          <a:ext cx="0" cy="0"/>
          <a:chOff x="0" y="0"/>
          <a:chExt cx="0" cy="0"/>
        </a:xfrm>
      </p:grpSpPr>
      <p:sp>
        <p:nvSpPr>
          <p:cNvPr id="881" name="Google Shape;881;p43"/>
          <p:cNvSpPr txBox="1"/>
          <p:nvPr>
            <p:ph type="title"/>
          </p:nvPr>
        </p:nvSpPr>
        <p:spPr>
          <a:xfrm>
            <a:off x="696913" y="592138"/>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sz="4000"/>
              <a:t>Propositional Calculus Expression</a:t>
            </a:r>
            <a:endParaRPr/>
          </a:p>
        </p:txBody>
      </p:sp>
      <p:sp>
        <p:nvSpPr>
          <p:cNvPr id="882" name="Google Shape;882;p43"/>
          <p:cNvSpPr txBox="1"/>
          <p:nvPr>
            <p:ph idx="1" type="body"/>
          </p:nvPr>
        </p:nvSpPr>
        <p:spPr>
          <a:xfrm>
            <a:off x="696913" y="2116138"/>
            <a:ext cx="7772400" cy="41148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240"/>
              <a:buChar char="●"/>
            </a:pPr>
            <a:r>
              <a:rPr lang="en-US"/>
              <a:t>A variable is an expression.</a:t>
            </a:r>
            <a:endParaRPr/>
          </a:p>
          <a:p>
            <a:pPr indent="-342900" lvl="0" marL="342900" rtl="0" algn="l">
              <a:lnSpc>
                <a:spcPct val="100000"/>
              </a:lnSpc>
              <a:spcBef>
                <a:spcPts val="640"/>
              </a:spcBef>
              <a:spcAft>
                <a:spcPts val="0"/>
              </a:spcAft>
              <a:buSzPts val="2240"/>
              <a:buChar char="●"/>
            </a:pPr>
            <a:r>
              <a:rPr lang="en-US"/>
              <a:t>If x and y are expressions, then ¬x, x∧y, </a:t>
            </a:r>
            <a:br>
              <a:rPr lang="en-US"/>
            </a:br>
            <a:r>
              <a:rPr lang="en-US"/>
              <a:t>x∨y are expressions.</a:t>
            </a:r>
            <a:endParaRPr/>
          </a:p>
          <a:p>
            <a:pPr indent="-342900" lvl="0" marL="342900" rtl="0" algn="l">
              <a:lnSpc>
                <a:spcPct val="100000"/>
              </a:lnSpc>
              <a:spcBef>
                <a:spcPts val="640"/>
              </a:spcBef>
              <a:spcAft>
                <a:spcPts val="0"/>
              </a:spcAft>
              <a:buSzPts val="2240"/>
              <a:buChar char="●"/>
            </a:pPr>
            <a:r>
              <a:rPr lang="en-US"/>
              <a:t>Parentheses can be used to alter the normal order of evaluation (</a:t>
            </a:r>
            <a:r>
              <a:rPr lang="en-US">
                <a:solidFill>
                  <a:srgbClr val="CC3300"/>
                </a:solidFill>
              </a:rPr>
              <a:t>¬</a:t>
            </a:r>
            <a:r>
              <a:rPr lang="en-US"/>
              <a:t> &gt; </a:t>
            </a:r>
            <a:r>
              <a:rPr lang="en-US">
                <a:solidFill>
                  <a:srgbClr val="CC3300"/>
                </a:solidFill>
              </a:rPr>
              <a:t>∧</a:t>
            </a:r>
            <a:r>
              <a:rPr lang="en-US"/>
              <a:t> &gt; </a:t>
            </a:r>
            <a:r>
              <a:rPr lang="en-US">
                <a:solidFill>
                  <a:srgbClr val="CC3300"/>
                </a:solidFill>
              </a:rPr>
              <a:t>∨</a:t>
            </a:r>
            <a:r>
              <a:rPr lang="en-US"/>
              <a:t>).</a:t>
            </a:r>
            <a:endParaRPr/>
          </a:p>
          <a:p>
            <a:pPr indent="-342900" lvl="0" marL="342900" rtl="0" algn="l">
              <a:lnSpc>
                <a:spcPct val="100000"/>
              </a:lnSpc>
              <a:spcBef>
                <a:spcPts val="640"/>
              </a:spcBef>
              <a:spcAft>
                <a:spcPts val="0"/>
              </a:spcAft>
              <a:buSzPts val="2240"/>
              <a:buChar char="●"/>
            </a:pPr>
            <a:r>
              <a:rPr lang="en-US"/>
              <a:t>Example: x</a:t>
            </a:r>
            <a:r>
              <a:rPr baseline="-25000" lang="en-US"/>
              <a:t>1</a:t>
            </a:r>
            <a:r>
              <a:rPr lang="en-US"/>
              <a:t> ∨ (x</a:t>
            </a:r>
            <a:r>
              <a:rPr baseline="-25000" lang="en-US"/>
              <a:t>2</a:t>
            </a:r>
            <a:r>
              <a:rPr lang="en-US"/>
              <a:t> ∧ ¬x</a:t>
            </a:r>
            <a:r>
              <a:rPr baseline="-25000" lang="en-US"/>
              <a:t>3</a:t>
            </a:r>
            <a:r>
              <a:rPr lang="en-US"/>
              <a:t>)</a:t>
            </a:r>
            <a:endParaRPr/>
          </a:p>
          <a:p>
            <a:pPr indent="-342900" lvl="0" marL="342900" rtl="0" algn="l">
              <a:lnSpc>
                <a:spcPct val="100000"/>
              </a:lnSpc>
              <a:spcBef>
                <a:spcPts val="640"/>
              </a:spcBef>
              <a:spcAft>
                <a:spcPts val="0"/>
              </a:spcAft>
              <a:buSzPts val="2240"/>
              <a:buChar char="●"/>
            </a:pPr>
            <a:r>
              <a:rPr lang="en-US"/>
              <a:t>satisfiability problem: Is there an assignment to make an expression true?</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86" name="Shape 886"/>
        <p:cNvGrpSpPr/>
        <p:nvPr/>
      </p:nvGrpSpPr>
      <p:grpSpPr>
        <a:xfrm>
          <a:off x="0" y="0"/>
          <a:ext cx="0" cy="0"/>
          <a:chOff x="0" y="0"/>
          <a:chExt cx="0" cy="0"/>
        </a:xfrm>
      </p:grpSpPr>
      <p:sp>
        <p:nvSpPr>
          <p:cNvPr id="887" name="Google Shape;887;p44"/>
          <p:cNvSpPr/>
          <p:nvPr/>
        </p:nvSpPr>
        <p:spPr>
          <a:xfrm>
            <a:off x="6096000" y="1390650"/>
            <a:ext cx="609600" cy="609600"/>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Times New Roman"/>
                <a:ea typeface="Times New Roman"/>
                <a:cs typeface="Times New Roman"/>
                <a:sym typeface="Times New Roman"/>
              </a:rPr>
              <a:t>∨</a:t>
            </a:r>
            <a:endParaRPr b="1" i="0" sz="2400" u="none" cap="none" strike="noStrike">
              <a:solidFill>
                <a:schemeClr val="dk1"/>
              </a:solidFill>
              <a:latin typeface="Times New Roman"/>
              <a:ea typeface="Times New Roman"/>
              <a:cs typeface="Times New Roman"/>
              <a:sym typeface="Times New Roman"/>
            </a:endParaRPr>
          </a:p>
        </p:txBody>
      </p:sp>
      <p:sp>
        <p:nvSpPr>
          <p:cNvPr id="888" name="Google Shape;888;p44"/>
          <p:cNvSpPr/>
          <p:nvPr/>
        </p:nvSpPr>
        <p:spPr>
          <a:xfrm>
            <a:off x="7391400" y="2152650"/>
            <a:ext cx="609600" cy="609600"/>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Times New Roman"/>
                <a:ea typeface="Times New Roman"/>
                <a:cs typeface="Times New Roman"/>
                <a:sym typeface="Times New Roman"/>
              </a:rPr>
              <a:t>¬</a:t>
            </a:r>
            <a:endParaRPr b="1" i="0" sz="2400" u="none" cap="none" strike="noStrike">
              <a:solidFill>
                <a:schemeClr val="dk1"/>
              </a:solidFill>
              <a:latin typeface="Times New Roman"/>
              <a:ea typeface="Times New Roman"/>
              <a:cs typeface="Times New Roman"/>
              <a:sym typeface="Times New Roman"/>
            </a:endParaRPr>
          </a:p>
        </p:txBody>
      </p:sp>
      <p:sp>
        <p:nvSpPr>
          <p:cNvPr id="889" name="Google Shape;889;p44"/>
          <p:cNvSpPr/>
          <p:nvPr/>
        </p:nvSpPr>
        <p:spPr>
          <a:xfrm>
            <a:off x="4800600" y="2152650"/>
            <a:ext cx="609600" cy="609600"/>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Times New Roman"/>
                <a:ea typeface="Times New Roman"/>
                <a:cs typeface="Times New Roman"/>
                <a:sym typeface="Times New Roman"/>
              </a:rPr>
              <a:t>∨</a:t>
            </a:r>
            <a:endParaRPr b="1" i="0" sz="2400" u="none" cap="none" strike="noStrike">
              <a:solidFill>
                <a:schemeClr val="dk1"/>
              </a:solidFill>
              <a:latin typeface="Times New Roman"/>
              <a:ea typeface="Times New Roman"/>
              <a:cs typeface="Times New Roman"/>
              <a:sym typeface="Times New Roman"/>
            </a:endParaRPr>
          </a:p>
        </p:txBody>
      </p:sp>
      <p:sp>
        <p:nvSpPr>
          <p:cNvPr id="890" name="Google Shape;890;p44"/>
          <p:cNvSpPr/>
          <p:nvPr/>
        </p:nvSpPr>
        <p:spPr>
          <a:xfrm>
            <a:off x="5715000" y="3067050"/>
            <a:ext cx="609600" cy="609600"/>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chemeClr val="dk1"/>
              </a:solidFill>
              <a:latin typeface="Times New Roman"/>
              <a:ea typeface="Times New Roman"/>
              <a:cs typeface="Times New Roman"/>
              <a:sym typeface="Times New Roman"/>
            </a:endParaRPr>
          </a:p>
        </p:txBody>
      </p:sp>
      <p:sp>
        <p:nvSpPr>
          <p:cNvPr id="891" name="Google Shape;891;p44"/>
          <p:cNvSpPr/>
          <p:nvPr/>
        </p:nvSpPr>
        <p:spPr>
          <a:xfrm>
            <a:off x="3810000" y="3067050"/>
            <a:ext cx="609600" cy="609600"/>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Times New Roman"/>
                <a:ea typeface="Times New Roman"/>
                <a:cs typeface="Times New Roman"/>
                <a:sym typeface="Times New Roman"/>
              </a:rPr>
              <a:t>∧</a:t>
            </a:r>
            <a:endParaRPr b="1" i="0" sz="2400" u="none" cap="none" strike="noStrike">
              <a:solidFill>
                <a:schemeClr val="dk1"/>
              </a:solidFill>
              <a:latin typeface="Times New Roman"/>
              <a:ea typeface="Times New Roman"/>
              <a:cs typeface="Times New Roman"/>
              <a:sym typeface="Times New Roman"/>
            </a:endParaRPr>
          </a:p>
        </p:txBody>
      </p:sp>
      <p:sp>
        <p:nvSpPr>
          <p:cNvPr id="892" name="Google Shape;892;p44"/>
          <p:cNvSpPr/>
          <p:nvPr/>
        </p:nvSpPr>
        <p:spPr>
          <a:xfrm>
            <a:off x="6781800" y="3981450"/>
            <a:ext cx="609600" cy="609600"/>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Times New Roman"/>
                <a:ea typeface="Times New Roman"/>
                <a:cs typeface="Times New Roman"/>
                <a:sym typeface="Times New Roman"/>
              </a:rPr>
              <a:t>X</a:t>
            </a:r>
            <a:r>
              <a:rPr b="1" baseline="-25000" i="0" lang="en-US" sz="2400" u="none" cap="none" strike="noStrike">
                <a:solidFill>
                  <a:schemeClr val="dk1"/>
                </a:solidFill>
                <a:latin typeface="Times New Roman"/>
                <a:ea typeface="Times New Roman"/>
                <a:cs typeface="Times New Roman"/>
                <a:sym typeface="Times New Roman"/>
              </a:rPr>
              <a:t>3</a:t>
            </a:r>
            <a:endParaRPr b="1" i="0" sz="2400" u="none" cap="none" strike="noStrike">
              <a:solidFill>
                <a:schemeClr val="dk1"/>
              </a:solidFill>
              <a:latin typeface="Times New Roman"/>
              <a:ea typeface="Times New Roman"/>
              <a:cs typeface="Times New Roman"/>
              <a:sym typeface="Times New Roman"/>
            </a:endParaRPr>
          </a:p>
        </p:txBody>
      </p:sp>
      <p:sp>
        <p:nvSpPr>
          <p:cNvPr id="893" name="Google Shape;893;p44"/>
          <p:cNvSpPr/>
          <p:nvPr/>
        </p:nvSpPr>
        <p:spPr>
          <a:xfrm>
            <a:off x="5334000" y="3981450"/>
            <a:ext cx="609600" cy="609600"/>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Times New Roman"/>
                <a:ea typeface="Times New Roman"/>
                <a:cs typeface="Times New Roman"/>
                <a:sym typeface="Times New Roman"/>
              </a:rPr>
              <a:t>¬</a:t>
            </a:r>
            <a:endParaRPr b="1" i="0" sz="2400" u="none" cap="none" strike="noStrike">
              <a:solidFill>
                <a:schemeClr val="dk1"/>
              </a:solidFill>
              <a:latin typeface="Times New Roman"/>
              <a:ea typeface="Times New Roman"/>
              <a:cs typeface="Times New Roman"/>
              <a:sym typeface="Times New Roman"/>
            </a:endParaRPr>
          </a:p>
        </p:txBody>
      </p:sp>
      <p:sp>
        <p:nvSpPr>
          <p:cNvPr id="894" name="Google Shape;894;p44"/>
          <p:cNvSpPr/>
          <p:nvPr/>
        </p:nvSpPr>
        <p:spPr>
          <a:xfrm>
            <a:off x="4267200" y="3981450"/>
            <a:ext cx="609600" cy="609600"/>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Times New Roman"/>
                <a:ea typeface="Times New Roman"/>
                <a:cs typeface="Times New Roman"/>
                <a:sym typeface="Times New Roman"/>
              </a:rPr>
              <a:t>¬</a:t>
            </a:r>
            <a:endParaRPr b="1" i="0" sz="2400" u="none" cap="none" strike="noStrike">
              <a:solidFill>
                <a:schemeClr val="dk1"/>
              </a:solidFill>
              <a:latin typeface="Times New Roman"/>
              <a:ea typeface="Times New Roman"/>
              <a:cs typeface="Times New Roman"/>
              <a:sym typeface="Times New Roman"/>
            </a:endParaRPr>
          </a:p>
        </p:txBody>
      </p:sp>
      <p:sp>
        <p:nvSpPr>
          <p:cNvPr id="895" name="Google Shape;895;p44"/>
          <p:cNvSpPr/>
          <p:nvPr/>
        </p:nvSpPr>
        <p:spPr>
          <a:xfrm>
            <a:off x="2743200" y="3981450"/>
            <a:ext cx="609600" cy="609600"/>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Times New Roman"/>
                <a:ea typeface="Times New Roman"/>
                <a:cs typeface="Times New Roman"/>
                <a:sym typeface="Times New Roman"/>
              </a:rPr>
              <a:t>X</a:t>
            </a:r>
            <a:r>
              <a:rPr b="1" baseline="-25000" i="0" lang="en-US" sz="2400" u="none" cap="none" strike="noStrike">
                <a:solidFill>
                  <a:schemeClr val="dk1"/>
                </a:solidFill>
                <a:latin typeface="Times New Roman"/>
                <a:ea typeface="Times New Roman"/>
                <a:cs typeface="Times New Roman"/>
                <a:sym typeface="Times New Roman"/>
              </a:rPr>
              <a:t>1</a:t>
            </a:r>
            <a:endParaRPr b="1" i="0" sz="2400" u="none" cap="none" strike="noStrike">
              <a:solidFill>
                <a:schemeClr val="dk1"/>
              </a:solidFill>
              <a:latin typeface="Times New Roman"/>
              <a:ea typeface="Times New Roman"/>
              <a:cs typeface="Times New Roman"/>
              <a:sym typeface="Times New Roman"/>
            </a:endParaRPr>
          </a:p>
        </p:txBody>
      </p:sp>
      <p:sp>
        <p:nvSpPr>
          <p:cNvPr id="896" name="Google Shape;896;p44"/>
          <p:cNvSpPr/>
          <p:nvPr/>
        </p:nvSpPr>
        <p:spPr>
          <a:xfrm>
            <a:off x="4953000" y="5048250"/>
            <a:ext cx="609600" cy="609600"/>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Times New Roman"/>
                <a:ea typeface="Times New Roman"/>
                <a:cs typeface="Times New Roman"/>
                <a:sym typeface="Times New Roman"/>
              </a:rPr>
              <a:t>X</a:t>
            </a:r>
            <a:r>
              <a:rPr b="1" baseline="-25000" i="0" lang="en-US" sz="2400" u="none" cap="none" strike="noStrike">
                <a:solidFill>
                  <a:schemeClr val="dk1"/>
                </a:solidFill>
                <a:latin typeface="Times New Roman"/>
                <a:ea typeface="Times New Roman"/>
                <a:cs typeface="Times New Roman"/>
                <a:sym typeface="Times New Roman"/>
              </a:rPr>
              <a:t>2</a:t>
            </a:r>
            <a:endParaRPr b="1" i="0" sz="2400" u="none" cap="none" strike="noStrike">
              <a:solidFill>
                <a:schemeClr val="dk1"/>
              </a:solidFill>
              <a:latin typeface="Times New Roman"/>
              <a:ea typeface="Times New Roman"/>
              <a:cs typeface="Times New Roman"/>
              <a:sym typeface="Times New Roman"/>
            </a:endParaRPr>
          </a:p>
        </p:txBody>
      </p:sp>
      <p:sp>
        <p:nvSpPr>
          <p:cNvPr id="897" name="Google Shape;897;p44"/>
          <p:cNvSpPr/>
          <p:nvPr/>
        </p:nvSpPr>
        <p:spPr>
          <a:xfrm>
            <a:off x="6248400" y="5048250"/>
            <a:ext cx="609600" cy="609600"/>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Times New Roman"/>
                <a:ea typeface="Times New Roman"/>
                <a:cs typeface="Times New Roman"/>
                <a:sym typeface="Times New Roman"/>
              </a:rPr>
              <a:t>X</a:t>
            </a:r>
            <a:r>
              <a:rPr b="1" baseline="-25000" i="0" lang="en-US" sz="2400" u="none" cap="none" strike="noStrike">
                <a:solidFill>
                  <a:schemeClr val="dk1"/>
                </a:solidFill>
                <a:latin typeface="Times New Roman"/>
                <a:ea typeface="Times New Roman"/>
                <a:cs typeface="Times New Roman"/>
                <a:sym typeface="Times New Roman"/>
              </a:rPr>
              <a:t>1</a:t>
            </a:r>
            <a:endParaRPr b="1" i="0" sz="2400" u="none" cap="none" strike="noStrike">
              <a:solidFill>
                <a:schemeClr val="dk1"/>
              </a:solidFill>
              <a:latin typeface="Times New Roman"/>
              <a:ea typeface="Times New Roman"/>
              <a:cs typeface="Times New Roman"/>
              <a:sym typeface="Times New Roman"/>
            </a:endParaRPr>
          </a:p>
        </p:txBody>
      </p:sp>
      <p:sp>
        <p:nvSpPr>
          <p:cNvPr id="898" name="Google Shape;898;p44"/>
          <p:cNvSpPr/>
          <p:nvPr/>
        </p:nvSpPr>
        <p:spPr>
          <a:xfrm>
            <a:off x="5791200" y="3143250"/>
            <a:ext cx="3683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p:txBody>
      </p:sp>
      <p:sp>
        <p:nvSpPr>
          <p:cNvPr id="899" name="Google Shape;899;p44"/>
          <p:cNvSpPr/>
          <p:nvPr/>
        </p:nvSpPr>
        <p:spPr>
          <a:xfrm>
            <a:off x="8534400" y="3067050"/>
            <a:ext cx="609600" cy="609600"/>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Times New Roman"/>
                <a:ea typeface="Times New Roman"/>
                <a:cs typeface="Times New Roman"/>
                <a:sym typeface="Times New Roman"/>
              </a:rPr>
              <a:t>X</a:t>
            </a:r>
            <a:r>
              <a:rPr b="1" baseline="-25000" i="0" lang="en-US" sz="2400" u="none" cap="none" strike="noStrike">
                <a:solidFill>
                  <a:schemeClr val="dk1"/>
                </a:solidFill>
                <a:latin typeface="Times New Roman"/>
                <a:ea typeface="Times New Roman"/>
                <a:cs typeface="Times New Roman"/>
                <a:sym typeface="Times New Roman"/>
              </a:rPr>
              <a:t>3</a:t>
            </a:r>
            <a:endParaRPr b="1" i="0" sz="2400" u="none" cap="none" strike="noStrike">
              <a:solidFill>
                <a:schemeClr val="dk1"/>
              </a:solidFill>
              <a:latin typeface="Times New Roman"/>
              <a:ea typeface="Times New Roman"/>
              <a:cs typeface="Times New Roman"/>
              <a:sym typeface="Times New Roman"/>
            </a:endParaRPr>
          </a:p>
        </p:txBody>
      </p:sp>
      <p:cxnSp>
        <p:nvCxnSpPr>
          <p:cNvPr id="900" name="Google Shape;900;p44"/>
          <p:cNvCxnSpPr/>
          <p:nvPr/>
        </p:nvCxnSpPr>
        <p:spPr>
          <a:xfrm flipH="1">
            <a:off x="5334000" y="1771650"/>
            <a:ext cx="762000" cy="457200"/>
          </a:xfrm>
          <a:prstGeom prst="straightConnector1">
            <a:avLst/>
          </a:prstGeom>
          <a:noFill/>
          <a:ln cap="flat" cmpd="sng" w="9525">
            <a:solidFill>
              <a:schemeClr val="dk1"/>
            </a:solidFill>
            <a:prstDash val="solid"/>
            <a:round/>
            <a:headEnd len="sm" w="sm" type="none"/>
            <a:tailEnd len="sm" w="sm" type="none"/>
          </a:ln>
        </p:spPr>
      </p:cxnSp>
      <p:cxnSp>
        <p:nvCxnSpPr>
          <p:cNvPr id="901" name="Google Shape;901;p44"/>
          <p:cNvCxnSpPr/>
          <p:nvPr/>
        </p:nvCxnSpPr>
        <p:spPr>
          <a:xfrm flipH="1">
            <a:off x="4343400" y="2686050"/>
            <a:ext cx="533400" cy="457200"/>
          </a:xfrm>
          <a:prstGeom prst="straightConnector1">
            <a:avLst/>
          </a:prstGeom>
          <a:noFill/>
          <a:ln cap="flat" cmpd="sng" w="9525">
            <a:solidFill>
              <a:schemeClr val="dk1"/>
            </a:solidFill>
            <a:prstDash val="solid"/>
            <a:round/>
            <a:headEnd len="sm" w="sm" type="none"/>
            <a:tailEnd len="sm" w="sm" type="none"/>
          </a:ln>
        </p:spPr>
      </p:cxnSp>
      <p:cxnSp>
        <p:nvCxnSpPr>
          <p:cNvPr id="902" name="Google Shape;902;p44"/>
          <p:cNvCxnSpPr/>
          <p:nvPr/>
        </p:nvCxnSpPr>
        <p:spPr>
          <a:xfrm flipH="1">
            <a:off x="3200400" y="3524250"/>
            <a:ext cx="609600" cy="533400"/>
          </a:xfrm>
          <a:prstGeom prst="straightConnector1">
            <a:avLst/>
          </a:prstGeom>
          <a:noFill/>
          <a:ln cap="flat" cmpd="sng" w="9525">
            <a:solidFill>
              <a:schemeClr val="dk1"/>
            </a:solidFill>
            <a:prstDash val="solid"/>
            <a:round/>
            <a:headEnd len="sm" w="sm" type="none"/>
            <a:tailEnd len="sm" w="sm" type="none"/>
          </a:ln>
        </p:spPr>
      </p:cxnSp>
      <p:cxnSp>
        <p:nvCxnSpPr>
          <p:cNvPr id="903" name="Google Shape;903;p44"/>
          <p:cNvCxnSpPr/>
          <p:nvPr/>
        </p:nvCxnSpPr>
        <p:spPr>
          <a:xfrm>
            <a:off x="4267200" y="3600450"/>
            <a:ext cx="152400" cy="381000"/>
          </a:xfrm>
          <a:prstGeom prst="straightConnector1">
            <a:avLst/>
          </a:prstGeom>
          <a:noFill/>
          <a:ln cap="flat" cmpd="sng" w="9525">
            <a:solidFill>
              <a:schemeClr val="dk1"/>
            </a:solidFill>
            <a:prstDash val="solid"/>
            <a:round/>
            <a:headEnd len="sm" w="sm" type="none"/>
            <a:tailEnd len="sm" w="sm" type="none"/>
          </a:ln>
        </p:spPr>
      </p:cxnSp>
      <p:cxnSp>
        <p:nvCxnSpPr>
          <p:cNvPr id="904" name="Google Shape;904;p44"/>
          <p:cNvCxnSpPr/>
          <p:nvPr/>
        </p:nvCxnSpPr>
        <p:spPr>
          <a:xfrm>
            <a:off x="4724400" y="4514850"/>
            <a:ext cx="304800" cy="609600"/>
          </a:xfrm>
          <a:prstGeom prst="straightConnector1">
            <a:avLst/>
          </a:prstGeom>
          <a:noFill/>
          <a:ln cap="flat" cmpd="sng" w="9525">
            <a:solidFill>
              <a:schemeClr val="dk1"/>
            </a:solidFill>
            <a:prstDash val="solid"/>
            <a:round/>
            <a:headEnd len="sm" w="sm" type="none"/>
            <a:tailEnd len="sm" w="sm" type="none"/>
          </a:ln>
        </p:spPr>
      </p:cxnSp>
      <p:cxnSp>
        <p:nvCxnSpPr>
          <p:cNvPr id="905" name="Google Shape;905;p44"/>
          <p:cNvCxnSpPr/>
          <p:nvPr/>
        </p:nvCxnSpPr>
        <p:spPr>
          <a:xfrm>
            <a:off x="5867400" y="4514850"/>
            <a:ext cx="457200" cy="685800"/>
          </a:xfrm>
          <a:prstGeom prst="straightConnector1">
            <a:avLst/>
          </a:prstGeom>
          <a:noFill/>
          <a:ln cap="flat" cmpd="sng" w="9525">
            <a:solidFill>
              <a:schemeClr val="dk1"/>
            </a:solidFill>
            <a:prstDash val="solid"/>
            <a:round/>
            <a:headEnd len="sm" w="sm" type="none"/>
            <a:tailEnd len="sm" w="sm" type="none"/>
          </a:ln>
        </p:spPr>
      </p:cxnSp>
      <p:cxnSp>
        <p:nvCxnSpPr>
          <p:cNvPr id="906" name="Google Shape;906;p44"/>
          <p:cNvCxnSpPr/>
          <p:nvPr/>
        </p:nvCxnSpPr>
        <p:spPr>
          <a:xfrm flipH="1">
            <a:off x="5638800" y="3600450"/>
            <a:ext cx="228600" cy="381000"/>
          </a:xfrm>
          <a:prstGeom prst="straightConnector1">
            <a:avLst/>
          </a:prstGeom>
          <a:noFill/>
          <a:ln cap="flat" cmpd="sng" w="9525">
            <a:solidFill>
              <a:schemeClr val="dk1"/>
            </a:solidFill>
            <a:prstDash val="solid"/>
            <a:round/>
            <a:headEnd len="sm" w="sm" type="none"/>
            <a:tailEnd len="sm" w="sm" type="none"/>
          </a:ln>
        </p:spPr>
      </p:cxnSp>
      <p:cxnSp>
        <p:nvCxnSpPr>
          <p:cNvPr id="907" name="Google Shape;907;p44"/>
          <p:cNvCxnSpPr/>
          <p:nvPr/>
        </p:nvCxnSpPr>
        <p:spPr>
          <a:xfrm>
            <a:off x="6324600" y="3524250"/>
            <a:ext cx="533400" cy="533400"/>
          </a:xfrm>
          <a:prstGeom prst="straightConnector1">
            <a:avLst/>
          </a:prstGeom>
          <a:noFill/>
          <a:ln cap="flat" cmpd="sng" w="9525">
            <a:solidFill>
              <a:schemeClr val="dk1"/>
            </a:solidFill>
            <a:prstDash val="solid"/>
            <a:round/>
            <a:headEnd len="sm" w="sm" type="none"/>
            <a:tailEnd len="sm" w="sm" type="none"/>
          </a:ln>
        </p:spPr>
      </p:cxnSp>
      <p:cxnSp>
        <p:nvCxnSpPr>
          <p:cNvPr id="908" name="Google Shape;908;p44"/>
          <p:cNvCxnSpPr/>
          <p:nvPr/>
        </p:nvCxnSpPr>
        <p:spPr>
          <a:xfrm>
            <a:off x="5334000" y="2609850"/>
            <a:ext cx="457200" cy="533400"/>
          </a:xfrm>
          <a:prstGeom prst="straightConnector1">
            <a:avLst/>
          </a:prstGeom>
          <a:noFill/>
          <a:ln cap="flat" cmpd="sng" w="9525">
            <a:solidFill>
              <a:schemeClr val="dk1"/>
            </a:solidFill>
            <a:prstDash val="solid"/>
            <a:round/>
            <a:headEnd len="sm" w="sm" type="none"/>
            <a:tailEnd len="sm" w="sm" type="none"/>
          </a:ln>
        </p:spPr>
      </p:cxnSp>
      <p:cxnSp>
        <p:nvCxnSpPr>
          <p:cNvPr id="909" name="Google Shape;909;p44"/>
          <p:cNvCxnSpPr/>
          <p:nvPr/>
        </p:nvCxnSpPr>
        <p:spPr>
          <a:xfrm>
            <a:off x="6705600" y="1771650"/>
            <a:ext cx="762000" cy="457200"/>
          </a:xfrm>
          <a:prstGeom prst="straightConnector1">
            <a:avLst/>
          </a:prstGeom>
          <a:noFill/>
          <a:ln cap="flat" cmpd="sng" w="9525">
            <a:solidFill>
              <a:schemeClr val="dk1"/>
            </a:solidFill>
            <a:prstDash val="solid"/>
            <a:round/>
            <a:headEnd len="sm" w="sm" type="none"/>
            <a:tailEnd len="sm" w="sm" type="none"/>
          </a:ln>
        </p:spPr>
      </p:cxnSp>
      <p:cxnSp>
        <p:nvCxnSpPr>
          <p:cNvPr id="910" name="Google Shape;910;p44"/>
          <p:cNvCxnSpPr/>
          <p:nvPr/>
        </p:nvCxnSpPr>
        <p:spPr>
          <a:xfrm>
            <a:off x="8001000" y="2609850"/>
            <a:ext cx="685800" cy="533400"/>
          </a:xfrm>
          <a:prstGeom prst="straightConnector1">
            <a:avLst/>
          </a:prstGeom>
          <a:noFill/>
          <a:ln cap="flat" cmpd="sng" w="9525">
            <a:solidFill>
              <a:schemeClr val="dk1"/>
            </a:solidFill>
            <a:prstDash val="solid"/>
            <a:round/>
            <a:headEnd len="sm" w="sm" type="none"/>
            <a:tailEnd len="sm" w="sm" type="none"/>
          </a:ln>
        </p:spPr>
      </p:cxnSp>
      <p:sp>
        <p:nvSpPr>
          <p:cNvPr id="911" name="Google Shape;911;p44"/>
          <p:cNvSpPr txBox="1"/>
          <p:nvPr/>
        </p:nvSpPr>
        <p:spPr>
          <a:xfrm>
            <a:off x="1660525" y="439738"/>
            <a:ext cx="184150"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rgbClr val="CC3300"/>
              </a:solidFill>
              <a:latin typeface="Times New Roman"/>
              <a:ea typeface="Times New Roman"/>
              <a:cs typeface="Times New Roman"/>
              <a:sym typeface="Times New Roman"/>
            </a:endParaRPr>
          </a:p>
        </p:txBody>
      </p:sp>
      <p:sp>
        <p:nvSpPr>
          <p:cNvPr id="912" name="Google Shape;912;p44"/>
          <p:cNvSpPr txBox="1"/>
          <p:nvPr/>
        </p:nvSpPr>
        <p:spPr>
          <a:xfrm>
            <a:off x="1984375" y="258763"/>
            <a:ext cx="4984750"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(x</a:t>
            </a:r>
            <a:r>
              <a:rPr b="0" baseline="-25000" i="0" lang="en-US" sz="3200" u="none" cap="none" strike="noStrike">
                <a:solidFill>
                  <a:schemeClr val="dk1"/>
                </a:solidFill>
                <a:latin typeface="Times New Roman"/>
                <a:ea typeface="Times New Roman"/>
                <a:cs typeface="Times New Roman"/>
                <a:sym typeface="Times New Roman"/>
              </a:rPr>
              <a:t>1</a:t>
            </a:r>
            <a:r>
              <a:rPr b="0" i="0" lang="en-US" sz="3200" u="none" cap="none" strike="noStrike">
                <a:solidFill>
                  <a:schemeClr val="dk1"/>
                </a:solidFill>
                <a:latin typeface="Times New Roman"/>
                <a:ea typeface="Times New Roman"/>
                <a:cs typeface="Times New Roman"/>
                <a:sym typeface="Times New Roman"/>
              </a:rPr>
              <a:t> ∧ ¬x</a:t>
            </a:r>
            <a:r>
              <a:rPr b="0" baseline="-25000" i="0" lang="en-US" sz="3200" u="none" cap="none" strike="noStrike">
                <a:solidFill>
                  <a:schemeClr val="dk1"/>
                </a:solidFill>
                <a:latin typeface="Times New Roman"/>
                <a:ea typeface="Times New Roman"/>
                <a:cs typeface="Times New Roman"/>
                <a:sym typeface="Times New Roman"/>
              </a:rPr>
              <a:t>2</a:t>
            </a:r>
            <a:r>
              <a:rPr b="0" i="0" lang="en-US" sz="3200" u="none" cap="none" strike="noStrike">
                <a:solidFill>
                  <a:schemeClr val="dk1"/>
                </a:solidFill>
                <a:latin typeface="Times New Roman"/>
                <a:ea typeface="Times New Roman"/>
                <a:cs typeface="Times New Roman"/>
                <a:sym typeface="Times New Roman"/>
              </a:rPr>
              <a:t>) ∨ (¬ x</a:t>
            </a:r>
            <a:r>
              <a:rPr b="0" baseline="-25000" i="0" lang="en-US" sz="3200" u="none" cap="none" strike="noStrike">
                <a:solidFill>
                  <a:schemeClr val="dk1"/>
                </a:solidFill>
                <a:latin typeface="Times New Roman"/>
                <a:ea typeface="Times New Roman"/>
                <a:cs typeface="Times New Roman"/>
                <a:sym typeface="Times New Roman"/>
              </a:rPr>
              <a:t>1</a:t>
            </a:r>
            <a:r>
              <a:rPr b="0" i="0" lang="en-US" sz="3200" u="none" cap="none" strike="noStrike">
                <a:solidFill>
                  <a:schemeClr val="dk1"/>
                </a:solidFill>
                <a:latin typeface="Times New Roman"/>
                <a:ea typeface="Times New Roman"/>
                <a:cs typeface="Times New Roman"/>
                <a:sym typeface="Times New Roman"/>
              </a:rPr>
              <a:t> ∧ x</a:t>
            </a:r>
            <a:r>
              <a:rPr b="0" baseline="-25000" i="0" lang="en-US" sz="3200" u="none" cap="none" strike="noStrike">
                <a:solidFill>
                  <a:schemeClr val="dk1"/>
                </a:solidFill>
                <a:latin typeface="Times New Roman"/>
                <a:ea typeface="Times New Roman"/>
                <a:cs typeface="Times New Roman"/>
                <a:sym typeface="Times New Roman"/>
              </a:rPr>
              <a:t>3</a:t>
            </a:r>
            <a:r>
              <a:rPr b="0" i="0" lang="en-US" sz="3200" u="none" cap="none" strike="noStrike">
                <a:solidFill>
                  <a:schemeClr val="dk1"/>
                </a:solidFill>
                <a:latin typeface="Times New Roman"/>
                <a:ea typeface="Times New Roman"/>
                <a:cs typeface="Times New Roman"/>
                <a:sym typeface="Times New Roman"/>
              </a:rPr>
              <a:t>) ∨ ¬x</a:t>
            </a:r>
            <a:r>
              <a:rPr b="0" baseline="-25000" i="0" lang="en-US" sz="3200" u="none" cap="none" strike="noStrike">
                <a:solidFill>
                  <a:schemeClr val="dk1"/>
                </a:solidFill>
                <a:latin typeface="Times New Roman"/>
                <a:ea typeface="Times New Roman"/>
                <a:cs typeface="Times New Roman"/>
                <a:sym typeface="Times New Roman"/>
              </a:rPr>
              <a:t>3</a:t>
            </a:r>
            <a:endParaRPr b="0" i="0" sz="1400" u="none" cap="none" strike="noStrike">
              <a:solidFill>
                <a:srgbClr val="000000"/>
              </a:solidFill>
              <a:latin typeface="Arial"/>
              <a:ea typeface="Arial"/>
              <a:cs typeface="Arial"/>
              <a:sym typeface="Arial"/>
            </a:endParaRPr>
          </a:p>
        </p:txBody>
      </p:sp>
      <p:sp>
        <p:nvSpPr>
          <p:cNvPr id="913" name="Google Shape;913;p44"/>
          <p:cNvSpPr txBox="1"/>
          <p:nvPr/>
        </p:nvSpPr>
        <p:spPr>
          <a:xfrm>
            <a:off x="498475" y="1285875"/>
            <a:ext cx="3736975" cy="47894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Times New Roman"/>
                <a:ea typeface="Times New Roman"/>
                <a:cs typeface="Times New Roman"/>
                <a:sym typeface="Times New Roman"/>
              </a:rPr>
              <a:t>(t,t,t)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Times New Roman"/>
                <a:ea typeface="Times New Roman"/>
                <a:cs typeface="Times New Roman"/>
                <a:sym typeface="Times New Roman"/>
              </a:rPr>
              <a:t>(t,t,f)</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Times New Roman"/>
                <a:ea typeface="Times New Roman"/>
                <a:cs typeface="Times New Roman"/>
                <a:sym typeface="Times New Roman"/>
              </a:rPr>
              <a:t>(t,f,t)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Times New Roman"/>
                <a:ea typeface="Times New Roman"/>
                <a:cs typeface="Times New Roman"/>
                <a:sym typeface="Times New Roman"/>
              </a:rPr>
              <a:t>(t,f,f)</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Times New Roman"/>
                <a:ea typeface="Times New Roman"/>
                <a:cs typeface="Times New Roman"/>
                <a:sym typeface="Times New Roman"/>
              </a:rPr>
              <a:t>(f,t,t)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Times New Roman"/>
                <a:ea typeface="Times New Roman"/>
                <a:cs typeface="Times New Roman"/>
                <a:sym typeface="Times New Roman"/>
              </a:rPr>
              <a:t>(f,t,f)</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Times New Roman"/>
                <a:ea typeface="Times New Roman"/>
                <a:cs typeface="Times New Roman"/>
                <a:sym typeface="Times New Roman"/>
              </a:rPr>
              <a:t>(f,f,t)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Times New Roman"/>
                <a:ea typeface="Times New Roman"/>
                <a:cs typeface="Times New Roman"/>
                <a:sym typeface="Times New Roman"/>
              </a:rPr>
              <a:t>(f,f,f)</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3399"/>
                </a:solidFill>
                <a:latin typeface="Times New Roman"/>
                <a:ea typeface="Times New Roman"/>
                <a:cs typeface="Times New Roman"/>
                <a:sym typeface="Times New Roman"/>
              </a:rPr>
              <a:t>2</a:t>
            </a:r>
            <a:r>
              <a:rPr b="0" baseline="30000" i="0" lang="en-US" sz="2800" u="none" cap="none" strike="noStrike">
                <a:solidFill>
                  <a:srgbClr val="003399"/>
                </a:solidFill>
                <a:latin typeface="Times New Roman"/>
                <a:ea typeface="Times New Roman"/>
                <a:cs typeface="Times New Roman"/>
                <a:sym typeface="Times New Roman"/>
              </a:rPr>
              <a:t>n</a:t>
            </a:r>
            <a:r>
              <a:rPr b="0" i="0" lang="en-US" sz="2800" u="none" cap="none" strike="noStrike">
                <a:solidFill>
                  <a:srgbClr val="003399"/>
                </a:solidFill>
                <a:latin typeface="Times New Roman"/>
                <a:ea typeface="Times New Roman"/>
                <a:cs typeface="Times New Roman"/>
                <a:sym typeface="Times New Roman"/>
              </a:rPr>
              <a:t> possible combinations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3399"/>
                </a:solidFill>
                <a:latin typeface="Times New Roman"/>
                <a:ea typeface="Times New Roman"/>
                <a:cs typeface="Times New Roman"/>
                <a:sym typeface="Times New Roman"/>
              </a:rPr>
              <a:t>for n variables</a:t>
            </a:r>
            <a:endParaRPr b="0" i="0" sz="2800" u="none" cap="none" strike="noStrike">
              <a:solidFill>
                <a:schemeClr val="dk1"/>
              </a:solidFill>
              <a:latin typeface="Times New Roman"/>
              <a:ea typeface="Times New Roman"/>
              <a:cs typeface="Times New Roman"/>
              <a:sym typeface="Times New Roman"/>
            </a:endParaRPr>
          </a:p>
        </p:txBody>
      </p:sp>
      <p:sp>
        <p:nvSpPr>
          <p:cNvPr id="914" name="Google Shape;914;p44"/>
          <p:cNvSpPr txBox="1"/>
          <p:nvPr/>
        </p:nvSpPr>
        <p:spPr>
          <a:xfrm>
            <a:off x="3176588" y="5895975"/>
            <a:ext cx="5719762" cy="5191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CC3300"/>
                </a:solidFill>
                <a:latin typeface="Times New Roman"/>
                <a:ea typeface="Times New Roman"/>
                <a:cs typeface="Times New Roman"/>
                <a:sym typeface="Times New Roman"/>
              </a:rPr>
              <a:t>postorder traversal (postfix evaluation)</a:t>
            </a:r>
            <a:endParaRPr b="0" i="0" sz="3200" u="none" cap="none" strike="noStrike">
              <a:solidFill>
                <a:srgbClr val="CC3300"/>
              </a:solidFill>
              <a:latin typeface="Times New Roman"/>
              <a:ea typeface="Times New Roman"/>
              <a:cs typeface="Times New Roman"/>
              <a:sym typeface="Times New Roman"/>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18" name="Shape 918"/>
        <p:cNvGrpSpPr/>
        <p:nvPr/>
      </p:nvGrpSpPr>
      <p:grpSpPr>
        <a:xfrm>
          <a:off x="0" y="0"/>
          <a:ext cx="0" cy="0"/>
          <a:chOff x="0" y="0"/>
          <a:chExt cx="0" cy="0"/>
        </a:xfrm>
      </p:grpSpPr>
      <p:grpSp>
        <p:nvGrpSpPr>
          <p:cNvPr id="919" name="Google Shape;919;p45"/>
          <p:cNvGrpSpPr/>
          <p:nvPr/>
        </p:nvGrpSpPr>
        <p:grpSpPr>
          <a:xfrm>
            <a:off x="1447800" y="1352550"/>
            <a:ext cx="5943600" cy="609600"/>
            <a:chOff x="624" y="1872"/>
            <a:chExt cx="3744" cy="384"/>
          </a:xfrm>
        </p:grpSpPr>
        <p:sp>
          <p:nvSpPr>
            <p:cNvPr id="920" name="Google Shape;920;p45"/>
            <p:cNvSpPr/>
            <p:nvPr/>
          </p:nvSpPr>
          <p:spPr>
            <a:xfrm>
              <a:off x="624" y="1872"/>
              <a:ext cx="3744" cy="384"/>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cxnSp>
          <p:nvCxnSpPr>
            <p:cNvPr id="921" name="Google Shape;921;p45"/>
            <p:cNvCxnSpPr/>
            <p:nvPr/>
          </p:nvCxnSpPr>
          <p:spPr>
            <a:xfrm>
              <a:off x="1584" y="1872"/>
              <a:ext cx="0" cy="384"/>
            </a:xfrm>
            <a:prstGeom prst="straightConnector1">
              <a:avLst/>
            </a:prstGeom>
            <a:noFill/>
            <a:ln cap="flat" cmpd="sng" w="9525">
              <a:solidFill>
                <a:schemeClr val="dk1"/>
              </a:solidFill>
              <a:prstDash val="solid"/>
              <a:round/>
              <a:headEnd len="sm" w="sm" type="none"/>
              <a:tailEnd len="sm" w="sm" type="none"/>
            </a:ln>
          </p:spPr>
        </p:cxnSp>
        <p:cxnSp>
          <p:nvCxnSpPr>
            <p:cNvPr id="922" name="Google Shape;922;p45"/>
            <p:cNvCxnSpPr/>
            <p:nvPr/>
          </p:nvCxnSpPr>
          <p:spPr>
            <a:xfrm>
              <a:off x="2496" y="1872"/>
              <a:ext cx="0" cy="384"/>
            </a:xfrm>
            <a:prstGeom prst="straightConnector1">
              <a:avLst/>
            </a:prstGeom>
            <a:noFill/>
            <a:ln cap="flat" cmpd="sng" w="9525">
              <a:solidFill>
                <a:schemeClr val="dk1"/>
              </a:solidFill>
              <a:prstDash val="solid"/>
              <a:round/>
              <a:headEnd len="sm" w="sm" type="none"/>
              <a:tailEnd len="sm" w="sm" type="none"/>
            </a:ln>
          </p:spPr>
        </p:cxnSp>
        <p:cxnSp>
          <p:nvCxnSpPr>
            <p:cNvPr id="923" name="Google Shape;923;p45"/>
            <p:cNvCxnSpPr/>
            <p:nvPr/>
          </p:nvCxnSpPr>
          <p:spPr>
            <a:xfrm>
              <a:off x="3408" y="1872"/>
              <a:ext cx="0" cy="384"/>
            </a:xfrm>
            <a:prstGeom prst="straightConnector1">
              <a:avLst/>
            </a:prstGeom>
            <a:noFill/>
            <a:ln cap="flat" cmpd="sng" w="9525">
              <a:solidFill>
                <a:schemeClr val="dk1"/>
              </a:solidFill>
              <a:prstDash val="solid"/>
              <a:round/>
              <a:headEnd len="sm" w="sm" type="none"/>
              <a:tailEnd len="sm" w="sm" type="none"/>
            </a:ln>
          </p:spPr>
        </p:cxnSp>
      </p:grpSp>
      <p:sp>
        <p:nvSpPr>
          <p:cNvPr id="924" name="Google Shape;924;p45"/>
          <p:cNvSpPr txBox="1"/>
          <p:nvPr/>
        </p:nvSpPr>
        <p:spPr>
          <a:xfrm>
            <a:off x="1355725" y="1470025"/>
            <a:ext cx="6105525"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Times New Roman"/>
                <a:ea typeface="Times New Roman"/>
                <a:cs typeface="Times New Roman"/>
                <a:sym typeface="Times New Roman"/>
              </a:rPr>
              <a:t>   </a:t>
            </a:r>
            <a:r>
              <a:rPr b="1" i="1" lang="en-US" sz="2400" u="none" cap="none" strike="noStrike">
                <a:solidFill>
                  <a:schemeClr val="dk1"/>
                </a:solidFill>
                <a:latin typeface="Times New Roman"/>
                <a:ea typeface="Times New Roman"/>
                <a:cs typeface="Times New Roman"/>
                <a:sym typeface="Times New Roman"/>
              </a:rPr>
              <a:t>left_child       data           value       right_child</a:t>
            </a:r>
            <a:endParaRPr b="1" i="0" sz="2400" u="none" cap="none" strike="noStrike">
              <a:solidFill>
                <a:schemeClr val="dk1"/>
              </a:solidFill>
              <a:latin typeface="Times New Roman"/>
              <a:ea typeface="Times New Roman"/>
              <a:cs typeface="Times New Roman"/>
              <a:sym typeface="Times New Roman"/>
            </a:endParaRPr>
          </a:p>
        </p:txBody>
      </p:sp>
      <p:sp>
        <p:nvSpPr>
          <p:cNvPr id="925" name="Google Shape;925;p45"/>
          <p:cNvSpPr/>
          <p:nvPr/>
        </p:nvSpPr>
        <p:spPr>
          <a:xfrm>
            <a:off x="1276350" y="2503488"/>
            <a:ext cx="6997700" cy="39354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Times New Roman"/>
                <a:ea typeface="Times New Roman"/>
                <a:cs typeface="Times New Roman"/>
                <a:sym typeface="Times New Roman"/>
              </a:rPr>
              <a:t>typedef emun {not, and, or, true, false } logical;</a:t>
            </a:r>
            <a:br>
              <a:rPr b="0" i="0" lang="en-US" sz="2800" u="none" cap="none" strike="noStrike">
                <a:solidFill>
                  <a:schemeClr val="dk1"/>
                </a:solidFill>
                <a:latin typeface="Times New Roman"/>
                <a:ea typeface="Times New Roman"/>
                <a:cs typeface="Times New Roman"/>
                <a:sym typeface="Times New Roman"/>
              </a:rPr>
            </a:br>
            <a:r>
              <a:rPr b="0" i="0" lang="en-US" sz="2800" u="none" cap="none" strike="noStrike">
                <a:solidFill>
                  <a:schemeClr val="dk1"/>
                </a:solidFill>
                <a:latin typeface="Times New Roman"/>
                <a:ea typeface="Times New Roman"/>
                <a:cs typeface="Times New Roman"/>
                <a:sym typeface="Times New Roman"/>
              </a:rPr>
              <a:t>typedef struct node *tree_pointer;</a:t>
            </a:r>
            <a:br>
              <a:rPr b="0" i="0" lang="en-US" sz="2800" u="none" cap="none" strike="noStrike">
                <a:solidFill>
                  <a:schemeClr val="dk1"/>
                </a:solidFill>
                <a:latin typeface="Times New Roman"/>
                <a:ea typeface="Times New Roman"/>
                <a:cs typeface="Times New Roman"/>
                <a:sym typeface="Times New Roman"/>
              </a:rPr>
            </a:br>
            <a:r>
              <a:rPr b="0" i="0" lang="en-US" sz="2800" u="none" cap="none" strike="noStrike">
                <a:solidFill>
                  <a:schemeClr val="dk1"/>
                </a:solidFill>
                <a:latin typeface="Times New Roman"/>
                <a:ea typeface="Times New Roman"/>
                <a:cs typeface="Times New Roman"/>
                <a:sym typeface="Times New Roman"/>
              </a:rPr>
              <a:t>typedef struct node {</a:t>
            </a:r>
            <a:br>
              <a:rPr b="0" i="0" lang="en-US" sz="2800" u="none" cap="none" strike="noStrike">
                <a:solidFill>
                  <a:schemeClr val="dk1"/>
                </a:solidFill>
                <a:latin typeface="Times New Roman"/>
                <a:ea typeface="Times New Roman"/>
                <a:cs typeface="Times New Roman"/>
                <a:sym typeface="Times New Roman"/>
              </a:rPr>
            </a:br>
            <a:r>
              <a:rPr b="0" i="0" lang="en-US" sz="2800" u="none" cap="none" strike="noStrike">
                <a:solidFill>
                  <a:schemeClr val="dk1"/>
                </a:solidFill>
                <a:latin typeface="Times New Roman"/>
                <a:ea typeface="Times New Roman"/>
                <a:cs typeface="Times New Roman"/>
                <a:sym typeface="Times New Roman"/>
              </a:rPr>
              <a:t>             tree_pointer  list_child;</a:t>
            </a:r>
            <a:br>
              <a:rPr b="0" i="0" lang="en-US" sz="2800" u="none" cap="none" strike="noStrike">
                <a:solidFill>
                  <a:schemeClr val="dk1"/>
                </a:solidFill>
                <a:latin typeface="Times New Roman"/>
                <a:ea typeface="Times New Roman"/>
                <a:cs typeface="Times New Roman"/>
                <a:sym typeface="Times New Roman"/>
              </a:rPr>
            </a:br>
            <a:r>
              <a:rPr b="0" i="0" lang="en-US" sz="2800" u="none" cap="none" strike="noStrike">
                <a:solidFill>
                  <a:schemeClr val="dk1"/>
                </a:solidFill>
                <a:latin typeface="Times New Roman"/>
                <a:ea typeface="Times New Roman"/>
                <a:cs typeface="Times New Roman"/>
                <a:sym typeface="Times New Roman"/>
              </a:rPr>
              <a:t>             logical          data;</a:t>
            </a:r>
            <a:br>
              <a:rPr b="0" i="0" lang="en-US" sz="2800" u="none" cap="none" strike="noStrike">
                <a:solidFill>
                  <a:schemeClr val="dk1"/>
                </a:solidFill>
                <a:latin typeface="Times New Roman"/>
                <a:ea typeface="Times New Roman"/>
                <a:cs typeface="Times New Roman"/>
                <a:sym typeface="Times New Roman"/>
              </a:rPr>
            </a:br>
            <a:r>
              <a:rPr b="0" i="0" lang="en-US" sz="2800" u="none" cap="none" strike="noStrike">
                <a:solidFill>
                  <a:schemeClr val="dk1"/>
                </a:solidFill>
                <a:latin typeface="Times New Roman"/>
                <a:ea typeface="Times New Roman"/>
                <a:cs typeface="Times New Roman"/>
                <a:sym typeface="Times New Roman"/>
              </a:rPr>
              <a:t>             short int        value;</a:t>
            </a:r>
            <a:br>
              <a:rPr b="0" i="0" lang="en-US" sz="2800" u="none" cap="none" strike="noStrike">
                <a:solidFill>
                  <a:schemeClr val="dk1"/>
                </a:solidFill>
                <a:latin typeface="Times New Roman"/>
                <a:ea typeface="Times New Roman"/>
                <a:cs typeface="Times New Roman"/>
                <a:sym typeface="Times New Roman"/>
              </a:rPr>
            </a:br>
            <a:r>
              <a:rPr b="0" i="0" lang="en-US" sz="2800" u="none" cap="none" strike="noStrike">
                <a:solidFill>
                  <a:schemeClr val="dk1"/>
                </a:solidFill>
                <a:latin typeface="Times New Roman"/>
                <a:ea typeface="Times New Roman"/>
                <a:cs typeface="Times New Roman"/>
                <a:sym typeface="Times New Roman"/>
              </a:rPr>
              <a:t>             tree_pointer  right_child;</a:t>
            </a:r>
            <a:br>
              <a:rPr b="0" i="0" lang="en-US" sz="2800" u="none" cap="none" strike="noStrike">
                <a:solidFill>
                  <a:schemeClr val="dk1"/>
                </a:solidFill>
                <a:latin typeface="Times New Roman"/>
                <a:ea typeface="Times New Roman"/>
                <a:cs typeface="Times New Roman"/>
                <a:sym typeface="Times New Roman"/>
              </a:rPr>
            </a:br>
            <a:r>
              <a:rPr b="0" i="0" lang="en-US" sz="2800" u="none" cap="none" strike="noStrike">
                <a:solidFill>
                  <a:schemeClr val="dk1"/>
                </a:solidFill>
                <a:latin typeface="Times New Roman"/>
                <a:ea typeface="Times New Roman"/>
                <a:cs typeface="Times New Roman"/>
                <a:sym typeface="Times New Roman"/>
              </a:rPr>
              <a:t>             } ;</a:t>
            </a:r>
            <a:br>
              <a:rPr b="0" i="0" lang="en-US" sz="2800" u="none" cap="none" strike="noStrike">
                <a:solidFill>
                  <a:schemeClr val="dk1"/>
                </a:solidFill>
                <a:latin typeface="Times New Roman"/>
                <a:ea typeface="Times New Roman"/>
                <a:cs typeface="Times New Roman"/>
                <a:sym typeface="Times New Roman"/>
              </a:rPr>
            </a:br>
            <a:endParaRPr b="0" i="0" sz="2800" u="none" cap="none" strike="noStrike">
              <a:solidFill>
                <a:schemeClr val="dk1"/>
              </a:solidFill>
              <a:latin typeface="Times New Roman"/>
              <a:ea typeface="Times New Roman"/>
              <a:cs typeface="Times New Roman"/>
              <a:sym typeface="Times New Roman"/>
            </a:endParaRPr>
          </a:p>
        </p:txBody>
      </p:sp>
      <p:sp>
        <p:nvSpPr>
          <p:cNvPr id="926" name="Google Shape;926;p45"/>
          <p:cNvSpPr txBox="1"/>
          <p:nvPr/>
        </p:nvSpPr>
        <p:spPr>
          <a:xfrm>
            <a:off x="1450975" y="552450"/>
            <a:ext cx="2498725" cy="5794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3399"/>
                </a:solidFill>
                <a:latin typeface="Times New Roman"/>
                <a:ea typeface="Times New Roman"/>
                <a:cs typeface="Times New Roman"/>
                <a:sym typeface="Times New Roman"/>
              </a:rPr>
              <a:t>node structure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30" name="Shape 930"/>
        <p:cNvGrpSpPr/>
        <p:nvPr/>
      </p:nvGrpSpPr>
      <p:grpSpPr>
        <a:xfrm>
          <a:off x="0" y="0"/>
          <a:ext cx="0" cy="0"/>
          <a:chOff x="0" y="0"/>
          <a:chExt cx="0" cy="0"/>
        </a:xfrm>
      </p:grpSpPr>
      <p:sp>
        <p:nvSpPr>
          <p:cNvPr id="931" name="Google Shape;931;p46"/>
          <p:cNvSpPr txBox="1"/>
          <p:nvPr>
            <p:ph type="title"/>
          </p:nvPr>
        </p:nvSpPr>
        <p:spPr>
          <a:xfrm>
            <a:off x="857250" y="1276350"/>
            <a:ext cx="7848600" cy="409575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br>
              <a:rPr lang="en-US" sz="2400" u="sng"/>
            </a:br>
            <a:br>
              <a:rPr lang="en-US" sz="2400" u="sng"/>
            </a:br>
            <a:r>
              <a:rPr lang="en-US" sz="2800">
                <a:solidFill>
                  <a:schemeClr val="dk1"/>
                </a:solidFill>
              </a:rPr>
              <a:t>for (all 2</a:t>
            </a:r>
            <a:r>
              <a:rPr baseline="30000" lang="en-US" sz="2800">
                <a:solidFill>
                  <a:schemeClr val="dk1"/>
                </a:solidFill>
              </a:rPr>
              <a:t>n</a:t>
            </a:r>
            <a:r>
              <a:rPr lang="en-US" sz="2800">
                <a:solidFill>
                  <a:schemeClr val="dk1"/>
                </a:solidFill>
              </a:rPr>
              <a:t> possible combinations) {</a:t>
            </a:r>
            <a:br>
              <a:rPr lang="en-US" sz="2800">
                <a:solidFill>
                  <a:schemeClr val="dk1"/>
                </a:solidFill>
              </a:rPr>
            </a:br>
            <a:r>
              <a:rPr lang="en-US" sz="2800">
                <a:solidFill>
                  <a:schemeClr val="dk1"/>
                </a:solidFill>
              </a:rPr>
              <a:t>      generate the next combination;</a:t>
            </a:r>
            <a:br>
              <a:rPr lang="en-US" sz="2800">
                <a:solidFill>
                  <a:schemeClr val="dk1"/>
                </a:solidFill>
              </a:rPr>
            </a:br>
            <a:r>
              <a:rPr lang="en-US" sz="2800">
                <a:solidFill>
                  <a:schemeClr val="dk1"/>
                </a:solidFill>
              </a:rPr>
              <a:t>      replace the variables by their values;</a:t>
            </a:r>
            <a:br>
              <a:rPr lang="en-US" sz="2800">
                <a:solidFill>
                  <a:schemeClr val="dk1"/>
                </a:solidFill>
              </a:rPr>
            </a:br>
            <a:r>
              <a:rPr lang="en-US" sz="2800">
                <a:solidFill>
                  <a:schemeClr val="dk1"/>
                </a:solidFill>
              </a:rPr>
              <a:t>      evaluate root by traversing it </a:t>
            </a:r>
            <a:r>
              <a:rPr lang="en-US" sz="2800">
                <a:solidFill>
                  <a:srgbClr val="CC3300"/>
                </a:solidFill>
              </a:rPr>
              <a:t>in postorder</a:t>
            </a:r>
            <a:r>
              <a:rPr lang="en-US" sz="2800">
                <a:solidFill>
                  <a:schemeClr val="dk1"/>
                </a:solidFill>
              </a:rPr>
              <a:t>;</a:t>
            </a:r>
            <a:br>
              <a:rPr lang="en-US" sz="2800">
                <a:solidFill>
                  <a:schemeClr val="dk1"/>
                </a:solidFill>
              </a:rPr>
            </a:br>
            <a:r>
              <a:rPr lang="en-US" sz="2800">
                <a:solidFill>
                  <a:schemeClr val="dk1"/>
                </a:solidFill>
              </a:rPr>
              <a:t>      if (root-&gt;value) {</a:t>
            </a:r>
            <a:br>
              <a:rPr lang="en-US" sz="2800">
                <a:solidFill>
                  <a:schemeClr val="dk1"/>
                </a:solidFill>
              </a:rPr>
            </a:br>
            <a:r>
              <a:rPr lang="en-US" sz="2800">
                <a:solidFill>
                  <a:schemeClr val="dk1"/>
                </a:solidFill>
              </a:rPr>
              <a:t>             printf(&lt;combination&gt;);</a:t>
            </a:r>
            <a:br>
              <a:rPr lang="en-US" sz="2800">
                <a:solidFill>
                  <a:schemeClr val="dk1"/>
                </a:solidFill>
              </a:rPr>
            </a:br>
            <a:r>
              <a:rPr lang="en-US" sz="2800">
                <a:solidFill>
                  <a:schemeClr val="dk1"/>
                </a:solidFill>
              </a:rPr>
              <a:t>             return;</a:t>
            </a:r>
            <a:br>
              <a:rPr lang="en-US" sz="2800">
                <a:solidFill>
                  <a:schemeClr val="dk1"/>
                </a:solidFill>
              </a:rPr>
            </a:br>
            <a:r>
              <a:rPr lang="en-US" sz="2800">
                <a:solidFill>
                  <a:schemeClr val="dk1"/>
                </a:solidFill>
              </a:rPr>
              <a:t>  }</a:t>
            </a:r>
            <a:br>
              <a:rPr lang="en-US" sz="2800">
                <a:solidFill>
                  <a:schemeClr val="dk1"/>
                </a:solidFill>
              </a:rPr>
            </a:br>
            <a:r>
              <a:rPr lang="en-US" sz="2800">
                <a:solidFill>
                  <a:schemeClr val="dk1"/>
                </a:solidFill>
              </a:rPr>
              <a:t>}</a:t>
            </a:r>
            <a:br>
              <a:rPr lang="en-US" sz="2800">
                <a:solidFill>
                  <a:schemeClr val="dk1"/>
                </a:solidFill>
              </a:rPr>
            </a:br>
            <a:r>
              <a:rPr lang="en-US" sz="2800">
                <a:solidFill>
                  <a:schemeClr val="dk1"/>
                </a:solidFill>
              </a:rPr>
              <a:t>printf(“No satisfiable combination \n”);</a:t>
            </a:r>
            <a:endParaRPr b="1" sz="2400" u="sng"/>
          </a:p>
        </p:txBody>
      </p:sp>
      <p:sp>
        <p:nvSpPr>
          <p:cNvPr id="932" name="Google Shape;932;p46"/>
          <p:cNvSpPr/>
          <p:nvPr/>
        </p:nvSpPr>
        <p:spPr>
          <a:xfrm>
            <a:off x="1231900" y="481013"/>
            <a:ext cx="7245350" cy="6413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rgbClr val="003399"/>
                </a:solidFill>
                <a:latin typeface="Times New Roman"/>
                <a:ea typeface="Times New Roman"/>
                <a:cs typeface="Times New Roman"/>
                <a:sym typeface="Times New Roman"/>
              </a:rPr>
              <a:t>First version of satisfiability algorithm</a:t>
            </a:r>
            <a:endParaRPr b="0" i="0" sz="3600" u="sng"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36" name="Shape 936"/>
        <p:cNvGrpSpPr/>
        <p:nvPr/>
      </p:nvGrpSpPr>
      <p:grpSpPr>
        <a:xfrm>
          <a:off x="0" y="0"/>
          <a:ext cx="0" cy="0"/>
          <a:chOff x="0" y="0"/>
          <a:chExt cx="0" cy="0"/>
        </a:xfrm>
      </p:grpSpPr>
      <p:sp>
        <p:nvSpPr>
          <p:cNvPr id="937" name="Google Shape;937;p47"/>
          <p:cNvSpPr txBox="1"/>
          <p:nvPr>
            <p:ph type="title"/>
          </p:nvPr>
        </p:nvSpPr>
        <p:spPr>
          <a:xfrm>
            <a:off x="609600" y="1085850"/>
            <a:ext cx="8534400" cy="508635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2800">
                <a:solidFill>
                  <a:schemeClr val="dk1"/>
                </a:solidFill>
              </a:rPr>
              <a:t>void post_order_eval(tree_pointer node)</a:t>
            </a:r>
            <a:br>
              <a:rPr lang="en-US" sz="2800">
                <a:solidFill>
                  <a:schemeClr val="dk1"/>
                </a:solidFill>
              </a:rPr>
            </a:br>
            <a:r>
              <a:rPr lang="en-US" sz="2800">
                <a:solidFill>
                  <a:schemeClr val="dk1"/>
                </a:solidFill>
              </a:rPr>
              <a:t>{</a:t>
            </a:r>
            <a:br>
              <a:rPr lang="en-US" sz="2800">
                <a:solidFill>
                  <a:schemeClr val="dk1"/>
                </a:solidFill>
              </a:rPr>
            </a:br>
            <a:r>
              <a:rPr lang="en-US" sz="2800">
                <a:solidFill>
                  <a:schemeClr val="dk1"/>
                </a:solidFill>
              </a:rPr>
              <a:t>/* modified </a:t>
            </a:r>
            <a:r>
              <a:rPr lang="en-US" sz="2800">
                <a:solidFill>
                  <a:srgbClr val="CC3300"/>
                </a:solidFill>
              </a:rPr>
              <a:t>post order</a:t>
            </a:r>
            <a:r>
              <a:rPr lang="en-US" sz="2800">
                <a:solidFill>
                  <a:schemeClr val="dk1"/>
                </a:solidFill>
              </a:rPr>
              <a:t> traversal to evaluate a propositional calculus tree */</a:t>
            </a:r>
            <a:br>
              <a:rPr lang="en-US" sz="2800">
                <a:solidFill>
                  <a:schemeClr val="dk1"/>
                </a:solidFill>
              </a:rPr>
            </a:br>
            <a:r>
              <a:rPr lang="en-US" sz="2800">
                <a:solidFill>
                  <a:schemeClr val="dk1"/>
                </a:solidFill>
              </a:rPr>
              <a:t>    if (node) {</a:t>
            </a:r>
            <a:br>
              <a:rPr lang="en-US" sz="2800">
                <a:solidFill>
                  <a:schemeClr val="dk1"/>
                </a:solidFill>
              </a:rPr>
            </a:br>
            <a:r>
              <a:rPr lang="en-US" sz="2800">
                <a:solidFill>
                  <a:schemeClr val="dk1"/>
                </a:solidFill>
              </a:rPr>
              <a:t>        post_order_eval(node-&gt;left_child);</a:t>
            </a:r>
            <a:br>
              <a:rPr lang="en-US" sz="2800">
                <a:solidFill>
                  <a:schemeClr val="dk1"/>
                </a:solidFill>
              </a:rPr>
            </a:br>
            <a:r>
              <a:rPr lang="en-US" sz="2800">
                <a:solidFill>
                  <a:schemeClr val="dk1"/>
                </a:solidFill>
              </a:rPr>
              <a:t>        post_order_eval(node-&gt;right_child);</a:t>
            </a:r>
            <a:br>
              <a:rPr lang="en-US" sz="2800">
                <a:solidFill>
                  <a:schemeClr val="dk1"/>
                </a:solidFill>
              </a:rPr>
            </a:br>
            <a:r>
              <a:rPr lang="en-US" sz="2800">
                <a:solidFill>
                  <a:schemeClr val="dk1"/>
                </a:solidFill>
              </a:rPr>
              <a:t>        switch(node-&gt;data) {</a:t>
            </a:r>
            <a:br>
              <a:rPr lang="en-US" sz="2800">
                <a:solidFill>
                  <a:schemeClr val="dk1"/>
                </a:solidFill>
              </a:rPr>
            </a:br>
            <a:r>
              <a:rPr lang="en-US" sz="2800">
                <a:solidFill>
                  <a:schemeClr val="dk1"/>
                </a:solidFill>
              </a:rPr>
              <a:t>           case not:  node-&gt;value =</a:t>
            </a:r>
            <a:br>
              <a:rPr lang="en-US" sz="2800">
                <a:solidFill>
                  <a:schemeClr val="dk1"/>
                </a:solidFill>
              </a:rPr>
            </a:br>
            <a:r>
              <a:rPr lang="en-US" sz="2800">
                <a:solidFill>
                  <a:schemeClr val="dk1"/>
                </a:solidFill>
              </a:rPr>
              <a:t>                   !node-&gt;right_child-&gt;value;</a:t>
            </a:r>
            <a:br>
              <a:rPr lang="en-US" sz="2800">
                <a:solidFill>
                  <a:schemeClr val="dk1"/>
                </a:solidFill>
              </a:rPr>
            </a:br>
            <a:r>
              <a:rPr lang="en-US" sz="2800">
                <a:solidFill>
                  <a:schemeClr val="dk1"/>
                </a:solidFill>
              </a:rPr>
              <a:t>                   break;</a:t>
            </a:r>
            <a:br>
              <a:rPr lang="en-US" sz="2800">
                <a:solidFill>
                  <a:schemeClr val="dk1"/>
                </a:solidFill>
              </a:rPr>
            </a:br>
            <a:endParaRPr b="1" sz="2400" u="sng"/>
          </a:p>
        </p:txBody>
      </p:sp>
      <p:sp>
        <p:nvSpPr>
          <p:cNvPr id="938" name="Google Shape;938;p47"/>
          <p:cNvSpPr txBox="1"/>
          <p:nvPr/>
        </p:nvSpPr>
        <p:spPr>
          <a:xfrm>
            <a:off x="2651125" y="381000"/>
            <a:ext cx="4144963" cy="5794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3399"/>
                </a:solidFill>
                <a:latin typeface="Times New Roman"/>
                <a:ea typeface="Times New Roman"/>
                <a:cs typeface="Times New Roman"/>
                <a:sym typeface="Times New Roman"/>
              </a:rPr>
              <a:t>Post-order-eval function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42" name="Shape 942"/>
        <p:cNvGrpSpPr/>
        <p:nvPr/>
      </p:nvGrpSpPr>
      <p:grpSpPr>
        <a:xfrm>
          <a:off x="0" y="0"/>
          <a:ext cx="0" cy="0"/>
          <a:chOff x="0" y="0"/>
          <a:chExt cx="0" cy="0"/>
        </a:xfrm>
      </p:grpSpPr>
      <p:sp>
        <p:nvSpPr>
          <p:cNvPr id="943" name="Google Shape;943;p48"/>
          <p:cNvSpPr txBox="1"/>
          <p:nvPr>
            <p:ph type="title"/>
          </p:nvPr>
        </p:nvSpPr>
        <p:spPr>
          <a:xfrm>
            <a:off x="685800" y="228600"/>
            <a:ext cx="7924800" cy="5791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2400"/>
              <a:t>     </a:t>
            </a:r>
            <a:br>
              <a:rPr lang="en-US" sz="2400"/>
            </a:br>
            <a:br>
              <a:rPr lang="en-US" sz="2400"/>
            </a:br>
            <a:br>
              <a:rPr lang="en-US" sz="2400"/>
            </a:br>
            <a:br>
              <a:rPr lang="en-US" sz="2400"/>
            </a:br>
            <a:r>
              <a:rPr lang="en-US" sz="2400"/>
              <a:t>  </a:t>
            </a:r>
            <a:r>
              <a:rPr lang="en-US" sz="2800">
                <a:solidFill>
                  <a:schemeClr val="dk1"/>
                </a:solidFill>
              </a:rPr>
              <a:t>case and:     node-&gt;value =</a:t>
            </a:r>
            <a:br>
              <a:rPr lang="en-US" sz="2800">
                <a:solidFill>
                  <a:schemeClr val="dk1"/>
                </a:solidFill>
              </a:rPr>
            </a:br>
            <a:r>
              <a:rPr lang="en-US" sz="2800">
                <a:solidFill>
                  <a:schemeClr val="dk1"/>
                </a:solidFill>
              </a:rPr>
              <a:t>               node-&gt;right_child-&gt;value &amp;&amp;</a:t>
            </a:r>
            <a:br>
              <a:rPr lang="en-US" sz="2800">
                <a:solidFill>
                  <a:schemeClr val="dk1"/>
                </a:solidFill>
              </a:rPr>
            </a:br>
            <a:r>
              <a:rPr lang="en-US" sz="2800">
                <a:solidFill>
                  <a:schemeClr val="dk1"/>
                </a:solidFill>
              </a:rPr>
              <a:t>               node-&gt;left_child-&gt;value;</a:t>
            </a:r>
            <a:br>
              <a:rPr lang="en-US" sz="2800">
                <a:solidFill>
                  <a:schemeClr val="dk1"/>
                </a:solidFill>
              </a:rPr>
            </a:br>
            <a:r>
              <a:rPr lang="en-US" sz="2800">
                <a:solidFill>
                  <a:schemeClr val="dk1"/>
                </a:solidFill>
              </a:rPr>
              <a:t>               break;</a:t>
            </a:r>
            <a:br>
              <a:rPr lang="en-US" sz="2800">
                <a:solidFill>
                  <a:schemeClr val="dk1"/>
                </a:solidFill>
              </a:rPr>
            </a:br>
            <a:r>
              <a:rPr lang="en-US" sz="2800">
                <a:solidFill>
                  <a:schemeClr val="dk1"/>
                </a:solidFill>
              </a:rPr>
              <a:t>       case or:        node-&gt;value =</a:t>
            </a:r>
            <a:br>
              <a:rPr lang="en-US" sz="2800">
                <a:solidFill>
                  <a:schemeClr val="dk1"/>
                </a:solidFill>
              </a:rPr>
            </a:br>
            <a:r>
              <a:rPr lang="en-US" sz="2800">
                <a:solidFill>
                  <a:schemeClr val="dk1"/>
                </a:solidFill>
              </a:rPr>
              <a:t>               node-&gt;right_child-&gt;value | |</a:t>
            </a:r>
            <a:br>
              <a:rPr lang="en-US" sz="2800">
                <a:solidFill>
                  <a:schemeClr val="dk1"/>
                </a:solidFill>
              </a:rPr>
            </a:br>
            <a:r>
              <a:rPr lang="en-US" sz="2800">
                <a:solidFill>
                  <a:schemeClr val="dk1"/>
                </a:solidFill>
              </a:rPr>
              <a:t>               node-&gt;left_child-&gt;value;</a:t>
            </a:r>
            <a:br>
              <a:rPr lang="en-US" sz="2800">
                <a:solidFill>
                  <a:schemeClr val="dk1"/>
                </a:solidFill>
              </a:rPr>
            </a:br>
            <a:r>
              <a:rPr lang="en-US" sz="2800">
                <a:solidFill>
                  <a:schemeClr val="dk1"/>
                </a:solidFill>
              </a:rPr>
              <a:t>               break;</a:t>
            </a:r>
            <a:br>
              <a:rPr lang="en-US" sz="2800">
                <a:solidFill>
                  <a:schemeClr val="dk1"/>
                </a:solidFill>
              </a:rPr>
            </a:br>
            <a:r>
              <a:rPr lang="en-US" sz="2800">
                <a:solidFill>
                  <a:schemeClr val="dk1"/>
                </a:solidFill>
              </a:rPr>
              <a:t>        case true:    node-&gt;value = TRUE;</a:t>
            </a:r>
            <a:br>
              <a:rPr lang="en-US" sz="2800">
                <a:solidFill>
                  <a:schemeClr val="dk1"/>
                </a:solidFill>
              </a:rPr>
            </a:br>
            <a:r>
              <a:rPr lang="en-US" sz="2800">
                <a:solidFill>
                  <a:schemeClr val="dk1"/>
                </a:solidFill>
              </a:rPr>
              <a:t>               break;</a:t>
            </a:r>
            <a:br>
              <a:rPr lang="en-US" sz="2800">
                <a:solidFill>
                  <a:schemeClr val="dk1"/>
                </a:solidFill>
              </a:rPr>
            </a:br>
            <a:r>
              <a:rPr lang="en-US" sz="2800">
                <a:solidFill>
                  <a:schemeClr val="dk1"/>
                </a:solidFill>
              </a:rPr>
              <a:t>        case false:  node-&gt;value = FALSE;</a:t>
            </a:r>
            <a:br>
              <a:rPr lang="en-US" sz="2800">
                <a:solidFill>
                  <a:schemeClr val="dk1"/>
                </a:solidFill>
              </a:rPr>
            </a:br>
            <a:r>
              <a:rPr lang="en-US" sz="2800">
                <a:solidFill>
                  <a:schemeClr val="dk1"/>
                </a:solidFill>
              </a:rPr>
              <a:t>       }</a:t>
            </a:r>
            <a:br>
              <a:rPr lang="en-US" sz="2800">
                <a:solidFill>
                  <a:schemeClr val="dk1"/>
                </a:solidFill>
              </a:rPr>
            </a:br>
            <a:r>
              <a:rPr lang="en-US" sz="2800">
                <a:solidFill>
                  <a:schemeClr val="dk1"/>
                </a:solidFill>
              </a:rPr>
              <a:t>   }</a:t>
            </a:r>
            <a:br>
              <a:rPr lang="en-US" sz="2800">
                <a:solidFill>
                  <a:schemeClr val="dk1"/>
                </a:solidFill>
              </a:rPr>
            </a:br>
            <a:r>
              <a:rPr lang="en-US" sz="2800">
                <a:solidFill>
                  <a:schemeClr val="dk1"/>
                </a:solidFill>
              </a:rPr>
              <a:t>}</a:t>
            </a:r>
            <a:br>
              <a:rPr lang="en-US" sz="2800">
                <a:solidFill>
                  <a:schemeClr val="dk1"/>
                </a:solidFill>
              </a:rPr>
            </a:br>
            <a:br>
              <a:rPr lang="en-US" sz="2400"/>
            </a:br>
            <a:r>
              <a:rPr lang="en-US" sz="2400"/>
              <a:t>                     </a:t>
            </a:r>
            <a:br>
              <a:rPr lang="en-US" sz="2400"/>
            </a:br>
            <a:endParaRPr sz="2400"/>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7" name="Shape 947"/>
        <p:cNvGrpSpPr/>
        <p:nvPr/>
      </p:nvGrpSpPr>
      <p:grpSpPr>
        <a:xfrm>
          <a:off x="0" y="0"/>
          <a:ext cx="0" cy="0"/>
          <a:chOff x="0" y="0"/>
          <a:chExt cx="0" cy="0"/>
        </a:xfrm>
      </p:grpSpPr>
      <p:sp>
        <p:nvSpPr>
          <p:cNvPr id="948" name="Google Shape;948;p49"/>
          <p:cNvSpPr/>
          <p:nvPr/>
        </p:nvSpPr>
        <p:spPr>
          <a:xfrm>
            <a:off x="0" y="0"/>
            <a:ext cx="9163050" cy="1143000"/>
          </a:xfrm>
          <a:prstGeom prst="rect">
            <a:avLst/>
          </a:prstGeom>
          <a:noFill/>
          <a:ln>
            <a:noFill/>
          </a:ln>
        </p:spPr>
        <p:txBody>
          <a:bodyPr anchorCtr="0" anchor="ctr" bIns="46025" lIns="92075" spcFirstLastPara="1" rIns="92075" wrap="square" tIns="46025">
            <a:noAutofit/>
          </a:bodyPr>
          <a:lstStyle/>
          <a:p>
            <a:pPr indent="0" lvl="0" marL="0" marR="0" rtl="0" algn="ctr">
              <a:lnSpc>
                <a:spcPct val="100000"/>
              </a:lnSpc>
              <a:spcBef>
                <a:spcPts val="0"/>
              </a:spcBef>
              <a:spcAft>
                <a:spcPts val="0"/>
              </a:spcAft>
              <a:buClr>
                <a:srgbClr val="000000"/>
              </a:buClr>
              <a:buSzPts val="4400"/>
              <a:buFont typeface="Arial"/>
              <a:buNone/>
            </a:pPr>
            <a:r>
              <a:rPr b="0" i="0" lang="en-US" sz="4400" u="none" cap="none" strike="noStrike">
                <a:solidFill>
                  <a:schemeClr val="dk2"/>
                </a:solidFill>
                <a:latin typeface="Times New Roman"/>
                <a:ea typeface="Times New Roman"/>
                <a:cs typeface="Times New Roman"/>
                <a:sym typeface="Times New Roman"/>
              </a:rPr>
              <a:t>Threaded Binary Trees</a:t>
            </a:r>
            <a:endParaRPr b="0" i="0" sz="1400" u="none" cap="none" strike="noStrike">
              <a:solidFill>
                <a:srgbClr val="000000"/>
              </a:solidFill>
              <a:latin typeface="Arial"/>
              <a:ea typeface="Arial"/>
              <a:cs typeface="Arial"/>
              <a:sym typeface="Arial"/>
            </a:endParaRPr>
          </a:p>
        </p:txBody>
      </p:sp>
      <p:sp>
        <p:nvSpPr>
          <p:cNvPr id="949" name="Google Shape;949;p49"/>
          <p:cNvSpPr/>
          <p:nvPr/>
        </p:nvSpPr>
        <p:spPr>
          <a:xfrm>
            <a:off x="781050" y="1066800"/>
            <a:ext cx="9163050" cy="4114800"/>
          </a:xfrm>
          <a:prstGeom prst="rect">
            <a:avLst/>
          </a:prstGeom>
          <a:noFill/>
          <a:ln>
            <a:noFill/>
          </a:ln>
        </p:spPr>
        <p:txBody>
          <a:bodyPr anchorCtr="0" anchor="t" bIns="46025" lIns="92075" spcFirstLastPara="1" rIns="92075" wrap="square" tIns="46025">
            <a:noAutofit/>
          </a:bodyPr>
          <a:lstStyle/>
          <a:p>
            <a:pPr indent="-342900" lvl="0" marL="342900" marR="0" rtl="0" algn="l">
              <a:lnSpc>
                <a:spcPct val="100000"/>
              </a:lnSpc>
              <a:spcBef>
                <a:spcPts val="0"/>
              </a:spcBef>
              <a:spcAft>
                <a:spcPts val="0"/>
              </a:spcAft>
              <a:buClr>
                <a:schemeClr val="accent1"/>
              </a:buClr>
              <a:buSzPts val="2240"/>
              <a:buFont typeface="Arial"/>
              <a:buChar char="●"/>
            </a:pPr>
            <a:r>
              <a:rPr b="0" i="0" lang="en-US" sz="3200" u="none" cap="none" strike="noStrike">
                <a:solidFill>
                  <a:schemeClr val="dk1"/>
                </a:solidFill>
                <a:latin typeface="Times New Roman"/>
                <a:ea typeface="Times New Roman"/>
                <a:cs typeface="Times New Roman"/>
                <a:sym typeface="Times New Roman"/>
              </a:rPr>
              <a:t>Two many null pointers in current representation</a:t>
            </a:r>
            <a:br>
              <a:rPr b="0" i="0" lang="en-US" sz="3200" u="none" cap="none" strike="noStrike">
                <a:solidFill>
                  <a:schemeClr val="dk1"/>
                </a:solidFill>
                <a:latin typeface="Times New Roman"/>
                <a:ea typeface="Times New Roman"/>
                <a:cs typeface="Times New Roman"/>
                <a:sym typeface="Times New Roman"/>
              </a:rPr>
            </a:br>
            <a:r>
              <a:rPr b="0" i="0" lang="en-US" sz="3200" u="none" cap="none" strike="noStrike">
                <a:solidFill>
                  <a:schemeClr val="dk1"/>
                </a:solidFill>
                <a:latin typeface="Times New Roman"/>
                <a:ea typeface="Times New Roman"/>
                <a:cs typeface="Times New Roman"/>
                <a:sym typeface="Times New Roman"/>
              </a:rPr>
              <a:t>of binary trees</a:t>
            </a:r>
            <a:br>
              <a:rPr b="0" i="0" lang="en-US" sz="3200" u="none" cap="none" strike="noStrike">
                <a:solidFill>
                  <a:schemeClr val="dk1"/>
                </a:solidFill>
                <a:latin typeface="Times New Roman"/>
                <a:ea typeface="Times New Roman"/>
                <a:cs typeface="Times New Roman"/>
                <a:sym typeface="Times New Roman"/>
              </a:rPr>
            </a:br>
            <a:r>
              <a:rPr b="0" i="0" lang="en-US" sz="3200" u="none" cap="none" strike="noStrike">
                <a:solidFill>
                  <a:schemeClr val="dk1"/>
                </a:solidFill>
                <a:latin typeface="Times New Roman"/>
                <a:ea typeface="Times New Roman"/>
                <a:cs typeface="Times New Roman"/>
                <a:sym typeface="Times New Roman"/>
              </a:rPr>
              <a:t>    </a:t>
            </a:r>
            <a:r>
              <a:rPr b="0" i="0" lang="en-US" sz="3200" u="none" cap="none" strike="noStrike">
                <a:solidFill>
                  <a:srgbClr val="003399"/>
                </a:solidFill>
                <a:latin typeface="Times New Roman"/>
                <a:ea typeface="Times New Roman"/>
                <a:cs typeface="Times New Roman"/>
                <a:sym typeface="Times New Roman"/>
              </a:rPr>
              <a:t>n: number of nodes</a:t>
            </a:r>
            <a:br>
              <a:rPr b="0" i="0" lang="en-US" sz="3200" u="none" cap="none" strike="noStrike">
                <a:solidFill>
                  <a:srgbClr val="003399"/>
                </a:solidFill>
                <a:latin typeface="Times New Roman"/>
                <a:ea typeface="Times New Roman"/>
                <a:cs typeface="Times New Roman"/>
                <a:sym typeface="Times New Roman"/>
              </a:rPr>
            </a:br>
            <a:r>
              <a:rPr b="0" i="0" lang="en-US" sz="3200" u="none" cap="none" strike="noStrike">
                <a:solidFill>
                  <a:srgbClr val="003399"/>
                </a:solidFill>
                <a:latin typeface="Times New Roman"/>
                <a:ea typeface="Times New Roman"/>
                <a:cs typeface="Times New Roman"/>
                <a:sym typeface="Times New Roman"/>
              </a:rPr>
              <a:t>    number of non-null links: n-1</a:t>
            </a:r>
            <a:br>
              <a:rPr b="0" i="0" lang="en-US" sz="3200" u="none" cap="none" strike="noStrike">
                <a:solidFill>
                  <a:srgbClr val="003399"/>
                </a:solidFill>
                <a:latin typeface="Times New Roman"/>
                <a:ea typeface="Times New Roman"/>
                <a:cs typeface="Times New Roman"/>
                <a:sym typeface="Times New Roman"/>
              </a:rPr>
            </a:br>
            <a:r>
              <a:rPr b="0" i="0" lang="en-US" sz="3200" u="none" cap="none" strike="noStrike">
                <a:solidFill>
                  <a:srgbClr val="003399"/>
                </a:solidFill>
                <a:latin typeface="Times New Roman"/>
                <a:ea typeface="Times New Roman"/>
                <a:cs typeface="Times New Roman"/>
                <a:sym typeface="Times New Roman"/>
              </a:rPr>
              <a:t>    total links: 2n</a:t>
            </a:r>
            <a:br>
              <a:rPr b="0" i="0" lang="en-US" sz="3200" u="none" cap="none" strike="noStrike">
                <a:solidFill>
                  <a:srgbClr val="003399"/>
                </a:solidFill>
                <a:latin typeface="Times New Roman"/>
                <a:ea typeface="Times New Roman"/>
                <a:cs typeface="Times New Roman"/>
                <a:sym typeface="Times New Roman"/>
              </a:rPr>
            </a:br>
            <a:r>
              <a:rPr b="0" i="0" lang="en-US" sz="3200" u="none" cap="none" strike="noStrike">
                <a:solidFill>
                  <a:srgbClr val="003399"/>
                </a:solidFill>
                <a:latin typeface="Times New Roman"/>
                <a:ea typeface="Times New Roman"/>
                <a:cs typeface="Times New Roman"/>
                <a:sym typeface="Times New Roman"/>
              </a:rPr>
              <a:t>    </a:t>
            </a:r>
            <a:r>
              <a:rPr b="0" i="0" lang="en-US" sz="3200" u="none" cap="none" strike="noStrike">
                <a:solidFill>
                  <a:srgbClr val="CC3300"/>
                </a:solidFill>
                <a:latin typeface="Times New Roman"/>
                <a:ea typeface="Times New Roman"/>
                <a:cs typeface="Times New Roman"/>
                <a:sym typeface="Times New Roman"/>
              </a:rPr>
              <a:t>null links: 2n-(n-1)=</a:t>
            </a:r>
            <a:r>
              <a:rPr b="0" i="0" lang="en-US" sz="3200" u="none" cap="none" strike="noStrike">
                <a:solidFill>
                  <a:srgbClr val="003399"/>
                </a:solidFill>
                <a:latin typeface="Times New Roman"/>
                <a:ea typeface="Times New Roman"/>
                <a:cs typeface="Times New Roman"/>
                <a:sym typeface="Times New Roman"/>
              </a:rPr>
              <a:t>n+1</a:t>
            </a:r>
            <a:endParaRPr b="0" i="0" sz="32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640"/>
              </a:spcBef>
              <a:spcAft>
                <a:spcPts val="0"/>
              </a:spcAft>
              <a:buClr>
                <a:schemeClr val="accent1"/>
              </a:buClr>
              <a:buSzPts val="2240"/>
              <a:buFont typeface="Arial"/>
              <a:buChar char="●"/>
            </a:pPr>
            <a:r>
              <a:rPr b="0" i="0" lang="en-US" sz="3200" u="none" cap="none" strike="noStrike">
                <a:solidFill>
                  <a:schemeClr val="dk1"/>
                </a:solidFill>
                <a:latin typeface="Times New Roman"/>
                <a:ea typeface="Times New Roman"/>
                <a:cs typeface="Times New Roman"/>
                <a:sym typeface="Times New Roman"/>
              </a:rPr>
              <a:t>Replace these null pointers with some useful “threads”.</a:t>
            </a:r>
            <a:endParaRPr b="0" i="1" sz="32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3" name="Shape 953"/>
        <p:cNvGrpSpPr/>
        <p:nvPr/>
      </p:nvGrpSpPr>
      <p:grpSpPr>
        <a:xfrm>
          <a:off x="0" y="0"/>
          <a:ext cx="0" cy="0"/>
          <a:chOff x="0" y="0"/>
          <a:chExt cx="0" cy="0"/>
        </a:xfrm>
      </p:grpSpPr>
      <p:sp>
        <p:nvSpPr>
          <p:cNvPr id="954" name="Google Shape;954;p50"/>
          <p:cNvSpPr txBox="1"/>
          <p:nvPr>
            <p:ph type="title"/>
          </p:nvPr>
        </p:nvSpPr>
        <p:spPr>
          <a:xfrm>
            <a:off x="696913" y="592138"/>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Threaded Binary Trees</a:t>
            </a:r>
            <a:r>
              <a:rPr lang="en-US" sz="2400"/>
              <a:t> (</a:t>
            </a:r>
            <a:r>
              <a:rPr i="1" lang="en-US" sz="2400"/>
              <a:t>Continued</a:t>
            </a:r>
            <a:r>
              <a:rPr lang="en-US" sz="2400"/>
              <a:t>)</a:t>
            </a:r>
            <a:endParaRPr/>
          </a:p>
        </p:txBody>
      </p:sp>
      <p:sp>
        <p:nvSpPr>
          <p:cNvPr id="955" name="Google Shape;955;p50"/>
          <p:cNvSpPr/>
          <p:nvPr/>
        </p:nvSpPr>
        <p:spPr>
          <a:xfrm>
            <a:off x="990600" y="1938338"/>
            <a:ext cx="7689850" cy="30813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Times New Roman"/>
                <a:ea typeface="Times New Roman"/>
                <a:cs typeface="Times New Roman"/>
                <a:sym typeface="Times New Roman"/>
              </a:rPr>
              <a:t>If </a:t>
            </a:r>
            <a:r>
              <a:rPr b="0" i="0" lang="en-US" sz="2800" u="none" cap="none" strike="noStrike">
                <a:solidFill>
                  <a:schemeClr val="dk1"/>
                </a:solidFill>
                <a:latin typeface="Courier New"/>
                <a:ea typeface="Courier New"/>
                <a:cs typeface="Courier New"/>
                <a:sym typeface="Courier New"/>
              </a:rPr>
              <a:t>ptr-&gt;left_child</a:t>
            </a:r>
            <a:r>
              <a:rPr b="0" i="0" lang="en-US" sz="2800" u="none" cap="none" strike="noStrike">
                <a:solidFill>
                  <a:schemeClr val="dk1"/>
                </a:solidFill>
                <a:latin typeface="Times New Roman"/>
                <a:ea typeface="Times New Roman"/>
                <a:cs typeface="Times New Roman"/>
                <a:sym typeface="Times New Roman"/>
              </a:rPr>
              <a:t> is null,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Times New Roman"/>
                <a:ea typeface="Times New Roman"/>
                <a:cs typeface="Times New Roman"/>
                <a:sym typeface="Times New Roman"/>
              </a:rPr>
              <a:t>    replace it with a pointer to the node that would be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Times New Roman"/>
                <a:ea typeface="Times New Roman"/>
                <a:cs typeface="Times New Roman"/>
                <a:sym typeface="Times New Roman"/>
              </a:rPr>
              <a:t>    visited </a:t>
            </a:r>
            <a:r>
              <a:rPr b="0" i="1" lang="en-US" sz="2800" u="none" cap="none" strike="noStrike">
                <a:solidFill>
                  <a:schemeClr val="dk1"/>
                </a:solidFill>
                <a:latin typeface="Times New Roman"/>
                <a:ea typeface="Times New Roman"/>
                <a:cs typeface="Times New Roman"/>
                <a:sym typeface="Times New Roman"/>
              </a:rPr>
              <a:t>before</a:t>
            </a:r>
            <a:r>
              <a:rPr b="0" i="0" lang="en-US" sz="2800" u="none" cap="none" strike="noStrike">
                <a:solidFill>
                  <a:schemeClr val="dk1"/>
                </a:solidFill>
                <a:latin typeface="Times New Roman"/>
                <a:ea typeface="Times New Roman"/>
                <a:cs typeface="Times New Roman"/>
                <a:sym typeface="Times New Roman"/>
              </a:rPr>
              <a:t> </a:t>
            </a:r>
            <a:r>
              <a:rPr b="0" i="0" lang="en-US" sz="2800" u="none" cap="none" strike="noStrike">
                <a:solidFill>
                  <a:schemeClr val="dk1"/>
                </a:solidFill>
                <a:latin typeface="Courier New"/>
                <a:ea typeface="Courier New"/>
                <a:cs typeface="Courier New"/>
                <a:sym typeface="Courier New"/>
              </a:rPr>
              <a:t>ptr</a:t>
            </a:r>
            <a:r>
              <a:rPr b="0" i="0" lang="en-US" sz="2800" u="none" cap="none" strike="noStrike">
                <a:solidFill>
                  <a:schemeClr val="dk1"/>
                </a:solidFill>
                <a:latin typeface="Times New Roman"/>
                <a:ea typeface="Times New Roman"/>
                <a:cs typeface="Times New Roman"/>
                <a:sym typeface="Times New Roman"/>
              </a:rPr>
              <a:t> in an </a:t>
            </a:r>
            <a:r>
              <a:rPr b="0" i="1" lang="en-US" sz="2800" u="none" cap="none" strike="noStrike">
                <a:solidFill>
                  <a:schemeClr val="dk1"/>
                </a:solidFill>
                <a:latin typeface="Times New Roman"/>
                <a:ea typeface="Times New Roman"/>
                <a:cs typeface="Times New Roman"/>
                <a:sym typeface="Times New Roman"/>
              </a:rPr>
              <a:t>inorder traversal</a:t>
            </a:r>
            <a:endParaRPr b="0" i="0" sz="2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Times New Roman"/>
                <a:ea typeface="Times New Roman"/>
                <a:cs typeface="Times New Roman"/>
                <a:sym typeface="Times New Roman"/>
              </a:rPr>
              <a:t>If </a:t>
            </a:r>
            <a:r>
              <a:rPr b="0" i="0" lang="en-US" sz="2800" u="none" cap="none" strike="noStrike">
                <a:solidFill>
                  <a:schemeClr val="dk1"/>
                </a:solidFill>
                <a:latin typeface="Courier New"/>
                <a:ea typeface="Courier New"/>
                <a:cs typeface="Courier New"/>
                <a:sym typeface="Courier New"/>
              </a:rPr>
              <a:t>ptr-&gt;right_child</a:t>
            </a:r>
            <a:r>
              <a:rPr b="0" i="0" lang="en-US" sz="2800" u="none" cap="none" strike="noStrike">
                <a:solidFill>
                  <a:schemeClr val="dk1"/>
                </a:solidFill>
                <a:latin typeface="Times New Roman"/>
                <a:ea typeface="Times New Roman"/>
                <a:cs typeface="Times New Roman"/>
                <a:sym typeface="Times New Roman"/>
              </a:rPr>
              <a:t> is null,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Times New Roman"/>
                <a:ea typeface="Times New Roman"/>
                <a:cs typeface="Times New Roman"/>
                <a:sym typeface="Times New Roman"/>
              </a:rPr>
              <a:t>    replace it with a pointer to the node that would be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Times New Roman"/>
                <a:ea typeface="Times New Roman"/>
                <a:cs typeface="Times New Roman"/>
                <a:sym typeface="Times New Roman"/>
              </a:rPr>
              <a:t>    visited </a:t>
            </a:r>
            <a:r>
              <a:rPr b="0" i="1" lang="en-US" sz="2800" u="none" cap="none" strike="noStrike">
                <a:solidFill>
                  <a:schemeClr val="dk1"/>
                </a:solidFill>
                <a:latin typeface="Times New Roman"/>
                <a:ea typeface="Times New Roman"/>
                <a:cs typeface="Times New Roman"/>
                <a:sym typeface="Times New Roman"/>
              </a:rPr>
              <a:t>after</a:t>
            </a:r>
            <a:r>
              <a:rPr b="0" i="0" lang="en-US" sz="2800" u="none" cap="none" strike="noStrike">
                <a:solidFill>
                  <a:schemeClr val="dk1"/>
                </a:solidFill>
                <a:latin typeface="Times New Roman"/>
                <a:ea typeface="Times New Roman"/>
                <a:cs typeface="Times New Roman"/>
                <a:sym typeface="Times New Roman"/>
              </a:rPr>
              <a:t> </a:t>
            </a:r>
            <a:r>
              <a:rPr b="0" i="0" lang="en-US" sz="2800" u="none" cap="none" strike="noStrike">
                <a:solidFill>
                  <a:schemeClr val="dk1"/>
                </a:solidFill>
                <a:latin typeface="Courier New"/>
                <a:ea typeface="Courier New"/>
                <a:cs typeface="Courier New"/>
                <a:sym typeface="Courier New"/>
              </a:rPr>
              <a:t>ptr</a:t>
            </a:r>
            <a:r>
              <a:rPr b="0" i="0" lang="en-US" sz="2800" u="none" cap="none" strike="noStrike">
                <a:solidFill>
                  <a:schemeClr val="dk1"/>
                </a:solidFill>
                <a:latin typeface="Times New Roman"/>
                <a:ea typeface="Times New Roman"/>
                <a:cs typeface="Times New Roman"/>
                <a:sym typeface="Times New Roman"/>
              </a:rPr>
              <a:t> in an </a:t>
            </a:r>
            <a:r>
              <a:rPr b="0" i="1" lang="en-US" sz="2800" u="none" cap="none" strike="noStrike">
                <a:solidFill>
                  <a:schemeClr val="dk1"/>
                </a:solidFill>
                <a:latin typeface="Times New Roman"/>
                <a:ea typeface="Times New Roman"/>
                <a:cs typeface="Times New Roman"/>
                <a:sym typeface="Times New Roman"/>
              </a:rPr>
              <a:t>inorder traversal</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9" name="Shape 959"/>
        <p:cNvGrpSpPr/>
        <p:nvPr/>
      </p:nvGrpSpPr>
      <p:grpSpPr>
        <a:xfrm>
          <a:off x="0" y="0"/>
          <a:ext cx="0" cy="0"/>
          <a:chOff x="0" y="0"/>
          <a:chExt cx="0" cy="0"/>
        </a:xfrm>
      </p:grpSpPr>
      <p:sp>
        <p:nvSpPr>
          <p:cNvPr id="960" name="Google Shape;960;p51"/>
          <p:cNvSpPr/>
          <p:nvPr/>
        </p:nvSpPr>
        <p:spPr>
          <a:xfrm>
            <a:off x="0" y="609600"/>
            <a:ext cx="9163050" cy="1143000"/>
          </a:xfrm>
          <a:prstGeom prst="rect">
            <a:avLst/>
          </a:prstGeom>
          <a:noFill/>
          <a:ln>
            <a:noFill/>
          </a:ln>
        </p:spPr>
        <p:txBody>
          <a:bodyPr anchorCtr="0" anchor="ctr" bIns="46025" lIns="92075" spcFirstLastPara="1" rIns="92075" wrap="square" tIns="46025">
            <a:noAutofit/>
          </a:bodyPr>
          <a:lstStyle/>
          <a:p>
            <a:pPr indent="0" lvl="0" marL="0" marR="0" rtl="0" algn="ctr">
              <a:lnSpc>
                <a:spcPct val="100000"/>
              </a:lnSpc>
              <a:spcBef>
                <a:spcPts val="0"/>
              </a:spcBef>
              <a:spcAft>
                <a:spcPts val="0"/>
              </a:spcAft>
              <a:buClr>
                <a:srgbClr val="000000"/>
              </a:buClr>
              <a:buSzPts val="4400"/>
              <a:buFont typeface="Arial"/>
              <a:buNone/>
            </a:pPr>
            <a:r>
              <a:rPr b="0" i="0" lang="en-US" sz="4400" u="none" cap="none" strike="noStrike">
                <a:solidFill>
                  <a:schemeClr val="dk2"/>
                </a:solidFill>
                <a:latin typeface="Times New Roman"/>
                <a:ea typeface="Times New Roman"/>
                <a:cs typeface="Times New Roman"/>
                <a:sym typeface="Times New Roman"/>
              </a:rPr>
              <a:t>A Threaded Binary Tree</a:t>
            </a:r>
            <a:endParaRPr b="0" i="0" sz="1400" u="none" cap="none" strike="noStrike">
              <a:solidFill>
                <a:srgbClr val="000000"/>
              </a:solidFill>
              <a:latin typeface="Arial"/>
              <a:ea typeface="Arial"/>
              <a:cs typeface="Arial"/>
              <a:sym typeface="Arial"/>
            </a:endParaRPr>
          </a:p>
        </p:txBody>
      </p:sp>
      <p:grpSp>
        <p:nvGrpSpPr>
          <p:cNvPr id="961" name="Google Shape;961;p51"/>
          <p:cNvGrpSpPr/>
          <p:nvPr/>
        </p:nvGrpSpPr>
        <p:grpSpPr>
          <a:xfrm>
            <a:off x="4999038" y="1895475"/>
            <a:ext cx="571500" cy="569913"/>
            <a:chOff x="3089" y="1206"/>
            <a:chExt cx="360" cy="359"/>
          </a:xfrm>
        </p:grpSpPr>
        <p:sp>
          <p:nvSpPr>
            <p:cNvPr id="962" name="Google Shape;962;p51"/>
            <p:cNvSpPr/>
            <p:nvPr/>
          </p:nvSpPr>
          <p:spPr>
            <a:xfrm>
              <a:off x="3089" y="1206"/>
              <a:ext cx="360" cy="359"/>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963" name="Google Shape;963;p51"/>
            <p:cNvSpPr/>
            <p:nvPr/>
          </p:nvSpPr>
          <p:spPr>
            <a:xfrm>
              <a:off x="3158" y="1259"/>
              <a:ext cx="255" cy="288"/>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A</a:t>
              </a:r>
              <a:endParaRPr b="0" i="0" sz="1400" u="none" cap="none" strike="noStrike">
                <a:solidFill>
                  <a:srgbClr val="000000"/>
                </a:solidFill>
                <a:latin typeface="Arial"/>
                <a:ea typeface="Arial"/>
                <a:cs typeface="Arial"/>
                <a:sym typeface="Arial"/>
              </a:endParaRPr>
            </a:p>
          </p:txBody>
        </p:sp>
      </p:grpSp>
      <p:grpSp>
        <p:nvGrpSpPr>
          <p:cNvPr id="964" name="Google Shape;964;p51"/>
          <p:cNvGrpSpPr/>
          <p:nvPr/>
        </p:nvGrpSpPr>
        <p:grpSpPr>
          <a:xfrm>
            <a:off x="2898775" y="3060700"/>
            <a:ext cx="571500" cy="569913"/>
            <a:chOff x="1766" y="1940"/>
            <a:chExt cx="360" cy="359"/>
          </a:xfrm>
        </p:grpSpPr>
        <p:sp>
          <p:nvSpPr>
            <p:cNvPr id="965" name="Google Shape;965;p51"/>
            <p:cNvSpPr/>
            <p:nvPr/>
          </p:nvSpPr>
          <p:spPr>
            <a:xfrm>
              <a:off x="1766" y="1940"/>
              <a:ext cx="360" cy="359"/>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966" name="Google Shape;966;p51"/>
            <p:cNvSpPr/>
            <p:nvPr/>
          </p:nvSpPr>
          <p:spPr>
            <a:xfrm>
              <a:off x="1835" y="1993"/>
              <a:ext cx="244" cy="288"/>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B</a:t>
              </a:r>
              <a:endParaRPr b="0" i="0" sz="1400" u="none" cap="none" strike="noStrike">
                <a:solidFill>
                  <a:srgbClr val="000000"/>
                </a:solidFill>
                <a:latin typeface="Arial"/>
                <a:ea typeface="Arial"/>
                <a:cs typeface="Arial"/>
                <a:sym typeface="Arial"/>
              </a:endParaRPr>
            </a:p>
          </p:txBody>
        </p:sp>
      </p:grpSp>
      <p:cxnSp>
        <p:nvCxnSpPr>
          <p:cNvPr id="967" name="Google Shape;967;p51"/>
          <p:cNvCxnSpPr/>
          <p:nvPr/>
        </p:nvCxnSpPr>
        <p:spPr>
          <a:xfrm flipH="1">
            <a:off x="3155950" y="2386013"/>
            <a:ext cx="1936750" cy="654050"/>
          </a:xfrm>
          <a:prstGeom prst="straightConnector1">
            <a:avLst/>
          </a:prstGeom>
          <a:noFill/>
          <a:ln cap="flat" cmpd="sng" w="12700">
            <a:solidFill>
              <a:schemeClr val="dk1"/>
            </a:solidFill>
            <a:prstDash val="solid"/>
            <a:round/>
            <a:headEnd len="sm" w="sm" type="none"/>
            <a:tailEnd len="sm" w="sm" type="none"/>
          </a:ln>
        </p:spPr>
      </p:cxnSp>
      <p:grpSp>
        <p:nvGrpSpPr>
          <p:cNvPr id="968" name="Google Shape;968;p51"/>
          <p:cNvGrpSpPr/>
          <p:nvPr/>
        </p:nvGrpSpPr>
        <p:grpSpPr>
          <a:xfrm>
            <a:off x="7158038" y="3022600"/>
            <a:ext cx="571500" cy="569913"/>
            <a:chOff x="4449" y="1916"/>
            <a:chExt cx="360" cy="359"/>
          </a:xfrm>
        </p:grpSpPr>
        <p:sp>
          <p:nvSpPr>
            <p:cNvPr id="969" name="Google Shape;969;p51"/>
            <p:cNvSpPr/>
            <p:nvPr/>
          </p:nvSpPr>
          <p:spPr>
            <a:xfrm>
              <a:off x="4449" y="1916"/>
              <a:ext cx="360" cy="359"/>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970" name="Google Shape;970;p51"/>
            <p:cNvSpPr/>
            <p:nvPr/>
          </p:nvSpPr>
          <p:spPr>
            <a:xfrm>
              <a:off x="4518" y="1969"/>
              <a:ext cx="244" cy="288"/>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C</a:t>
              </a:r>
              <a:endParaRPr b="0" i="0" sz="1400" u="none" cap="none" strike="noStrike">
                <a:solidFill>
                  <a:srgbClr val="000000"/>
                </a:solidFill>
                <a:latin typeface="Arial"/>
                <a:ea typeface="Arial"/>
                <a:cs typeface="Arial"/>
                <a:sym typeface="Arial"/>
              </a:endParaRPr>
            </a:p>
          </p:txBody>
        </p:sp>
      </p:grpSp>
      <p:grpSp>
        <p:nvGrpSpPr>
          <p:cNvPr id="971" name="Google Shape;971;p51"/>
          <p:cNvGrpSpPr/>
          <p:nvPr/>
        </p:nvGrpSpPr>
        <p:grpSpPr>
          <a:xfrm>
            <a:off x="8143875" y="4130675"/>
            <a:ext cx="571500" cy="569913"/>
            <a:chOff x="5070" y="2614"/>
            <a:chExt cx="360" cy="359"/>
          </a:xfrm>
        </p:grpSpPr>
        <p:sp>
          <p:nvSpPr>
            <p:cNvPr id="972" name="Google Shape;972;p51"/>
            <p:cNvSpPr/>
            <p:nvPr/>
          </p:nvSpPr>
          <p:spPr>
            <a:xfrm>
              <a:off x="5070" y="2614"/>
              <a:ext cx="360" cy="359"/>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973" name="Google Shape;973;p51"/>
            <p:cNvSpPr/>
            <p:nvPr/>
          </p:nvSpPr>
          <p:spPr>
            <a:xfrm>
              <a:off x="5139" y="2667"/>
              <a:ext cx="255" cy="288"/>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G</a:t>
              </a:r>
              <a:endParaRPr b="0" i="0" sz="1400" u="none" cap="none" strike="noStrike">
                <a:solidFill>
                  <a:srgbClr val="000000"/>
                </a:solidFill>
                <a:latin typeface="Arial"/>
                <a:ea typeface="Arial"/>
                <a:cs typeface="Arial"/>
                <a:sym typeface="Arial"/>
              </a:endParaRPr>
            </a:p>
          </p:txBody>
        </p:sp>
      </p:grpSp>
      <p:cxnSp>
        <p:nvCxnSpPr>
          <p:cNvPr id="974" name="Google Shape;974;p51"/>
          <p:cNvCxnSpPr/>
          <p:nvPr/>
        </p:nvCxnSpPr>
        <p:spPr>
          <a:xfrm>
            <a:off x="7680325" y="3533775"/>
            <a:ext cx="714375" cy="590550"/>
          </a:xfrm>
          <a:prstGeom prst="straightConnector1">
            <a:avLst/>
          </a:prstGeom>
          <a:noFill/>
          <a:ln cap="flat" cmpd="sng" w="12700">
            <a:solidFill>
              <a:schemeClr val="dk1"/>
            </a:solidFill>
            <a:prstDash val="solid"/>
            <a:round/>
            <a:headEnd len="sm" w="sm" type="none"/>
            <a:tailEnd len="sm" w="sm" type="none"/>
          </a:ln>
        </p:spPr>
      </p:cxnSp>
      <p:grpSp>
        <p:nvGrpSpPr>
          <p:cNvPr id="975" name="Google Shape;975;p51"/>
          <p:cNvGrpSpPr/>
          <p:nvPr/>
        </p:nvGrpSpPr>
        <p:grpSpPr>
          <a:xfrm>
            <a:off x="4081463" y="4192588"/>
            <a:ext cx="571500" cy="569912"/>
            <a:chOff x="2511" y="2653"/>
            <a:chExt cx="360" cy="359"/>
          </a:xfrm>
        </p:grpSpPr>
        <p:sp>
          <p:nvSpPr>
            <p:cNvPr id="976" name="Google Shape;976;p51"/>
            <p:cNvSpPr/>
            <p:nvPr/>
          </p:nvSpPr>
          <p:spPr>
            <a:xfrm>
              <a:off x="2511" y="2653"/>
              <a:ext cx="360" cy="359"/>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977" name="Google Shape;977;p51"/>
            <p:cNvSpPr/>
            <p:nvPr/>
          </p:nvSpPr>
          <p:spPr>
            <a:xfrm>
              <a:off x="2580" y="2706"/>
              <a:ext cx="233" cy="288"/>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E</a:t>
              </a:r>
              <a:endParaRPr b="0" i="0" sz="1400" u="none" cap="none" strike="noStrike">
                <a:solidFill>
                  <a:srgbClr val="000000"/>
                </a:solidFill>
                <a:latin typeface="Arial"/>
                <a:ea typeface="Arial"/>
                <a:cs typeface="Arial"/>
                <a:sym typeface="Arial"/>
              </a:endParaRPr>
            </a:p>
          </p:txBody>
        </p:sp>
      </p:grpSp>
      <p:grpSp>
        <p:nvGrpSpPr>
          <p:cNvPr id="978" name="Google Shape;978;p51"/>
          <p:cNvGrpSpPr/>
          <p:nvPr/>
        </p:nvGrpSpPr>
        <p:grpSpPr>
          <a:xfrm>
            <a:off x="2789238" y="5376863"/>
            <a:ext cx="571500" cy="569912"/>
            <a:chOff x="1697" y="3399"/>
            <a:chExt cx="360" cy="359"/>
          </a:xfrm>
        </p:grpSpPr>
        <p:sp>
          <p:nvSpPr>
            <p:cNvPr id="979" name="Google Shape;979;p51"/>
            <p:cNvSpPr/>
            <p:nvPr/>
          </p:nvSpPr>
          <p:spPr>
            <a:xfrm>
              <a:off x="1697" y="3399"/>
              <a:ext cx="360" cy="359"/>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980" name="Google Shape;980;p51"/>
            <p:cNvSpPr/>
            <p:nvPr/>
          </p:nvSpPr>
          <p:spPr>
            <a:xfrm>
              <a:off x="1766" y="3452"/>
              <a:ext cx="180" cy="288"/>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I</a:t>
              </a:r>
              <a:endParaRPr b="0" i="0" sz="1400" u="none" cap="none" strike="noStrike">
                <a:solidFill>
                  <a:srgbClr val="000000"/>
                </a:solidFill>
                <a:latin typeface="Arial"/>
                <a:ea typeface="Arial"/>
                <a:cs typeface="Arial"/>
                <a:sym typeface="Arial"/>
              </a:endParaRPr>
            </a:p>
          </p:txBody>
        </p:sp>
      </p:grpSp>
      <p:cxnSp>
        <p:nvCxnSpPr>
          <p:cNvPr id="981" name="Google Shape;981;p51"/>
          <p:cNvCxnSpPr/>
          <p:nvPr/>
        </p:nvCxnSpPr>
        <p:spPr>
          <a:xfrm>
            <a:off x="2406650" y="4724400"/>
            <a:ext cx="690563" cy="638175"/>
          </a:xfrm>
          <a:prstGeom prst="straightConnector1">
            <a:avLst/>
          </a:prstGeom>
          <a:noFill/>
          <a:ln cap="flat" cmpd="sng" w="12700">
            <a:solidFill>
              <a:schemeClr val="dk1"/>
            </a:solidFill>
            <a:prstDash val="solid"/>
            <a:round/>
            <a:headEnd len="sm" w="sm" type="none"/>
            <a:tailEnd len="sm" w="sm" type="none"/>
          </a:ln>
        </p:spPr>
      </p:cxnSp>
      <p:grpSp>
        <p:nvGrpSpPr>
          <p:cNvPr id="982" name="Google Shape;982;p51"/>
          <p:cNvGrpSpPr/>
          <p:nvPr/>
        </p:nvGrpSpPr>
        <p:grpSpPr>
          <a:xfrm>
            <a:off x="1925638" y="4198938"/>
            <a:ext cx="571500" cy="569912"/>
            <a:chOff x="1153" y="2657"/>
            <a:chExt cx="360" cy="359"/>
          </a:xfrm>
        </p:grpSpPr>
        <p:sp>
          <p:nvSpPr>
            <p:cNvPr id="983" name="Google Shape;983;p51"/>
            <p:cNvSpPr/>
            <p:nvPr/>
          </p:nvSpPr>
          <p:spPr>
            <a:xfrm>
              <a:off x="1153" y="2657"/>
              <a:ext cx="360" cy="359"/>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984" name="Google Shape;984;p51"/>
            <p:cNvSpPr/>
            <p:nvPr/>
          </p:nvSpPr>
          <p:spPr>
            <a:xfrm>
              <a:off x="1222" y="2710"/>
              <a:ext cx="255" cy="288"/>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D</a:t>
              </a:r>
              <a:endParaRPr b="0" i="0" sz="1400" u="none" cap="none" strike="noStrike">
                <a:solidFill>
                  <a:srgbClr val="000000"/>
                </a:solidFill>
                <a:latin typeface="Arial"/>
                <a:ea typeface="Arial"/>
                <a:cs typeface="Arial"/>
                <a:sym typeface="Arial"/>
              </a:endParaRPr>
            </a:p>
          </p:txBody>
        </p:sp>
      </p:grpSp>
      <p:grpSp>
        <p:nvGrpSpPr>
          <p:cNvPr id="985" name="Google Shape;985;p51"/>
          <p:cNvGrpSpPr/>
          <p:nvPr/>
        </p:nvGrpSpPr>
        <p:grpSpPr>
          <a:xfrm>
            <a:off x="1044575" y="5400675"/>
            <a:ext cx="571500" cy="569913"/>
            <a:chOff x="598" y="3414"/>
            <a:chExt cx="360" cy="359"/>
          </a:xfrm>
        </p:grpSpPr>
        <p:sp>
          <p:nvSpPr>
            <p:cNvPr id="986" name="Google Shape;986;p51"/>
            <p:cNvSpPr/>
            <p:nvPr/>
          </p:nvSpPr>
          <p:spPr>
            <a:xfrm>
              <a:off x="598" y="3414"/>
              <a:ext cx="360" cy="359"/>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987" name="Google Shape;987;p51"/>
            <p:cNvSpPr/>
            <p:nvPr/>
          </p:nvSpPr>
          <p:spPr>
            <a:xfrm>
              <a:off x="667" y="3467"/>
              <a:ext cx="255" cy="288"/>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H</a:t>
              </a:r>
              <a:endParaRPr b="0" i="0" sz="1400" u="none" cap="none" strike="noStrike">
                <a:solidFill>
                  <a:srgbClr val="000000"/>
                </a:solidFill>
                <a:latin typeface="Arial"/>
                <a:ea typeface="Arial"/>
                <a:cs typeface="Arial"/>
                <a:sym typeface="Arial"/>
              </a:endParaRPr>
            </a:p>
          </p:txBody>
        </p:sp>
      </p:grpSp>
      <p:grpSp>
        <p:nvGrpSpPr>
          <p:cNvPr id="988" name="Google Shape;988;p51"/>
          <p:cNvGrpSpPr/>
          <p:nvPr/>
        </p:nvGrpSpPr>
        <p:grpSpPr>
          <a:xfrm>
            <a:off x="6135688" y="4141788"/>
            <a:ext cx="571500" cy="569912"/>
            <a:chOff x="3805" y="2621"/>
            <a:chExt cx="360" cy="359"/>
          </a:xfrm>
        </p:grpSpPr>
        <p:sp>
          <p:nvSpPr>
            <p:cNvPr id="989" name="Google Shape;989;p51"/>
            <p:cNvSpPr/>
            <p:nvPr/>
          </p:nvSpPr>
          <p:spPr>
            <a:xfrm>
              <a:off x="3805" y="2621"/>
              <a:ext cx="360" cy="359"/>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990" name="Google Shape;990;p51"/>
            <p:cNvSpPr/>
            <p:nvPr/>
          </p:nvSpPr>
          <p:spPr>
            <a:xfrm>
              <a:off x="3874" y="2674"/>
              <a:ext cx="223" cy="288"/>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F</a:t>
              </a:r>
              <a:endParaRPr b="0" i="0" sz="1400" u="none" cap="none" strike="noStrike">
                <a:solidFill>
                  <a:srgbClr val="000000"/>
                </a:solidFill>
                <a:latin typeface="Arial"/>
                <a:ea typeface="Arial"/>
                <a:cs typeface="Arial"/>
                <a:sym typeface="Arial"/>
              </a:endParaRPr>
            </a:p>
          </p:txBody>
        </p:sp>
      </p:grpSp>
      <p:cxnSp>
        <p:nvCxnSpPr>
          <p:cNvPr id="991" name="Google Shape;991;p51"/>
          <p:cNvCxnSpPr/>
          <p:nvPr/>
        </p:nvCxnSpPr>
        <p:spPr>
          <a:xfrm flipH="1">
            <a:off x="6394450" y="3519488"/>
            <a:ext cx="828675" cy="617537"/>
          </a:xfrm>
          <a:prstGeom prst="straightConnector1">
            <a:avLst/>
          </a:prstGeom>
          <a:noFill/>
          <a:ln cap="flat" cmpd="sng" w="12700">
            <a:solidFill>
              <a:schemeClr val="dk1"/>
            </a:solidFill>
            <a:prstDash val="solid"/>
            <a:round/>
            <a:headEnd len="sm" w="sm" type="none"/>
            <a:tailEnd len="sm" w="sm" type="none"/>
          </a:ln>
        </p:spPr>
      </p:cxnSp>
      <p:cxnSp>
        <p:nvCxnSpPr>
          <p:cNvPr id="992" name="Google Shape;992;p51"/>
          <p:cNvCxnSpPr/>
          <p:nvPr/>
        </p:nvCxnSpPr>
        <p:spPr>
          <a:xfrm>
            <a:off x="3413125" y="3565525"/>
            <a:ext cx="946150" cy="630238"/>
          </a:xfrm>
          <a:prstGeom prst="straightConnector1">
            <a:avLst/>
          </a:prstGeom>
          <a:noFill/>
          <a:ln cap="flat" cmpd="sng" w="12700">
            <a:solidFill>
              <a:schemeClr val="dk1"/>
            </a:solidFill>
            <a:prstDash val="solid"/>
            <a:round/>
            <a:headEnd len="sm" w="sm" type="none"/>
            <a:tailEnd len="sm" w="sm" type="none"/>
          </a:ln>
        </p:spPr>
      </p:cxnSp>
      <p:cxnSp>
        <p:nvCxnSpPr>
          <p:cNvPr id="993" name="Google Shape;993;p51"/>
          <p:cNvCxnSpPr/>
          <p:nvPr/>
        </p:nvCxnSpPr>
        <p:spPr>
          <a:xfrm flipH="1">
            <a:off x="2192338" y="3559175"/>
            <a:ext cx="763587" cy="649288"/>
          </a:xfrm>
          <a:prstGeom prst="straightConnector1">
            <a:avLst/>
          </a:prstGeom>
          <a:noFill/>
          <a:ln cap="flat" cmpd="sng" w="12700">
            <a:solidFill>
              <a:schemeClr val="dk1"/>
            </a:solidFill>
            <a:prstDash val="solid"/>
            <a:round/>
            <a:headEnd len="sm" w="sm" type="none"/>
            <a:tailEnd len="sm" w="sm" type="none"/>
          </a:ln>
        </p:spPr>
      </p:cxnSp>
      <p:cxnSp>
        <p:nvCxnSpPr>
          <p:cNvPr id="994" name="Google Shape;994;p51"/>
          <p:cNvCxnSpPr/>
          <p:nvPr/>
        </p:nvCxnSpPr>
        <p:spPr>
          <a:xfrm flipH="1">
            <a:off x="1346200" y="4729163"/>
            <a:ext cx="642938" cy="669925"/>
          </a:xfrm>
          <a:prstGeom prst="straightConnector1">
            <a:avLst/>
          </a:prstGeom>
          <a:noFill/>
          <a:ln cap="flat" cmpd="sng" w="12700">
            <a:solidFill>
              <a:schemeClr val="dk1"/>
            </a:solidFill>
            <a:prstDash val="solid"/>
            <a:round/>
            <a:headEnd len="sm" w="sm" type="none"/>
            <a:tailEnd len="sm" w="sm" type="none"/>
          </a:ln>
        </p:spPr>
      </p:cxnSp>
      <p:cxnSp>
        <p:nvCxnSpPr>
          <p:cNvPr id="995" name="Google Shape;995;p51"/>
          <p:cNvCxnSpPr/>
          <p:nvPr/>
        </p:nvCxnSpPr>
        <p:spPr>
          <a:xfrm>
            <a:off x="5467350" y="2403475"/>
            <a:ext cx="1951038" cy="601663"/>
          </a:xfrm>
          <a:prstGeom prst="straightConnector1">
            <a:avLst/>
          </a:prstGeom>
          <a:noFill/>
          <a:ln cap="flat" cmpd="sng" w="12700">
            <a:solidFill>
              <a:schemeClr val="dk1"/>
            </a:solidFill>
            <a:prstDash val="solid"/>
            <a:round/>
            <a:headEnd len="sm" w="sm" type="none"/>
            <a:tailEnd len="sm" w="sm" type="none"/>
          </a:ln>
        </p:spPr>
      </p:cxnSp>
      <p:cxnSp>
        <p:nvCxnSpPr>
          <p:cNvPr id="996" name="Google Shape;996;p51"/>
          <p:cNvCxnSpPr/>
          <p:nvPr/>
        </p:nvCxnSpPr>
        <p:spPr>
          <a:xfrm>
            <a:off x="3395663" y="5695950"/>
            <a:ext cx="201612" cy="1588"/>
          </a:xfrm>
          <a:prstGeom prst="straightConnector1">
            <a:avLst/>
          </a:prstGeom>
          <a:noFill/>
          <a:ln cap="flat" cmpd="sng" w="12700">
            <a:solidFill>
              <a:schemeClr val="dk1"/>
            </a:solidFill>
            <a:prstDash val="dot"/>
            <a:round/>
            <a:headEnd len="sm" w="sm" type="none"/>
            <a:tailEnd len="sm" w="sm" type="none"/>
          </a:ln>
        </p:spPr>
      </p:cxnSp>
      <p:cxnSp>
        <p:nvCxnSpPr>
          <p:cNvPr id="997" name="Google Shape;997;p51"/>
          <p:cNvCxnSpPr/>
          <p:nvPr/>
        </p:nvCxnSpPr>
        <p:spPr>
          <a:xfrm>
            <a:off x="3095625" y="3649663"/>
            <a:ext cx="500063" cy="2058987"/>
          </a:xfrm>
          <a:prstGeom prst="straightConnector1">
            <a:avLst/>
          </a:prstGeom>
          <a:noFill/>
          <a:ln cap="flat" cmpd="sng" w="12700">
            <a:solidFill>
              <a:schemeClr val="dk1"/>
            </a:solidFill>
            <a:prstDash val="dot"/>
            <a:round/>
            <a:headEnd len="med" w="med" type="stealth"/>
            <a:tailEnd len="sm" w="sm" type="none"/>
          </a:ln>
        </p:spPr>
      </p:cxnSp>
      <p:cxnSp>
        <p:nvCxnSpPr>
          <p:cNvPr id="998" name="Google Shape;998;p51"/>
          <p:cNvCxnSpPr/>
          <p:nvPr/>
        </p:nvCxnSpPr>
        <p:spPr>
          <a:xfrm flipH="1">
            <a:off x="3656013" y="4518025"/>
            <a:ext cx="404812" cy="1588"/>
          </a:xfrm>
          <a:prstGeom prst="straightConnector1">
            <a:avLst/>
          </a:prstGeom>
          <a:noFill/>
          <a:ln cap="flat" cmpd="sng" w="12700">
            <a:solidFill>
              <a:schemeClr val="dk1"/>
            </a:solidFill>
            <a:prstDash val="dot"/>
            <a:round/>
            <a:headEnd len="sm" w="sm" type="none"/>
            <a:tailEnd len="sm" w="sm" type="none"/>
          </a:ln>
        </p:spPr>
      </p:cxnSp>
      <p:cxnSp>
        <p:nvCxnSpPr>
          <p:cNvPr id="999" name="Google Shape;999;p51"/>
          <p:cNvCxnSpPr/>
          <p:nvPr/>
        </p:nvCxnSpPr>
        <p:spPr>
          <a:xfrm>
            <a:off x="3275013" y="3625850"/>
            <a:ext cx="381000" cy="904875"/>
          </a:xfrm>
          <a:prstGeom prst="straightConnector1">
            <a:avLst/>
          </a:prstGeom>
          <a:noFill/>
          <a:ln cap="flat" cmpd="sng" w="12700">
            <a:solidFill>
              <a:schemeClr val="dk1"/>
            </a:solidFill>
            <a:prstDash val="dot"/>
            <a:round/>
            <a:headEnd len="med" w="med" type="stealth"/>
            <a:tailEnd len="sm" w="sm" type="none"/>
          </a:ln>
        </p:spPr>
      </p:cxnSp>
      <p:cxnSp>
        <p:nvCxnSpPr>
          <p:cNvPr id="1000" name="Google Shape;1000;p51"/>
          <p:cNvCxnSpPr/>
          <p:nvPr/>
        </p:nvCxnSpPr>
        <p:spPr>
          <a:xfrm>
            <a:off x="1631950" y="5684838"/>
            <a:ext cx="392113" cy="1587"/>
          </a:xfrm>
          <a:prstGeom prst="straightConnector1">
            <a:avLst/>
          </a:prstGeom>
          <a:noFill/>
          <a:ln cap="flat" cmpd="sng" w="12700">
            <a:solidFill>
              <a:schemeClr val="dk1"/>
            </a:solidFill>
            <a:prstDash val="dot"/>
            <a:round/>
            <a:headEnd len="sm" w="sm" type="none"/>
            <a:tailEnd len="sm" w="sm" type="none"/>
          </a:ln>
        </p:spPr>
      </p:cxnSp>
      <p:cxnSp>
        <p:nvCxnSpPr>
          <p:cNvPr id="1001" name="Google Shape;1001;p51"/>
          <p:cNvCxnSpPr/>
          <p:nvPr/>
        </p:nvCxnSpPr>
        <p:spPr>
          <a:xfrm flipH="1">
            <a:off x="2333625" y="5673725"/>
            <a:ext cx="441325" cy="1588"/>
          </a:xfrm>
          <a:prstGeom prst="straightConnector1">
            <a:avLst/>
          </a:prstGeom>
          <a:noFill/>
          <a:ln cap="flat" cmpd="sng" w="12700">
            <a:solidFill>
              <a:schemeClr val="dk1"/>
            </a:solidFill>
            <a:prstDash val="dot"/>
            <a:round/>
            <a:headEnd len="sm" w="sm" type="none"/>
            <a:tailEnd len="sm" w="sm" type="none"/>
          </a:ln>
        </p:spPr>
      </p:cxnSp>
      <p:cxnSp>
        <p:nvCxnSpPr>
          <p:cNvPr id="1002" name="Google Shape;1002;p51"/>
          <p:cNvCxnSpPr/>
          <p:nvPr/>
        </p:nvCxnSpPr>
        <p:spPr>
          <a:xfrm flipH="1" rot="10800000">
            <a:off x="2322513" y="4864100"/>
            <a:ext cx="1587" cy="809625"/>
          </a:xfrm>
          <a:prstGeom prst="straightConnector1">
            <a:avLst/>
          </a:prstGeom>
          <a:noFill/>
          <a:ln cap="flat" cmpd="sng" w="12700">
            <a:solidFill>
              <a:schemeClr val="dk1"/>
            </a:solidFill>
            <a:prstDash val="dot"/>
            <a:round/>
            <a:headEnd len="sm" w="sm" type="none"/>
            <a:tailEnd len="med" w="med" type="stealth"/>
          </a:ln>
        </p:spPr>
      </p:cxnSp>
      <p:cxnSp>
        <p:nvCxnSpPr>
          <p:cNvPr id="1003" name="Google Shape;1003;p51"/>
          <p:cNvCxnSpPr/>
          <p:nvPr/>
        </p:nvCxnSpPr>
        <p:spPr>
          <a:xfrm flipH="1" rot="10800000">
            <a:off x="2035175" y="4851400"/>
            <a:ext cx="1588" cy="833438"/>
          </a:xfrm>
          <a:prstGeom prst="straightConnector1">
            <a:avLst/>
          </a:prstGeom>
          <a:noFill/>
          <a:ln cap="flat" cmpd="sng" w="12700">
            <a:solidFill>
              <a:schemeClr val="dk1"/>
            </a:solidFill>
            <a:prstDash val="dot"/>
            <a:round/>
            <a:headEnd len="sm" w="sm" type="none"/>
            <a:tailEnd len="med" w="med" type="stealth"/>
          </a:ln>
        </p:spPr>
      </p:cxnSp>
      <p:cxnSp>
        <p:nvCxnSpPr>
          <p:cNvPr id="1004" name="Google Shape;1004;p51"/>
          <p:cNvCxnSpPr/>
          <p:nvPr/>
        </p:nvCxnSpPr>
        <p:spPr>
          <a:xfrm rot="10800000">
            <a:off x="5449888" y="4481513"/>
            <a:ext cx="681037" cy="1587"/>
          </a:xfrm>
          <a:prstGeom prst="straightConnector1">
            <a:avLst/>
          </a:prstGeom>
          <a:noFill/>
          <a:ln cap="flat" cmpd="sng" w="12700">
            <a:solidFill>
              <a:schemeClr val="dk1"/>
            </a:solidFill>
            <a:prstDash val="dot"/>
            <a:round/>
            <a:headEnd len="sm" w="sm" type="none"/>
            <a:tailEnd len="sm" w="sm" type="none"/>
          </a:ln>
        </p:spPr>
      </p:cxnSp>
      <p:cxnSp>
        <p:nvCxnSpPr>
          <p:cNvPr id="1005" name="Google Shape;1005;p51"/>
          <p:cNvCxnSpPr/>
          <p:nvPr/>
        </p:nvCxnSpPr>
        <p:spPr>
          <a:xfrm rot="10800000">
            <a:off x="5429250" y="2589213"/>
            <a:ext cx="9525" cy="1892300"/>
          </a:xfrm>
          <a:prstGeom prst="straightConnector1">
            <a:avLst/>
          </a:prstGeom>
          <a:noFill/>
          <a:ln cap="flat" cmpd="sng" w="12700">
            <a:solidFill>
              <a:schemeClr val="dk1"/>
            </a:solidFill>
            <a:prstDash val="dot"/>
            <a:round/>
            <a:headEnd len="sm" w="sm" type="none"/>
            <a:tailEnd len="med" w="med" type="stealth"/>
          </a:ln>
        </p:spPr>
      </p:cxnSp>
      <p:cxnSp>
        <p:nvCxnSpPr>
          <p:cNvPr id="1006" name="Google Shape;1006;p51"/>
          <p:cNvCxnSpPr/>
          <p:nvPr/>
        </p:nvCxnSpPr>
        <p:spPr>
          <a:xfrm rot="10800000">
            <a:off x="7580313" y="4492625"/>
            <a:ext cx="563562" cy="1588"/>
          </a:xfrm>
          <a:prstGeom prst="straightConnector1">
            <a:avLst/>
          </a:prstGeom>
          <a:noFill/>
          <a:ln cap="flat" cmpd="sng" w="12700">
            <a:solidFill>
              <a:schemeClr val="dk1"/>
            </a:solidFill>
            <a:prstDash val="dot"/>
            <a:round/>
            <a:headEnd len="sm" w="sm" type="none"/>
            <a:tailEnd len="sm" w="sm" type="none"/>
          </a:ln>
        </p:spPr>
      </p:cxnSp>
      <p:cxnSp>
        <p:nvCxnSpPr>
          <p:cNvPr id="1007" name="Google Shape;1007;p51"/>
          <p:cNvCxnSpPr/>
          <p:nvPr/>
        </p:nvCxnSpPr>
        <p:spPr>
          <a:xfrm flipH="1" rot="10800000">
            <a:off x="7569200" y="3602038"/>
            <a:ext cx="3175" cy="890587"/>
          </a:xfrm>
          <a:prstGeom prst="straightConnector1">
            <a:avLst/>
          </a:prstGeom>
          <a:noFill/>
          <a:ln cap="flat" cmpd="sng" w="12700">
            <a:solidFill>
              <a:schemeClr val="dk1"/>
            </a:solidFill>
            <a:prstDash val="dot"/>
            <a:round/>
            <a:headEnd len="sm" w="sm" type="none"/>
            <a:tailEnd len="med" w="med" type="stealth"/>
          </a:ln>
        </p:spPr>
      </p:cxnSp>
      <p:cxnSp>
        <p:nvCxnSpPr>
          <p:cNvPr id="1008" name="Google Shape;1008;p51"/>
          <p:cNvCxnSpPr/>
          <p:nvPr/>
        </p:nvCxnSpPr>
        <p:spPr>
          <a:xfrm rot="10800000">
            <a:off x="747713" y="5707063"/>
            <a:ext cx="288925" cy="1587"/>
          </a:xfrm>
          <a:prstGeom prst="straightConnector1">
            <a:avLst/>
          </a:prstGeom>
          <a:noFill/>
          <a:ln cap="flat" cmpd="sng" w="12700">
            <a:solidFill>
              <a:schemeClr val="dk1"/>
            </a:solidFill>
            <a:prstDash val="dot"/>
            <a:round/>
            <a:headEnd len="sm" w="sm" type="none"/>
            <a:tailEnd len="sm" w="sm" type="none"/>
          </a:ln>
        </p:spPr>
      </p:cxnSp>
      <p:cxnSp>
        <p:nvCxnSpPr>
          <p:cNvPr id="1009" name="Google Shape;1009;p51"/>
          <p:cNvCxnSpPr/>
          <p:nvPr/>
        </p:nvCxnSpPr>
        <p:spPr>
          <a:xfrm flipH="1" rot="10800000">
            <a:off x="736600" y="4897438"/>
            <a:ext cx="1588" cy="809625"/>
          </a:xfrm>
          <a:prstGeom prst="straightConnector1">
            <a:avLst/>
          </a:prstGeom>
          <a:noFill/>
          <a:ln cap="flat" cmpd="sng" w="12700">
            <a:solidFill>
              <a:schemeClr val="dk1"/>
            </a:solidFill>
            <a:prstDash val="dot"/>
            <a:round/>
            <a:headEnd len="sm" w="sm" type="none"/>
            <a:tailEnd len="med" w="med" type="stealth"/>
          </a:ln>
        </p:spPr>
      </p:cxnSp>
      <p:cxnSp>
        <p:nvCxnSpPr>
          <p:cNvPr id="1010" name="Google Shape;1010;p51"/>
          <p:cNvCxnSpPr/>
          <p:nvPr/>
        </p:nvCxnSpPr>
        <p:spPr>
          <a:xfrm flipH="1" rot="10800000">
            <a:off x="4656138" y="4479925"/>
            <a:ext cx="496887" cy="14288"/>
          </a:xfrm>
          <a:prstGeom prst="straightConnector1">
            <a:avLst/>
          </a:prstGeom>
          <a:noFill/>
          <a:ln cap="flat" cmpd="sng" w="12700">
            <a:solidFill>
              <a:schemeClr val="dk1"/>
            </a:solidFill>
            <a:prstDash val="dot"/>
            <a:round/>
            <a:headEnd len="sm" w="sm" type="none"/>
            <a:tailEnd len="sm" w="sm" type="none"/>
          </a:ln>
        </p:spPr>
      </p:cxnSp>
      <p:cxnSp>
        <p:nvCxnSpPr>
          <p:cNvPr id="1011" name="Google Shape;1011;p51"/>
          <p:cNvCxnSpPr/>
          <p:nvPr/>
        </p:nvCxnSpPr>
        <p:spPr>
          <a:xfrm flipH="1" rot="10800000">
            <a:off x="5164138" y="2613025"/>
            <a:ext cx="3175" cy="1866900"/>
          </a:xfrm>
          <a:prstGeom prst="straightConnector1">
            <a:avLst/>
          </a:prstGeom>
          <a:noFill/>
          <a:ln cap="flat" cmpd="sng" w="12700">
            <a:solidFill>
              <a:schemeClr val="dk1"/>
            </a:solidFill>
            <a:prstDash val="dot"/>
            <a:round/>
            <a:headEnd len="sm" w="sm" type="none"/>
            <a:tailEnd len="med" w="med" type="stealth"/>
          </a:ln>
        </p:spPr>
      </p:cxnSp>
      <p:cxnSp>
        <p:nvCxnSpPr>
          <p:cNvPr id="1012" name="Google Shape;1012;p51"/>
          <p:cNvCxnSpPr/>
          <p:nvPr/>
        </p:nvCxnSpPr>
        <p:spPr>
          <a:xfrm>
            <a:off x="6715125" y="4470400"/>
            <a:ext cx="592138" cy="9525"/>
          </a:xfrm>
          <a:prstGeom prst="straightConnector1">
            <a:avLst/>
          </a:prstGeom>
          <a:noFill/>
          <a:ln cap="flat" cmpd="sng" w="12700">
            <a:solidFill>
              <a:schemeClr val="dk1"/>
            </a:solidFill>
            <a:prstDash val="dot"/>
            <a:round/>
            <a:headEnd len="sm" w="sm" type="none"/>
            <a:tailEnd len="sm" w="sm" type="none"/>
          </a:ln>
        </p:spPr>
      </p:cxnSp>
      <p:cxnSp>
        <p:nvCxnSpPr>
          <p:cNvPr id="1013" name="Google Shape;1013;p51"/>
          <p:cNvCxnSpPr/>
          <p:nvPr/>
        </p:nvCxnSpPr>
        <p:spPr>
          <a:xfrm flipH="1" rot="10800000">
            <a:off x="7318375" y="3613150"/>
            <a:ext cx="3175" cy="866775"/>
          </a:xfrm>
          <a:prstGeom prst="straightConnector1">
            <a:avLst/>
          </a:prstGeom>
          <a:noFill/>
          <a:ln cap="flat" cmpd="sng" w="12700">
            <a:solidFill>
              <a:schemeClr val="dk1"/>
            </a:solidFill>
            <a:prstDash val="dot"/>
            <a:round/>
            <a:headEnd len="sm" w="sm" type="none"/>
            <a:tailEnd len="med" w="med" type="stealth"/>
          </a:ln>
        </p:spPr>
      </p:cxnSp>
      <p:cxnSp>
        <p:nvCxnSpPr>
          <p:cNvPr id="1014" name="Google Shape;1014;p51"/>
          <p:cNvCxnSpPr/>
          <p:nvPr/>
        </p:nvCxnSpPr>
        <p:spPr>
          <a:xfrm>
            <a:off x="8737600" y="4479925"/>
            <a:ext cx="392113" cy="1588"/>
          </a:xfrm>
          <a:prstGeom prst="straightConnector1">
            <a:avLst/>
          </a:prstGeom>
          <a:noFill/>
          <a:ln cap="flat" cmpd="sng" w="12700">
            <a:solidFill>
              <a:schemeClr val="dk1"/>
            </a:solidFill>
            <a:prstDash val="dot"/>
            <a:round/>
            <a:headEnd len="sm" w="sm" type="none"/>
            <a:tailEnd len="sm" w="sm" type="none"/>
          </a:ln>
        </p:spPr>
      </p:cxnSp>
      <p:cxnSp>
        <p:nvCxnSpPr>
          <p:cNvPr id="1015" name="Google Shape;1015;p51"/>
          <p:cNvCxnSpPr/>
          <p:nvPr/>
        </p:nvCxnSpPr>
        <p:spPr>
          <a:xfrm flipH="1" rot="10800000">
            <a:off x="9140825" y="3160713"/>
            <a:ext cx="3175" cy="1319212"/>
          </a:xfrm>
          <a:prstGeom prst="straightConnector1">
            <a:avLst/>
          </a:prstGeom>
          <a:noFill/>
          <a:ln cap="flat" cmpd="sng" w="12700">
            <a:solidFill>
              <a:schemeClr val="dk1"/>
            </a:solidFill>
            <a:prstDash val="dot"/>
            <a:round/>
            <a:headEnd len="sm" w="sm" type="none"/>
            <a:tailEnd len="med" w="med" type="stealth"/>
          </a:ln>
        </p:spPr>
      </p:cxnSp>
      <p:cxnSp>
        <p:nvCxnSpPr>
          <p:cNvPr id="1016" name="Google Shape;1016;p51"/>
          <p:cNvCxnSpPr/>
          <p:nvPr/>
        </p:nvCxnSpPr>
        <p:spPr>
          <a:xfrm>
            <a:off x="3298825" y="2124075"/>
            <a:ext cx="1677988" cy="1588"/>
          </a:xfrm>
          <a:prstGeom prst="straightConnector1">
            <a:avLst/>
          </a:prstGeom>
          <a:noFill/>
          <a:ln cap="flat" cmpd="sng" w="12700">
            <a:solidFill>
              <a:schemeClr val="dk1"/>
            </a:solidFill>
            <a:prstDash val="solid"/>
            <a:round/>
            <a:headEnd len="sm" w="sm" type="none"/>
            <a:tailEnd len="med" w="med" type="stealth"/>
          </a:ln>
        </p:spPr>
      </p:cxnSp>
      <p:sp>
        <p:nvSpPr>
          <p:cNvPr id="1017" name="Google Shape;1017;p51"/>
          <p:cNvSpPr/>
          <p:nvPr/>
        </p:nvSpPr>
        <p:spPr>
          <a:xfrm>
            <a:off x="2563813" y="1858963"/>
            <a:ext cx="674687"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root</a:t>
            </a:r>
            <a:endParaRPr b="0" i="0" sz="1400" u="none" cap="none" strike="noStrike">
              <a:solidFill>
                <a:srgbClr val="000000"/>
              </a:solidFill>
              <a:latin typeface="Arial"/>
              <a:ea typeface="Arial"/>
              <a:cs typeface="Arial"/>
              <a:sym typeface="Arial"/>
            </a:endParaRPr>
          </a:p>
        </p:txBody>
      </p:sp>
      <p:sp>
        <p:nvSpPr>
          <p:cNvPr id="1018" name="Google Shape;1018;p51"/>
          <p:cNvSpPr txBox="1"/>
          <p:nvPr/>
        </p:nvSpPr>
        <p:spPr>
          <a:xfrm>
            <a:off x="247650" y="4156075"/>
            <a:ext cx="1249363"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CC3300"/>
                </a:solidFill>
                <a:latin typeface="Times New Roman"/>
                <a:ea typeface="Times New Roman"/>
                <a:cs typeface="Times New Roman"/>
                <a:sym typeface="Times New Roman"/>
              </a:rPr>
              <a:t>dangling</a:t>
            </a:r>
            <a:endParaRPr b="0" i="0" sz="1400" u="none" cap="none" strike="noStrike">
              <a:solidFill>
                <a:srgbClr val="000000"/>
              </a:solidFill>
              <a:latin typeface="Arial"/>
              <a:ea typeface="Arial"/>
              <a:cs typeface="Arial"/>
              <a:sym typeface="Arial"/>
            </a:endParaRPr>
          </a:p>
        </p:txBody>
      </p:sp>
      <p:sp>
        <p:nvSpPr>
          <p:cNvPr id="1019" name="Google Shape;1019;p51"/>
          <p:cNvSpPr/>
          <p:nvPr/>
        </p:nvSpPr>
        <p:spPr>
          <a:xfrm>
            <a:off x="7894638" y="2554288"/>
            <a:ext cx="1249362"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CC3300"/>
                </a:solidFill>
                <a:latin typeface="Times New Roman"/>
                <a:ea typeface="Times New Roman"/>
                <a:cs typeface="Times New Roman"/>
                <a:sym typeface="Times New Roman"/>
              </a:rPr>
              <a:t>dangling</a:t>
            </a:r>
            <a:endParaRPr b="0" i="0" sz="1400" u="none" cap="none" strike="noStrike">
              <a:solidFill>
                <a:srgbClr val="000000"/>
              </a:solidFill>
              <a:latin typeface="Arial"/>
              <a:ea typeface="Arial"/>
              <a:cs typeface="Arial"/>
              <a:sym typeface="Arial"/>
            </a:endParaRPr>
          </a:p>
        </p:txBody>
      </p:sp>
      <p:sp>
        <p:nvSpPr>
          <p:cNvPr id="1020" name="Google Shape;1020;p51"/>
          <p:cNvSpPr txBox="1"/>
          <p:nvPr/>
        </p:nvSpPr>
        <p:spPr>
          <a:xfrm>
            <a:off x="4327525" y="4975225"/>
            <a:ext cx="3149600" cy="8223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3399"/>
                </a:solidFill>
                <a:latin typeface="Times New Roman"/>
                <a:ea typeface="Times New Roman"/>
                <a:cs typeface="Times New Roman"/>
                <a:sym typeface="Times New Roman"/>
              </a:rPr>
              <a:t>inorder traversal: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6600"/>
                </a:solidFill>
                <a:latin typeface="Times New Roman"/>
                <a:ea typeface="Times New Roman"/>
                <a:cs typeface="Times New Roman"/>
                <a:sym typeface="Times New Roman"/>
              </a:rPr>
              <a:t>H, D, I, B, E, A, F, C, G</a:t>
            </a:r>
            <a:endParaRPr b="0" i="0" sz="2400" u="none" cap="none" strike="noStrike">
              <a:solidFill>
                <a:srgbClr val="003399"/>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24" name="Shape 1024"/>
        <p:cNvGrpSpPr/>
        <p:nvPr/>
      </p:nvGrpSpPr>
      <p:grpSpPr>
        <a:xfrm>
          <a:off x="0" y="0"/>
          <a:ext cx="0" cy="0"/>
          <a:chOff x="0" y="0"/>
          <a:chExt cx="0" cy="0"/>
        </a:xfrm>
      </p:grpSpPr>
      <p:sp>
        <p:nvSpPr>
          <p:cNvPr id="1025" name="Google Shape;1025;p52"/>
          <p:cNvSpPr/>
          <p:nvPr/>
        </p:nvSpPr>
        <p:spPr>
          <a:xfrm>
            <a:off x="742950" y="1238250"/>
            <a:ext cx="7696200" cy="6096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cxnSp>
        <p:nvCxnSpPr>
          <p:cNvPr id="1026" name="Google Shape;1026;p52"/>
          <p:cNvCxnSpPr/>
          <p:nvPr/>
        </p:nvCxnSpPr>
        <p:spPr>
          <a:xfrm>
            <a:off x="3943350" y="1238250"/>
            <a:ext cx="0" cy="609600"/>
          </a:xfrm>
          <a:prstGeom prst="straightConnector1">
            <a:avLst/>
          </a:prstGeom>
          <a:noFill/>
          <a:ln cap="flat" cmpd="sng" w="9525">
            <a:solidFill>
              <a:schemeClr val="dk1"/>
            </a:solidFill>
            <a:prstDash val="solid"/>
            <a:round/>
            <a:headEnd len="sm" w="sm" type="none"/>
            <a:tailEnd len="sm" w="sm" type="none"/>
          </a:ln>
        </p:spPr>
      </p:cxnSp>
      <p:cxnSp>
        <p:nvCxnSpPr>
          <p:cNvPr id="1027" name="Google Shape;1027;p52"/>
          <p:cNvCxnSpPr/>
          <p:nvPr/>
        </p:nvCxnSpPr>
        <p:spPr>
          <a:xfrm>
            <a:off x="5010150" y="1238250"/>
            <a:ext cx="0" cy="609600"/>
          </a:xfrm>
          <a:prstGeom prst="straightConnector1">
            <a:avLst/>
          </a:prstGeom>
          <a:noFill/>
          <a:ln cap="flat" cmpd="sng" w="9525">
            <a:solidFill>
              <a:schemeClr val="dk1"/>
            </a:solidFill>
            <a:prstDash val="solid"/>
            <a:round/>
            <a:headEnd len="sm" w="sm" type="none"/>
            <a:tailEnd len="sm" w="sm" type="none"/>
          </a:ln>
        </p:spPr>
      </p:cxnSp>
      <p:cxnSp>
        <p:nvCxnSpPr>
          <p:cNvPr id="1028" name="Google Shape;1028;p52"/>
          <p:cNvCxnSpPr/>
          <p:nvPr/>
        </p:nvCxnSpPr>
        <p:spPr>
          <a:xfrm>
            <a:off x="2266950" y="1238250"/>
            <a:ext cx="0" cy="609600"/>
          </a:xfrm>
          <a:prstGeom prst="straightConnector1">
            <a:avLst/>
          </a:prstGeom>
          <a:noFill/>
          <a:ln cap="flat" cmpd="sng" w="9525">
            <a:solidFill>
              <a:schemeClr val="dk1"/>
            </a:solidFill>
            <a:prstDash val="solid"/>
            <a:round/>
            <a:headEnd len="sm" w="sm" type="none"/>
            <a:tailEnd len="sm" w="sm" type="none"/>
          </a:ln>
        </p:spPr>
      </p:cxnSp>
      <p:cxnSp>
        <p:nvCxnSpPr>
          <p:cNvPr id="1029" name="Google Shape;1029;p52"/>
          <p:cNvCxnSpPr/>
          <p:nvPr/>
        </p:nvCxnSpPr>
        <p:spPr>
          <a:xfrm>
            <a:off x="6686550" y="1238250"/>
            <a:ext cx="0" cy="609600"/>
          </a:xfrm>
          <a:prstGeom prst="straightConnector1">
            <a:avLst/>
          </a:prstGeom>
          <a:noFill/>
          <a:ln cap="flat" cmpd="sng" w="9525">
            <a:solidFill>
              <a:schemeClr val="dk1"/>
            </a:solidFill>
            <a:prstDash val="solid"/>
            <a:round/>
            <a:headEnd len="sm" w="sm" type="none"/>
            <a:tailEnd len="sm" w="sm" type="none"/>
          </a:ln>
        </p:spPr>
      </p:cxnSp>
      <p:sp>
        <p:nvSpPr>
          <p:cNvPr id="1030" name="Google Shape;1030;p52"/>
          <p:cNvSpPr txBox="1"/>
          <p:nvPr/>
        </p:nvSpPr>
        <p:spPr>
          <a:xfrm>
            <a:off x="955675" y="1404938"/>
            <a:ext cx="955675"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Times New Roman"/>
                <a:ea typeface="Times New Roman"/>
                <a:cs typeface="Times New Roman"/>
                <a:sym typeface="Times New Roman"/>
              </a:rPr>
              <a:t> TRUE</a:t>
            </a:r>
            <a:endParaRPr b="0" i="0" sz="1400" u="none" cap="none" strike="noStrike">
              <a:solidFill>
                <a:srgbClr val="000000"/>
              </a:solidFill>
              <a:latin typeface="Arial"/>
              <a:ea typeface="Arial"/>
              <a:cs typeface="Arial"/>
              <a:sym typeface="Arial"/>
            </a:endParaRPr>
          </a:p>
        </p:txBody>
      </p:sp>
      <p:cxnSp>
        <p:nvCxnSpPr>
          <p:cNvPr id="1031" name="Google Shape;1031;p52"/>
          <p:cNvCxnSpPr/>
          <p:nvPr/>
        </p:nvCxnSpPr>
        <p:spPr>
          <a:xfrm>
            <a:off x="4095750" y="1543050"/>
            <a:ext cx="685800" cy="0"/>
          </a:xfrm>
          <a:prstGeom prst="straightConnector1">
            <a:avLst/>
          </a:prstGeom>
          <a:noFill/>
          <a:ln cap="flat" cmpd="sng" w="9525">
            <a:solidFill>
              <a:schemeClr val="dk1"/>
            </a:solidFill>
            <a:prstDash val="solid"/>
            <a:round/>
            <a:headEnd len="sm" w="sm" type="none"/>
            <a:tailEnd len="sm" w="sm" type="none"/>
          </a:ln>
        </p:spPr>
      </p:cxnSp>
      <p:sp>
        <p:nvSpPr>
          <p:cNvPr id="1032" name="Google Shape;1032;p52"/>
          <p:cNvSpPr txBox="1"/>
          <p:nvPr/>
        </p:nvSpPr>
        <p:spPr>
          <a:xfrm>
            <a:off x="2952750" y="1390650"/>
            <a:ext cx="35560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a:t>
            </a:r>
            <a:endParaRPr b="0" i="0" sz="1800" u="none" cap="none" strike="noStrike">
              <a:solidFill>
                <a:schemeClr val="dk1"/>
              </a:solidFill>
              <a:latin typeface="Times New Roman"/>
              <a:ea typeface="Times New Roman"/>
              <a:cs typeface="Times New Roman"/>
              <a:sym typeface="Times New Roman"/>
            </a:endParaRPr>
          </a:p>
        </p:txBody>
      </p:sp>
      <p:sp>
        <p:nvSpPr>
          <p:cNvPr id="1033" name="Google Shape;1033;p52"/>
          <p:cNvSpPr txBox="1"/>
          <p:nvPr/>
        </p:nvSpPr>
        <p:spPr>
          <a:xfrm>
            <a:off x="5619750" y="1390650"/>
            <a:ext cx="355600" cy="6715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t/>
            </a:r>
            <a:endParaRPr b="1" i="0" sz="2000" u="sng" cap="none" strike="noStrike">
              <a:solidFill>
                <a:schemeClr val="dk1"/>
              </a:solidFill>
              <a:latin typeface="Times New Roman"/>
              <a:ea typeface="Times New Roman"/>
              <a:cs typeface="Times New Roman"/>
              <a:sym typeface="Times New Roman"/>
            </a:endParaRPr>
          </a:p>
        </p:txBody>
      </p:sp>
      <p:grpSp>
        <p:nvGrpSpPr>
          <p:cNvPr id="1034" name="Google Shape;1034;p52"/>
          <p:cNvGrpSpPr/>
          <p:nvPr/>
        </p:nvGrpSpPr>
        <p:grpSpPr>
          <a:xfrm>
            <a:off x="5808663" y="1404938"/>
            <a:ext cx="2298700" cy="976312"/>
            <a:chOff x="3623" y="1929"/>
            <a:chExt cx="1448" cy="615"/>
          </a:xfrm>
        </p:grpSpPr>
        <p:sp>
          <p:nvSpPr>
            <p:cNvPr id="1035" name="Google Shape;1035;p52"/>
            <p:cNvSpPr txBox="1"/>
            <p:nvPr/>
          </p:nvSpPr>
          <p:spPr>
            <a:xfrm>
              <a:off x="4358" y="1929"/>
              <a:ext cx="713"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Times New Roman"/>
                  <a:ea typeface="Times New Roman"/>
                  <a:cs typeface="Times New Roman"/>
                  <a:sym typeface="Times New Roman"/>
                </a:rPr>
                <a:t>  FALSE</a:t>
              </a:r>
              <a:endParaRPr b="0" i="0" sz="1400" u="none" cap="none" strike="noStrike">
                <a:solidFill>
                  <a:srgbClr val="000000"/>
                </a:solidFill>
                <a:latin typeface="Arial"/>
                <a:ea typeface="Arial"/>
                <a:cs typeface="Arial"/>
                <a:sym typeface="Arial"/>
              </a:endParaRPr>
            </a:p>
          </p:txBody>
        </p:sp>
        <p:cxnSp>
          <p:nvCxnSpPr>
            <p:cNvPr id="1036" name="Google Shape;1036;p52"/>
            <p:cNvCxnSpPr/>
            <p:nvPr/>
          </p:nvCxnSpPr>
          <p:spPr>
            <a:xfrm>
              <a:off x="3626" y="2016"/>
              <a:ext cx="0" cy="528"/>
            </a:xfrm>
            <a:prstGeom prst="straightConnector1">
              <a:avLst/>
            </a:prstGeom>
            <a:noFill/>
            <a:ln cap="flat" cmpd="sng" w="9525">
              <a:solidFill>
                <a:schemeClr val="dk1"/>
              </a:solidFill>
              <a:prstDash val="solid"/>
              <a:round/>
              <a:headEnd len="sm" w="sm" type="none"/>
              <a:tailEnd len="sm" w="sm" type="none"/>
            </a:ln>
          </p:spPr>
        </p:cxnSp>
        <p:cxnSp>
          <p:nvCxnSpPr>
            <p:cNvPr id="1037" name="Google Shape;1037;p52"/>
            <p:cNvCxnSpPr/>
            <p:nvPr/>
          </p:nvCxnSpPr>
          <p:spPr>
            <a:xfrm>
              <a:off x="3623" y="2533"/>
              <a:ext cx="1155" cy="0"/>
            </a:xfrm>
            <a:prstGeom prst="straightConnector1">
              <a:avLst/>
            </a:prstGeom>
            <a:noFill/>
            <a:ln cap="flat" cmpd="sng" w="9525">
              <a:solidFill>
                <a:schemeClr val="dk1"/>
              </a:solidFill>
              <a:prstDash val="solid"/>
              <a:round/>
              <a:headEnd len="sm" w="sm" type="none"/>
              <a:tailEnd len="sm" w="sm" type="none"/>
            </a:ln>
          </p:spPr>
        </p:cxnSp>
        <p:cxnSp>
          <p:nvCxnSpPr>
            <p:cNvPr id="1038" name="Google Shape;1038;p52"/>
            <p:cNvCxnSpPr/>
            <p:nvPr/>
          </p:nvCxnSpPr>
          <p:spPr>
            <a:xfrm rot="10800000">
              <a:off x="4778" y="2255"/>
              <a:ext cx="0" cy="278"/>
            </a:xfrm>
            <a:prstGeom prst="straightConnector1">
              <a:avLst/>
            </a:prstGeom>
            <a:noFill/>
            <a:ln cap="flat" cmpd="sng" w="9525">
              <a:solidFill>
                <a:schemeClr val="dk1"/>
              </a:solidFill>
              <a:prstDash val="solid"/>
              <a:round/>
              <a:headEnd len="sm" w="sm" type="none"/>
              <a:tailEnd len="med" w="med" type="triangle"/>
            </a:ln>
          </p:spPr>
        </p:cxnSp>
      </p:grpSp>
      <p:grpSp>
        <p:nvGrpSpPr>
          <p:cNvPr id="1039" name="Google Shape;1039;p52"/>
          <p:cNvGrpSpPr/>
          <p:nvPr/>
        </p:nvGrpSpPr>
        <p:grpSpPr>
          <a:xfrm>
            <a:off x="1274763" y="1660525"/>
            <a:ext cx="1833562" cy="838200"/>
            <a:chOff x="1400" y="2545"/>
            <a:chExt cx="1155" cy="528"/>
          </a:xfrm>
        </p:grpSpPr>
        <p:cxnSp>
          <p:nvCxnSpPr>
            <p:cNvPr id="1040" name="Google Shape;1040;p52"/>
            <p:cNvCxnSpPr/>
            <p:nvPr/>
          </p:nvCxnSpPr>
          <p:spPr>
            <a:xfrm>
              <a:off x="2552" y="2545"/>
              <a:ext cx="0" cy="528"/>
            </a:xfrm>
            <a:prstGeom prst="straightConnector1">
              <a:avLst/>
            </a:prstGeom>
            <a:noFill/>
            <a:ln cap="rnd" cmpd="sng" w="9525">
              <a:solidFill>
                <a:schemeClr val="dk1"/>
              </a:solidFill>
              <a:prstDash val="dot"/>
              <a:round/>
              <a:headEnd len="sm" w="sm" type="none"/>
              <a:tailEnd len="sm" w="sm" type="none"/>
            </a:ln>
          </p:spPr>
        </p:cxnSp>
        <p:cxnSp>
          <p:nvCxnSpPr>
            <p:cNvPr id="1041" name="Google Shape;1041;p52"/>
            <p:cNvCxnSpPr/>
            <p:nvPr/>
          </p:nvCxnSpPr>
          <p:spPr>
            <a:xfrm rot="10800000">
              <a:off x="1400" y="3062"/>
              <a:ext cx="1155" cy="0"/>
            </a:xfrm>
            <a:prstGeom prst="straightConnector1">
              <a:avLst/>
            </a:prstGeom>
            <a:noFill/>
            <a:ln cap="rnd" cmpd="sng" w="9525">
              <a:solidFill>
                <a:schemeClr val="dk1"/>
              </a:solidFill>
              <a:prstDash val="dot"/>
              <a:round/>
              <a:headEnd len="sm" w="sm" type="none"/>
              <a:tailEnd len="sm" w="sm" type="none"/>
            </a:ln>
          </p:spPr>
        </p:cxnSp>
        <p:cxnSp>
          <p:nvCxnSpPr>
            <p:cNvPr id="1042" name="Google Shape;1042;p52"/>
            <p:cNvCxnSpPr/>
            <p:nvPr/>
          </p:nvCxnSpPr>
          <p:spPr>
            <a:xfrm rot="10800000">
              <a:off x="1400" y="2784"/>
              <a:ext cx="0" cy="278"/>
            </a:xfrm>
            <a:prstGeom prst="straightConnector1">
              <a:avLst/>
            </a:prstGeom>
            <a:noFill/>
            <a:ln cap="rnd" cmpd="sng" w="9525">
              <a:solidFill>
                <a:schemeClr val="dk1"/>
              </a:solidFill>
              <a:prstDash val="dot"/>
              <a:round/>
              <a:headEnd len="sm" w="sm" type="none"/>
              <a:tailEnd len="med" w="med" type="triangle"/>
            </a:ln>
          </p:spPr>
        </p:cxnSp>
      </p:grpSp>
      <p:sp>
        <p:nvSpPr>
          <p:cNvPr id="1043" name="Google Shape;1043;p52"/>
          <p:cNvSpPr/>
          <p:nvPr/>
        </p:nvSpPr>
        <p:spPr>
          <a:xfrm>
            <a:off x="1104900" y="0"/>
            <a:ext cx="6991350" cy="1143000"/>
          </a:xfrm>
          <a:prstGeom prst="rect">
            <a:avLst/>
          </a:prstGeom>
          <a:noFill/>
          <a:ln>
            <a:noFill/>
          </a:ln>
        </p:spPr>
        <p:txBody>
          <a:bodyPr anchorCtr="0" anchor="ctr" bIns="46025" lIns="92075" spcFirstLastPara="1" rIns="92075" wrap="square" tIns="46025">
            <a:noAutofit/>
          </a:bodyPr>
          <a:lstStyle/>
          <a:p>
            <a:pPr indent="0" lvl="0" marL="0" marR="0" rtl="0" algn="l">
              <a:lnSpc>
                <a:spcPct val="100000"/>
              </a:lnSpc>
              <a:spcBef>
                <a:spcPts val="0"/>
              </a:spcBef>
              <a:spcAft>
                <a:spcPts val="0"/>
              </a:spcAft>
              <a:buClr>
                <a:srgbClr val="000000"/>
              </a:buClr>
              <a:buSzPts val="4000"/>
              <a:buFont typeface="Arial"/>
              <a:buNone/>
            </a:pPr>
            <a:r>
              <a:rPr b="0" i="0" lang="en-US" sz="4000" u="none" cap="none" strike="noStrike">
                <a:solidFill>
                  <a:schemeClr val="dk2"/>
                </a:solidFill>
                <a:latin typeface="Times New Roman"/>
                <a:ea typeface="Times New Roman"/>
                <a:cs typeface="Times New Roman"/>
                <a:sym typeface="Times New Roman"/>
              </a:rPr>
              <a:t>Data Structures for Threaded BT</a:t>
            </a:r>
            <a:endParaRPr b="0" i="0" sz="4400" u="none" cap="none" strike="noStrike">
              <a:solidFill>
                <a:schemeClr val="dk2"/>
              </a:solidFill>
              <a:latin typeface="Times New Roman"/>
              <a:ea typeface="Times New Roman"/>
              <a:cs typeface="Times New Roman"/>
              <a:sym typeface="Times New Roman"/>
            </a:endParaRPr>
          </a:p>
        </p:txBody>
      </p:sp>
      <p:sp>
        <p:nvSpPr>
          <p:cNvPr id="1044" name="Google Shape;1044;p52"/>
          <p:cNvSpPr/>
          <p:nvPr/>
        </p:nvSpPr>
        <p:spPr>
          <a:xfrm>
            <a:off x="609600" y="2743200"/>
            <a:ext cx="9163050" cy="4114800"/>
          </a:xfrm>
          <a:prstGeom prst="rect">
            <a:avLst/>
          </a:prstGeom>
          <a:noFill/>
          <a:ln>
            <a:noFill/>
          </a:ln>
        </p:spPr>
        <p:txBody>
          <a:bodyPr anchorCtr="0" anchor="t" bIns="46025" lIns="92075" spcFirstLastPara="1" rIns="92075" wrap="square" tIns="46025">
            <a:noAutofit/>
          </a:bodyPr>
          <a:lstStyle/>
          <a:p>
            <a:pPr indent="-342900" lvl="0" marL="342900" marR="0" rtl="0" algn="l">
              <a:lnSpc>
                <a:spcPct val="100000"/>
              </a:lnSpc>
              <a:spcBef>
                <a:spcPts val="0"/>
              </a:spcBef>
              <a:spcAft>
                <a:spcPts val="0"/>
              </a:spcAft>
              <a:buClr>
                <a:schemeClr val="accent1"/>
              </a:buClr>
              <a:buSzPts val="1960"/>
              <a:buFont typeface="Arial"/>
              <a:buNone/>
            </a:pPr>
            <a:r>
              <a:rPr b="0" i="0" lang="en-US" sz="2800" u="none" cap="none" strike="noStrike">
                <a:solidFill>
                  <a:schemeClr val="dk1"/>
                </a:solidFill>
                <a:latin typeface="Courier New"/>
                <a:ea typeface="Courier New"/>
                <a:cs typeface="Courier New"/>
                <a:sym typeface="Courier New"/>
              </a:rPr>
              <a:t>typedef struct threaded_tree *threaded_pointer;</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560"/>
              </a:spcBef>
              <a:spcAft>
                <a:spcPts val="0"/>
              </a:spcAft>
              <a:buClr>
                <a:schemeClr val="accent1"/>
              </a:buClr>
              <a:buSzPts val="1960"/>
              <a:buFont typeface="Arial"/>
              <a:buNone/>
            </a:pPr>
            <a:r>
              <a:rPr b="0" i="0" lang="en-US" sz="2800" u="none" cap="none" strike="noStrike">
                <a:solidFill>
                  <a:schemeClr val="dk1"/>
                </a:solidFill>
                <a:latin typeface="Courier New"/>
                <a:ea typeface="Courier New"/>
                <a:cs typeface="Courier New"/>
                <a:sym typeface="Courier New"/>
              </a:rPr>
              <a:t>typedef struct threaded_tree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560"/>
              </a:spcBef>
              <a:spcAft>
                <a:spcPts val="0"/>
              </a:spcAft>
              <a:buClr>
                <a:schemeClr val="accent1"/>
              </a:buClr>
              <a:buSzPts val="1960"/>
              <a:buFont typeface="Arial"/>
              <a:buNone/>
            </a:pPr>
            <a:r>
              <a:rPr b="0" i="0" lang="en-US" sz="2800" u="none" cap="none" strike="noStrike">
                <a:solidFill>
                  <a:schemeClr val="dk1"/>
                </a:solidFill>
                <a:latin typeface="Courier New"/>
                <a:ea typeface="Courier New"/>
                <a:cs typeface="Courier New"/>
                <a:sym typeface="Courier New"/>
              </a:rPr>
              <a:t>    short int left_thread;</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560"/>
              </a:spcBef>
              <a:spcAft>
                <a:spcPts val="0"/>
              </a:spcAft>
              <a:buClr>
                <a:schemeClr val="accent1"/>
              </a:buClr>
              <a:buSzPts val="1960"/>
              <a:buFont typeface="Arial"/>
              <a:buNone/>
            </a:pPr>
            <a:r>
              <a:rPr b="0" i="0" lang="en-US" sz="2800" u="none" cap="none" strike="noStrike">
                <a:solidFill>
                  <a:schemeClr val="dk1"/>
                </a:solidFill>
                <a:latin typeface="Courier New"/>
                <a:ea typeface="Courier New"/>
                <a:cs typeface="Courier New"/>
                <a:sym typeface="Courier New"/>
              </a:rPr>
              <a:t>    threaded_pointer left_child;</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560"/>
              </a:spcBef>
              <a:spcAft>
                <a:spcPts val="0"/>
              </a:spcAft>
              <a:buClr>
                <a:schemeClr val="accent1"/>
              </a:buClr>
              <a:buSzPts val="1960"/>
              <a:buFont typeface="Arial"/>
              <a:buNone/>
            </a:pPr>
            <a:r>
              <a:rPr b="0" i="0" lang="en-US" sz="2800" u="none" cap="none" strike="noStrike">
                <a:solidFill>
                  <a:schemeClr val="dk1"/>
                </a:solidFill>
                <a:latin typeface="Courier New"/>
                <a:ea typeface="Courier New"/>
                <a:cs typeface="Courier New"/>
                <a:sym typeface="Courier New"/>
              </a:rPr>
              <a:t>    char data;</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560"/>
              </a:spcBef>
              <a:spcAft>
                <a:spcPts val="0"/>
              </a:spcAft>
              <a:buClr>
                <a:schemeClr val="accent1"/>
              </a:buClr>
              <a:buSzPts val="1960"/>
              <a:buFont typeface="Arial"/>
              <a:buNone/>
            </a:pPr>
            <a:r>
              <a:rPr b="0" i="0" lang="en-US" sz="2800" u="none" cap="none" strike="noStrike">
                <a:solidFill>
                  <a:schemeClr val="dk1"/>
                </a:solidFill>
                <a:latin typeface="Courier New"/>
                <a:ea typeface="Courier New"/>
                <a:cs typeface="Courier New"/>
                <a:sym typeface="Courier New"/>
              </a:rPr>
              <a:t>    threaded_pointer right_child;</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560"/>
              </a:spcBef>
              <a:spcAft>
                <a:spcPts val="0"/>
              </a:spcAft>
              <a:buClr>
                <a:schemeClr val="accent1"/>
              </a:buClr>
              <a:buSzPts val="1960"/>
              <a:buFont typeface="Arial"/>
              <a:buNone/>
            </a:pPr>
            <a:r>
              <a:rPr b="0" i="0" lang="en-US" sz="2800" u="none" cap="none" strike="noStrike">
                <a:solidFill>
                  <a:schemeClr val="dk1"/>
                </a:solidFill>
                <a:latin typeface="Courier New"/>
                <a:ea typeface="Courier New"/>
                <a:cs typeface="Courier New"/>
                <a:sym typeface="Courier New"/>
              </a:rPr>
              <a:t>    short int right_thread;  };</a:t>
            </a:r>
            <a:endParaRPr b="0" i="0" sz="1400" u="none" cap="none" strike="noStrike">
              <a:solidFill>
                <a:srgbClr val="000000"/>
              </a:solidFill>
              <a:latin typeface="Arial"/>
              <a:ea typeface="Arial"/>
              <a:cs typeface="Arial"/>
              <a:sym typeface="Arial"/>
            </a:endParaRPr>
          </a:p>
        </p:txBody>
      </p:sp>
      <p:sp>
        <p:nvSpPr>
          <p:cNvPr id="1045" name="Google Shape;1045;p52"/>
          <p:cNvSpPr txBox="1"/>
          <p:nvPr/>
        </p:nvSpPr>
        <p:spPr>
          <a:xfrm>
            <a:off x="669925" y="746125"/>
            <a:ext cx="7824788"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left_thread     left_child       data        right_child    right_thread</a:t>
            </a:r>
            <a:endParaRPr b="0" i="0" sz="2000" u="none" cap="none" strike="noStrike">
              <a:solidFill>
                <a:schemeClr val="dk1"/>
              </a:solidFill>
              <a:latin typeface="Times New Roman"/>
              <a:ea typeface="Times New Roman"/>
              <a:cs typeface="Times New Roman"/>
              <a:sym typeface="Times New Roman"/>
            </a:endParaRPr>
          </a:p>
        </p:txBody>
      </p:sp>
      <p:sp>
        <p:nvSpPr>
          <p:cNvPr id="1046" name="Google Shape;1046;p52"/>
          <p:cNvSpPr txBox="1"/>
          <p:nvPr/>
        </p:nvSpPr>
        <p:spPr>
          <a:xfrm>
            <a:off x="5718175" y="2365375"/>
            <a:ext cx="1884363"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CC3300"/>
                </a:solidFill>
                <a:latin typeface="Times New Roman"/>
                <a:ea typeface="Times New Roman"/>
                <a:cs typeface="Times New Roman"/>
                <a:sym typeface="Times New Roman"/>
              </a:rPr>
              <a:t>FALSE: child</a:t>
            </a:r>
            <a:endParaRPr b="0" i="0" sz="1400" u="none" cap="none" strike="noStrike">
              <a:solidFill>
                <a:srgbClr val="000000"/>
              </a:solidFill>
              <a:latin typeface="Arial"/>
              <a:ea typeface="Arial"/>
              <a:cs typeface="Arial"/>
              <a:sym typeface="Arial"/>
            </a:endParaRPr>
          </a:p>
        </p:txBody>
      </p:sp>
      <p:sp>
        <p:nvSpPr>
          <p:cNvPr id="1047" name="Google Shape;1047;p52"/>
          <p:cNvSpPr txBox="1"/>
          <p:nvPr/>
        </p:nvSpPr>
        <p:spPr>
          <a:xfrm>
            <a:off x="1184275" y="2479675"/>
            <a:ext cx="1900238"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CC3300"/>
                </a:solidFill>
                <a:latin typeface="Times New Roman"/>
                <a:ea typeface="Times New Roman"/>
                <a:cs typeface="Times New Roman"/>
                <a:sym typeface="Times New Roman"/>
              </a:rPr>
              <a:t>TRUE: thread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1" name="Shape 1051"/>
        <p:cNvGrpSpPr/>
        <p:nvPr/>
      </p:nvGrpSpPr>
      <p:grpSpPr>
        <a:xfrm>
          <a:off x="0" y="0"/>
          <a:ext cx="0" cy="0"/>
          <a:chOff x="0" y="0"/>
          <a:chExt cx="0" cy="0"/>
        </a:xfrm>
      </p:grpSpPr>
      <p:sp>
        <p:nvSpPr>
          <p:cNvPr id="1052" name="Google Shape;1052;p53"/>
          <p:cNvSpPr/>
          <p:nvPr/>
        </p:nvSpPr>
        <p:spPr>
          <a:xfrm>
            <a:off x="271463" y="0"/>
            <a:ext cx="9163050" cy="1143000"/>
          </a:xfrm>
          <a:prstGeom prst="rect">
            <a:avLst/>
          </a:prstGeom>
          <a:noFill/>
          <a:ln>
            <a:noFill/>
          </a:ln>
        </p:spPr>
        <p:txBody>
          <a:bodyPr anchorCtr="0" anchor="ctr" bIns="46025" lIns="92075" spcFirstLastPara="1" rIns="92075" wrap="square" tIns="46025">
            <a:noAutofit/>
          </a:bodyPr>
          <a:lstStyle/>
          <a:p>
            <a:pPr indent="0" lvl="0" marL="0" marR="0" rtl="0" algn="ctr">
              <a:lnSpc>
                <a:spcPct val="100000"/>
              </a:lnSpc>
              <a:spcBef>
                <a:spcPts val="0"/>
              </a:spcBef>
              <a:spcAft>
                <a:spcPts val="0"/>
              </a:spcAft>
              <a:buClr>
                <a:srgbClr val="000000"/>
              </a:buClr>
              <a:buSzPts val="3600"/>
              <a:buFont typeface="Arial"/>
              <a:buNone/>
            </a:pPr>
            <a:r>
              <a:rPr b="0" i="0" lang="en-US" sz="3600" u="none" cap="none" strike="noStrike">
                <a:solidFill>
                  <a:schemeClr val="dk2"/>
                </a:solidFill>
                <a:latin typeface="Times New Roman"/>
                <a:ea typeface="Times New Roman"/>
                <a:cs typeface="Times New Roman"/>
                <a:sym typeface="Times New Roman"/>
              </a:rPr>
              <a:t>Memory Representation of A Threaded BT</a:t>
            </a:r>
            <a:endParaRPr b="0" i="0" sz="4400" u="none" cap="none" strike="noStrike">
              <a:solidFill>
                <a:schemeClr val="dk2"/>
              </a:solidFill>
              <a:latin typeface="Times New Roman"/>
              <a:ea typeface="Times New Roman"/>
              <a:cs typeface="Times New Roman"/>
              <a:sym typeface="Times New Roman"/>
            </a:endParaRPr>
          </a:p>
        </p:txBody>
      </p:sp>
      <p:grpSp>
        <p:nvGrpSpPr>
          <p:cNvPr id="1053" name="Google Shape;1053;p53"/>
          <p:cNvGrpSpPr/>
          <p:nvPr/>
        </p:nvGrpSpPr>
        <p:grpSpPr>
          <a:xfrm>
            <a:off x="3948113" y="1976438"/>
            <a:ext cx="2022475" cy="434975"/>
            <a:chOff x="2524" y="1245"/>
            <a:chExt cx="1274" cy="274"/>
          </a:xfrm>
        </p:grpSpPr>
        <p:sp>
          <p:nvSpPr>
            <p:cNvPr id="1054" name="Google Shape;1054;p53"/>
            <p:cNvSpPr/>
            <p:nvPr/>
          </p:nvSpPr>
          <p:spPr>
            <a:xfrm>
              <a:off x="2524" y="1249"/>
              <a:ext cx="1274" cy="270"/>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cxnSp>
          <p:nvCxnSpPr>
            <p:cNvPr id="1055" name="Google Shape;1055;p53"/>
            <p:cNvCxnSpPr/>
            <p:nvPr/>
          </p:nvCxnSpPr>
          <p:spPr>
            <a:xfrm>
              <a:off x="2760" y="1253"/>
              <a:ext cx="0" cy="262"/>
            </a:xfrm>
            <a:prstGeom prst="straightConnector1">
              <a:avLst/>
            </a:prstGeom>
            <a:noFill/>
            <a:ln cap="flat" cmpd="sng" w="12700">
              <a:solidFill>
                <a:schemeClr val="dk1"/>
              </a:solidFill>
              <a:prstDash val="solid"/>
              <a:round/>
              <a:headEnd len="sm" w="sm" type="none"/>
              <a:tailEnd len="sm" w="sm" type="none"/>
            </a:ln>
          </p:spPr>
        </p:cxnSp>
        <p:cxnSp>
          <p:nvCxnSpPr>
            <p:cNvPr id="1056" name="Google Shape;1056;p53"/>
            <p:cNvCxnSpPr/>
            <p:nvPr/>
          </p:nvCxnSpPr>
          <p:spPr>
            <a:xfrm>
              <a:off x="3570" y="1253"/>
              <a:ext cx="0" cy="262"/>
            </a:xfrm>
            <a:prstGeom prst="straightConnector1">
              <a:avLst/>
            </a:prstGeom>
            <a:noFill/>
            <a:ln cap="flat" cmpd="sng" w="12700">
              <a:solidFill>
                <a:schemeClr val="dk1"/>
              </a:solidFill>
              <a:prstDash val="solid"/>
              <a:round/>
              <a:headEnd len="sm" w="sm" type="none"/>
              <a:tailEnd len="sm" w="sm" type="none"/>
            </a:ln>
          </p:spPr>
        </p:cxnSp>
        <p:cxnSp>
          <p:nvCxnSpPr>
            <p:cNvPr id="1057" name="Google Shape;1057;p53"/>
            <p:cNvCxnSpPr/>
            <p:nvPr/>
          </p:nvCxnSpPr>
          <p:spPr>
            <a:xfrm>
              <a:off x="2985" y="1245"/>
              <a:ext cx="0" cy="270"/>
            </a:xfrm>
            <a:prstGeom prst="straightConnector1">
              <a:avLst/>
            </a:prstGeom>
            <a:noFill/>
            <a:ln cap="flat" cmpd="sng" w="12700">
              <a:solidFill>
                <a:schemeClr val="dk1"/>
              </a:solidFill>
              <a:prstDash val="solid"/>
              <a:round/>
              <a:headEnd len="sm" w="sm" type="none"/>
              <a:tailEnd len="sm" w="sm" type="none"/>
            </a:ln>
          </p:spPr>
        </p:cxnSp>
        <p:cxnSp>
          <p:nvCxnSpPr>
            <p:cNvPr id="1058" name="Google Shape;1058;p53"/>
            <p:cNvCxnSpPr/>
            <p:nvPr/>
          </p:nvCxnSpPr>
          <p:spPr>
            <a:xfrm>
              <a:off x="3352" y="1245"/>
              <a:ext cx="0" cy="263"/>
            </a:xfrm>
            <a:prstGeom prst="straightConnector1">
              <a:avLst/>
            </a:prstGeom>
            <a:noFill/>
            <a:ln cap="flat" cmpd="sng" w="12700">
              <a:solidFill>
                <a:schemeClr val="dk1"/>
              </a:solidFill>
              <a:prstDash val="solid"/>
              <a:round/>
              <a:headEnd len="sm" w="sm" type="none"/>
              <a:tailEnd len="sm" w="sm" type="none"/>
            </a:ln>
          </p:spPr>
        </p:cxnSp>
      </p:grpSp>
      <p:sp>
        <p:nvSpPr>
          <p:cNvPr id="1059" name="Google Shape;1059;p53"/>
          <p:cNvSpPr/>
          <p:nvPr/>
        </p:nvSpPr>
        <p:spPr>
          <a:xfrm>
            <a:off x="3981450" y="2008188"/>
            <a:ext cx="285750"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f</a:t>
            </a:r>
            <a:endParaRPr b="0" i="0" sz="1400" u="none" cap="none" strike="noStrike">
              <a:solidFill>
                <a:srgbClr val="000000"/>
              </a:solidFill>
              <a:latin typeface="Arial"/>
              <a:ea typeface="Arial"/>
              <a:cs typeface="Arial"/>
              <a:sym typeface="Arial"/>
            </a:endParaRPr>
          </a:p>
        </p:txBody>
      </p:sp>
      <p:sp>
        <p:nvSpPr>
          <p:cNvPr id="1060" name="Google Shape;1060;p53"/>
          <p:cNvSpPr/>
          <p:nvPr/>
        </p:nvSpPr>
        <p:spPr>
          <a:xfrm>
            <a:off x="5645150" y="2017713"/>
            <a:ext cx="285750"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f</a:t>
            </a:r>
            <a:endParaRPr b="0" i="0" sz="1400" u="none" cap="none" strike="noStrike">
              <a:solidFill>
                <a:srgbClr val="000000"/>
              </a:solidFill>
              <a:latin typeface="Arial"/>
              <a:ea typeface="Arial"/>
              <a:cs typeface="Arial"/>
              <a:sym typeface="Arial"/>
            </a:endParaRPr>
          </a:p>
        </p:txBody>
      </p:sp>
      <p:sp>
        <p:nvSpPr>
          <p:cNvPr id="1061" name="Google Shape;1061;p53"/>
          <p:cNvSpPr/>
          <p:nvPr/>
        </p:nvSpPr>
        <p:spPr>
          <a:xfrm>
            <a:off x="4767263" y="1973263"/>
            <a:ext cx="387350"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p:txBody>
      </p:sp>
      <p:grpSp>
        <p:nvGrpSpPr>
          <p:cNvPr id="1062" name="Google Shape;1062;p53"/>
          <p:cNvGrpSpPr/>
          <p:nvPr/>
        </p:nvGrpSpPr>
        <p:grpSpPr>
          <a:xfrm>
            <a:off x="3957638" y="2865438"/>
            <a:ext cx="2022475" cy="434975"/>
            <a:chOff x="2530" y="1805"/>
            <a:chExt cx="1274" cy="274"/>
          </a:xfrm>
        </p:grpSpPr>
        <p:sp>
          <p:nvSpPr>
            <p:cNvPr id="1063" name="Google Shape;1063;p53"/>
            <p:cNvSpPr/>
            <p:nvPr/>
          </p:nvSpPr>
          <p:spPr>
            <a:xfrm>
              <a:off x="2530" y="1809"/>
              <a:ext cx="1274" cy="270"/>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cxnSp>
          <p:nvCxnSpPr>
            <p:cNvPr id="1064" name="Google Shape;1064;p53"/>
            <p:cNvCxnSpPr/>
            <p:nvPr/>
          </p:nvCxnSpPr>
          <p:spPr>
            <a:xfrm>
              <a:off x="2766" y="1813"/>
              <a:ext cx="0" cy="262"/>
            </a:xfrm>
            <a:prstGeom prst="straightConnector1">
              <a:avLst/>
            </a:prstGeom>
            <a:noFill/>
            <a:ln cap="flat" cmpd="sng" w="12700">
              <a:solidFill>
                <a:schemeClr val="dk1"/>
              </a:solidFill>
              <a:prstDash val="solid"/>
              <a:round/>
              <a:headEnd len="sm" w="sm" type="none"/>
              <a:tailEnd len="sm" w="sm" type="none"/>
            </a:ln>
          </p:spPr>
        </p:cxnSp>
        <p:cxnSp>
          <p:nvCxnSpPr>
            <p:cNvPr id="1065" name="Google Shape;1065;p53"/>
            <p:cNvCxnSpPr/>
            <p:nvPr/>
          </p:nvCxnSpPr>
          <p:spPr>
            <a:xfrm>
              <a:off x="3576" y="1813"/>
              <a:ext cx="0" cy="262"/>
            </a:xfrm>
            <a:prstGeom prst="straightConnector1">
              <a:avLst/>
            </a:prstGeom>
            <a:noFill/>
            <a:ln cap="flat" cmpd="sng" w="12700">
              <a:solidFill>
                <a:schemeClr val="dk1"/>
              </a:solidFill>
              <a:prstDash val="solid"/>
              <a:round/>
              <a:headEnd len="sm" w="sm" type="none"/>
              <a:tailEnd len="sm" w="sm" type="none"/>
            </a:ln>
          </p:spPr>
        </p:cxnSp>
        <p:cxnSp>
          <p:nvCxnSpPr>
            <p:cNvPr id="1066" name="Google Shape;1066;p53"/>
            <p:cNvCxnSpPr/>
            <p:nvPr/>
          </p:nvCxnSpPr>
          <p:spPr>
            <a:xfrm>
              <a:off x="2991" y="1805"/>
              <a:ext cx="0" cy="270"/>
            </a:xfrm>
            <a:prstGeom prst="straightConnector1">
              <a:avLst/>
            </a:prstGeom>
            <a:noFill/>
            <a:ln cap="flat" cmpd="sng" w="12700">
              <a:solidFill>
                <a:schemeClr val="dk1"/>
              </a:solidFill>
              <a:prstDash val="solid"/>
              <a:round/>
              <a:headEnd len="sm" w="sm" type="none"/>
              <a:tailEnd len="sm" w="sm" type="none"/>
            </a:ln>
          </p:spPr>
        </p:cxnSp>
        <p:cxnSp>
          <p:nvCxnSpPr>
            <p:cNvPr id="1067" name="Google Shape;1067;p53"/>
            <p:cNvCxnSpPr/>
            <p:nvPr/>
          </p:nvCxnSpPr>
          <p:spPr>
            <a:xfrm>
              <a:off x="3358" y="1805"/>
              <a:ext cx="0" cy="263"/>
            </a:xfrm>
            <a:prstGeom prst="straightConnector1">
              <a:avLst/>
            </a:prstGeom>
            <a:noFill/>
            <a:ln cap="flat" cmpd="sng" w="12700">
              <a:solidFill>
                <a:schemeClr val="dk1"/>
              </a:solidFill>
              <a:prstDash val="solid"/>
              <a:round/>
              <a:headEnd len="sm" w="sm" type="none"/>
              <a:tailEnd len="sm" w="sm" type="none"/>
            </a:ln>
          </p:spPr>
        </p:cxnSp>
      </p:grpSp>
      <p:sp>
        <p:nvSpPr>
          <p:cNvPr id="1068" name="Google Shape;1068;p53"/>
          <p:cNvSpPr/>
          <p:nvPr/>
        </p:nvSpPr>
        <p:spPr>
          <a:xfrm>
            <a:off x="3990975" y="2897188"/>
            <a:ext cx="285750"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f</a:t>
            </a:r>
            <a:endParaRPr b="0" i="0" sz="1400" u="none" cap="none" strike="noStrike">
              <a:solidFill>
                <a:srgbClr val="000000"/>
              </a:solidFill>
              <a:latin typeface="Arial"/>
              <a:ea typeface="Arial"/>
              <a:cs typeface="Arial"/>
              <a:sym typeface="Arial"/>
            </a:endParaRPr>
          </a:p>
        </p:txBody>
      </p:sp>
      <p:sp>
        <p:nvSpPr>
          <p:cNvPr id="1069" name="Google Shape;1069;p53"/>
          <p:cNvSpPr/>
          <p:nvPr/>
        </p:nvSpPr>
        <p:spPr>
          <a:xfrm>
            <a:off x="5654675" y="2906713"/>
            <a:ext cx="285750"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f</a:t>
            </a:r>
            <a:endParaRPr b="0" i="0" sz="1400" u="none" cap="none" strike="noStrike">
              <a:solidFill>
                <a:srgbClr val="000000"/>
              </a:solidFill>
              <a:latin typeface="Arial"/>
              <a:ea typeface="Arial"/>
              <a:cs typeface="Arial"/>
              <a:sym typeface="Arial"/>
            </a:endParaRPr>
          </a:p>
        </p:txBody>
      </p:sp>
      <p:sp>
        <p:nvSpPr>
          <p:cNvPr id="1070" name="Google Shape;1070;p53"/>
          <p:cNvSpPr/>
          <p:nvPr/>
        </p:nvSpPr>
        <p:spPr>
          <a:xfrm>
            <a:off x="4776788" y="2862263"/>
            <a:ext cx="404812"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A</a:t>
            </a:r>
            <a:endParaRPr b="0" i="0" sz="1400" u="none" cap="none" strike="noStrike">
              <a:solidFill>
                <a:srgbClr val="000000"/>
              </a:solidFill>
              <a:latin typeface="Arial"/>
              <a:ea typeface="Arial"/>
              <a:cs typeface="Arial"/>
              <a:sym typeface="Arial"/>
            </a:endParaRPr>
          </a:p>
        </p:txBody>
      </p:sp>
      <p:grpSp>
        <p:nvGrpSpPr>
          <p:cNvPr id="1071" name="Google Shape;1071;p53"/>
          <p:cNvGrpSpPr/>
          <p:nvPr/>
        </p:nvGrpSpPr>
        <p:grpSpPr>
          <a:xfrm>
            <a:off x="6218238" y="3652838"/>
            <a:ext cx="2022475" cy="434975"/>
            <a:chOff x="3954" y="2301"/>
            <a:chExt cx="1274" cy="274"/>
          </a:xfrm>
        </p:grpSpPr>
        <p:sp>
          <p:nvSpPr>
            <p:cNvPr id="1072" name="Google Shape;1072;p53"/>
            <p:cNvSpPr/>
            <p:nvPr/>
          </p:nvSpPr>
          <p:spPr>
            <a:xfrm>
              <a:off x="3954" y="2305"/>
              <a:ext cx="1274" cy="270"/>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cxnSp>
          <p:nvCxnSpPr>
            <p:cNvPr id="1073" name="Google Shape;1073;p53"/>
            <p:cNvCxnSpPr/>
            <p:nvPr/>
          </p:nvCxnSpPr>
          <p:spPr>
            <a:xfrm>
              <a:off x="4190" y="2309"/>
              <a:ext cx="0" cy="262"/>
            </a:xfrm>
            <a:prstGeom prst="straightConnector1">
              <a:avLst/>
            </a:prstGeom>
            <a:noFill/>
            <a:ln cap="flat" cmpd="sng" w="12700">
              <a:solidFill>
                <a:schemeClr val="dk1"/>
              </a:solidFill>
              <a:prstDash val="solid"/>
              <a:round/>
              <a:headEnd len="sm" w="sm" type="none"/>
              <a:tailEnd len="sm" w="sm" type="none"/>
            </a:ln>
          </p:spPr>
        </p:cxnSp>
        <p:cxnSp>
          <p:nvCxnSpPr>
            <p:cNvPr id="1074" name="Google Shape;1074;p53"/>
            <p:cNvCxnSpPr/>
            <p:nvPr/>
          </p:nvCxnSpPr>
          <p:spPr>
            <a:xfrm>
              <a:off x="5000" y="2309"/>
              <a:ext cx="0" cy="262"/>
            </a:xfrm>
            <a:prstGeom prst="straightConnector1">
              <a:avLst/>
            </a:prstGeom>
            <a:noFill/>
            <a:ln cap="flat" cmpd="sng" w="12700">
              <a:solidFill>
                <a:schemeClr val="dk1"/>
              </a:solidFill>
              <a:prstDash val="solid"/>
              <a:round/>
              <a:headEnd len="sm" w="sm" type="none"/>
              <a:tailEnd len="sm" w="sm" type="none"/>
            </a:ln>
          </p:spPr>
        </p:cxnSp>
        <p:cxnSp>
          <p:nvCxnSpPr>
            <p:cNvPr id="1075" name="Google Shape;1075;p53"/>
            <p:cNvCxnSpPr/>
            <p:nvPr/>
          </p:nvCxnSpPr>
          <p:spPr>
            <a:xfrm>
              <a:off x="4415" y="2301"/>
              <a:ext cx="0" cy="270"/>
            </a:xfrm>
            <a:prstGeom prst="straightConnector1">
              <a:avLst/>
            </a:prstGeom>
            <a:noFill/>
            <a:ln cap="flat" cmpd="sng" w="12700">
              <a:solidFill>
                <a:schemeClr val="dk1"/>
              </a:solidFill>
              <a:prstDash val="solid"/>
              <a:round/>
              <a:headEnd len="sm" w="sm" type="none"/>
              <a:tailEnd len="sm" w="sm" type="none"/>
            </a:ln>
          </p:spPr>
        </p:cxnSp>
        <p:cxnSp>
          <p:nvCxnSpPr>
            <p:cNvPr id="1076" name="Google Shape;1076;p53"/>
            <p:cNvCxnSpPr/>
            <p:nvPr/>
          </p:nvCxnSpPr>
          <p:spPr>
            <a:xfrm>
              <a:off x="4782" y="2301"/>
              <a:ext cx="0" cy="263"/>
            </a:xfrm>
            <a:prstGeom prst="straightConnector1">
              <a:avLst/>
            </a:prstGeom>
            <a:noFill/>
            <a:ln cap="flat" cmpd="sng" w="12700">
              <a:solidFill>
                <a:schemeClr val="dk1"/>
              </a:solidFill>
              <a:prstDash val="solid"/>
              <a:round/>
              <a:headEnd len="sm" w="sm" type="none"/>
              <a:tailEnd len="sm" w="sm" type="none"/>
            </a:ln>
          </p:spPr>
        </p:cxnSp>
      </p:grpSp>
      <p:sp>
        <p:nvSpPr>
          <p:cNvPr id="1077" name="Google Shape;1077;p53"/>
          <p:cNvSpPr/>
          <p:nvPr/>
        </p:nvSpPr>
        <p:spPr>
          <a:xfrm>
            <a:off x="6251575" y="3684588"/>
            <a:ext cx="285750"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f</a:t>
            </a:r>
            <a:endParaRPr b="0" i="0" sz="1400" u="none" cap="none" strike="noStrike">
              <a:solidFill>
                <a:srgbClr val="000000"/>
              </a:solidFill>
              <a:latin typeface="Arial"/>
              <a:ea typeface="Arial"/>
              <a:cs typeface="Arial"/>
              <a:sym typeface="Arial"/>
            </a:endParaRPr>
          </a:p>
        </p:txBody>
      </p:sp>
      <p:sp>
        <p:nvSpPr>
          <p:cNvPr id="1078" name="Google Shape;1078;p53"/>
          <p:cNvSpPr/>
          <p:nvPr/>
        </p:nvSpPr>
        <p:spPr>
          <a:xfrm>
            <a:off x="7915275" y="3694113"/>
            <a:ext cx="285750"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f</a:t>
            </a:r>
            <a:endParaRPr b="0" i="0" sz="1400" u="none" cap="none" strike="noStrike">
              <a:solidFill>
                <a:srgbClr val="000000"/>
              </a:solidFill>
              <a:latin typeface="Arial"/>
              <a:ea typeface="Arial"/>
              <a:cs typeface="Arial"/>
              <a:sym typeface="Arial"/>
            </a:endParaRPr>
          </a:p>
        </p:txBody>
      </p:sp>
      <p:sp>
        <p:nvSpPr>
          <p:cNvPr id="1079" name="Google Shape;1079;p53"/>
          <p:cNvSpPr/>
          <p:nvPr/>
        </p:nvSpPr>
        <p:spPr>
          <a:xfrm>
            <a:off x="7037388" y="3649663"/>
            <a:ext cx="387350"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C</a:t>
            </a:r>
            <a:endParaRPr b="0" i="0" sz="1400" u="none" cap="none" strike="noStrike">
              <a:solidFill>
                <a:srgbClr val="000000"/>
              </a:solidFill>
              <a:latin typeface="Arial"/>
              <a:ea typeface="Arial"/>
              <a:cs typeface="Arial"/>
              <a:sym typeface="Arial"/>
            </a:endParaRPr>
          </a:p>
        </p:txBody>
      </p:sp>
      <p:grpSp>
        <p:nvGrpSpPr>
          <p:cNvPr id="1080" name="Google Shape;1080;p53"/>
          <p:cNvGrpSpPr/>
          <p:nvPr/>
        </p:nvGrpSpPr>
        <p:grpSpPr>
          <a:xfrm>
            <a:off x="1611313" y="3663950"/>
            <a:ext cx="2022475" cy="434975"/>
            <a:chOff x="1052" y="2308"/>
            <a:chExt cx="1274" cy="274"/>
          </a:xfrm>
        </p:grpSpPr>
        <p:sp>
          <p:nvSpPr>
            <p:cNvPr id="1081" name="Google Shape;1081;p53"/>
            <p:cNvSpPr/>
            <p:nvPr/>
          </p:nvSpPr>
          <p:spPr>
            <a:xfrm>
              <a:off x="1052" y="2312"/>
              <a:ext cx="1274" cy="270"/>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cxnSp>
          <p:nvCxnSpPr>
            <p:cNvPr id="1082" name="Google Shape;1082;p53"/>
            <p:cNvCxnSpPr/>
            <p:nvPr/>
          </p:nvCxnSpPr>
          <p:spPr>
            <a:xfrm>
              <a:off x="1288" y="2316"/>
              <a:ext cx="0" cy="262"/>
            </a:xfrm>
            <a:prstGeom prst="straightConnector1">
              <a:avLst/>
            </a:prstGeom>
            <a:noFill/>
            <a:ln cap="flat" cmpd="sng" w="12700">
              <a:solidFill>
                <a:schemeClr val="dk1"/>
              </a:solidFill>
              <a:prstDash val="solid"/>
              <a:round/>
              <a:headEnd len="sm" w="sm" type="none"/>
              <a:tailEnd len="sm" w="sm" type="none"/>
            </a:ln>
          </p:spPr>
        </p:cxnSp>
        <p:cxnSp>
          <p:nvCxnSpPr>
            <p:cNvPr id="1083" name="Google Shape;1083;p53"/>
            <p:cNvCxnSpPr/>
            <p:nvPr/>
          </p:nvCxnSpPr>
          <p:spPr>
            <a:xfrm>
              <a:off x="2098" y="2316"/>
              <a:ext cx="0" cy="262"/>
            </a:xfrm>
            <a:prstGeom prst="straightConnector1">
              <a:avLst/>
            </a:prstGeom>
            <a:noFill/>
            <a:ln cap="flat" cmpd="sng" w="12700">
              <a:solidFill>
                <a:schemeClr val="dk1"/>
              </a:solidFill>
              <a:prstDash val="solid"/>
              <a:round/>
              <a:headEnd len="sm" w="sm" type="none"/>
              <a:tailEnd len="sm" w="sm" type="none"/>
            </a:ln>
          </p:spPr>
        </p:cxnSp>
        <p:cxnSp>
          <p:nvCxnSpPr>
            <p:cNvPr id="1084" name="Google Shape;1084;p53"/>
            <p:cNvCxnSpPr/>
            <p:nvPr/>
          </p:nvCxnSpPr>
          <p:spPr>
            <a:xfrm>
              <a:off x="1513" y="2308"/>
              <a:ext cx="0" cy="270"/>
            </a:xfrm>
            <a:prstGeom prst="straightConnector1">
              <a:avLst/>
            </a:prstGeom>
            <a:noFill/>
            <a:ln cap="flat" cmpd="sng" w="12700">
              <a:solidFill>
                <a:schemeClr val="dk1"/>
              </a:solidFill>
              <a:prstDash val="solid"/>
              <a:round/>
              <a:headEnd len="sm" w="sm" type="none"/>
              <a:tailEnd len="sm" w="sm" type="none"/>
            </a:ln>
          </p:spPr>
        </p:cxnSp>
        <p:cxnSp>
          <p:nvCxnSpPr>
            <p:cNvPr id="1085" name="Google Shape;1085;p53"/>
            <p:cNvCxnSpPr/>
            <p:nvPr/>
          </p:nvCxnSpPr>
          <p:spPr>
            <a:xfrm>
              <a:off x="1880" y="2308"/>
              <a:ext cx="0" cy="263"/>
            </a:xfrm>
            <a:prstGeom prst="straightConnector1">
              <a:avLst/>
            </a:prstGeom>
            <a:noFill/>
            <a:ln cap="flat" cmpd="sng" w="12700">
              <a:solidFill>
                <a:schemeClr val="dk1"/>
              </a:solidFill>
              <a:prstDash val="solid"/>
              <a:round/>
              <a:headEnd len="sm" w="sm" type="none"/>
              <a:tailEnd len="sm" w="sm" type="none"/>
            </a:ln>
          </p:spPr>
        </p:cxnSp>
      </p:grpSp>
      <p:sp>
        <p:nvSpPr>
          <p:cNvPr id="1086" name="Google Shape;1086;p53"/>
          <p:cNvSpPr/>
          <p:nvPr/>
        </p:nvSpPr>
        <p:spPr>
          <a:xfrm>
            <a:off x="1644650" y="3695700"/>
            <a:ext cx="285750"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f</a:t>
            </a:r>
            <a:endParaRPr b="0" i="0" sz="1400" u="none" cap="none" strike="noStrike">
              <a:solidFill>
                <a:srgbClr val="000000"/>
              </a:solidFill>
              <a:latin typeface="Arial"/>
              <a:ea typeface="Arial"/>
              <a:cs typeface="Arial"/>
              <a:sym typeface="Arial"/>
            </a:endParaRPr>
          </a:p>
        </p:txBody>
      </p:sp>
      <p:sp>
        <p:nvSpPr>
          <p:cNvPr id="1087" name="Google Shape;1087;p53"/>
          <p:cNvSpPr/>
          <p:nvPr/>
        </p:nvSpPr>
        <p:spPr>
          <a:xfrm>
            <a:off x="3308350" y="3705225"/>
            <a:ext cx="285750"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f</a:t>
            </a:r>
            <a:endParaRPr b="0" i="0" sz="1400" u="none" cap="none" strike="noStrike">
              <a:solidFill>
                <a:srgbClr val="000000"/>
              </a:solidFill>
              <a:latin typeface="Arial"/>
              <a:ea typeface="Arial"/>
              <a:cs typeface="Arial"/>
              <a:sym typeface="Arial"/>
            </a:endParaRPr>
          </a:p>
        </p:txBody>
      </p:sp>
      <p:sp>
        <p:nvSpPr>
          <p:cNvPr id="1088" name="Google Shape;1088;p53"/>
          <p:cNvSpPr/>
          <p:nvPr/>
        </p:nvSpPr>
        <p:spPr>
          <a:xfrm>
            <a:off x="2430463" y="3660775"/>
            <a:ext cx="387350"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B</a:t>
            </a:r>
            <a:endParaRPr b="0" i="0" sz="1400" u="none" cap="none" strike="noStrike">
              <a:solidFill>
                <a:srgbClr val="000000"/>
              </a:solidFill>
              <a:latin typeface="Arial"/>
              <a:ea typeface="Arial"/>
              <a:cs typeface="Arial"/>
              <a:sym typeface="Arial"/>
            </a:endParaRPr>
          </a:p>
        </p:txBody>
      </p:sp>
      <p:grpSp>
        <p:nvGrpSpPr>
          <p:cNvPr id="1089" name="Google Shape;1089;p53"/>
          <p:cNvGrpSpPr/>
          <p:nvPr/>
        </p:nvGrpSpPr>
        <p:grpSpPr>
          <a:xfrm>
            <a:off x="2732088" y="4497388"/>
            <a:ext cx="2022475" cy="434975"/>
            <a:chOff x="1758" y="2833"/>
            <a:chExt cx="1274" cy="274"/>
          </a:xfrm>
        </p:grpSpPr>
        <p:sp>
          <p:nvSpPr>
            <p:cNvPr id="1090" name="Google Shape;1090;p53"/>
            <p:cNvSpPr/>
            <p:nvPr/>
          </p:nvSpPr>
          <p:spPr>
            <a:xfrm>
              <a:off x="1758" y="2837"/>
              <a:ext cx="1274" cy="270"/>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cxnSp>
          <p:nvCxnSpPr>
            <p:cNvPr id="1091" name="Google Shape;1091;p53"/>
            <p:cNvCxnSpPr/>
            <p:nvPr/>
          </p:nvCxnSpPr>
          <p:spPr>
            <a:xfrm>
              <a:off x="1994" y="2841"/>
              <a:ext cx="0" cy="262"/>
            </a:xfrm>
            <a:prstGeom prst="straightConnector1">
              <a:avLst/>
            </a:prstGeom>
            <a:noFill/>
            <a:ln cap="flat" cmpd="sng" w="12700">
              <a:solidFill>
                <a:schemeClr val="dk1"/>
              </a:solidFill>
              <a:prstDash val="solid"/>
              <a:round/>
              <a:headEnd len="sm" w="sm" type="none"/>
              <a:tailEnd len="sm" w="sm" type="none"/>
            </a:ln>
          </p:spPr>
        </p:cxnSp>
        <p:cxnSp>
          <p:nvCxnSpPr>
            <p:cNvPr id="1092" name="Google Shape;1092;p53"/>
            <p:cNvCxnSpPr/>
            <p:nvPr/>
          </p:nvCxnSpPr>
          <p:spPr>
            <a:xfrm>
              <a:off x="2804" y="2841"/>
              <a:ext cx="0" cy="262"/>
            </a:xfrm>
            <a:prstGeom prst="straightConnector1">
              <a:avLst/>
            </a:prstGeom>
            <a:noFill/>
            <a:ln cap="flat" cmpd="sng" w="12700">
              <a:solidFill>
                <a:schemeClr val="dk1"/>
              </a:solidFill>
              <a:prstDash val="solid"/>
              <a:round/>
              <a:headEnd len="sm" w="sm" type="none"/>
              <a:tailEnd len="sm" w="sm" type="none"/>
            </a:ln>
          </p:spPr>
        </p:cxnSp>
        <p:cxnSp>
          <p:nvCxnSpPr>
            <p:cNvPr id="1093" name="Google Shape;1093;p53"/>
            <p:cNvCxnSpPr/>
            <p:nvPr/>
          </p:nvCxnSpPr>
          <p:spPr>
            <a:xfrm>
              <a:off x="2219" y="2833"/>
              <a:ext cx="0" cy="270"/>
            </a:xfrm>
            <a:prstGeom prst="straightConnector1">
              <a:avLst/>
            </a:prstGeom>
            <a:noFill/>
            <a:ln cap="flat" cmpd="sng" w="12700">
              <a:solidFill>
                <a:schemeClr val="dk1"/>
              </a:solidFill>
              <a:prstDash val="solid"/>
              <a:round/>
              <a:headEnd len="sm" w="sm" type="none"/>
              <a:tailEnd len="sm" w="sm" type="none"/>
            </a:ln>
          </p:spPr>
        </p:cxnSp>
        <p:cxnSp>
          <p:nvCxnSpPr>
            <p:cNvPr id="1094" name="Google Shape;1094;p53"/>
            <p:cNvCxnSpPr/>
            <p:nvPr/>
          </p:nvCxnSpPr>
          <p:spPr>
            <a:xfrm>
              <a:off x="2586" y="2833"/>
              <a:ext cx="0" cy="263"/>
            </a:xfrm>
            <a:prstGeom prst="straightConnector1">
              <a:avLst/>
            </a:prstGeom>
            <a:noFill/>
            <a:ln cap="flat" cmpd="sng" w="12700">
              <a:solidFill>
                <a:schemeClr val="dk1"/>
              </a:solidFill>
              <a:prstDash val="solid"/>
              <a:round/>
              <a:headEnd len="sm" w="sm" type="none"/>
              <a:tailEnd len="sm" w="sm" type="none"/>
            </a:ln>
          </p:spPr>
        </p:cxnSp>
      </p:grpSp>
      <p:sp>
        <p:nvSpPr>
          <p:cNvPr id="1095" name="Google Shape;1095;p53"/>
          <p:cNvSpPr/>
          <p:nvPr/>
        </p:nvSpPr>
        <p:spPr>
          <a:xfrm>
            <a:off x="2765425" y="4529138"/>
            <a:ext cx="268288"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t</a:t>
            </a:r>
            <a:endParaRPr b="0" i="0" sz="1400" u="none" cap="none" strike="noStrike">
              <a:solidFill>
                <a:srgbClr val="000000"/>
              </a:solidFill>
              <a:latin typeface="Arial"/>
              <a:ea typeface="Arial"/>
              <a:cs typeface="Arial"/>
              <a:sym typeface="Arial"/>
            </a:endParaRPr>
          </a:p>
        </p:txBody>
      </p:sp>
      <p:sp>
        <p:nvSpPr>
          <p:cNvPr id="1096" name="Google Shape;1096;p53"/>
          <p:cNvSpPr/>
          <p:nvPr/>
        </p:nvSpPr>
        <p:spPr>
          <a:xfrm>
            <a:off x="4429125" y="4538663"/>
            <a:ext cx="268288"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t</a:t>
            </a:r>
            <a:endParaRPr b="0" i="0" sz="1400" u="none" cap="none" strike="noStrike">
              <a:solidFill>
                <a:srgbClr val="000000"/>
              </a:solidFill>
              <a:latin typeface="Arial"/>
              <a:ea typeface="Arial"/>
              <a:cs typeface="Arial"/>
              <a:sym typeface="Arial"/>
            </a:endParaRPr>
          </a:p>
        </p:txBody>
      </p:sp>
      <p:sp>
        <p:nvSpPr>
          <p:cNvPr id="1097" name="Google Shape;1097;p53"/>
          <p:cNvSpPr/>
          <p:nvPr/>
        </p:nvSpPr>
        <p:spPr>
          <a:xfrm>
            <a:off x="3551238" y="4494213"/>
            <a:ext cx="369887"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E</a:t>
            </a:r>
            <a:endParaRPr b="0" i="0" sz="1400" u="none" cap="none" strike="noStrike">
              <a:solidFill>
                <a:srgbClr val="000000"/>
              </a:solidFill>
              <a:latin typeface="Arial"/>
              <a:ea typeface="Arial"/>
              <a:cs typeface="Arial"/>
              <a:sym typeface="Arial"/>
            </a:endParaRPr>
          </a:p>
        </p:txBody>
      </p:sp>
      <p:grpSp>
        <p:nvGrpSpPr>
          <p:cNvPr id="1098" name="Google Shape;1098;p53"/>
          <p:cNvGrpSpPr/>
          <p:nvPr/>
        </p:nvGrpSpPr>
        <p:grpSpPr>
          <a:xfrm>
            <a:off x="5076825" y="4486275"/>
            <a:ext cx="2022475" cy="434975"/>
            <a:chOff x="3235" y="2826"/>
            <a:chExt cx="1274" cy="274"/>
          </a:xfrm>
        </p:grpSpPr>
        <p:sp>
          <p:nvSpPr>
            <p:cNvPr id="1099" name="Google Shape;1099;p53"/>
            <p:cNvSpPr/>
            <p:nvPr/>
          </p:nvSpPr>
          <p:spPr>
            <a:xfrm>
              <a:off x="3235" y="2830"/>
              <a:ext cx="1274" cy="270"/>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cxnSp>
          <p:nvCxnSpPr>
            <p:cNvPr id="1100" name="Google Shape;1100;p53"/>
            <p:cNvCxnSpPr/>
            <p:nvPr/>
          </p:nvCxnSpPr>
          <p:spPr>
            <a:xfrm>
              <a:off x="3471" y="2834"/>
              <a:ext cx="0" cy="262"/>
            </a:xfrm>
            <a:prstGeom prst="straightConnector1">
              <a:avLst/>
            </a:prstGeom>
            <a:noFill/>
            <a:ln cap="flat" cmpd="sng" w="12700">
              <a:solidFill>
                <a:schemeClr val="dk1"/>
              </a:solidFill>
              <a:prstDash val="solid"/>
              <a:round/>
              <a:headEnd len="sm" w="sm" type="none"/>
              <a:tailEnd len="sm" w="sm" type="none"/>
            </a:ln>
          </p:spPr>
        </p:cxnSp>
        <p:cxnSp>
          <p:nvCxnSpPr>
            <p:cNvPr id="1101" name="Google Shape;1101;p53"/>
            <p:cNvCxnSpPr/>
            <p:nvPr/>
          </p:nvCxnSpPr>
          <p:spPr>
            <a:xfrm>
              <a:off x="4281" y="2834"/>
              <a:ext cx="0" cy="262"/>
            </a:xfrm>
            <a:prstGeom prst="straightConnector1">
              <a:avLst/>
            </a:prstGeom>
            <a:noFill/>
            <a:ln cap="flat" cmpd="sng" w="12700">
              <a:solidFill>
                <a:schemeClr val="dk1"/>
              </a:solidFill>
              <a:prstDash val="solid"/>
              <a:round/>
              <a:headEnd len="sm" w="sm" type="none"/>
              <a:tailEnd len="sm" w="sm" type="none"/>
            </a:ln>
          </p:spPr>
        </p:cxnSp>
        <p:cxnSp>
          <p:nvCxnSpPr>
            <p:cNvPr id="1102" name="Google Shape;1102;p53"/>
            <p:cNvCxnSpPr/>
            <p:nvPr/>
          </p:nvCxnSpPr>
          <p:spPr>
            <a:xfrm>
              <a:off x="3696" y="2826"/>
              <a:ext cx="0" cy="270"/>
            </a:xfrm>
            <a:prstGeom prst="straightConnector1">
              <a:avLst/>
            </a:prstGeom>
            <a:noFill/>
            <a:ln cap="flat" cmpd="sng" w="12700">
              <a:solidFill>
                <a:schemeClr val="dk1"/>
              </a:solidFill>
              <a:prstDash val="solid"/>
              <a:round/>
              <a:headEnd len="sm" w="sm" type="none"/>
              <a:tailEnd len="sm" w="sm" type="none"/>
            </a:ln>
          </p:spPr>
        </p:cxnSp>
        <p:cxnSp>
          <p:nvCxnSpPr>
            <p:cNvPr id="1103" name="Google Shape;1103;p53"/>
            <p:cNvCxnSpPr/>
            <p:nvPr/>
          </p:nvCxnSpPr>
          <p:spPr>
            <a:xfrm>
              <a:off x="4063" y="2826"/>
              <a:ext cx="0" cy="263"/>
            </a:xfrm>
            <a:prstGeom prst="straightConnector1">
              <a:avLst/>
            </a:prstGeom>
            <a:noFill/>
            <a:ln cap="flat" cmpd="sng" w="12700">
              <a:solidFill>
                <a:schemeClr val="dk1"/>
              </a:solidFill>
              <a:prstDash val="solid"/>
              <a:round/>
              <a:headEnd len="sm" w="sm" type="none"/>
              <a:tailEnd len="sm" w="sm" type="none"/>
            </a:ln>
          </p:spPr>
        </p:cxnSp>
      </p:grpSp>
      <p:sp>
        <p:nvSpPr>
          <p:cNvPr id="1104" name="Google Shape;1104;p53"/>
          <p:cNvSpPr/>
          <p:nvPr/>
        </p:nvSpPr>
        <p:spPr>
          <a:xfrm>
            <a:off x="5110163" y="4518025"/>
            <a:ext cx="268287"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t</a:t>
            </a:r>
            <a:endParaRPr b="0" i="0" sz="1400" u="none" cap="none" strike="noStrike">
              <a:solidFill>
                <a:srgbClr val="000000"/>
              </a:solidFill>
              <a:latin typeface="Arial"/>
              <a:ea typeface="Arial"/>
              <a:cs typeface="Arial"/>
              <a:sym typeface="Arial"/>
            </a:endParaRPr>
          </a:p>
        </p:txBody>
      </p:sp>
      <p:sp>
        <p:nvSpPr>
          <p:cNvPr id="1105" name="Google Shape;1105;p53"/>
          <p:cNvSpPr/>
          <p:nvPr/>
        </p:nvSpPr>
        <p:spPr>
          <a:xfrm>
            <a:off x="6773863" y="4527550"/>
            <a:ext cx="268287"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t</a:t>
            </a:r>
            <a:endParaRPr b="0" i="0" sz="1400" u="none" cap="none" strike="noStrike">
              <a:solidFill>
                <a:srgbClr val="000000"/>
              </a:solidFill>
              <a:latin typeface="Arial"/>
              <a:ea typeface="Arial"/>
              <a:cs typeface="Arial"/>
              <a:sym typeface="Arial"/>
            </a:endParaRPr>
          </a:p>
        </p:txBody>
      </p:sp>
      <p:sp>
        <p:nvSpPr>
          <p:cNvPr id="1106" name="Google Shape;1106;p53"/>
          <p:cNvSpPr/>
          <p:nvPr/>
        </p:nvSpPr>
        <p:spPr>
          <a:xfrm>
            <a:off x="5895975" y="4483100"/>
            <a:ext cx="354013"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F</a:t>
            </a:r>
            <a:endParaRPr b="0" i="0" sz="1400" u="none" cap="none" strike="noStrike">
              <a:solidFill>
                <a:srgbClr val="000000"/>
              </a:solidFill>
              <a:latin typeface="Arial"/>
              <a:ea typeface="Arial"/>
              <a:cs typeface="Arial"/>
              <a:sym typeface="Arial"/>
            </a:endParaRPr>
          </a:p>
        </p:txBody>
      </p:sp>
      <p:grpSp>
        <p:nvGrpSpPr>
          <p:cNvPr id="1107" name="Google Shape;1107;p53"/>
          <p:cNvGrpSpPr/>
          <p:nvPr/>
        </p:nvGrpSpPr>
        <p:grpSpPr>
          <a:xfrm>
            <a:off x="7386638" y="4462463"/>
            <a:ext cx="2022475" cy="434975"/>
            <a:chOff x="4690" y="2811"/>
            <a:chExt cx="1274" cy="274"/>
          </a:xfrm>
        </p:grpSpPr>
        <p:sp>
          <p:nvSpPr>
            <p:cNvPr id="1108" name="Google Shape;1108;p53"/>
            <p:cNvSpPr/>
            <p:nvPr/>
          </p:nvSpPr>
          <p:spPr>
            <a:xfrm>
              <a:off x="4690" y="2815"/>
              <a:ext cx="1274" cy="270"/>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cxnSp>
          <p:nvCxnSpPr>
            <p:cNvPr id="1109" name="Google Shape;1109;p53"/>
            <p:cNvCxnSpPr/>
            <p:nvPr/>
          </p:nvCxnSpPr>
          <p:spPr>
            <a:xfrm>
              <a:off x="4926" y="2819"/>
              <a:ext cx="0" cy="262"/>
            </a:xfrm>
            <a:prstGeom prst="straightConnector1">
              <a:avLst/>
            </a:prstGeom>
            <a:noFill/>
            <a:ln cap="flat" cmpd="sng" w="12700">
              <a:solidFill>
                <a:schemeClr val="dk1"/>
              </a:solidFill>
              <a:prstDash val="solid"/>
              <a:round/>
              <a:headEnd len="sm" w="sm" type="none"/>
              <a:tailEnd len="sm" w="sm" type="none"/>
            </a:ln>
          </p:spPr>
        </p:cxnSp>
        <p:cxnSp>
          <p:nvCxnSpPr>
            <p:cNvPr id="1110" name="Google Shape;1110;p53"/>
            <p:cNvCxnSpPr/>
            <p:nvPr/>
          </p:nvCxnSpPr>
          <p:spPr>
            <a:xfrm>
              <a:off x="5736" y="2819"/>
              <a:ext cx="0" cy="262"/>
            </a:xfrm>
            <a:prstGeom prst="straightConnector1">
              <a:avLst/>
            </a:prstGeom>
            <a:noFill/>
            <a:ln cap="flat" cmpd="sng" w="12700">
              <a:solidFill>
                <a:schemeClr val="dk1"/>
              </a:solidFill>
              <a:prstDash val="solid"/>
              <a:round/>
              <a:headEnd len="sm" w="sm" type="none"/>
              <a:tailEnd len="sm" w="sm" type="none"/>
            </a:ln>
          </p:spPr>
        </p:cxnSp>
        <p:cxnSp>
          <p:nvCxnSpPr>
            <p:cNvPr id="1111" name="Google Shape;1111;p53"/>
            <p:cNvCxnSpPr/>
            <p:nvPr/>
          </p:nvCxnSpPr>
          <p:spPr>
            <a:xfrm>
              <a:off x="5151" y="2811"/>
              <a:ext cx="0" cy="270"/>
            </a:xfrm>
            <a:prstGeom prst="straightConnector1">
              <a:avLst/>
            </a:prstGeom>
            <a:noFill/>
            <a:ln cap="flat" cmpd="sng" w="12700">
              <a:solidFill>
                <a:schemeClr val="dk1"/>
              </a:solidFill>
              <a:prstDash val="solid"/>
              <a:round/>
              <a:headEnd len="sm" w="sm" type="none"/>
              <a:tailEnd len="sm" w="sm" type="none"/>
            </a:ln>
          </p:spPr>
        </p:cxnSp>
        <p:cxnSp>
          <p:nvCxnSpPr>
            <p:cNvPr id="1112" name="Google Shape;1112;p53"/>
            <p:cNvCxnSpPr/>
            <p:nvPr/>
          </p:nvCxnSpPr>
          <p:spPr>
            <a:xfrm>
              <a:off x="5518" y="2811"/>
              <a:ext cx="0" cy="263"/>
            </a:xfrm>
            <a:prstGeom prst="straightConnector1">
              <a:avLst/>
            </a:prstGeom>
            <a:noFill/>
            <a:ln cap="flat" cmpd="sng" w="12700">
              <a:solidFill>
                <a:schemeClr val="dk1"/>
              </a:solidFill>
              <a:prstDash val="solid"/>
              <a:round/>
              <a:headEnd len="sm" w="sm" type="none"/>
              <a:tailEnd len="sm" w="sm" type="none"/>
            </a:ln>
          </p:spPr>
        </p:cxnSp>
      </p:grpSp>
      <p:sp>
        <p:nvSpPr>
          <p:cNvPr id="1113" name="Google Shape;1113;p53"/>
          <p:cNvSpPr/>
          <p:nvPr/>
        </p:nvSpPr>
        <p:spPr>
          <a:xfrm>
            <a:off x="7419975" y="4494213"/>
            <a:ext cx="268288"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t</a:t>
            </a:r>
            <a:endParaRPr b="0" i="0" sz="1400" u="none" cap="none" strike="noStrike">
              <a:solidFill>
                <a:srgbClr val="000000"/>
              </a:solidFill>
              <a:latin typeface="Arial"/>
              <a:ea typeface="Arial"/>
              <a:cs typeface="Arial"/>
              <a:sym typeface="Arial"/>
            </a:endParaRPr>
          </a:p>
        </p:txBody>
      </p:sp>
      <p:sp>
        <p:nvSpPr>
          <p:cNvPr id="1114" name="Google Shape;1114;p53"/>
          <p:cNvSpPr/>
          <p:nvPr/>
        </p:nvSpPr>
        <p:spPr>
          <a:xfrm>
            <a:off x="9083675" y="4503738"/>
            <a:ext cx="268288"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t</a:t>
            </a:r>
            <a:endParaRPr b="0" i="0" sz="1400" u="none" cap="none" strike="noStrike">
              <a:solidFill>
                <a:srgbClr val="000000"/>
              </a:solidFill>
              <a:latin typeface="Arial"/>
              <a:ea typeface="Arial"/>
              <a:cs typeface="Arial"/>
              <a:sym typeface="Arial"/>
            </a:endParaRPr>
          </a:p>
        </p:txBody>
      </p:sp>
      <p:sp>
        <p:nvSpPr>
          <p:cNvPr id="1115" name="Google Shape;1115;p53"/>
          <p:cNvSpPr/>
          <p:nvPr/>
        </p:nvSpPr>
        <p:spPr>
          <a:xfrm>
            <a:off x="8205788" y="4459288"/>
            <a:ext cx="404812"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G</a:t>
            </a:r>
            <a:endParaRPr b="0" i="0" sz="1400" u="none" cap="none" strike="noStrike">
              <a:solidFill>
                <a:srgbClr val="000000"/>
              </a:solidFill>
              <a:latin typeface="Arial"/>
              <a:ea typeface="Arial"/>
              <a:cs typeface="Arial"/>
              <a:sym typeface="Arial"/>
            </a:endParaRPr>
          </a:p>
        </p:txBody>
      </p:sp>
      <p:grpSp>
        <p:nvGrpSpPr>
          <p:cNvPr id="1116" name="Google Shape;1116;p53"/>
          <p:cNvGrpSpPr/>
          <p:nvPr/>
        </p:nvGrpSpPr>
        <p:grpSpPr>
          <a:xfrm>
            <a:off x="446088" y="4498975"/>
            <a:ext cx="2022475" cy="434975"/>
            <a:chOff x="318" y="2834"/>
            <a:chExt cx="1274" cy="274"/>
          </a:xfrm>
        </p:grpSpPr>
        <p:sp>
          <p:nvSpPr>
            <p:cNvPr id="1117" name="Google Shape;1117;p53"/>
            <p:cNvSpPr/>
            <p:nvPr/>
          </p:nvSpPr>
          <p:spPr>
            <a:xfrm>
              <a:off x="318" y="2838"/>
              <a:ext cx="1274" cy="270"/>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cxnSp>
          <p:nvCxnSpPr>
            <p:cNvPr id="1118" name="Google Shape;1118;p53"/>
            <p:cNvCxnSpPr/>
            <p:nvPr/>
          </p:nvCxnSpPr>
          <p:spPr>
            <a:xfrm>
              <a:off x="554" y="2842"/>
              <a:ext cx="0" cy="262"/>
            </a:xfrm>
            <a:prstGeom prst="straightConnector1">
              <a:avLst/>
            </a:prstGeom>
            <a:noFill/>
            <a:ln cap="flat" cmpd="sng" w="12700">
              <a:solidFill>
                <a:schemeClr val="dk1"/>
              </a:solidFill>
              <a:prstDash val="solid"/>
              <a:round/>
              <a:headEnd len="sm" w="sm" type="none"/>
              <a:tailEnd len="sm" w="sm" type="none"/>
            </a:ln>
          </p:spPr>
        </p:cxnSp>
        <p:cxnSp>
          <p:nvCxnSpPr>
            <p:cNvPr id="1119" name="Google Shape;1119;p53"/>
            <p:cNvCxnSpPr/>
            <p:nvPr/>
          </p:nvCxnSpPr>
          <p:spPr>
            <a:xfrm>
              <a:off x="1364" y="2842"/>
              <a:ext cx="0" cy="262"/>
            </a:xfrm>
            <a:prstGeom prst="straightConnector1">
              <a:avLst/>
            </a:prstGeom>
            <a:noFill/>
            <a:ln cap="flat" cmpd="sng" w="12700">
              <a:solidFill>
                <a:schemeClr val="dk1"/>
              </a:solidFill>
              <a:prstDash val="solid"/>
              <a:round/>
              <a:headEnd len="sm" w="sm" type="none"/>
              <a:tailEnd len="sm" w="sm" type="none"/>
            </a:ln>
          </p:spPr>
        </p:cxnSp>
        <p:cxnSp>
          <p:nvCxnSpPr>
            <p:cNvPr id="1120" name="Google Shape;1120;p53"/>
            <p:cNvCxnSpPr/>
            <p:nvPr/>
          </p:nvCxnSpPr>
          <p:spPr>
            <a:xfrm>
              <a:off x="779" y="2834"/>
              <a:ext cx="0" cy="270"/>
            </a:xfrm>
            <a:prstGeom prst="straightConnector1">
              <a:avLst/>
            </a:prstGeom>
            <a:noFill/>
            <a:ln cap="flat" cmpd="sng" w="12700">
              <a:solidFill>
                <a:schemeClr val="dk1"/>
              </a:solidFill>
              <a:prstDash val="solid"/>
              <a:round/>
              <a:headEnd len="sm" w="sm" type="none"/>
              <a:tailEnd len="sm" w="sm" type="none"/>
            </a:ln>
          </p:spPr>
        </p:cxnSp>
        <p:cxnSp>
          <p:nvCxnSpPr>
            <p:cNvPr id="1121" name="Google Shape;1121;p53"/>
            <p:cNvCxnSpPr/>
            <p:nvPr/>
          </p:nvCxnSpPr>
          <p:spPr>
            <a:xfrm>
              <a:off x="1146" y="2834"/>
              <a:ext cx="0" cy="263"/>
            </a:xfrm>
            <a:prstGeom prst="straightConnector1">
              <a:avLst/>
            </a:prstGeom>
            <a:noFill/>
            <a:ln cap="flat" cmpd="sng" w="12700">
              <a:solidFill>
                <a:schemeClr val="dk1"/>
              </a:solidFill>
              <a:prstDash val="solid"/>
              <a:round/>
              <a:headEnd len="sm" w="sm" type="none"/>
              <a:tailEnd len="sm" w="sm" type="none"/>
            </a:ln>
          </p:spPr>
        </p:cxnSp>
      </p:grpSp>
      <p:sp>
        <p:nvSpPr>
          <p:cNvPr id="1122" name="Google Shape;1122;p53"/>
          <p:cNvSpPr/>
          <p:nvPr/>
        </p:nvSpPr>
        <p:spPr>
          <a:xfrm>
            <a:off x="479425" y="4530725"/>
            <a:ext cx="285750"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f</a:t>
            </a:r>
            <a:endParaRPr b="0" i="0" sz="1400" u="none" cap="none" strike="noStrike">
              <a:solidFill>
                <a:srgbClr val="000000"/>
              </a:solidFill>
              <a:latin typeface="Arial"/>
              <a:ea typeface="Arial"/>
              <a:cs typeface="Arial"/>
              <a:sym typeface="Arial"/>
            </a:endParaRPr>
          </a:p>
        </p:txBody>
      </p:sp>
      <p:sp>
        <p:nvSpPr>
          <p:cNvPr id="1123" name="Google Shape;1123;p53"/>
          <p:cNvSpPr/>
          <p:nvPr/>
        </p:nvSpPr>
        <p:spPr>
          <a:xfrm>
            <a:off x="2143125" y="4540250"/>
            <a:ext cx="285750"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f</a:t>
            </a:r>
            <a:endParaRPr b="0" i="0" sz="1400" u="none" cap="none" strike="noStrike">
              <a:solidFill>
                <a:srgbClr val="000000"/>
              </a:solidFill>
              <a:latin typeface="Arial"/>
              <a:ea typeface="Arial"/>
              <a:cs typeface="Arial"/>
              <a:sym typeface="Arial"/>
            </a:endParaRPr>
          </a:p>
        </p:txBody>
      </p:sp>
      <p:sp>
        <p:nvSpPr>
          <p:cNvPr id="1124" name="Google Shape;1124;p53"/>
          <p:cNvSpPr/>
          <p:nvPr/>
        </p:nvSpPr>
        <p:spPr>
          <a:xfrm>
            <a:off x="1265238" y="4495800"/>
            <a:ext cx="404812"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D</a:t>
            </a:r>
            <a:endParaRPr b="0" i="0" sz="1400" u="none" cap="none" strike="noStrike">
              <a:solidFill>
                <a:srgbClr val="000000"/>
              </a:solidFill>
              <a:latin typeface="Arial"/>
              <a:ea typeface="Arial"/>
              <a:cs typeface="Arial"/>
              <a:sym typeface="Arial"/>
            </a:endParaRPr>
          </a:p>
        </p:txBody>
      </p:sp>
      <p:grpSp>
        <p:nvGrpSpPr>
          <p:cNvPr id="1125" name="Google Shape;1125;p53"/>
          <p:cNvGrpSpPr/>
          <p:nvPr/>
        </p:nvGrpSpPr>
        <p:grpSpPr>
          <a:xfrm>
            <a:off x="2506663" y="5413375"/>
            <a:ext cx="2022475" cy="434975"/>
            <a:chOff x="1616" y="3410"/>
            <a:chExt cx="1274" cy="274"/>
          </a:xfrm>
        </p:grpSpPr>
        <p:sp>
          <p:nvSpPr>
            <p:cNvPr id="1126" name="Google Shape;1126;p53"/>
            <p:cNvSpPr/>
            <p:nvPr/>
          </p:nvSpPr>
          <p:spPr>
            <a:xfrm>
              <a:off x="1616" y="3414"/>
              <a:ext cx="1274" cy="270"/>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cxnSp>
          <p:nvCxnSpPr>
            <p:cNvPr id="1127" name="Google Shape;1127;p53"/>
            <p:cNvCxnSpPr/>
            <p:nvPr/>
          </p:nvCxnSpPr>
          <p:spPr>
            <a:xfrm>
              <a:off x="1852" y="3418"/>
              <a:ext cx="0" cy="262"/>
            </a:xfrm>
            <a:prstGeom prst="straightConnector1">
              <a:avLst/>
            </a:prstGeom>
            <a:noFill/>
            <a:ln cap="flat" cmpd="sng" w="12700">
              <a:solidFill>
                <a:schemeClr val="dk1"/>
              </a:solidFill>
              <a:prstDash val="solid"/>
              <a:round/>
              <a:headEnd len="sm" w="sm" type="none"/>
              <a:tailEnd len="sm" w="sm" type="none"/>
            </a:ln>
          </p:spPr>
        </p:cxnSp>
        <p:cxnSp>
          <p:nvCxnSpPr>
            <p:cNvPr id="1128" name="Google Shape;1128;p53"/>
            <p:cNvCxnSpPr/>
            <p:nvPr/>
          </p:nvCxnSpPr>
          <p:spPr>
            <a:xfrm>
              <a:off x="2662" y="3418"/>
              <a:ext cx="0" cy="262"/>
            </a:xfrm>
            <a:prstGeom prst="straightConnector1">
              <a:avLst/>
            </a:prstGeom>
            <a:noFill/>
            <a:ln cap="flat" cmpd="sng" w="12700">
              <a:solidFill>
                <a:schemeClr val="dk1"/>
              </a:solidFill>
              <a:prstDash val="solid"/>
              <a:round/>
              <a:headEnd len="sm" w="sm" type="none"/>
              <a:tailEnd len="sm" w="sm" type="none"/>
            </a:ln>
          </p:spPr>
        </p:cxnSp>
        <p:cxnSp>
          <p:nvCxnSpPr>
            <p:cNvPr id="1129" name="Google Shape;1129;p53"/>
            <p:cNvCxnSpPr/>
            <p:nvPr/>
          </p:nvCxnSpPr>
          <p:spPr>
            <a:xfrm>
              <a:off x="2077" y="3410"/>
              <a:ext cx="0" cy="270"/>
            </a:xfrm>
            <a:prstGeom prst="straightConnector1">
              <a:avLst/>
            </a:prstGeom>
            <a:noFill/>
            <a:ln cap="flat" cmpd="sng" w="12700">
              <a:solidFill>
                <a:schemeClr val="dk1"/>
              </a:solidFill>
              <a:prstDash val="solid"/>
              <a:round/>
              <a:headEnd len="sm" w="sm" type="none"/>
              <a:tailEnd len="sm" w="sm" type="none"/>
            </a:ln>
          </p:spPr>
        </p:cxnSp>
        <p:cxnSp>
          <p:nvCxnSpPr>
            <p:cNvPr id="1130" name="Google Shape;1130;p53"/>
            <p:cNvCxnSpPr/>
            <p:nvPr/>
          </p:nvCxnSpPr>
          <p:spPr>
            <a:xfrm>
              <a:off x="2444" y="3410"/>
              <a:ext cx="0" cy="263"/>
            </a:xfrm>
            <a:prstGeom prst="straightConnector1">
              <a:avLst/>
            </a:prstGeom>
            <a:noFill/>
            <a:ln cap="flat" cmpd="sng" w="12700">
              <a:solidFill>
                <a:schemeClr val="dk1"/>
              </a:solidFill>
              <a:prstDash val="solid"/>
              <a:round/>
              <a:headEnd len="sm" w="sm" type="none"/>
              <a:tailEnd len="sm" w="sm" type="none"/>
            </a:ln>
          </p:spPr>
        </p:cxnSp>
      </p:grpSp>
      <p:sp>
        <p:nvSpPr>
          <p:cNvPr id="1131" name="Google Shape;1131;p53"/>
          <p:cNvSpPr/>
          <p:nvPr/>
        </p:nvSpPr>
        <p:spPr>
          <a:xfrm>
            <a:off x="2540000" y="5445125"/>
            <a:ext cx="268288"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t</a:t>
            </a:r>
            <a:endParaRPr b="0" i="0" sz="1400" u="none" cap="none" strike="noStrike">
              <a:solidFill>
                <a:srgbClr val="000000"/>
              </a:solidFill>
              <a:latin typeface="Arial"/>
              <a:ea typeface="Arial"/>
              <a:cs typeface="Arial"/>
              <a:sym typeface="Arial"/>
            </a:endParaRPr>
          </a:p>
        </p:txBody>
      </p:sp>
      <p:sp>
        <p:nvSpPr>
          <p:cNvPr id="1132" name="Google Shape;1132;p53"/>
          <p:cNvSpPr/>
          <p:nvPr/>
        </p:nvSpPr>
        <p:spPr>
          <a:xfrm>
            <a:off x="4203700" y="5454650"/>
            <a:ext cx="268288"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t</a:t>
            </a:r>
            <a:endParaRPr b="0" i="0" sz="1400" u="none" cap="none" strike="noStrike">
              <a:solidFill>
                <a:srgbClr val="000000"/>
              </a:solidFill>
              <a:latin typeface="Arial"/>
              <a:ea typeface="Arial"/>
              <a:cs typeface="Arial"/>
              <a:sym typeface="Arial"/>
            </a:endParaRPr>
          </a:p>
        </p:txBody>
      </p:sp>
      <p:sp>
        <p:nvSpPr>
          <p:cNvPr id="1133" name="Google Shape;1133;p53"/>
          <p:cNvSpPr/>
          <p:nvPr/>
        </p:nvSpPr>
        <p:spPr>
          <a:xfrm>
            <a:off x="3409950" y="5410200"/>
            <a:ext cx="285750"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I</a:t>
            </a:r>
            <a:endParaRPr b="0" i="0" sz="1400" u="none" cap="none" strike="noStrike">
              <a:solidFill>
                <a:srgbClr val="000000"/>
              </a:solidFill>
              <a:latin typeface="Arial"/>
              <a:ea typeface="Arial"/>
              <a:cs typeface="Arial"/>
              <a:sym typeface="Arial"/>
            </a:endParaRPr>
          </a:p>
        </p:txBody>
      </p:sp>
      <p:grpSp>
        <p:nvGrpSpPr>
          <p:cNvPr id="1134" name="Google Shape;1134;p53"/>
          <p:cNvGrpSpPr/>
          <p:nvPr/>
        </p:nvGrpSpPr>
        <p:grpSpPr>
          <a:xfrm>
            <a:off x="65088" y="5414963"/>
            <a:ext cx="2022475" cy="434975"/>
            <a:chOff x="78" y="3411"/>
            <a:chExt cx="1274" cy="274"/>
          </a:xfrm>
        </p:grpSpPr>
        <p:sp>
          <p:nvSpPr>
            <p:cNvPr id="1135" name="Google Shape;1135;p53"/>
            <p:cNvSpPr/>
            <p:nvPr/>
          </p:nvSpPr>
          <p:spPr>
            <a:xfrm>
              <a:off x="78" y="3415"/>
              <a:ext cx="1274" cy="270"/>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cxnSp>
          <p:nvCxnSpPr>
            <p:cNvPr id="1136" name="Google Shape;1136;p53"/>
            <p:cNvCxnSpPr/>
            <p:nvPr/>
          </p:nvCxnSpPr>
          <p:spPr>
            <a:xfrm>
              <a:off x="314" y="3419"/>
              <a:ext cx="0" cy="262"/>
            </a:xfrm>
            <a:prstGeom prst="straightConnector1">
              <a:avLst/>
            </a:prstGeom>
            <a:noFill/>
            <a:ln cap="flat" cmpd="sng" w="12700">
              <a:solidFill>
                <a:schemeClr val="dk1"/>
              </a:solidFill>
              <a:prstDash val="solid"/>
              <a:round/>
              <a:headEnd len="sm" w="sm" type="none"/>
              <a:tailEnd len="sm" w="sm" type="none"/>
            </a:ln>
          </p:spPr>
        </p:cxnSp>
        <p:cxnSp>
          <p:nvCxnSpPr>
            <p:cNvPr id="1137" name="Google Shape;1137;p53"/>
            <p:cNvCxnSpPr/>
            <p:nvPr/>
          </p:nvCxnSpPr>
          <p:spPr>
            <a:xfrm>
              <a:off x="1124" y="3419"/>
              <a:ext cx="0" cy="262"/>
            </a:xfrm>
            <a:prstGeom prst="straightConnector1">
              <a:avLst/>
            </a:prstGeom>
            <a:noFill/>
            <a:ln cap="flat" cmpd="sng" w="12700">
              <a:solidFill>
                <a:schemeClr val="dk1"/>
              </a:solidFill>
              <a:prstDash val="solid"/>
              <a:round/>
              <a:headEnd len="sm" w="sm" type="none"/>
              <a:tailEnd len="sm" w="sm" type="none"/>
            </a:ln>
          </p:spPr>
        </p:cxnSp>
        <p:cxnSp>
          <p:nvCxnSpPr>
            <p:cNvPr id="1138" name="Google Shape;1138;p53"/>
            <p:cNvCxnSpPr/>
            <p:nvPr/>
          </p:nvCxnSpPr>
          <p:spPr>
            <a:xfrm>
              <a:off x="539" y="3411"/>
              <a:ext cx="0" cy="270"/>
            </a:xfrm>
            <a:prstGeom prst="straightConnector1">
              <a:avLst/>
            </a:prstGeom>
            <a:noFill/>
            <a:ln cap="flat" cmpd="sng" w="12700">
              <a:solidFill>
                <a:schemeClr val="dk1"/>
              </a:solidFill>
              <a:prstDash val="solid"/>
              <a:round/>
              <a:headEnd len="sm" w="sm" type="none"/>
              <a:tailEnd len="sm" w="sm" type="none"/>
            </a:ln>
          </p:spPr>
        </p:cxnSp>
        <p:cxnSp>
          <p:nvCxnSpPr>
            <p:cNvPr id="1139" name="Google Shape;1139;p53"/>
            <p:cNvCxnSpPr/>
            <p:nvPr/>
          </p:nvCxnSpPr>
          <p:spPr>
            <a:xfrm>
              <a:off x="906" y="3411"/>
              <a:ext cx="0" cy="263"/>
            </a:xfrm>
            <a:prstGeom prst="straightConnector1">
              <a:avLst/>
            </a:prstGeom>
            <a:noFill/>
            <a:ln cap="flat" cmpd="sng" w="12700">
              <a:solidFill>
                <a:schemeClr val="dk1"/>
              </a:solidFill>
              <a:prstDash val="solid"/>
              <a:round/>
              <a:headEnd len="sm" w="sm" type="none"/>
              <a:tailEnd len="sm" w="sm" type="none"/>
            </a:ln>
          </p:spPr>
        </p:cxnSp>
      </p:grpSp>
      <p:sp>
        <p:nvSpPr>
          <p:cNvPr id="1140" name="Google Shape;1140;p53"/>
          <p:cNvSpPr/>
          <p:nvPr/>
        </p:nvSpPr>
        <p:spPr>
          <a:xfrm>
            <a:off x="98425" y="5446713"/>
            <a:ext cx="268288"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t</a:t>
            </a:r>
            <a:endParaRPr b="0" i="0" sz="1400" u="none" cap="none" strike="noStrike">
              <a:solidFill>
                <a:srgbClr val="000000"/>
              </a:solidFill>
              <a:latin typeface="Arial"/>
              <a:ea typeface="Arial"/>
              <a:cs typeface="Arial"/>
              <a:sym typeface="Arial"/>
            </a:endParaRPr>
          </a:p>
        </p:txBody>
      </p:sp>
      <p:sp>
        <p:nvSpPr>
          <p:cNvPr id="1141" name="Google Shape;1141;p53"/>
          <p:cNvSpPr/>
          <p:nvPr/>
        </p:nvSpPr>
        <p:spPr>
          <a:xfrm>
            <a:off x="1774825" y="5454650"/>
            <a:ext cx="268288"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t</a:t>
            </a:r>
            <a:endParaRPr b="0" i="0" sz="1400" u="none" cap="none" strike="noStrike">
              <a:solidFill>
                <a:srgbClr val="000000"/>
              </a:solidFill>
              <a:latin typeface="Arial"/>
              <a:ea typeface="Arial"/>
              <a:cs typeface="Arial"/>
              <a:sym typeface="Arial"/>
            </a:endParaRPr>
          </a:p>
        </p:txBody>
      </p:sp>
      <p:sp>
        <p:nvSpPr>
          <p:cNvPr id="1142" name="Google Shape;1142;p53"/>
          <p:cNvSpPr/>
          <p:nvPr/>
        </p:nvSpPr>
        <p:spPr>
          <a:xfrm>
            <a:off x="884238" y="5411788"/>
            <a:ext cx="404812"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H</a:t>
            </a:r>
            <a:endParaRPr b="0" i="0" sz="1400" u="none" cap="none" strike="noStrike">
              <a:solidFill>
                <a:srgbClr val="000000"/>
              </a:solidFill>
              <a:latin typeface="Arial"/>
              <a:ea typeface="Arial"/>
              <a:cs typeface="Arial"/>
              <a:sym typeface="Arial"/>
            </a:endParaRPr>
          </a:p>
        </p:txBody>
      </p:sp>
      <p:cxnSp>
        <p:nvCxnSpPr>
          <p:cNvPr id="1143" name="Google Shape;1143;p53"/>
          <p:cNvCxnSpPr/>
          <p:nvPr/>
        </p:nvCxnSpPr>
        <p:spPr>
          <a:xfrm flipH="1">
            <a:off x="3240088" y="3095625"/>
            <a:ext cx="1249362" cy="536575"/>
          </a:xfrm>
          <a:prstGeom prst="straightConnector1">
            <a:avLst/>
          </a:prstGeom>
          <a:noFill/>
          <a:ln cap="flat" cmpd="sng" w="12700">
            <a:solidFill>
              <a:schemeClr val="dk1"/>
            </a:solidFill>
            <a:prstDash val="solid"/>
            <a:round/>
            <a:headEnd len="sm" w="sm" type="none"/>
            <a:tailEnd len="med" w="med" type="stealth"/>
          </a:ln>
        </p:spPr>
      </p:cxnSp>
      <p:cxnSp>
        <p:nvCxnSpPr>
          <p:cNvPr id="1144" name="Google Shape;1144;p53"/>
          <p:cNvCxnSpPr/>
          <p:nvPr/>
        </p:nvCxnSpPr>
        <p:spPr>
          <a:xfrm>
            <a:off x="5453063" y="3106738"/>
            <a:ext cx="1322387" cy="512762"/>
          </a:xfrm>
          <a:prstGeom prst="straightConnector1">
            <a:avLst/>
          </a:prstGeom>
          <a:noFill/>
          <a:ln cap="flat" cmpd="sng" w="12700">
            <a:solidFill>
              <a:schemeClr val="dk1"/>
            </a:solidFill>
            <a:prstDash val="solid"/>
            <a:round/>
            <a:headEnd len="sm" w="sm" type="none"/>
            <a:tailEnd len="med" w="med" type="stealth"/>
          </a:ln>
        </p:spPr>
      </p:cxnSp>
      <p:cxnSp>
        <p:nvCxnSpPr>
          <p:cNvPr id="1145" name="Google Shape;1145;p53"/>
          <p:cNvCxnSpPr/>
          <p:nvPr/>
        </p:nvCxnSpPr>
        <p:spPr>
          <a:xfrm flipH="1">
            <a:off x="1512888" y="3929063"/>
            <a:ext cx="642937" cy="536575"/>
          </a:xfrm>
          <a:prstGeom prst="straightConnector1">
            <a:avLst/>
          </a:prstGeom>
          <a:noFill/>
          <a:ln cap="flat" cmpd="sng" w="12700">
            <a:solidFill>
              <a:schemeClr val="dk1"/>
            </a:solidFill>
            <a:prstDash val="solid"/>
            <a:round/>
            <a:headEnd len="sm" w="sm" type="none"/>
            <a:tailEnd len="med" w="med" type="stealth"/>
          </a:ln>
        </p:spPr>
      </p:cxnSp>
      <p:cxnSp>
        <p:nvCxnSpPr>
          <p:cNvPr id="1146" name="Google Shape;1146;p53"/>
          <p:cNvCxnSpPr/>
          <p:nvPr/>
        </p:nvCxnSpPr>
        <p:spPr>
          <a:xfrm>
            <a:off x="3097213" y="3929063"/>
            <a:ext cx="619125" cy="547687"/>
          </a:xfrm>
          <a:prstGeom prst="straightConnector1">
            <a:avLst/>
          </a:prstGeom>
          <a:noFill/>
          <a:ln cap="flat" cmpd="sng" w="12700">
            <a:solidFill>
              <a:schemeClr val="dk1"/>
            </a:solidFill>
            <a:prstDash val="solid"/>
            <a:round/>
            <a:headEnd len="sm" w="sm" type="none"/>
            <a:tailEnd len="med" w="med" type="stealth"/>
          </a:ln>
        </p:spPr>
      </p:cxnSp>
      <p:cxnSp>
        <p:nvCxnSpPr>
          <p:cNvPr id="1147" name="Google Shape;1147;p53"/>
          <p:cNvCxnSpPr/>
          <p:nvPr/>
        </p:nvCxnSpPr>
        <p:spPr>
          <a:xfrm flipH="1">
            <a:off x="6143625" y="3917950"/>
            <a:ext cx="631825" cy="534988"/>
          </a:xfrm>
          <a:prstGeom prst="straightConnector1">
            <a:avLst/>
          </a:prstGeom>
          <a:noFill/>
          <a:ln cap="flat" cmpd="sng" w="12700">
            <a:solidFill>
              <a:schemeClr val="dk1"/>
            </a:solidFill>
            <a:prstDash val="solid"/>
            <a:round/>
            <a:headEnd len="sm" w="sm" type="none"/>
            <a:tailEnd len="med" w="med" type="stealth"/>
          </a:ln>
        </p:spPr>
      </p:cxnSp>
      <p:cxnSp>
        <p:nvCxnSpPr>
          <p:cNvPr id="1148" name="Google Shape;1148;p53"/>
          <p:cNvCxnSpPr/>
          <p:nvPr/>
        </p:nvCxnSpPr>
        <p:spPr>
          <a:xfrm>
            <a:off x="7715250" y="3941763"/>
            <a:ext cx="655638" cy="500062"/>
          </a:xfrm>
          <a:prstGeom prst="straightConnector1">
            <a:avLst/>
          </a:prstGeom>
          <a:noFill/>
          <a:ln cap="flat" cmpd="sng" w="12700">
            <a:solidFill>
              <a:schemeClr val="dk1"/>
            </a:solidFill>
            <a:prstDash val="solid"/>
            <a:round/>
            <a:headEnd len="sm" w="sm" type="none"/>
            <a:tailEnd len="med" w="med" type="stealth"/>
          </a:ln>
        </p:spPr>
      </p:cxnSp>
      <p:cxnSp>
        <p:nvCxnSpPr>
          <p:cNvPr id="1149" name="Google Shape;1149;p53"/>
          <p:cNvCxnSpPr/>
          <p:nvPr/>
        </p:nvCxnSpPr>
        <p:spPr>
          <a:xfrm flipH="1">
            <a:off x="465138" y="4799013"/>
            <a:ext cx="547687" cy="571500"/>
          </a:xfrm>
          <a:prstGeom prst="straightConnector1">
            <a:avLst/>
          </a:prstGeom>
          <a:noFill/>
          <a:ln cap="flat" cmpd="sng" w="12700">
            <a:solidFill>
              <a:schemeClr val="dk1"/>
            </a:solidFill>
            <a:prstDash val="solid"/>
            <a:round/>
            <a:headEnd len="sm" w="sm" type="none"/>
            <a:tailEnd len="med" w="med" type="stealth"/>
          </a:ln>
        </p:spPr>
      </p:cxnSp>
      <p:cxnSp>
        <p:nvCxnSpPr>
          <p:cNvPr id="1150" name="Google Shape;1150;p53"/>
          <p:cNvCxnSpPr/>
          <p:nvPr/>
        </p:nvCxnSpPr>
        <p:spPr>
          <a:xfrm>
            <a:off x="1954213" y="4786313"/>
            <a:ext cx="1035050" cy="595312"/>
          </a:xfrm>
          <a:prstGeom prst="straightConnector1">
            <a:avLst/>
          </a:prstGeom>
          <a:noFill/>
          <a:ln cap="flat" cmpd="sng" w="12700">
            <a:solidFill>
              <a:schemeClr val="dk1"/>
            </a:solidFill>
            <a:prstDash val="solid"/>
            <a:round/>
            <a:headEnd len="sm" w="sm" type="none"/>
            <a:tailEnd len="med" w="med" type="stealth"/>
          </a:ln>
        </p:spPr>
      </p:cxnSp>
      <p:cxnSp>
        <p:nvCxnSpPr>
          <p:cNvPr id="1151" name="Google Shape;1151;p53"/>
          <p:cNvCxnSpPr/>
          <p:nvPr/>
        </p:nvCxnSpPr>
        <p:spPr>
          <a:xfrm>
            <a:off x="1560513" y="5619750"/>
            <a:ext cx="0" cy="381000"/>
          </a:xfrm>
          <a:prstGeom prst="straightConnector1">
            <a:avLst/>
          </a:prstGeom>
          <a:noFill/>
          <a:ln cap="flat" cmpd="sng" w="12700">
            <a:solidFill>
              <a:schemeClr val="dk1"/>
            </a:solidFill>
            <a:prstDash val="dot"/>
            <a:round/>
            <a:headEnd len="sm" w="sm" type="none"/>
            <a:tailEnd len="sm" w="sm" type="none"/>
          </a:ln>
        </p:spPr>
      </p:cxnSp>
      <p:cxnSp>
        <p:nvCxnSpPr>
          <p:cNvPr id="1152" name="Google Shape;1152;p53"/>
          <p:cNvCxnSpPr/>
          <p:nvPr/>
        </p:nvCxnSpPr>
        <p:spPr>
          <a:xfrm>
            <a:off x="1560513" y="6024563"/>
            <a:ext cx="619125" cy="0"/>
          </a:xfrm>
          <a:prstGeom prst="straightConnector1">
            <a:avLst/>
          </a:prstGeom>
          <a:noFill/>
          <a:ln cap="flat" cmpd="sng" w="12700">
            <a:solidFill>
              <a:schemeClr val="dk1"/>
            </a:solidFill>
            <a:prstDash val="dot"/>
            <a:round/>
            <a:headEnd len="sm" w="sm" type="none"/>
            <a:tailEnd len="sm" w="sm" type="none"/>
          </a:ln>
        </p:spPr>
      </p:cxnSp>
      <p:cxnSp>
        <p:nvCxnSpPr>
          <p:cNvPr id="1153" name="Google Shape;1153;p53"/>
          <p:cNvCxnSpPr/>
          <p:nvPr/>
        </p:nvCxnSpPr>
        <p:spPr>
          <a:xfrm rot="10800000">
            <a:off x="2203450" y="5334000"/>
            <a:ext cx="1588" cy="669925"/>
          </a:xfrm>
          <a:prstGeom prst="straightConnector1">
            <a:avLst/>
          </a:prstGeom>
          <a:noFill/>
          <a:ln cap="flat" cmpd="sng" w="12700">
            <a:solidFill>
              <a:schemeClr val="dk1"/>
            </a:solidFill>
            <a:prstDash val="dot"/>
            <a:round/>
            <a:headEnd len="sm" w="sm" type="none"/>
            <a:tailEnd len="sm" w="sm" type="none"/>
          </a:ln>
        </p:spPr>
      </p:cxnSp>
      <p:cxnSp>
        <p:nvCxnSpPr>
          <p:cNvPr id="1154" name="Google Shape;1154;p53"/>
          <p:cNvCxnSpPr/>
          <p:nvPr/>
        </p:nvCxnSpPr>
        <p:spPr>
          <a:xfrm>
            <a:off x="1597025" y="4989513"/>
            <a:ext cx="606425" cy="344487"/>
          </a:xfrm>
          <a:prstGeom prst="straightConnector1">
            <a:avLst/>
          </a:prstGeom>
          <a:noFill/>
          <a:ln cap="flat" cmpd="sng" w="12700">
            <a:solidFill>
              <a:schemeClr val="dk1"/>
            </a:solidFill>
            <a:prstDash val="dot"/>
            <a:round/>
            <a:headEnd len="med" w="med" type="stealth"/>
            <a:tailEnd len="sm" w="sm" type="none"/>
          </a:ln>
        </p:spPr>
      </p:cxnSp>
      <p:cxnSp>
        <p:nvCxnSpPr>
          <p:cNvPr id="1155" name="Google Shape;1155;p53"/>
          <p:cNvCxnSpPr/>
          <p:nvPr/>
        </p:nvCxnSpPr>
        <p:spPr>
          <a:xfrm>
            <a:off x="3073400" y="5680075"/>
            <a:ext cx="0" cy="333375"/>
          </a:xfrm>
          <a:prstGeom prst="straightConnector1">
            <a:avLst/>
          </a:prstGeom>
          <a:noFill/>
          <a:ln cap="flat" cmpd="sng" w="12700">
            <a:solidFill>
              <a:schemeClr val="dk1"/>
            </a:solidFill>
            <a:prstDash val="dot"/>
            <a:round/>
            <a:headEnd len="sm" w="sm" type="none"/>
            <a:tailEnd len="sm" w="sm" type="none"/>
          </a:ln>
        </p:spPr>
      </p:cxnSp>
      <p:cxnSp>
        <p:nvCxnSpPr>
          <p:cNvPr id="1156" name="Google Shape;1156;p53"/>
          <p:cNvCxnSpPr/>
          <p:nvPr/>
        </p:nvCxnSpPr>
        <p:spPr>
          <a:xfrm>
            <a:off x="2322513" y="6024563"/>
            <a:ext cx="739775" cy="0"/>
          </a:xfrm>
          <a:prstGeom prst="straightConnector1">
            <a:avLst/>
          </a:prstGeom>
          <a:noFill/>
          <a:ln cap="flat" cmpd="sng" w="12700">
            <a:solidFill>
              <a:schemeClr val="dk1"/>
            </a:solidFill>
            <a:prstDash val="dot"/>
            <a:round/>
            <a:headEnd len="sm" w="sm" type="none"/>
            <a:tailEnd len="sm" w="sm" type="none"/>
          </a:ln>
        </p:spPr>
      </p:cxnSp>
      <p:cxnSp>
        <p:nvCxnSpPr>
          <p:cNvPr id="1157" name="Google Shape;1157;p53"/>
          <p:cNvCxnSpPr/>
          <p:nvPr/>
        </p:nvCxnSpPr>
        <p:spPr>
          <a:xfrm>
            <a:off x="2322513" y="5048250"/>
            <a:ext cx="0" cy="976313"/>
          </a:xfrm>
          <a:prstGeom prst="straightConnector1">
            <a:avLst/>
          </a:prstGeom>
          <a:noFill/>
          <a:ln cap="flat" cmpd="sng" w="12700">
            <a:solidFill>
              <a:schemeClr val="dk1"/>
            </a:solidFill>
            <a:prstDash val="dot"/>
            <a:round/>
            <a:headEnd len="med" w="med" type="stealth"/>
            <a:tailEnd len="sm" w="sm" type="none"/>
          </a:ln>
        </p:spPr>
      </p:cxnSp>
      <p:cxnSp>
        <p:nvCxnSpPr>
          <p:cNvPr id="1158" name="Google Shape;1158;p53"/>
          <p:cNvCxnSpPr/>
          <p:nvPr/>
        </p:nvCxnSpPr>
        <p:spPr>
          <a:xfrm>
            <a:off x="2524125" y="4179888"/>
            <a:ext cx="1588" cy="1071562"/>
          </a:xfrm>
          <a:prstGeom prst="straightConnector1">
            <a:avLst/>
          </a:prstGeom>
          <a:noFill/>
          <a:ln cap="flat" cmpd="sng" w="12700">
            <a:solidFill>
              <a:schemeClr val="dk1"/>
            </a:solidFill>
            <a:prstDash val="dot"/>
            <a:round/>
            <a:headEnd len="med" w="med" type="stealth"/>
            <a:tailEnd len="sm" w="sm" type="none"/>
          </a:ln>
        </p:spPr>
      </p:cxnSp>
      <p:cxnSp>
        <p:nvCxnSpPr>
          <p:cNvPr id="1159" name="Google Shape;1159;p53"/>
          <p:cNvCxnSpPr/>
          <p:nvPr/>
        </p:nvCxnSpPr>
        <p:spPr>
          <a:xfrm>
            <a:off x="2525713" y="5238750"/>
            <a:ext cx="2178050" cy="0"/>
          </a:xfrm>
          <a:prstGeom prst="straightConnector1">
            <a:avLst/>
          </a:prstGeom>
          <a:noFill/>
          <a:ln cap="flat" cmpd="sng" w="12700">
            <a:solidFill>
              <a:schemeClr val="dk1"/>
            </a:solidFill>
            <a:prstDash val="dot"/>
            <a:round/>
            <a:headEnd len="sm" w="sm" type="none"/>
            <a:tailEnd len="sm" w="sm" type="none"/>
          </a:ln>
        </p:spPr>
      </p:cxnSp>
      <p:cxnSp>
        <p:nvCxnSpPr>
          <p:cNvPr id="1160" name="Google Shape;1160;p53"/>
          <p:cNvCxnSpPr/>
          <p:nvPr/>
        </p:nvCxnSpPr>
        <p:spPr>
          <a:xfrm>
            <a:off x="4703763" y="5251450"/>
            <a:ext cx="0" cy="785813"/>
          </a:xfrm>
          <a:prstGeom prst="straightConnector1">
            <a:avLst/>
          </a:prstGeom>
          <a:noFill/>
          <a:ln cap="flat" cmpd="sng" w="12700">
            <a:solidFill>
              <a:schemeClr val="dk1"/>
            </a:solidFill>
            <a:prstDash val="dot"/>
            <a:round/>
            <a:headEnd len="sm" w="sm" type="none"/>
            <a:tailEnd len="sm" w="sm" type="none"/>
          </a:ln>
        </p:spPr>
      </p:cxnSp>
      <p:cxnSp>
        <p:nvCxnSpPr>
          <p:cNvPr id="1161" name="Google Shape;1161;p53"/>
          <p:cNvCxnSpPr/>
          <p:nvPr/>
        </p:nvCxnSpPr>
        <p:spPr>
          <a:xfrm>
            <a:off x="3989388" y="6037263"/>
            <a:ext cx="703262" cy="0"/>
          </a:xfrm>
          <a:prstGeom prst="straightConnector1">
            <a:avLst/>
          </a:prstGeom>
          <a:noFill/>
          <a:ln cap="flat" cmpd="sng" w="12700">
            <a:solidFill>
              <a:schemeClr val="dk1"/>
            </a:solidFill>
            <a:prstDash val="dot"/>
            <a:round/>
            <a:headEnd len="sm" w="sm" type="none"/>
            <a:tailEnd len="sm" w="sm" type="none"/>
          </a:ln>
        </p:spPr>
      </p:cxnSp>
      <p:cxnSp>
        <p:nvCxnSpPr>
          <p:cNvPr id="1162" name="Google Shape;1162;p53"/>
          <p:cNvCxnSpPr/>
          <p:nvPr/>
        </p:nvCxnSpPr>
        <p:spPr>
          <a:xfrm>
            <a:off x="3989388" y="5680075"/>
            <a:ext cx="0" cy="333375"/>
          </a:xfrm>
          <a:prstGeom prst="straightConnector1">
            <a:avLst/>
          </a:prstGeom>
          <a:noFill/>
          <a:ln cap="flat" cmpd="sng" w="12700">
            <a:solidFill>
              <a:schemeClr val="dk1"/>
            </a:solidFill>
            <a:prstDash val="dot"/>
            <a:round/>
            <a:headEnd len="sm" w="sm" type="none"/>
            <a:tailEnd len="sm" w="sm" type="none"/>
          </a:ln>
        </p:spPr>
      </p:cxnSp>
      <p:cxnSp>
        <p:nvCxnSpPr>
          <p:cNvPr id="1163" name="Google Shape;1163;p53"/>
          <p:cNvCxnSpPr/>
          <p:nvPr/>
        </p:nvCxnSpPr>
        <p:spPr>
          <a:xfrm>
            <a:off x="3275013" y="4762500"/>
            <a:ext cx="12700" cy="346075"/>
          </a:xfrm>
          <a:prstGeom prst="straightConnector1">
            <a:avLst/>
          </a:prstGeom>
          <a:noFill/>
          <a:ln cap="flat" cmpd="sng" w="12700">
            <a:solidFill>
              <a:schemeClr val="dk1"/>
            </a:solidFill>
            <a:prstDash val="dot"/>
            <a:round/>
            <a:headEnd len="sm" w="sm" type="none"/>
            <a:tailEnd len="sm" w="sm" type="none"/>
          </a:ln>
        </p:spPr>
      </p:cxnSp>
      <p:cxnSp>
        <p:nvCxnSpPr>
          <p:cNvPr id="1164" name="Google Shape;1164;p53"/>
          <p:cNvCxnSpPr/>
          <p:nvPr/>
        </p:nvCxnSpPr>
        <p:spPr>
          <a:xfrm>
            <a:off x="2644775" y="5119688"/>
            <a:ext cx="619125" cy="0"/>
          </a:xfrm>
          <a:prstGeom prst="straightConnector1">
            <a:avLst/>
          </a:prstGeom>
          <a:noFill/>
          <a:ln cap="flat" cmpd="sng" w="12700">
            <a:solidFill>
              <a:schemeClr val="dk1"/>
            </a:solidFill>
            <a:prstDash val="dot"/>
            <a:round/>
            <a:headEnd len="sm" w="sm" type="none"/>
            <a:tailEnd len="sm" w="sm" type="none"/>
          </a:ln>
        </p:spPr>
      </p:cxnSp>
      <p:cxnSp>
        <p:nvCxnSpPr>
          <p:cNvPr id="1165" name="Google Shape;1165;p53"/>
          <p:cNvCxnSpPr/>
          <p:nvPr/>
        </p:nvCxnSpPr>
        <p:spPr>
          <a:xfrm>
            <a:off x="2644775" y="4179888"/>
            <a:ext cx="0" cy="939800"/>
          </a:xfrm>
          <a:prstGeom prst="straightConnector1">
            <a:avLst/>
          </a:prstGeom>
          <a:noFill/>
          <a:ln cap="flat" cmpd="sng" w="12700">
            <a:solidFill>
              <a:schemeClr val="dk1"/>
            </a:solidFill>
            <a:prstDash val="dot"/>
            <a:round/>
            <a:headEnd len="med" w="med" type="stealth"/>
            <a:tailEnd len="sm" w="sm" type="none"/>
          </a:ln>
        </p:spPr>
      </p:cxnSp>
      <p:cxnSp>
        <p:nvCxnSpPr>
          <p:cNvPr id="1166" name="Google Shape;1166;p53"/>
          <p:cNvCxnSpPr/>
          <p:nvPr/>
        </p:nvCxnSpPr>
        <p:spPr>
          <a:xfrm>
            <a:off x="5592763" y="4711700"/>
            <a:ext cx="12700" cy="346075"/>
          </a:xfrm>
          <a:prstGeom prst="straightConnector1">
            <a:avLst/>
          </a:prstGeom>
          <a:noFill/>
          <a:ln cap="flat" cmpd="sng" w="12700">
            <a:solidFill>
              <a:schemeClr val="dk1"/>
            </a:solidFill>
            <a:prstDash val="dot"/>
            <a:round/>
            <a:headEnd len="sm" w="sm" type="none"/>
            <a:tailEnd len="sm" w="sm" type="none"/>
          </a:ln>
        </p:spPr>
      </p:cxnSp>
      <p:cxnSp>
        <p:nvCxnSpPr>
          <p:cNvPr id="1167" name="Google Shape;1167;p53"/>
          <p:cNvCxnSpPr/>
          <p:nvPr/>
        </p:nvCxnSpPr>
        <p:spPr>
          <a:xfrm>
            <a:off x="4962525" y="5068888"/>
            <a:ext cx="619125" cy="0"/>
          </a:xfrm>
          <a:prstGeom prst="straightConnector1">
            <a:avLst/>
          </a:prstGeom>
          <a:noFill/>
          <a:ln cap="flat" cmpd="sng" w="12700">
            <a:solidFill>
              <a:schemeClr val="dk1"/>
            </a:solidFill>
            <a:prstDash val="dot"/>
            <a:round/>
            <a:headEnd len="sm" w="sm" type="none"/>
            <a:tailEnd len="sm" w="sm" type="none"/>
          </a:ln>
        </p:spPr>
      </p:cxnSp>
      <p:cxnSp>
        <p:nvCxnSpPr>
          <p:cNvPr id="1168" name="Google Shape;1168;p53"/>
          <p:cNvCxnSpPr/>
          <p:nvPr/>
        </p:nvCxnSpPr>
        <p:spPr>
          <a:xfrm flipH="1">
            <a:off x="4962525" y="3368675"/>
            <a:ext cx="4763" cy="1700213"/>
          </a:xfrm>
          <a:prstGeom prst="straightConnector1">
            <a:avLst/>
          </a:prstGeom>
          <a:noFill/>
          <a:ln cap="flat" cmpd="sng" w="12700">
            <a:solidFill>
              <a:schemeClr val="dk1"/>
            </a:solidFill>
            <a:prstDash val="dot"/>
            <a:round/>
            <a:headEnd len="med" w="med" type="stealth"/>
            <a:tailEnd len="sm" w="sm" type="none"/>
          </a:ln>
        </p:spPr>
      </p:cxnSp>
      <p:cxnSp>
        <p:nvCxnSpPr>
          <p:cNvPr id="1169" name="Google Shape;1169;p53"/>
          <p:cNvCxnSpPr/>
          <p:nvPr/>
        </p:nvCxnSpPr>
        <p:spPr>
          <a:xfrm>
            <a:off x="7915275" y="4676775"/>
            <a:ext cx="12700" cy="346075"/>
          </a:xfrm>
          <a:prstGeom prst="straightConnector1">
            <a:avLst/>
          </a:prstGeom>
          <a:noFill/>
          <a:ln cap="flat" cmpd="sng" w="12700">
            <a:solidFill>
              <a:schemeClr val="dk1"/>
            </a:solidFill>
            <a:prstDash val="dot"/>
            <a:round/>
            <a:headEnd len="sm" w="sm" type="none"/>
            <a:tailEnd len="sm" w="sm" type="none"/>
          </a:ln>
        </p:spPr>
      </p:cxnSp>
      <p:cxnSp>
        <p:nvCxnSpPr>
          <p:cNvPr id="1170" name="Google Shape;1170;p53"/>
          <p:cNvCxnSpPr/>
          <p:nvPr/>
        </p:nvCxnSpPr>
        <p:spPr>
          <a:xfrm>
            <a:off x="7296150" y="5033963"/>
            <a:ext cx="619125" cy="0"/>
          </a:xfrm>
          <a:prstGeom prst="straightConnector1">
            <a:avLst/>
          </a:prstGeom>
          <a:noFill/>
          <a:ln cap="flat" cmpd="sng" w="12700">
            <a:solidFill>
              <a:schemeClr val="dk1"/>
            </a:solidFill>
            <a:prstDash val="dot"/>
            <a:round/>
            <a:headEnd len="sm" w="sm" type="none"/>
            <a:tailEnd len="sm" w="sm" type="none"/>
          </a:ln>
        </p:spPr>
      </p:cxnSp>
      <p:cxnSp>
        <p:nvCxnSpPr>
          <p:cNvPr id="1171" name="Google Shape;1171;p53"/>
          <p:cNvCxnSpPr/>
          <p:nvPr/>
        </p:nvCxnSpPr>
        <p:spPr>
          <a:xfrm flipH="1">
            <a:off x="7285038" y="4143375"/>
            <a:ext cx="1587" cy="890588"/>
          </a:xfrm>
          <a:prstGeom prst="straightConnector1">
            <a:avLst/>
          </a:prstGeom>
          <a:noFill/>
          <a:ln cap="flat" cmpd="sng" w="12700">
            <a:solidFill>
              <a:schemeClr val="dk1"/>
            </a:solidFill>
            <a:prstDash val="dot"/>
            <a:round/>
            <a:headEnd len="med" w="med" type="stealth"/>
            <a:tailEnd len="sm" w="sm" type="none"/>
          </a:ln>
        </p:spPr>
      </p:cxnSp>
      <p:cxnSp>
        <p:nvCxnSpPr>
          <p:cNvPr id="1172" name="Google Shape;1172;p53"/>
          <p:cNvCxnSpPr/>
          <p:nvPr/>
        </p:nvCxnSpPr>
        <p:spPr>
          <a:xfrm>
            <a:off x="630238" y="5653088"/>
            <a:ext cx="12700" cy="346075"/>
          </a:xfrm>
          <a:prstGeom prst="straightConnector1">
            <a:avLst/>
          </a:prstGeom>
          <a:noFill/>
          <a:ln cap="flat" cmpd="sng" w="12700">
            <a:solidFill>
              <a:srgbClr val="CC3300"/>
            </a:solidFill>
            <a:prstDash val="dot"/>
            <a:round/>
            <a:headEnd len="sm" w="sm" type="none"/>
            <a:tailEnd len="sm" w="sm" type="none"/>
          </a:ln>
        </p:spPr>
      </p:cxnSp>
      <p:cxnSp>
        <p:nvCxnSpPr>
          <p:cNvPr id="1173" name="Google Shape;1173;p53"/>
          <p:cNvCxnSpPr/>
          <p:nvPr/>
        </p:nvCxnSpPr>
        <p:spPr>
          <a:xfrm>
            <a:off x="0" y="6010275"/>
            <a:ext cx="619125" cy="0"/>
          </a:xfrm>
          <a:prstGeom prst="straightConnector1">
            <a:avLst/>
          </a:prstGeom>
          <a:noFill/>
          <a:ln cap="flat" cmpd="sng" w="12700">
            <a:solidFill>
              <a:srgbClr val="CC3300"/>
            </a:solidFill>
            <a:prstDash val="dot"/>
            <a:round/>
            <a:headEnd len="sm" w="sm" type="none"/>
            <a:tailEnd len="sm" w="sm" type="none"/>
          </a:ln>
        </p:spPr>
      </p:cxnSp>
      <p:cxnSp>
        <p:nvCxnSpPr>
          <p:cNvPr id="1174" name="Google Shape;1174;p53"/>
          <p:cNvCxnSpPr/>
          <p:nvPr/>
        </p:nvCxnSpPr>
        <p:spPr>
          <a:xfrm flipH="1">
            <a:off x="0" y="3381375"/>
            <a:ext cx="25400" cy="2628900"/>
          </a:xfrm>
          <a:prstGeom prst="straightConnector1">
            <a:avLst/>
          </a:prstGeom>
          <a:noFill/>
          <a:ln cap="flat" cmpd="sng" w="12700">
            <a:solidFill>
              <a:srgbClr val="CC3300"/>
            </a:solidFill>
            <a:prstDash val="dot"/>
            <a:round/>
            <a:headEnd len="sm" w="sm" type="none"/>
            <a:tailEnd len="sm" w="sm" type="none"/>
          </a:ln>
        </p:spPr>
      </p:cxnSp>
      <p:cxnSp>
        <p:nvCxnSpPr>
          <p:cNvPr id="1175" name="Google Shape;1175;p53"/>
          <p:cNvCxnSpPr/>
          <p:nvPr/>
        </p:nvCxnSpPr>
        <p:spPr>
          <a:xfrm flipH="1" rot="10800000">
            <a:off x="12700" y="2357438"/>
            <a:ext cx="3870325" cy="1011237"/>
          </a:xfrm>
          <a:prstGeom prst="straightConnector1">
            <a:avLst/>
          </a:prstGeom>
          <a:noFill/>
          <a:ln cap="flat" cmpd="sng" w="12700">
            <a:solidFill>
              <a:srgbClr val="CC3300"/>
            </a:solidFill>
            <a:prstDash val="dot"/>
            <a:round/>
            <a:headEnd len="sm" w="sm" type="none"/>
            <a:tailEnd len="med" w="med" type="stealth"/>
          </a:ln>
        </p:spPr>
      </p:cxnSp>
      <p:cxnSp>
        <p:nvCxnSpPr>
          <p:cNvPr id="1176" name="Google Shape;1176;p53"/>
          <p:cNvCxnSpPr/>
          <p:nvPr/>
        </p:nvCxnSpPr>
        <p:spPr>
          <a:xfrm>
            <a:off x="4848225" y="3381375"/>
            <a:ext cx="7938" cy="1676400"/>
          </a:xfrm>
          <a:prstGeom prst="straightConnector1">
            <a:avLst/>
          </a:prstGeom>
          <a:noFill/>
          <a:ln cap="flat" cmpd="sng" w="12700">
            <a:solidFill>
              <a:schemeClr val="dk1"/>
            </a:solidFill>
            <a:prstDash val="dot"/>
            <a:round/>
            <a:headEnd len="med" w="med" type="stealth"/>
            <a:tailEnd len="sm" w="sm" type="none"/>
          </a:ln>
        </p:spPr>
      </p:cxnSp>
      <p:cxnSp>
        <p:nvCxnSpPr>
          <p:cNvPr id="1177" name="Google Shape;1177;p53"/>
          <p:cNvCxnSpPr/>
          <p:nvPr/>
        </p:nvCxnSpPr>
        <p:spPr>
          <a:xfrm>
            <a:off x="4224338" y="5057775"/>
            <a:ext cx="611187" cy="3175"/>
          </a:xfrm>
          <a:prstGeom prst="straightConnector1">
            <a:avLst/>
          </a:prstGeom>
          <a:noFill/>
          <a:ln cap="flat" cmpd="sng" w="12700">
            <a:solidFill>
              <a:schemeClr val="dk1"/>
            </a:solidFill>
            <a:prstDash val="dot"/>
            <a:round/>
            <a:headEnd len="sm" w="sm" type="none"/>
            <a:tailEnd len="sm" w="sm" type="none"/>
          </a:ln>
        </p:spPr>
      </p:cxnSp>
      <p:cxnSp>
        <p:nvCxnSpPr>
          <p:cNvPr id="1178" name="Google Shape;1178;p53"/>
          <p:cNvCxnSpPr/>
          <p:nvPr/>
        </p:nvCxnSpPr>
        <p:spPr>
          <a:xfrm>
            <a:off x="4224338" y="4700588"/>
            <a:ext cx="0" cy="333375"/>
          </a:xfrm>
          <a:prstGeom prst="straightConnector1">
            <a:avLst/>
          </a:prstGeom>
          <a:noFill/>
          <a:ln cap="flat" cmpd="sng" w="12700">
            <a:solidFill>
              <a:schemeClr val="dk1"/>
            </a:solidFill>
            <a:prstDash val="dot"/>
            <a:round/>
            <a:headEnd len="sm" w="sm" type="none"/>
            <a:tailEnd len="sm" w="sm" type="none"/>
          </a:ln>
        </p:spPr>
      </p:cxnSp>
      <p:cxnSp>
        <p:nvCxnSpPr>
          <p:cNvPr id="1179" name="Google Shape;1179;p53"/>
          <p:cNvCxnSpPr/>
          <p:nvPr/>
        </p:nvCxnSpPr>
        <p:spPr>
          <a:xfrm flipH="1">
            <a:off x="7189788" y="4143375"/>
            <a:ext cx="1587" cy="901700"/>
          </a:xfrm>
          <a:prstGeom prst="straightConnector1">
            <a:avLst/>
          </a:prstGeom>
          <a:noFill/>
          <a:ln cap="flat" cmpd="sng" w="12700">
            <a:solidFill>
              <a:schemeClr val="dk1"/>
            </a:solidFill>
            <a:prstDash val="dot"/>
            <a:round/>
            <a:headEnd len="med" w="med" type="stealth"/>
            <a:tailEnd len="sm" w="sm" type="none"/>
          </a:ln>
        </p:spPr>
      </p:cxnSp>
      <p:cxnSp>
        <p:nvCxnSpPr>
          <p:cNvPr id="1180" name="Google Shape;1180;p53"/>
          <p:cNvCxnSpPr/>
          <p:nvPr/>
        </p:nvCxnSpPr>
        <p:spPr>
          <a:xfrm>
            <a:off x="6570663" y="5045075"/>
            <a:ext cx="620712" cy="3175"/>
          </a:xfrm>
          <a:prstGeom prst="straightConnector1">
            <a:avLst/>
          </a:prstGeom>
          <a:noFill/>
          <a:ln cap="flat" cmpd="sng" w="12700">
            <a:solidFill>
              <a:schemeClr val="dk1"/>
            </a:solidFill>
            <a:prstDash val="dot"/>
            <a:round/>
            <a:headEnd len="sm" w="sm" type="none"/>
            <a:tailEnd len="sm" w="sm" type="none"/>
          </a:ln>
        </p:spPr>
      </p:cxnSp>
      <p:cxnSp>
        <p:nvCxnSpPr>
          <p:cNvPr id="1181" name="Google Shape;1181;p53"/>
          <p:cNvCxnSpPr/>
          <p:nvPr/>
        </p:nvCxnSpPr>
        <p:spPr>
          <a:xfrm>
            <a:off x="6570663" y="4687888"/>
            <a:ext cx="0" cy="333375"/>
          </a:xfrm>
          <a:prstGeom prst="straightConnector1">
            <a:avLst/>
          </a:prstGeom>
          <a:noFill/>
          <a:ln cap="flat" cmpd="sng" w="12700">
            <a:solidFill>
              <a:schemeClr val="dk1"/>
            </a:solidFill>
            <a:prstDash val="dot"/>
            <a:round/>
            <a:headEnd len="sm" w="sm" type="none"/>
            <a:tailEnd len="sm" w="sm" type="none"/>
          </a:ln>
        </p:spPr>
      </p:cxnSp>
      <p:cxnSp>
        <p:nvCxnSpPr>
          <p:cNvPr id="1182" name="Google Shape;1182;p53"/>
          <p:cNvCxnSpPr/>
          <p:nvPr/>
        </p:nvCxnSpPr>
        <p:spPr>
          <a:xfrm>
            <a:off x="6000750" y="2095500"/>
            <a:ext cx="3489325" cy="0"/>
          </a:xfrm>
          <a:prstGeom prst="straightConnector1">
            <a:avLst/>
          </a:prstGeom>
          <a:noFill/>
          <a:ln cap="flat" cmpd="sng" w="12700">
            <a:solidFill>
              <a:srgbClr val="CC3300"/>
            </a:solidFill>
            <a:prstDash val="dot"/>
            <a:round/>
            <a:headEnd len="med" w="med" type="stealth"/>
            <a:tailEnd len="sm" w="sm" type="none"/>
          </a:ln>
        </p:spPr>
      </p:cxnSp>
      <p:cxnSp>
        <p:nvCxnSpPr>
          <p:cNvPr id="1183" name="Google Shape;1183;p53"/>
          <p:cNvCxnSpPr/>
          <p:nvPr/>
        </p:nvCxnSpPr>
        <p:spPr>
          <a:xfrm>
            <a:off x="8867775" y="5021263"/>
            <a:ext cx="703263" cy="0"/>
          </a:xfrm>
          <a:prstGeom prst="straightConnector1">
            <a:avLst/>
          </a:prstGeom>
          <a:noFill/>
          <a:ln cap="flat" cmpd="sng" w="12700">
            <a:solidFill>
              <a:srgbClr val="CC3300"/>
            </a:solidFill>
            <a:prstDash val="dot"/>
            <a:round/>
            <a:headEnd len="sm" w="sm" type="none"/>
            <a:tailEnd len="sm" w="sm" type="none"/>
          </a:ln>
        </p:spPr>
      </p:cxnSp>
      <p:cxnSp>
        <p:nvCxnSpPr>
          <p:cNvPr id="1184" name="Google Shape;1184;p53"/>
          <p:cNvCxnSpPr/>
          <p:nvPr/>
        </p:nvCxnSpPr>
        <p:spPr>
          <a:xfrm>
            <a:off x="8867775" y="4664075"/>
            <a:ext cx="0" cy="333375"/>
          </a:xfrm>
          <a:prstGeom prst="straightConnector1">
            <a:avLst/>
          </a:prstGeom>
          <a:noFill/>
          <a:ln cap="flat" cmpd="sng" w="12700">
            <a:solidFill>
              <a:srgbClr val="CC3300"/>
            </a:solidFill>
            <a:prstDash val="dot"/>
            <a:round/>
            <a:headEnd len="sm" w="sm" type="none"/>
            <a:tailEnd len="sm" w="sm" type="none"/>
          </a:ln>
        </p:spPr>
      </p:cxnSp>
      <p:cxnSp>
        <p:nvCxnSpPr>
          <p:cNvPr id="1185" name="Google Shape;1185;p53"/>
          <p:cNvCxnSpPr/>
          <p:nvPr/>
        </p:nvCxnSpPr>
        <p:spPr>
          <a:xfrm rot="10800000">
            <a:off x="9561513" y="2095500"/>
            <a:ext cx="0" cy="2928938"/>
          </a:xfrm>
          <a:prstGeom prst="straightConnector1">
            <a:avLst/>
          </a:prstGeom>
          <a:noFill/>
          <a:ln cap="flat" cmpd="sng" w="12700">
            <a:solidFill>
              <a:srgbClr val="CC3300"/>
            </a:solidFill>
            <a:prstDash val="dot"/>
            <a:round/>
            <a:headEnd len="sm" w="sm" type="none"/>
            <a:tailEnd len="sm" w="sm" type="none"/>
          </a:ln>
        </p:spPr>
      </p:cxnSp>
      <p:cxnSp>
        <p:nvCxnSpPr>
          <p:cNvPr id="1186" name="Google Shape;1186;p53"/>
          <p:cNvCxnSpPr/>
          <p:nvPr/>
        </p:nvCxnSpPr>
        <p:spPr>
          <a:xfrm flipH="1">
            <a:off x="4168775" y="2286000"/>
            <a:ext cx="381000" cy="547688"/>
          </a:xfrm>
          <a:prstGeom prst="straightConnector1">
            <a:avLst/>
          </a:prstGeom>
          <a:noFill/>
          <a:ln cap="flat" cmpd="sng" w="12700">
            <a:solidFill>
              <a:schemeClr val="dk1"/>
            </a:solidFill>
            <a:prstDash val="solid"/>
            <a:round/>
            <a:headEnd len="sm" w="sm" type="none"/>
            <a:tailEnd len="med" w="med" type="stealth"/>
          </a:ln>
        </p:spPr>
      </p:cxnSp>
      <p:cxnSp>
        <p:nvCxnSpPr>
          <p:cNvPr id="1187" name="Google Shape;1187;p53"/>
          <p:cNvCxnSpPr/>
          <p:nvPr/>
        </p:nvCxnSpPr>
        <p:spPr>
          <a:xfrm>
            <a:off x="5453063" y="2297113"/>
            <a:ext cx="0" cy="357187"/>
          </a:xfrm>
          <a:prstGeom prst="straightConnector1">
            <a:avLst/>
          </a:prstGeom>
          <a:noFill/>
          <a:ln cap="flat" cmpd="sng" w="12700">
            <a:solidFill>
              <a:schemeClr val="dk1"/>
            </a:solidFill>
            <a:prstDash val="solid"/>
            <a:round/>
            <a:headEnd len="sm" w="sm" type="none"/>
            <a:tailEnd len="sm" w="sm" type="none"/>
          </a:ln>
        </p:spPr>
      </p:cxnSp>
      <p:cxnSp>
        <p:nvCxnSpPr>
          <p:cNvPr id="1188" name="Google Shape;1188;p53"/>
          <p:cNvCxnSpPr/>
          <p:nvPr/>
        </p:nvCxnSpPr>
        <p:spPr>
          <a:xfrm>
            <a:off x="5453063" y="2667000"/>
            <a:ext cx="893762" cy="0"/>
          </a:xfrm>
          <a:prstGeom prst="straightConnector1">
            <a:avLst/>
          </a:prstGeom>
          <a:noFill/>
          <a:ln cap="flat" cmpd="sng" w="12700">
            <a:solidFill>
              <a:schemeClr val="dk1"/>
            </a:solidFill>
            <a:prstDash val="solid"/>
            <a:round/>
            <a:headEnd len="sm" w="sm" type="none"/>
            <a:tailEnd len="sm" w="sm" type="none"/>
          </a:ln>
        </p:spPr>
      </p:cxnSp>
      <p:cxnSp>
        <p:nvCxnSpPr>
          <p:cNvPr id="1189" name="Google Shape;1189;p53"/>
          <p:cNvCxnSpPr/>
          <p:nvPr/>
        </p:nvCxnSpPr>
        <p:spPr>
          <a:xfrm>
            <a:off x="6357938" y="2297113"/>
            <a:ext cx="0" cy="346075"/>
          </a:xfrm>
          <a:prstGeom prst="straightConnector1">
            <a:avLst/>
          </a:prstGeom>
          <a:noFill/>
          <a:ln cap="flat" cmpd="sng" w="12700">
            <a:solidFill>
              <a:schemeClr val="dk1"/>
            </a:solidFill>
            <a:prstDash val="solid"/>
            <a:round/>
            <a:headEnd len="sm" w="sm" type="none"/>
            <a:tailEnd len="sm" w="sm" type="none"/>
          </a:ln>
        </p:spPr>
      </p:cxnSp>
      <p:cxnSp>
        <p:nvCxnSpPr>
          <p:cNvPr id="1190" name="Google Shape;1190;p53"/>
          <p:cNvCxnSpPr/>
          <p:nvPr/>
        </p:nvCxnSpPr>
        <p:spPr>
          <a:xfrm>
            <a:off x="5976938" y="2286000"/>
            <a:ext cx="381000" cy="0"/>
          </a:xfrm>
          <a:prstGeom prst="straightConnector1">
            <a:avLst/>
          </a:prstGeom>
          <a:noFill/>
          <a:ln cap="flat" cmpd="sng" w="12700">
            <a:solidFill>
              <a:schemeClr val="dk1"/>
            </a:solidFill>
            <a:prstDash val="solid"/>
            <a:round/>
            <a:headEnd len="med" w="med" type="stealth"/>
            <a:tailEnd len="sm" w="sm" type="none"/>
          </a:ln>
        </p:spPr>
      </p:cxnSp>
      <p:cxnSp>
        <p:nvCxnSpPr>
          <p:cNvPr id="1191" name="Google Shape;1191;p53"/>
          <p:cNvCxnSpPr/>
          <p:nvPr/>
        </p:nvCxnSpPr>
        <p:spPr>
          <a:xfrm>
            <a:off x="3025775" y="2178050"/>
            <a:ext cx="904875" cy="0"/>
          </a:xfrm>
          <a:prstGeom prst="straightConnector1">
            <a:avLst/>
          </a:prstGeom>
          <a:noFill/>
          <a:ln cap="flat" cmpd="sng" w="12700">
            <a:solidFill>
              <a:schemeClr val="dk1"/>
            </a:solidFill>
            <a:prstDash val="solid"/>
            <a:round/>
            <a:headEnd len="sm" w="sm" type="none"/>
            <a:tailEnd len="med" w="med" type="stealth"/>
          </a:ln>
        </p:spPr>
      </p:cxnSp>
      <p:sp>
        <p:nvSpPr>
          <p:cNvPr id="1192" name="Google Shape;1192;p53"/>
          <p:cNvSpPr/>
          <p:nvPr/>
        </p:nvSpPr>
        <p:spPr>
          <a:xfrm>
            <a:off x="2397125" y="1852613"/>
            <a:ext cx="674688"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root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6" name="Shape 1196"/>
        <p:cNvGrpSpPr/>
        <p:nvPr/>
      </p:nvGrpSpPr>
      <p:grpSpPr>
        <a:xfrm>
          <a:off x="0" y="0"/>
          <a:ext cx="0" cy="0"/>
          <a:chOff x="0" y="0"/>
          <a:chExt cx="0" cy="0"/>
        </a:xfrm>
      </p:grpSpPr>
      <p:sp>
        <p:nvSpPr>
          <p:cNvPr id="1197" name="Google Shape;1197;p54"/>
          <p:cNvSpPr/>
          <p:nvPr/>
        </p:nvSpPr>
        <p:spPr>
          <a:xfrm>
            <a:off x="0" y="609600"/>
            <a:ext cx="9163050" cy="1143000"/>
          </a:xfrm>
          <a:prstGeom prst="rect">
            <a:avLst/>
          </a:prstGeom>
          <a:noFill/>
          <a:ln>
            <a:noFill/>
          </a:ln>
        </p:spPr>
        <p:txBody>
          <a:bodyPr anchorCtr="0" anchor="ctr" bIns="46025" lIns="92075" spcFirstLastPara="1" rIns="92075" wrap="square" tIns="46025">
            <a:noAutofit/>
          </a:bodyPr>
          <a:lstStyle/>
          <a:p>
            <a:pPr indent="0" lvl="0" marL="0" marR="0" rtl="0" algn="ctr">
              <a:lnSpc>
                <a:spcPct val="100000"/>
              </a:lnSpc>
              <a:spcBef>
                <a:spcPts val="0"/>
              </a:spcBef>
              <a:spcAft>
                <a:spcPts val="0"/>
              </a:spcAft>
              <a:buClr>
                <a:srgbClr val="000000"/>
              </a:buClr>
              <a:buSzPts val="4400"/>
              <a:buFont typeface="Arial"/>
              <a:buNone/>
            </a:pPr>
            <a:r>
              <a:rPr b="0" i="0" lang="en-US" sz="4400" u="none" cap="none" strike="noStrike">
                <a:solidFill>
                  <a:schemeClr val="dk2"/>
                </a:solidFill>
                <a:latin typeface="Times New Roman"/>
                <a:ea typeface="Times New Roman"/>
                <a:cs typeface="Times New Roman"/>
                <a:sym typeface="Times New Roman"/>
              </a:rPr>
              <a:t>Next Node in Threaded BT</a:t>
            </a:r>
            <a:endParaRPr b="0" i="0" sz="1400" u="none" cap="none" strike="noStrike">
              <a:solidFill>
                <a:srgbClr val="000000"/>
              </a:solidFill>
              <a:latin typeface="Arial"/>
              <a:ea typeface="Arial"/>
              <a:cs typeface="Arial"/>
              <a:sym typeface="Arial"/>
            </a:endParaRPr>
          </a:p>
        </p:txBody>
      </p:sp>
      <p:sp>
        <p:nvSpPr>
          <p:cNvPr id="1198" name="Google Shape;1198;p54"/>
          <p:cNvSpPr/>
          <p:nvPr/>
        </p:nvSpPr>
        <p:spPr>
          <a:xfrm>
            <a:off x="590550" y="1809750"/>
            <a:ext cx="9163050" cy="4114800"/>
          </a:xfrm>
          <a:prstGeom prst="rect">
            <a:avLst/>
          </a:prstGeom>
          <a:noFill/>
          <a:ln>
            <a:noFill/>
          </a:ln>
        </p:spPr>
        <p:txBody>
          <a:bodyPr anchorCtr="0" anchor="t" bIns="46025" lIns="92075" spcFirstLastPara="1" rIns="92075" wrap="square" tIns="46025">
            <a:noAutofit/>
          </a:bodyPr>
          <a:lstStyle/>
          <a:p>
            <a:pPr indent="-342900" lvl="0" marL="342900" marR="0" rtl="0" algn="l">
              <a:lnSpc>
                <a:spcPct val="100000"/>
              </a:lnSpc>
              <a:spcBef>
                <a:spcPts val="0"/>
              </a:spcBef>
              <a:spcAft>
                <a:spcPts val="0"/>
              </a:spcAft>
              <a:buClr>
                <a:schemeClr val="accent1"/>
              </a:buClr>
              <a:buSzPts val="1680"/>
              <a:buFont typeface="Arial"/>
              <a:buNone/>
            </a:pPr>
            <a:r>
              <a:rPr b="1" i="0" lang="en-US" sz="2400" u="none" cap="none" strike="noStrike">
                <a:solidFill>
                  <a:schemeClr val="dk1"/>
                </a:solidFill>
                <a:latin typeface="Courier New"/>
                <a:ea typeface="Courier New"/>
                <a:cs typeface="Courier New"/>
                <a:sym typeface="Courier New"/>
              </a:rPr>
              <a:t>threaded_pointer insucc(threaded_pointer tree)</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480"/>
              </a:spcBef>
              <a:spcAft>
                <a:spcPts val="0"/>
              </a:spcAft>
              <a:buClr>
                <a:schemeClr val="accent1"/>
              </a:buClr>
              <a:buSzPts val="1680"/>
              <a:buFont typeface="Arial"/>
              <a:buNone/>
            </a:pPr>
            <a:r>
              <a:rPr b="1" i="0" lang="en-US" sz="24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480"/>
              </a:spcBef>
              <a:spcAft>
                <a:spcPts val="0"/>
              </a:spcAft>
              <a:buClr>
                <a:schemeClr val="accent1"/>
              </a:buClr>
              <a:buSzPts val="1680"/>
              <a:buFont typeface="Arial"/>
              <a:buNone/>
            </a:pPr>
            <a:r>
              <a:rPr b="1" i="0" lang="en-US" sz="2400" u="none" cap="none" strike="noStrike">
                <a:solidFill>
                  <a:schemeClr val="dk1"/>
                </a:solidFill>
                <a:latin typeface="Courier New"/>
                <a:ea typeface="Courier New"/>
                <a:cs typeface="Courier New"/>
                <a:sym typeface="Courier New"/>
              </a:rPr>
              <a:t>  threaded_pointer temp;</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480"/>
              </a:spcBef>
              <a:spcAft>
                <a:spcPts val="0"/>
              </a:spcAft>
              <a:buClr>
                <a:schemeClr val="accent1"/>
              </a:buClr>
              <a:buSzPts val="1680"/>
              <a:buFont typeface="Arial"/>
              <a:buNone/>
            </a:pPr>
            <a:r>
              <a:rPr b="1" i="0" lang="en-US" sz="2400" u="none" cap="none" strike="noStrike">
                <a:solidFill>
                  <a:schemeClr val="dk1"/>
                </a:solidFill>
                <a:latin typeface="Courier New"/>
                <a:ea typeface="Courier New"/>
                <a:cs typeface="Courier New"/>
                <a:sym typeface="Courier New"/>
              </a:rPr>
              <a:t>  temp = tree-&gt;right_child;</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480"/>
              </a:spcBef>
              <a:spcAft>
                <a:spcPts val="0"/>
              </a:spcAft>
              <a:buClr>
                <a:schemeClr val="accent1"/>
              </a:buClr>
              <a:buSzPts val="1680"/>
              <a:buFont typeface="Arial"/>
              <a:buNone/>
            </a:pPr>
            <a:r>
              <a:rPr b="1" i="0" lang="en-US" sz="2400" u="none" cap="none" strike="noStrike">
                <a:solidFill>
                  <a:schemeClr val="dk1"/>
                </a:solidFill>
                <a:latin typeface="Courier New"/>
                <a:ea typeface="Courier New"/>
                <a:cs typeface="Courier New"/>
                <a:sym typeface="Courier New"/>
              </a:rPr>
              <a:t>  if (!tree-&gt;right_thread)</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480"/>
              </a:spcBef>
              <a:spcAft>
                <a:spcPts val="0"/>
              </a:spcAft>
              <a:buClr>
                <a:schemeClr val="accent1"/>
              </a:buClr>
              <a:buSzPts val="1680"/>
              <a:buFont typeface="Arial"/>
              <a:buNone/>
            </a:pPr>
            <a:r>
              <a:rPr b="1" i="0" lang="en-US" sz="2400" u="none" cap="none" strike="noStrike">
                <a:solidFill>
                  <a:schemeClr val="dk1"/>
                </a:solidFill>
                <a:latin typeface="Courier New"/>
                <a:ea typeface="Courier New"/>
                <a:cs typeface="Courier New"/>
                <a:sym typeface="Courier New"/>
              </a:rPr>
              <a:t>    while (!temp-&gt;left_thread)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480"/>
              </a:spcBef>
              <a:spcAft>
                <a:spcPts val="0"/>
              </a:spcAft>
              <a:buClr>
                <a:schemeClr val="accent1"/>
              </a:buClr>
              <a:buSzPts val="1680"/>
              <a:buFont typeface="Arial"/>
              <a:buNone/>
            </a:pPr>
            <a:r>
              <a:rPr b="1" i="0" lang="en-US" sz="2400" u="none" cap="none" strike="noStrike">
                <a:solidFill>
                  <a:schemeClr val="dk1"/>
                </a:solidFill>
                <a:latin typeface="Courier New"/>
                <a:ea typeface="Courier New"/>
                <a:cs typeface="Courier New"/>
                <a:sym typeface="Courier New"/>
              </a:rPr>
              <a:t>      temp = temp-&gt;left_child;</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480"/>
              </a:spcBef>
              <a:spcAft>
                <a:spcPts val="0"/>
              </a:spcAft>
              <a:buClr>
                <a:schemeClr val="accent1"/>
              </a:buClr>
              <a:buSzPts val="1680"/>
              <a:buFont typeface="Arial"/>
              <a:buNone/>
            </a:pPr>
            <a:r>
              <a:rPr b="1" i="0" lang="en-US" sz="2400" u="none" cap="none" strike="noStrike">
                <a:solidFill>
                  <a:schemeClr val="dk1"/>
                </a:solidFill>
                <a:latin typeface="Courier New"/>
                <a:ea typeface="Courier New"/>
                <a:cs typeface="Courier New"/>
                <a:sym typeface="Courier New"/>
              </a:rPr>
              <a:t>  return temp;</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480"/>
              </a:spcBef>
              <a:spcAft>
                <a:spcPts val="0"/>
              </a:spcAft>
              <a:buClr>
                <a:schemeClr val="accent1"/>
              </a:buClr>
              <a:buSzPts val="1680"/>
              <a:buFont typeface="Arial"/>
              <a:buNone/>
            </a:pPr>
            <a:r>
              <a:rPr b="1" i="0" lang="en-US" sz="24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p:txBody>
      </p:sp>
      <p:sp>
        <p:nvSpPr>
          <p:cNvPr id="1199" name="Google Shape;1199;p54"/>
          <p:cNvSpPr/>
          <p:nvPr/>
        </p:nvSpPr>
        <p:spPr>
          <a:xfrm>
            <a:off x="7505700" y="2590800"/>
            <a:ext cx="323850" cy="323850"/>
          </a:xfrm>
          <a:prstGeom prst="ellipse">
            <a:avLst/>
          </a:prstGeom>
          <a:no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cxnSp>
        <p:nvCxnSpPr>
          <p:cNvPr id="1200" name="Google Shape;1200;p54"/>
          <p:cNvCxnSpPr/>
          <p:nvPr/>
        </p:nvCxnSpPr>
        <p:spPr>
          <a:xfrm flipH="1">
            <a:off x="7181850" y="2914650"/>
            <a:ext cx="419100" cy="228600"/>
          </a:xfrm>
          <a:prstGeom prst="straightConnector1">
            <a:avLst/>
          </a:prstGeom>
          <a:noFill/>
          <a:ln cap="flat" cmpd="sng" w="9525">
            <a:solidFill>
              <a:schemeClr val="dk2"/>
            </a:solidFill>
            <a:prstDash val="solid"/>
            <a:round/>
            <a:headEnd len="sm" w="sm" type="none"/>
            <a:tailEnd len="sm" w="sm" type="none"/>
          </a:ln>
        </p:spPr>
      </p:cxnSp>
      <p:cxnSp>
        <p:nvCxnSpPr>
          <p:cNvPr id="1201" name="Google Shape;1201;p54"/>
          <p:cNvCxnSpPr/>
          <p:nvPr/>
        </p:nvCxnSpPr>
        <p:spPr>
          <a:xfrm flipH="1">
            <a:off x="6724650" y="3143250"/>
            <a:ext cx="495300" cy="990600"/>
          </a:xfrm>
          <a:prstGeom prst="straightConnector1">
            <a:avLst/>
          </a:prstGeom>
          <a:noFill/>
          <a:ln cap="flat" cmpd="sng" w="9525">
            <a:solidFill>
              <a:schemeClr val="dk2"/>
            </a:solidFill>
            <a:prstDash val="solid"/>
            <a:round/>
            <a:headEnd len="sm" w="sm" type="none"/>
            <a:tailEnd len="sm" w="sm" type="none"/>
          </a:ln>
        </p:spPr>
      </p:cxnSp>
      <p:cxnSp>
        <p:nvCxnSpPr>
          <p:cNvPr id="1202" name="Google Shape;1202;p54"/>
          <p:cNvCxnSpPr/>
          <p:nvPr/>
        </p:nvCxnSpPr>
        <p:spPr>
          <a:xfrm>
            <a:off x="6705600" y="4133850"/>
            <a:ext cx="876300" cy="0"/>
          </a:xfrm>
          <a:prstGeom prst="straightConnector1">
            <a:avLst/>
          </a:prstGeom>
          <a:noFill/>
          <a:ln cap="flat" cmpd="sng" w="9525">
            <a:solidFill>
              <a:schemeClr val="dk2"/>
            </a:solidFill>
            <a:prstDash val="solid"/>
            <a:round/>
            <a:headEnd len="sm" w="sm" type="none"/>
            <a:tailEnd len="sm" w="sm" type="none"/>
          </a:ln>
        </p:spPr>
      </p:cxnSp>
      <p:cxnSp>
        <p:nvCxnSpPr>
          <p:cNvPr id="1203" name="Google Shape;1203;p54"/>
          <p:cNvCxnSpPr/>
          <p:nvPr/>
        </p:nvCxnSpPr>
        <p:spPr>
          <a:xfrm>
            <a:off x="7219950" y="3143250"/>
            <a:ext cx="342900" cy="1028700"/>
          </a:xfrm>
          <a:prstGeom prst="straightConnector1">
            <a:avLst/>
          </a:prstGeom>
          <a:noFill/>
          <a:ln cap="flat" cmpd="sng" w="9525">
            <a:solidFill>
              <a:schemeClr val="dk2"/>
            </a:solidFill>
            <a:prstDash val="solid"/>
            <a:round/>
            <a:headEnd len="sm" w="sm" type="none"/>
            <a:tailEnd len="sm" w="sm" type="none"/>
          </a:ln>
        </p:spPr>
      </p:cxnSp>
      <p:cxnSp>
        <p:nvCxnSpPr>
          <p:cNvPr id="1204" name="Google Shape;1204;p54"/>
          <p:cNvCxnSpPr/>
          <p:nvPr/>
        </p:nvCxnSpPr>
        <p:spPr>
          <a:xfrm>
            <a:off x="7810500" y="2857500"/>
            <a:ext cx="438150" cy="228600"/>
          </a:xfrm>
          <a:prstGeom prst="straightConnector1">
            <a:avLst/>
          </a:prstGeom>
          <a:noFill/>
          <a:ln cap="flat" cmpd="sng" w="9525">
            <a:solidFill>
              <a:schemeClr val="dk2"/>
            </a:solidFill>
            <a:prstDash val="solid"/>
            <a:round/>
            <a:headEnd len="sm" w="sm" type="none"/>
            <a:tailEnd len="sm" w="sm" type="none"/>
          </a:ln>
        </p:spPr>
      </p:cxnSp>
      <p:sp>
        <p:nvSpPr>
          <p:cNvPr id="1205" name="Google Shape;1205;p54"/>
          <p:cNvSpPr/>
          <p:nvPr/>
        </p:nvSpPr>
        <p:spPr>
          <a:xfrm>
            <a:off x="8153400" y="3067050"/>
            <a:ext cx="323850" cy="323850"/>
          </a:xfrm>
          <a:prstGeom prst="ellipse">
            <a:avLst/>
          </a:prstGeom>
          <a:no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cxnSp>
        <p:nvCxnSpPr>
          <p:cNvPr id="1206" name="Google Shape;1206;p54"/>
          <p:cNvCxnSpPr/>
          <p:nvPr/>
        </p:nvCxnSpPr>
        <p:spPr>
          <a:xfrm flipH="1">
            <a:off x="8039100" y="3390900"/>
            <a:ext cx="247650" cy="285750"/>
          </a:xfrm>
          <a:prstGeom prst="straightConnector1">
            <a:avLst/>
          </a:prstGeom>
          <a:noFill/>
          <a:ln cap="flat" cmpd="sng" w="9525">
            <a:solidFill>
              <a:schemeClr val="dk2"/>
            </a:solidFill>
            <a:prstDash val="solid"/>
            <a:round/>
            <a:headEnd len="sm" w="sm" type="none"/>
            <a:tailEnd len="sm" w="sm" type="none"/>
          </a:ln>
        </p:spPr>
      </p:cxnSp>
      <p:sp>
        <p:nvSpPr>
          <p:cNvPr id="1207" name="Google Shape;1207;p54"/>
          <p:cNvSpPr/>
          <p:nvPr/>
        </p:nvSpPr>
        <p:spPr>
          <a:xfrm>
            <a:off x="7848600" y="3657600"/>
            <a:ext cx="323850" cy="323850"/>
          </a:xfrm>
          <a:prstGeom prst="ellipse">
            <a:avLst/>
          </a:prstGeom>
          <a:no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cxnSp>
        <p:nvCxnSpPr>
          <p:cNvPr id="1208" name="Google Shape;1208;p54"/>
          <p:cNvCxnSpPr/>
          <p:nvPr/>
        </p:nvCxnSpPr>
        <p:spPr>
          <a:xfrm flipH="1">
            <a:off x="7677150" y="4000500"/>
            <a:ext cx="247650" cy="285750"/>
          </a:xfrm>
          <a:prstGeom prst="straightConnector1">
            <a:avLst/>
          </a:prstGeom>
          <a:noFill/>
          <a:ln cap="flat" cmpd="sng" w="9525">
            <a:solidFill>
              <a:schemeClr val="dk2"/>
            </a:solidFill>
            <a:prstDash val="solid"/>
            <a:round/>
            <a:headEnd len="sm" w="sm" type="none"/>
            <a:tailEnd len="sm" w="sm" type="none"/>
          </a:ln>
        </p:spPr>
      </p:cxnSp>
      <p:sp>
        <p:nvSpPr>
          <p:cNvPr id="1209" name="Google Shape;1209;p54"/>
          <p:cNvSpPr/>
          <p:nvPr/>
        </p:nvSpPr>
        <p:spPr>
          <a:xfrm>
            <a:off x="7486650" y="4267200"/>
            <a:ext cx="323850" cy="323850"/>
          </a:xfrm>
          <a:prstGeom prst="ellipse">
            <a:avLst/>
          </a:prstGeom>
          <a:solidFill>
            <a:schemeClr val="accent2"/>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cxnSp>
        <p:nvCxnSpPr>
          <p:cNvPr id="1210" name="Google Shape;1210;p54"/>
          <p:cNvCxnSpPr/>
          <p:nvPr/>
        </p:nvCxnSpPr>
        <p:spPr>
          <a:xfrm>
            <a:off x="8401050" y="3352800"/>
            <a:ext cx="400050" cy="381000"/>
          </a:xfrm>
          <a:prstGeom prst="straightConnector1">
            <a:avLst/>
          </a:prstGeom>
          <a:noFill/>
          <a:ln cap="flat" cmpd="sng" w="9525">
            <a:solidFill>
              <a:schemeClr val="dk2"/>
            </a:solidFill>
            <a:prstDash val="solid"/>
            <a:round/>
            <a:headEnd len="sm" w="sm" type="none"/>
            <a:tailEnd len="sm" w="sm" type="none"/>
          </a:ln>
        </p:spPr>
      </p:cxnSp>
      <p:cxnSp>
        <p:nvCxnSpPr>
          <p:cNvPr id="1211" name="Google Shape;1211;p54"/>
          <p:cNvCxnSpPr/>
          <p:nvPr/>
        </p:nvCxnSpPr>
        <p:spPr>
          <a:xfrm flipH="1">
            <a:off x="8305800" y="3752850"/>
            <a:ext cx="476250" cy="590550"/>
          </a:xfrm>
          <a:prstGeom prst="straightConnector1">
            <a:avLst/>
          </a:prstGeom>
          <a:noFill/>
          <a:ln cap="flat" cmpd="sng" w="9525">
            <a:solidFill>
              <a:schemeClr val="dk2"/>
            </a:solidFill>
            <a:prstDash val="solid"/>
            <a:round/>
            <a:headEnd len="sm" w="sm" type="none"/>
            <a:tailEnd len="sm" w="sm" type="none"/>
          </a:ln>
        </p:spPr>
      </p:cxnSp>
      <p:cxnSp>
        <p:nvCxnSpPr>
          <p:cNvPr id="1212" name="Google Shape;1212;p54"/>
          <p:cNvCxnSpPr/>
          <p:nvPr/>
        </p:nvCxnSpPr>
        <p:spPr>
          <a:xfrm>
            <a:off x="8286750" y="4343400"/>
            <a:ext cx="857250" cy="0"/>
          </a:xfrm>
          <a:prstGeom prst="straightConnector1">
            <a:avLst/>
          </a:prstGeom>
          <a:noFill/>
          <a:ln cap="flat" cmpd="sng" w="9525">
            <a:solidFill>
              <a:schemeClr val="dk2"/>
            </a:solidFill>
            <a:prstDash val="solid"/>
            <a:round/>
            <a:headEnd len="sm" w="sm" type="none"/>
            <a:tailEnd len="sm" w="sm" type="none"/>
          </a:ln>
        </p:spPr>
      </p:cxnSp>
      <p:cxnSp>
        <p:nvCxnSpPr>
          <p:cNvPr id="1213" name="Google Shape;1213;p54"/>
          <p:cNvCxnSpPr/>
          <p:nvPr/>
        </p:nvCxnSpPr>
        <p:spPr>
          <a:xfrm>
            <a:off x="8782050" y="3733800"/>
            <a:ext cx="361950" cy="609600"/>
          </a:xfrm>
          <a:prstGeom prst="straightConnector1">
            <a:avLst/>
          </a:prstGeom>
          <a:noFill/>
          <a:ln cap="flat" cmpd="sng" w="9525">
            <a:solidFill>
              <a:schemeClr val="dk2"/>
            </a:solidFill>
            <a:prstDash val="solid"/>
            <a:round/>
            <a:headEnd len="sm" w="sm" type="none"/>
            <a:tailEnd len="sm" w="sm" type="none"/>
          </a:ln>
        </p:spPr>
      </p:cxnSp>
      <p:cxnSp>
        <p:nvCxnSpPr>
          <p:cNvPr id="1214" name="Google Shape;1214;p54"/>
          <p:cNvCxnSpPr/>
          <p:nvPr/>
        </p:nvCxnSpPr>
        <p:spPr>
          <a:xfrm>
            <a:off x="8096250" y="2609850"/>
            <a:ext cx="571500" cy="247650"/>
          </a:xfrm>
          <a:prstGeom prst="straightConnector1">
            <a:avLst/>
          </a:prstGeom>
          <a:noFill/>
          <a:ln cap="flat" cmpd="sng" w="9525">
            <a:solidFill>
              <a:srgbClr val="CC3300"/>
            </a:solidFill>
            <a:prstDash val="solid"/>
            <a:round/>
            <a:headEnd len="sm" w="sm" type="none"/>
            <a:tailEnd len="med" w="med" type="triangle"/>
          </a:ln>
        </p:spPr>
      </p:cxnSp>
      <p:cxnSp>
        <p:nvCxnSpPr>
          <p:cNvPr id="1215" name="Google Shape;1215;p54"/>
          <p:cNvCxnSpPr/>
          <p:nvPr/>
        </p:nvCxnSpPr>
        <p:spPr>
          <a:xfrm flipH="1">
            <a:off x="8115300" y="3676650"/>
            <a:ext cx="381000" cy="590550"/>
          </a:xfrm>
          <a:prstGeom prst="straightConnector1">
            <a:avLst/>
          </a:prstGeom>
          <a:noFill/>
          <a:ln cap="flat" cmpd="sng" w="9525">
            <a:solidFill>
              <a:srgbClr val="CC3300"/>
            </a:solidFill>
            <a:prstDash val="solid"/>
            <a:round/>
            <a:headEnd len="sm" w="sm" type="none"/>
            <a:tailEnd len="med" w="med" type="triangle"/>
          </a:ln>
        </p:spPr>
      </p:cxn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9" name="Shape 1219"/>
        <p:cNvGrpSpPr/>
        <p:nvPr/>
      </p:nvGrpSpPr>
      <p:grpSpPr>
        <a:xfrm>
          <a:off x="0" y="0"/>
          <a:ext cx="0" cy="0"/>
          <a:chOff x="0" y="0"/>
          <a:chExt cx="0" cy="0"/>
        </a:xfrm>
      </p:grpSpPr>
      <p:sp>
        <p:nvSpPr>
          <p:cNvPr id="1220" name="Google Shape;1220;p55"/>
          <p:cNvSpPr/>
          <p:nvPr/>
        </p:nvSpPr>
        <p:spPr>
          <a:xfrm>
            <a:off x="0" y="609600"/>
            <a:ext cx="9163050" cy="1143000"/>
          </a:xfrm>
          <a:prstGeom prst="rect">
            <a:avLst/>
          </a:prstGeom>
          <a:noFill/>
          <a:ln>
            <a:noFill/>
          </a:ln>
        </p:spPr>
        <p:txBody>
          <a:bodyPr anchorCtr="0" anchor="ctr" bIns="46025" lIns="92075" spcFirstLastPara="1" rIns="92075" wrap="square" tIns="46025">
            <a:noAutofit/>
          </a:bodyPr>
          <a:lstStyle/>
          <a:p>
            <a:pPr indent="0" lvl="0" marL="0" marR="0" rtl="0" algn="ctr">
              <a:lnSpc>
                <a:spcPct val="100000"/>
              </a:lnSpc>
              <a:spcBef>
                <a:spcPts val="0"/>
              </a:spcBef>
              <a:spcAft>
                <a:spcPts val="0"/>
              </a:spcAft>
              <a:buClr>
                <a:srgbClr val="000000"/>
              </a:buClr>
              <a:buSzPts val="4400"/>
              <a:buFont typeface="Arial"/>
              <a:buNone/>
            </a:pPr>
            <a:r>
              <a:rPr b="0" i="0" lang="en-US" sz="4400" u="none" cap="none" strike="noStrike">
                <a:solidFill>
                  <a:schemeClr val="dk2"/>
                </a:solidFill>
                <a:latin typeface="Times New Roman"/>
                <a:ea typeface="Times New Roman"/>
                <a:cs typeface="Times New Roman"/>
                <a:sym typeface="Times New Roman"/>
              </a:rPr>
              <a:t>Inorder Traversal of Threaded BT</a:t>
            </a:r>
            <a:endParaRPr b="0" i="0" sz="1400" u="none" cap="none" strike="noStrike">
              <a:solidFill>
                <a:srgbClr val="000000"/>
              </a:solidFill>
              <a:latin typeface="Arial"/>
              <a:ea typeface="Arial"/>
              <a:cs typeface="Arial"/>
              <a:sym typeface="Arial"/>
            </a:endParaRPr>
          </a:p>
        </p:txBody>
      </p:sp>
      <p:sp>
        <p:nvSpPr>
          <p:cNvPr id="1221" name="Google Shape;1221;p55"/>
          <p:cNvSpPr/>
          <p:nvPr/>
        </p:nvSpPr>
        <p:spPr>
          <a:xfrm>
            <a:off x="857250" y="1752600"/>
            <a:ext cx="9163050" cy="4114800"/>
          </a:xfrm>
          <a:prstGeom prst="rect">
            <a:avLst/>
          </a:prstGeom>
          <a:noFill/>
          <a:ln>
            <a:noFill/>
          </a:ln>
        </p:spPr>
        <p:txBody>
          <a:bodyPr anchorCtr="0" anchor="t" bIns="46025" lIns="92075" spcFirstLastPara="1" rIns="92075" wrap="square" tIns="46025">
            <a:noAutofit/>
          </a:bodyPr>
          <a:lstStyle/>
          <a:p>
            <a:pPr indent="-342900" lvl="0" marL="342900" marR="0" rtl="0" algn="l">
              <a:lnSpc>
                <a:spcPct val="90000"/>
              </a:lnSpc>
              <a:spcBef>
                <a:spcPts val="0"/>
              </a:spcBef>
              <a:spcAft>
                <a:spcPts val="0"/>
              </a:spcAft>
              <a:buClr>
                <a:schemeClr val="accent1"/>
              </a:buClr>
              <a:buSzPts val="1680"/>
              <a:buFont typeface="Arial"/>
              <a:buNone/>
            </a:pPr>
            <a:r>
              <a:rPr b="1" i="0" lang="en-US" sz="2400" u="none" cap="none" strike="noStrike">
                <a:solidFill>
                  <a:schemeClr val="dk1"/>
                </a:solidFill>
                <a:latin typeface="Courier New"/>
                <a:ea typeface="Courier New"/>
                <a:cs typeface="Courier New"/>
                <a:sym typeface="Courier New"/>
              </a:rPr>
              <a:t>void tinorder(threaded_pointer tree)</a:t>
            </a:r>
            <a:endParaRPr b="0" i="0" sz="1400" u="none" cap="none" strike="noStrike">
              <a:solidFill>
                <a:srgbClr val="000000"/>
              </a:solidFill>
              <a:latin typeface="Arial"/>
              <a:ea typeface="Arial"/>
              <a:cs typeface="Arial"/>
              <a:sym typeface="Arial"/>
            </a:endParaRPr>
          </a:p>
          <a:p>
            <a:pPr indent="-342900" lvl="0" marL="342900" marR="0" rtl="0" algn="l">
              <a:lnSpc>
                <a:spcPct val="90000"/>
              </a:lnSpc>
              <a:spcBef>
                <a:spcPts val="480"/>
              </a:spcBef>
              <a:spcAft>
                <a:spcPts val="0"/>
              </a:spcAft>
              <a:buClr>
                <a:schemeClr val="accent1"/>
              </a:buClr>
              <a:buSzPts val="1680"/>
              <a:buFont typeface="Arial"/>
              <a:buNone/>
            </a:pPr>
            <a:r>
              <a:rPr b="1" i="0" lang="en-US" sz="24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a:p>
            <a:pPr indent="-342900" lvl="0" marL="342900" marR="0" rtl="0" algn="l">
              <a:lnSpc>
                <a:spcPct val="90000"/>
              </a:lnSpc>
              <a:spcBef>
                <a:spcPts val="480"/>
              </a:spcBef>
              <a:spcAft>
                <a:spcPts val="0"/>
              </a:spcAft>
              <a:buClr>
                <a:schemeClr val="accent1"/>
              </a:buClr>
              <a:buSzPts val="1680"/>
              <a:buFont typeface="Arial"/>
              <a:buNone/>
            </a:pPr>
            <a:r>
              <a:rPr b="1" i="0" lang="en-US" sz="2400" u="none" cap="none" strike="noStrike">
                <a:solidFill>
                  <a:schemeClr val="dk1"/>
                </a:solidFill>
                <a:latin typeface="Courier New"/>
                <a:ea typeface="Courier New"/>
                <a:cs typeface="Courier New"/>
                <a:sym typeface="Courier New"/>
              </a:rPr>
              <a:t>/* traverse the threaded binary tree inorder */</a:t>
            </a:r>
            <a:endParaRPr b="0" i="0" sz="1400" u="none" cap="none" strike="noStrike">
              <a:solidFill>
                <a:srgbClr val="000000"/>
              </a:solidFill>
              <a:latin typeface="Arial"/>
              <a:ea typeface="Arial"/>
              <a:cs typeface="Arial"/>
              <a:sym typeface="Arial"/>
            </a:endParaRPr>
          </a:p>
          <a:p>
            <a:pPr indent="-342900" lvl="0" marL="342900" marR="0" rtl="0" algn="l">
              <a:lnSpc>
                <a:spcPct val="90000"/>
              </a:lnSpc>
              <a:spcBef>
                <a:spcPts val="480"/>
              </a:spcBef>
              <a:spcAft>
                <a:spcPts val="0"/>
              </a:spcAft>
              <a:buClr>
                <a:schemeClr val="accent1"/>
              </a:buClr>
              <a:buSzPts val="1680"/>
              <a:buFont typeface="Arial"/>
              <a:buNone/>
            </a:pPr>
            <a:r>
              <a:rPr b="1" i="0" lang="en-US" sz="2400" u="none" cap="none" strike="noStrike">
                <a:solidFill>
                  <a:schemeClr val="dk1"/>
                </a:solidFill>
                <a:latin typeface="Courier New"/>
                <a:ea typeface="Courier New"/>
                <a:cs typeface="Courier New"/>
                <a:sym typeface="Courier New"/>
              </a:rPr>
              <a:t>    threaded_pointer temp = tree;</a:t>
            </a:r>
            <a:endParaRPr b="0" i="0" sz="1400" u="none" cap="none" strike="noStrike">
              <a:solidFill>
                <a:srgbClr val="000000"/>
              </a:solidFill>
              <a:latin typeface="Arial"/>
              <a:ea typeface="Arial"/>
              <a:cs typeface="Arial"/>
              <a:sym typeface="Arial"/>
            </a:endParaRPr>
          </a:p>
          <a:p>
            <a:pPr indent="-342900" lvl="0" marL="342900" marR="0" rtl="0" algn="l">
              <a:lnSpc>
                <a:spcPct val="90000"/>
              </a:lnSpc>
              <a:spcBef>
                <a:spcPts val="480"/>
              </a:spcBef>
              <a:spcAft>
                <a:spcPts val="0"/>
              </a:spcAft>
              <a:buClr>
                <a:schemeClr val="accent1"/>
              </a:buClr>
              <a:buSzPts val="1680"/>
              <a:buFont typeface="Arial"/>
              <a:buNone/>
            </a:pPr>
            <a:r>
              <a:rPr b="1" i="0" lang="en-US" sz="2400" u="none" cap="none" strike="noStrike">
                <a:solidFill>
                  <a:schemeClr val="dk1"/>
                </a:solidFill>
                <a:latin typeface="Courier New"/>
                <a:ea typeface="Courier New"/>
                <a:cs typeface="Courier New"/>
                <a:sym typeface="Courier New"/>
              </a:rPr>
              <a:t>    for (;;) {</a:t>
            </a:r>
            <a:endParaRPr b="0" i="0" sz="1400" u="none" cap="none" strike="noStrike">
              <a:solidFill>
                <a:srgbClr val="000000"/>
              </a:solidFill>
              <a:latin typeface="Arial"/>
              <a:ea typeface="Arial"/>
              <a:cs typeface="Arial"/>
              <a:sym typeface="Arial"/>
            </a:endParaRPr>
          </a:p>
          <a:p>
            <a:pPr indent="-342900" lvl="0" marL="342900" marR="0" rtl="0" algn="l">
              <a:lnSpc>
                <a:spcPct val="90000"/>
              </a:lnSpc>
              <a:spcBef>
                <a:spcPts val="480"/>
              </a:spcBef>
              <a:spcAft>
                <a:spcPts val="0"/>
              </a:spcAft>
              <a:buClr>
                <a:schemeClr val="accent1"/>
              </a:buClr>
              <a:buSzPts val="1680"/>
              <a:buFont typeface="Arial"/>
              <a:buNone/>
            </a:pPr>
            <a:r>
              <a:rPr b="1" i="0" lang="en-US" sz="2400" u="none" cap="none" strike="noStrike">
                <a:solidFill>
                  <a:schemeClr val="dk1"/>
                </a:solidFill>
                <a:latin typeface="Courier New"/>
                <a:ea typeface="Courier New"/>
                <a:cs typeface="Courier New"/>
                <a:sym typeface="Courier New"/>
              </a:rPr>
              <a:t>        temp = insucc(temp);</a:t>
            </a:r>
            <a:endParaRPr b="0" i="0" sz="1400" u="none" cap="none" strike="noStrike">
              <a:solidFill>
                <a:srgbClr val="000000"/>
              </a:solidFill>
              <a:latin typeface="Arial"/>
              <a:ea typeface="Arial"/>
              <a:cs typeface="Arial"/>
              <a:sym typeface="Arial"/>
            </a:endParaRPr>
          </a:p>
          <a:p>
            <a:pPr indent="-342900" lvl="0" marL="342900" marR="0" rtl="0" algn="l">
              <a:lnSpc>
                <a:spcPct val="90000"/>
              </a:lnSpc>
              <a:spcBef>
                <a:spcPts val="480"/>
              </a:spcBef>
              <a:spcAft>
                <a:spcPts val="0"/>
              </a:spcAft>
              <a:buClr>
                <a:schemeClr val="accent1"/>
              </a:buClr>
              <a:buSzPts val="1680"/>
              <a:buFont typeface="Arial"/>
              <a:buNone/>
            </a:pPr>
            <a:r>
              <a:rPr b="1" i="0" lang="en-US" sz="2400" u="none" cap="none" strike="noStrike">
                <a:solidFill>
                  <a:schemeClr val="dk1"/>
                </a:solidFill>
                <a:latin typeface="Courier New"/>
                <a:ea typeface="Courier New"/>
                <a:cs typeface="Courier New"/>
                <a:sym typeface="Courier New"/>
              </a:rPr>
              <a:t>        if (temp==tree) break;</a:t>
            </a:r>
            <a:endParaRPr b="0" i="0" sz="1400" u="none" cap="none" strike="noStrike">
              <a:solidFill>
                <a:srgbClr val="000000"/>
              </a:solidFill>
              <a:latin typeface="Arial"/>
              <a:ea typeface="Arial"/>
              <a:cs typeface="Arial"/>
              <a:sym typeface="Arial"/>
            </a:endParaRPr>
          </a:p>
          <a:p>
            <a:pPr indent="-342900" lvl="0" marL="342900" marR="0" rtl="0" algn="l">
              <a:lnSpc>
                <a:spcPct val="90000"/>
              </a:lnSpc>
              <a:spcBef>
                <a:spcPts val="480"/>
              </a:spcBef>
              <a:spcAft>
                <a:spcPts val="0"/>
              </a:spcAft>
              <a:buClr>
                <a:schemeClr val="accent1"/>
              </a:buClr>
              <a:buSzPts val="1680"/>
              <a:buFont typeface="Arial"/>
              <a:buNone/>
            </a:pPr>
            <a:r>
              <a:rPr b="1" i="0" lang="en-US" sz="2400" u="none" cap="none" strike="noStrike">
                <a:solidFill>
                  <a:schemeClr val="dk1"/>
                </a:solidFill>
                <a:latin typeface="Courier New"/>
                <a:ea typeface="Courier New"/>
                <a:cs typeface="Courier New"/>
                <a:sym typeface="Courier New"/>
              </a:rPr>
              <a:t>        printf(“%3c”, temp-&gt;data);</a:t>
            </a:r>
            <a:endParaRPr b="0" i="0" sz="1400" u="none" cap="none" strike="noStrike">
              <a:solidFill>
                <a:srgbClr val="000000"/>
              </a:solidFill>
              <a:latin typeface="Arial"/>
              <a:ea typeface="Arial"/>
              <a:cs typeface="Arial"/>
              <a:sym typeface="Arial"/>
            </a:endParaRPr>
          </a:p>
          <a:p>
            <a:pPr indent="-342900" lvl="0" marL="342900" marR="0" rtl="0" algn="l">
              <a:lnSpc>
                <a:spcPct val="90000"/>
              </a:lnSpc>
              <a:spcBef>
                <a:spcPts val="480"/>
              </a:spcBef>
              <a:spcAft>
                <a:spcPts val="0"/>
              </a:spcAft>
              <a:buClr>
                <a:schemeClr val="accent1"/>
              </a:buClr>
              <a:buSzPts val="1680"/>
              <a:buFont typeface="Arial"/>
              <a:buNone/>
            </a:pPr>
            <a:r>
              <a:rPr b="1" i="0" lang="en-US" sz="2400" u="none" cap="none" strike="noStrike">
                <a:solidFill>
                  <a:schemeClr val="dk1"/>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a:p>
            <a:pPr indent="-342900" lvl="0" marL="342900" marR="0" rtl="0" algn="l">
              <a:lnSpc>
                <a:spcPct val="90000"/>
              </a:lnSpc>
              <a:spcBef>
                <a:spcPts val="480"/>
              </a:spcBef>
              <a:spcAft>
                <a:spcPts val="0"/>
              </a:spcAft>
              <a:buClr>
                <a:schemeClr val="accent1"/>
              </a:buClr>
              <a:buSzPts val="1680"/>
              <a:buFont typeface="Arial"/>
              <a:buNone/>
            </a:pPr>
            <a:r>
              <a:rPr b="1" i="0" lang="en-US" sz="2400" u="none" cap="none" strike="noStrike">
                <a:solidFill>
                  <a:schemeClr val="dk1"/>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p:txBody>
      </p:sp>
      <p:sp>
        <p:nvSpPr>
          <p:cNvPr id="1222" name="Google Shape;1222;p55"/>
          <p:cNvSpPr txBox="1"/>
          <p:nvPr/>
        </p:nvSpPr>
        <p:spPr>
          <a:xfrm>
            <a:off x="1565275" y="6000750"/>
            <a:ext cx="950913" cy="5794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CC3300"/>
                </a:solidFill>
                <a:latin typeface="Times New Roman"/>
                <a:ea typeface="Times New Roman"/>
                <a:cs typeface="Times New Roman"/>
                <a:sym typeface="Times New Roman"/>
              </a:rPr>
              <a:t>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6" name="Shape 1226"/>
        <p:cNvGrpSpPr/>
        <p:nvPr/>
      </p:nvGrpSpPr>
      <p:grpSpPr>
        <a:xfrm>
          <a:off x="0" y="0"/>
          <a:ext cx="0" cy="0"/>
          <a:chOff x="0" y="0"/>
          <a:chExt cx="0" cy="0"/>
        </a:xfrm>
      </p:grpSpPr>
      <p:sp>
        <p:nvSpPr>
          <p:cNvPr id="1227" name="Google Shape;1227;p56"/>
          <p:cNvSpPr/>
          <p:nvPr/>
        </p:nvSpPr>
        <p:spPr>
          <a:xfrm>
            <a:off x="323850" y="628650"/>
            <a:ext cx="9163050" cy="1143000"/>
          </a:xfrm>
          <a:prstGeom prst="rect">
            <a:avLst/>
          </a:prstGeom>
          <a:noFill/>
          <a:ln>
            <a:noFill/>
          </a:ln>
        </p:spPr>
        <p:txBody>
          <a:bodyPr anchorCtr="0" anchor="ctr" bIns="46025" lIns="92075" spcFirstLastPara="1" rIns="92075" wrap="square" tIns="46025">
            <a:noAutofit/>
          </a:bodyPr>
          <a:lstStyle/>
          <a:p>
            <a:pPr indent="0" lvl="0" marL="0" marR="0" rtl="0" algn="ctr">
              <a:lnSpc>
                <a:spcPct val="100000"/>
              </a:lnSpc>
              <a:spcBef>
                <a:spcPts val="0"/>
              </a:spcBef>
              <a:spcAft>
                <a:spcPts val="0"/>
              </a:spcAft>
              <a:buClr>
                <a:srgbClr val="000000"/>
              </a:buClr>
              <a:buSzPts val="4400"/>
              <a:buFont typeface="Arial"/>
              <a:buNone/>
            </a:pPr>
            <a:r>
              <a:rPr b="0" i="0" lang="en-US" sz="4400" u="none" cap="none" strike="noStrike">
                <a:solidFill>
                  <a:schemeClr val="dk2"/>
                </a:solidFill>
                <a:latin typeface="Times New Roman"/>
                <a:ea typeface="Times New Roman"/>
                <a:cs typeface="Times New Roman"/>
                <a:sym typeface="Times New Roman"/>
              </a:rPr>
              <a:t>Inserting Nodes into Threaded BTs</a:t>
            </a:r>
            <a:endParaRPr b="0" i="0" sz="1400" u="none" cap="none" strike="noStrike">
              <a:solidFill>
                <a:srgbClr val="000000"/>
              </a:solidFill>
              <a:latin typeface="Arial"/>
              <a:ea typeface="Arial"/>
              <a:cs typeface="Arial"/>
              <a:sym typeface="Arial"/>
            </a:endParaRPr>
          </a:p>
        </p:txBody>
      </p:sp>
      <p:sp>
        <p:nvSpPr>
          <p:cNvPr id="1228" name="Google Shape;1228;p56"/>
          <p:cNvSpPr/>
          <p:nvPr/>
        </p:nvSpPr>
        <p:spPr>
          <a:xfrm>
            <a:off x="400050" y="1962150"/>
            <a:ext cx="9163050" cy="4114800"/>
          </a:xfrm>
          <a:prstGeom prst="rect">
            <a:avLst/>
          </a:prstGeom>
          <a:noFill/>
          <a:ln>
            <a:noFill/>
          </a:ln>
        </p:spPr>
        <p:txBody>
          <a:bodyPr anchorCtr="0" anchor="t" bIns="46025" lIns="92075" spcFirstLastPara="1" rIns="92075" wrap="square" tIns="46025">
            <a:noAutofit/>
          </a:bodyPr>
          <a:lstStyle/>
          <a:p>
            <a:pPr indent="-342900" lvl="0" marL="342900" marR="0" rtl="0" algn="l">
              <a:lnSpc>
                <a:spcPct val="100000"/>
              </a:lnSpc>
              <a:spcBef>
                <a:spcPts val="0"/>
              </a:spcBef>
              <a:spcAft>
                <a:spcPts val="0"/>
              </a:spcAft>
              <a:buClr>
                <a:schemeClr val="accent1"/>
              </a:buClr>
              <a:buSzPts val="2240"/>
              <a:buFont typeface="Arial"/>
              <a:buChar char="●"/>
            </a:pPr>
            <a:r>
              <a:rPr b="0" i="0" lang="en-US" sz="3200" u="none" cap="none" strike="noStrike">
                <a:solidFill>
                  <a:schemeClr val="dk1"/>
                </a:solidFill>
                <a:latin typeface="Times New Roman"/>
                <a:ea typeface="Times New Roman"/>
                <a:cs typeface="Times New Roman"/>
                <a:sym typeface="Times New Roman"/>
              </a:rPr>
              <a:t>Insert </a:t>
            </a:r>
            <a:r>
              <a:rPr b="0" i="0" lang="en-US" sz="3200" u="none" cap="none" strike="noStrike">
                <a:solidFill>
                  <a:schemeClr val="dk1"/>
                </a:solidFill>
                <a:latin typeface="Courier New"/>
                <a:ea typeface="Courier New"/>
                <a:cs typeface="Courier New"/>
                <a:sym typeface="Courier New"/>
              </a:rPr>
              <a:t>child</a:t>
            </a:r>
            <a:r>
              <a:rPr b="0" i="0" lang="en-US" sz="3200" u="none" cap="none" strike="noStrike">
                <a:solidFill>
                  <a:schemeClr val="dk1"/>
                </a:solidFill>
                <a:latin typeface="Times New Roman"/>
                <a:ea typeface="Times New Roman"/>
                <a:cs typeface="Times New Roman"/>
                <a:sym typeface="Times New Roman"/>
              </a:rPr>
              <a:t> as the right child of node </a:t>
            </a:r>
            <a:r>
              <a:rPr b="0" i="0" lang="en-US" sz="3200" u="none" cap="none" strike="noStrike">
                <a:solidFill>
                  <a:schemeClr val="dk1"/>
                </a:solidFill>
                <a:latin typeface="Courier New"/>
                <a:ea typeface="Courier New"/>
                <a:cs typeface="Courier New"/>
                <a:sym typeface="Courier New"/>
              </a:rPr>
              <a:t>parent</a:t>
            </a:r>
            <a:endParaRPr b="0" i="0" sz="3200" u="none" cap="none" strike="noStrike">
              <a:solidFill>
                <a:schemeClr val="dk1"/>
              </a:solidFill>
              <a:latin typeface="Times New Roman"/>
              <a:ea typeface="Times New Roman"/>
              <a:cs typeface="Times New Roman"/>
              <a:sym typeface="Times New Roman"/>
            </a:endParaRPr>
          </a:p>
          <a:p>
            <a:pPr indent="-285750" lvl="1" marL="742950" marR="0" rtl="0" algn="l">
              <a:lnSpc>
                <a:spcPct val="100000"/>
              </a:lnSpc>
              <a:spcBef>
                <a:spcPts val="560"/>
              </a:spcBef>
              <a:spcAft>
                <a:spcPts val="0"/>
              </a:spcAft>
              <a:buClr>
                <a:schemeClr val="dk1"/>
              </a:buClr>
              <a:buSzPts val="2800"/>
              <a:buFont typeface="Times New Roman"/>
              <a:buChar char="–"/>
            </a:pPr>
            <a:r>
              <a:rPr b="0" i="0" lang="en-US" sz="2800" u="none" cap="none" strike="noStrike">
                <a:solidFill>
                  <a:schemeClr val="dk1"/>
                </a:solidFill>
                <a:latin typeface="Times New Roman"/>
                <a:ea typeface="Times New Roman"/>
                <a:cs typeface="Times New Roman"/>
                <a:sym typeface="Times New Roman"/>
              </a:rPr>
              <a:t>change </a:t>
            </a:r>
            <a:r>
              <a:rPr b="0" i="0" lang="en-US" sz="2400" u="none" cap="none" strike="noStrike">
                <a:solidFill>
                  <a:schemeClr val="dk1"/>
                </a:solidFill>
                <a:latin typeface="Courier New"/>
                <a:ea typeface="Courier New"/>
                <a:cs typeface="Courier New"/>
                <a:sym typeface="Courier New"/>
              </a:rPr>
              <a:t>parent-&gt;right_thread</a:t>
            </a:r>
            <a:r>
              <a:rPr b="0" i="0" lang="en-US" sz="2800" u="none" cap="none" strike="noStrike">
                <a:solidFill>
                  <a:schemeClr val="dk1"/>
                </a:solidFill>
                <a:latin typeface="Times New Roman"/>
                <a:ea typeface="Times New Roman"/>
                <a:cs typeface="Times New Roman"/>
                <a:sym typeface="Times New Roman"/>
              </a:rPr>
              <a:t> to FALSE</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560"/>
              </a:spcBef>
              <a:spcAft>
                <a:spcPts val="0"/>
              </a:spcAft>
              <a:buClr>
                <a:schemeClr val="dk1"/>
              </a:buClr>
              <a:buSzPts val="2800"/>
              <a:buFont typeface="Times New Roman"/>
              <a:buChar char="–"/>
            </a:pPr>
            <a:r>
              <a:rPr b="0" i="0" lang="en-US" sz="2800" u="none" cap="none" strike="noStrike">
                <a:solidFill>
                  <a:schemeClr val="dk1"/>
                </a:solidFill>
                <a:latin typeface="Times New Roman"/>
                <a:ea typeface="Times New Roman"/>
                <a:cs typeface="Times New Roman"/>
                <a:sym typeface="Times New Roman"/>
              </a:rPr>
              <a:t>set </a:t>
            </a:r>
            <a:r>
              <a:rPr b="0" i="0" lang="en-US" sz="2400" u="none" cap="none" strike="noStrike">
                <a:solidFill>
                  <a:schemeClr val="dk1"/>
                </a:solidFill>
                <a:latin typeface="Courier New"/>
                <a:ea typeface="Courier New"/>
                <a:cs typeface="Courier New"/>
                <a:sym typeface="Courier New"/>
              </a:rPr>
              <a:t>child-&gt;left_thread</a:t>
            </a:r>
            <a:r>
              <a:rPr b="0" i="0" lang="en-US" sz="2800" u="none" cap="none" strike="noStrike">
                <a:solidFill>
                  <a:schemeClr val="dk1"/>
                </a:solidFill>
                <a:latin typeface="Times New Roman"/>
                <a:ea typeface="Times New Roman"/>
                <a:cs typeface="Times New Roman"/>
                <a:sym typeface="Times New Roman"/>
              </a:rPr>
              <a:t> and </a:t>
            </a:r>
            <a:r>
              <a:rPr b="0" i="0" lang="en-US" sz="2400" u="none" cap="none" strike="noStrike">
                <a:solidFill>
                  <a:schemeClr val="dk1"/>
                </a:solidFill>
                <a:latin typeface="Courier New"/>
                <a:ea typeface="Courier New"/>
                <a:cs typeface="Courier New"/>
                <a:sym typeface="Courier New"/>
              </a:rPr>
              <a:t>child-&gt;right_thread</a:t>
            </a:r>
            <a:r>
              <a:rPr b="0" i="0" lang="en-US" sz="2800" u="none" cap="none" strike="noStrike">
                <a:solidFill>
                  <a:schemeClr val="dk1"/>
                </a:solidFill>
                <a:latin typeface="Times New Roman"/>
                <a:ea typeface="Times New Roman"/>
                <a:cs typeface="Times New Roman"/>
                <a:sym typeface="Times New Roman"/>
              </a:rPr>
              <a:t> to TRUE</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560"/>
              </a:spcBef>
              <a:spcAft>
                <a:spcPts val="0"/>
              </a:spcAft>
              <a:buClr>
                <a:schemeClr val="dk1"/>
              </a:buClr>
              <a:buSzPts val="2800"/>
              <a:buFont typeface="Times New Roman"/>
              <a:buChar char="–"/>
            </a:pPr>
            <a:r>
              <a:rPr b="0" i="0" lang="en-US" sz="2800" u="none" cap="none" strike="noStrike">
                <a:solidFill>
                  <a:schemeClr val="dk1"/>
                </a:solidFill>
                <a:latin typeface="Times New Roman"/>
                <a:ea typeface="Times New Roman"/>
                <a:cs typeface="Times New Roman"/>
                <a:sym typeface="Times New Roman"/>
              </a:rPr>
              <a:t>set </a:t>
            </a:r>
            <a:r>
              <a:rPr b="0" i="0" lang="en-US" sz="2400" u="none" cap="none" strike="noStrike">
                <a:solidFill>
                  <a:schemeClr val="dk1"/>
                </a:solidFill>
                <a:latin typeface="Courier New"/>
                <a:ea typeface="Courier New"/>
                <a:cs typeface="Courier New"/>
                <a:sym typeface="Courier New"/>
              </a:rPr>
              <a:t>child-&gt;left_child</a:t>
            </a:r>
            <a:r>
              <a:rPr b="0" i="0" lang="en-US" sz="2800" u="none" cap="none" strike="noStrike">
                <a:solidFill>
                  <a:schemeClr val="dk1"/>
                </a:solidFill>
                <a:latin typeface="Times New Roman"/>
                <a:ea typeface="Times New Roman"/>
                <a:cs typeface="Times New Roman"/>
                <a:sym typeface="Times New Roman"/>
              </a:rPr>
              <a:t> to point to </a:t>
            </a:r>
            <a:r>
              <a:rPr b="0" i="0" lang="en-US" sz="2400" u="none" cap="none" strike="noStrike">
                <a:solidFill>
                  <a:schemeClr val="dk1"/>
                </a:solidFill>
                <a:latin typeface="Courier New"/>
                <a:ea typeface="Courier New"/>
                <a:cs typeface="Courier New"/>
                <a:sym typeface="Courier New"/>
              </a:rPr>
              <a:t>parent</a:t>
            </a:r>
            <a:endParaRPr b="0" i="0" sz="2800" u="none" cap="none" strike="noStrike">
              <a:solidFill>
                <a:schemeClr val="dk1"/>
              </a:solidFill>
              <a:latin typeface="Times New Roman"/>
              <a:ea typeface="Times New Roman"/>
              <a:cs typeface="Times New Roman"/>
              <a:sym typeface="Times New Roman"/>
            </a:endParaRPr>
          </a:p>
          <a:p>
            <a:pPr indent="-285750" lvl="1" marL="742950" marR="0" rtl="0" algn="l">
              <a:lnSpc>
                <a:spcPct val="100000"/>
              </a:lnSpc>
              <a:spcBef>
                <a:spcPts val="560"/>
              </a:spcBef>
              <a:spcAft>
                <a:spcPts val="0"/>
              </a:spcAft>
              <a:buClr>
                <a:schemeClr val="dk1"/>
              </a:buClr>
              <a:buSzPts val="2800"/>
              <a:buFont typeface="Times New Roman"/>
              <a:buChar char="–"/>
            </a:pPr>
            <a:r>
              <a:rPr b="0" i="0" lang="en-US" sz="2800" u="none" cap="none" strike="noStrike">
                <a:solidFill>
                  <a:schemeClr val="dk1"/>
                </a:solidFill>
                <a:latin typeface="Times New Roman"/>
                <a:ea typeface="Times New Roman"/>
                <a:cs typeface="Times New Roman"/>
                <a:sym typeface="Times New Roman"/>
              </a:rPr>
              <a:t>set </a:t>
            </a:r>
            <a:r>
              <a:rPr b="0" i="0" lang="en-US" sz="2400" u="none" cap="none" strike="noStrike">
                <a:solidFill>
                  <a:schemeClr val="dk1"/>
                </a:solidFill>
                <a:latin typeface="Courier New"/>
                <a:ea typeface="Courier New"/>
                <a:cs typeface="Courier New"/>
                <a:sym typeface="Courier New"/>
              </a:rPr>
              <a:t>child-&gt;right_child</a:t>
            </a:r>
            <a:r>
              <a:rPr b="0" i="0" lang="en-US" sz="2800" u="none" cap="none" strike="noStrike">
                <a:solidFill>
                  <a:schemeClr val="dk1"/>
                </a:solidFill>
                <a:latin typeface="Times New Roman"/>
                <a:ea typeface="Times New Roman"/>
                <a:cs typeface="Times New Roman"/>
                <a:sym typeface="Times New Roman"/>
              </a:rPr>
              <a:t> to </a:t>
            </a:r>
            <a:r>
              <a:rPr b="0" i="0" lang="en-US" sz="2400" u="none" cap="none" strike="noStrike">
                <a:solidFill>
                  <a:schemeClr val="dk1"/>
                </a:solidFill>
                <a:latin typeface="Courier New"/>
                <a:ea typeface="Courier New"/>
                <a:cs typeface="Courier New"/>
                <a:sym typeface="Courier New"/>
              </a:rPr>
              <a:t>parent-&gt;right_child</a:t>
            </a:r>
            <a:endParaRPr b="0" i="0" sz="2800" u="none" cap="none" strike="noStrike">
              <a:solidFill>
                <a:schemeClr val="dk1"/>
              </a:solidFill>
              <a:latin typeface="Times New Roman"/>
              <a:ea typeface="Times New Roman"/>
              <a:cs typeface="Times New Roman"/>
              <a:sym typeface="Times New Roman"/>
            </a:endParaRPr>
          </a:p>
          <a:p>
            <a:pPr indent="-285750" lvl="1" marL="742950" marR="0" rtl="0" algn="l">
              <a:lnSpc>
                <a:spcPct val="100000"/>
              </a:lnSpc>
              <a:spcBef>
                <a:spcPts val="560"/>
              </a:spcBef>
              <a:spcAft>
                <a:spcPts val="0"/>
              </a:spcAft>
              <a:buClr>
                <a:schemeClr val="dk1"/>
              </a:buClr>
              <a:buSzPts val="2800"/>
              <a:buFont typeface="Times New Roman"/>
              <a:buChar char="–"/>
            </a:pPr>
            <a:r>
              <a:rPr b="0" i="0" lang="en-US" sz="2800" u="none" cap="none" strike="noStrike">
                <a:solidFill>
                  <a:schemeClr val="dk1"/>
                </a:solidFill>
                <a:latin typeface="Times New Roman"/>
                <a:ea typeface="Times New Roman"/>
                <a:cs typeface="Times New Roman"/>
                <a:sym typeface="Times New Roman"/>
              </a:rPr>
              <a:t>change </a:t>
            </a:r>
            <a:r>
              <a:rPr b="0" i="0" lang="en-US" sz="2400" u="none" cap="none" strike="noStrike">
                <a:solidFill>
                  <a:schemeClr val="dk1"/>
                </a:solidFill>
                <a:latin typeface="Courier New"/>
                <a:ea typeface="Courier New"/>
                <a:cs typeface="Courier New"/>
                <a:sym typeface="Courier New"/>
              </a:rPr>
              <a:t>parent-&gt;right_child</a:t>
            </a:r>
            <a:r>
              <a:rPr b="0" i="0" lang="en-US" sz="2800" u="none" cap="none" strike="noStrike">
                <a:solidFill>
                  <a:schemeClr val="dk1"/>
                </a:solidFill>
                <a:latin typeface="Times New Roman"/>
                <a:ea typeface="Times New Roman"/>
                <a:cs typeface="Times New Roman"/>
                <a:sym typeface="Times New Roman"/>
              </a:rPr>
              <a:t> to point to </a:t>
            </a:r>
            <a:r>
              <a:rPr b="0" i="0" lang="en-US" sz="2400" u="none" cap="none" strike="noStrike">
                <a:solidFill>
                  <a:schemeClr val="dk1"/>
                </a:solidFill>
                <a:latin typeface="Courier New"/>
                <a:ea typeface="Courier New"/>
                <a:cs typeface="Courier New"/>
                <a:sym typeface="Courier New"/>
              </a:rPr>
              <a:t>child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2" name="Shape 1232"/>
        <p:cNvGrpSpPr/>
        <p:nvPr/>
      </p:nvGrpSpPr>
      <p:grpSpPr>
        <a:xfrm>
          <a:off x="0" y="0"/>
          <a:ext cx="0" cy="0"/>
          <a:chOff x="0" y="0"/>
          <a:chExt cx="0" cy="0"/>
        </a:xfrm>
      </p:grpSpPr>
      <p:sp>
        <p:nvSpPr>
          <p:cNvPr id="1233" name="Google Shape;1233;p57"/>
          <p:cNvSpPr/>
          <p:nvPr/>
        </p:nvSpPr>
        <p:spPr>
          <a:xfrm>
            <a:off x="0" y="609600"/>
            <a:ext cx="9163050" cy="1143000"/>
          </a:xfrm>
          <a:prstGeom prst="rect">
            <a:avLst/>
          </a:prstGeom>
          <a:noFill/>
          <a:ln>
            <a:noFill/>
          </a:ln>
        </p:spPr>
        <p:txBody>
          <a:bodyPr anchorCtr="0" anchor="ctr" bIns="46025" lIns="92075" spcFirstLastPara="1" rIns="92075" wrap="square" tIns="46025">
            <a:noAutofit/>
          </a:bodyPr>
          <a:lstStyle/>
          <a:p>
            <a:pPr indent="0" lvl="0" marL="0" marR="0" rtl="0" algn="ctr">
              <a:lnSpc>
                <a:spcPct val="100000"/>
              </a:lnSpc>
              <a:spcBef>
                <a:spcPts val="0"/>
              </a:spcBef>
              <a:spcAft>
                <a:spcPts val="0"/>
              </a:spcAft>
              <a:buClr>
                <a:srgbClr val="000000"/>
              </a:buClr>
              <a:buSzPts val="4400"/>
              <a:buFont typeface="Arial"/>
              <a:buNone/>
            </a:pPr>
            <a:r>
              <a:rPr b="0" i="0" lang="en-US" sz="4400" u="none" cap="none" strike="noStrike">
                <a:solidFill>
                  <a:schemeClr val="dk2"/>
                </a:solidFill>
                <a:latin typeface="Times New Roman"/>
                <a:ea typeface="Times New Roman"/>
                <a:cs typeface="Times New Roman"/>
                <a:sym typeface="Times New Roman"/>
              </a:rPr>
              <a:t>Examples</a:t>
            </a:r>
            <a:endParaRPr b="0" i="0" sz="1400" u="none" cap="none" strike="noStrike">
              <a:solidFill>
                <a:srgbClr val="000000"/>
              </a:solidFill>
              <a:latin typeface="Arial"/>
              <a:ea typeface="Arial"/>
              <a:cs typeface="Arial"/>
              <a:sym typeface="Arial"/>
            </a:endParaRPr>
          </a:p>
        </p:txBody>
      </p:sp>
      <p:sp>
        <p:nvSpPr>
          <p:cNvPr id="1234" name="Google Shape;1234;p57"/>
          <p:cNvSpPr/>
          <p:nvPr/>
        </p:nvSpPr>
        <p:spPr>
          <a:xfrm>
            <a:off x="2370138" y="2490788"/>
            <a:ext cx="392112" cy="392112"/>
          </a:xfrm>
          <a:prstGeom prst="ellipse">
            <a:avLst/>
          </a:prstGeom>
          <a:solidFill>
            <a:schemeClr val="fo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1235" name="Google Shape;1235;p57"/>
          <p:cNvSpPr/>
          <p:nvPr/>
        </p:nvSpPr>
        <p:spPr>
          <a:xfrm>
            <a:off x="1758950" y="3308350"/>
            <a:ext cx="392113" cy="392113"/>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1236" name="Google Shape;1236;p57"/>
          <p:cNvSpPr/>
          <p:nvPr/>
        </p:nvSpPr>
        <p:spPr>
          <a:xfrm>
            <a:off x="2379663" y="4132263"/>
            <a:ext cx="392112" cy="392112"/>
          </a:xfrm>
          <a:prstGeom prst="ellipse">
            <a:avLst/>
          </a:prstGeom>
          <a:solidFill>
            <a:schemeClr val="accent1"/>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1237" name="Google Shape;1237;p57"/>
          <p:cNvSpPr/>
          <p:nvPr/>
        </p:nvSpPr>
        <p:spPr>
          <a:xfrm>
            <a:off x="1808163" y="5000625"/>
            <a:ext cx="392112" cy="392113"/>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cxnSp>
        <p:nvCxnSpPr>
          <p:cNvPr id="1238" name="Google Shape;1238;p57"/>
          <p:cNvCxnSpPr/>
          <p:nvPr/>
        </p:nvCxnSpPr>
        <p:spPr>
          <a:xfrm flipH="1">
            <a:off x="1970088" y="2878138"/>
            <a:ext cx="488950" cy="428625"/>
          </a:xfrm>
          <a:prstGeom prst="straightConnector1">
            <a:avLst/>
          </a:prstGeom>
          <a:noFill/>
          <a:ln cap="flat" cmpd="sng" w="12700">
            <a:solidFill>
              <a:schemeClr val="dk1"/>
            </a:solidFill>
            <a:prstDash val="solid"/>
            <a:round/>
            <a:headEnd len="sm" w="sm" type="none"/>
            <a:tailEnd len="sm" w="sm" type="none"/>
          </a:ln>
        </p:spPr>
      </p:cxnSp>
      <p:cxnSp>
        <p:nvCxnSpPr>
          <p:cNvPr id="1239" name="Google Shape;1239;p57"/>
          <p:cNvCxnSpPr/>
          <p:nvPr/>
        </p:nvCxnSpPr>
        <p:spPr>
          <a:xfrm>
            <a:off x="2112963" y="3663950"/>
            <a:ext cx="465137" cy="465138"/>
          </a:xfrm>
          <a:prstGeom prst="straightConnector1">
            <a:avLst/>
          </a:prstGeom>
          <a:noFill/>
          <a:ln cap="flat" cmpd="sng" w="12700">
            <a:solidFill>
              <a:schemeClr val="dk1"/>
            </a:solidFill>
            <a:prstDash val="solid"/>
            <a:round/>
            <a:headEnd len="sm" w="sm" type="none"/>
            <a:tailEnd len="sm" w="sm" type="none"/>
          </a:ln>
        </p:spPr>
      </p:cxnSp>
      <p:cxnSp>
        <p:nvCxnSpPr>
          <p:cNvPr id="1240" name="Google Shape;1240;p57"/>
          <p:cNvCxnSpPr/>
          <p:nvPr/>
        </p:nvCxnSpPr>
        <p:spPr>
          <a:xfrm flipH="1">
            <a:off x="2006600" y="4473575"/>
            <a:ext cx="415925" cy="547688"/>
          </a:xfrm>
          <a:prstGeom prst="straightConnector1">
            <a:avLst/>
          </a:prstGeom>
          <a:noFill/>
          <a:ln cap="flat" cmpd="sng" w="12700">
            <a:solidFill>
              <a:schemeClr val="dk1"/>
            </a:solidFill>
            <a:prstDash val="solid"/>
            <a:round/>
            <a:headEnd len="sm" w="sm" type="none"/>
            <a:tailEnd len="sm" w="sm" type="none"/>
          </a:ln>
        </p:spPr>
      </p:cxnSp>
      <p:cxnSp>
        <p:nvCxnSpPr>
          <p:cNvPr id="1241" name="Google Shape;1241;p57"/>
          <p:cNvCxnSpPr/>
          <p:nvPr/>
        </p:nvCxnSpPr>
        <p:spPr>
          <a:xfrm>
            <a:off x="2208213" y="5248275"/>
            <a:ext cx="357187" cy="0"/>
          </a:xfrm>
          <a:prstGeom prst="straightConnector1">
            <a:avLst/>
          </a:prstGeom>
          <a:noFill/>
          <a:ln cap="flat" cmpd="sng" w="12700">
            <a:solidFill>
              <a:schemeClr val="dk1"/>
            </a:solidFill>
            <a:prstDash val="dot"/>
            <a:round/>
            <a:headEnd len="sm" w="sm" type="none"/>
            <a:tailEnd len="sm" w="sm" type="none"/>
          </a:ln>
        </p:spPr>
      </p:cxnSp>
      <p:cxnSp>
        <p:nvCxnSpPr>
          <p:cNvPr id="1242" name="Google Shape;1242;p57"/>
          <p:cNvCxnSpPr/>
          <p:nvPr/>
        </p:nvCxnSpPr>
        <p:spPr>
          <a:xfrm rot="10800000">
            <a:off x="2589213" y="4652963"/>
            <a:ext cx="0" cy="595312"/>
          </a:xfrm>
          <a:prstGeom prst="straightConnector1">
            <a:avLst/>
          </a:prstGeom>
          <a:noFill/>
          <a:ln cap="flat" cmpd="sng" w="12700">
            <a:solidFill>
              <a:schemeClr val="dk1"/>
            </a:solidFill>
            <a:prstDash val="dot"/>
            <a:round/>
            <a:headEnd len="sm" w="sm" type="none"/>
            <a:tailEnd len="med" w="med" type="stealth"/>
          </a:ln>
        </p:spPr>
      </p:cxnSp>
      <p:cxnSp>
        <p:nvCxnSpPr>
          <p:cNvPr id="1243" name="Google Shape;1243;p57"/>
          <p:cNvCxnSpPr/>
          <p:nvPr/>
        </p:nvCxnSpPr>
        <p:spPr>
          <a:xfrm rot="10800000">
            <a:off x="1673225" y="5235575"/>
            <a:ext cx="119063" cy="0"/>
          </a:xfrm>
          <a:prstGeom prst="straightConnector1">
            <a:avLst/>
          </a:prstGeom>
          <a:noFill/>
          <a:ln cap="flat" cmpd="sng" w="12700">
            <a:solidFill>
              <a:schemeClr val="dk1"/>
            </a:solidFill>
            <a:prstDash val="dot"/>
            <a:round/>
            <a:headEnd len="sm" w="sm" type="none"/>
            <a:tailEnd len="sm" w="sm" type="none"/>
          </a:ln>
        </p:spPr>
      </p:cxnSp>
      <p:cxnSp>
        <p:nvCxnSpPr>
          <p:cNvPr id="1244" name="Google Shape;1244;p57"/>
          <p:cNvCxnSpPr/>
          <p:nvPr/>
        </p:nvCxnSpPr>
        <p:spPr>
          <a:xfrm rot="10800000">
            <a:off x="1673225" y="3913188"/>
            <a:ext cx="0" cy="1311275"/>
          </a:xfrm>
          <a:prstGeom prst="straightConnector1">
            <a:avLst/>
          </a:prstGeom>
          <a:noFill/>
          <a:ln cap="flat" cmpd="sng" w="12700">
            <a:solidFill>
              <a:schemeClr val="dk1"/>
            </a:solidFill>
            <a:prstDash val="dot"/>
            <a:round/>
            <a:headEnd len="sm" w="sm" type="none"/>
            <a:tailEnd len="sm" w="sm" type="none"/>
          </a:ln>
        </p:spPr>
      </p:cxnSp>
      <p:cxnSp>
        <p:nvCxnSpPr>
          <p:cNvPr id="1245" name="Google Shape;1245;p57"/>
          <p:cNvCxnSpPr/>
          <p:nvPr/>
        </p:nvCxnSpPr>
        <p:spPr>
          <a:xfrm flipH="1">
            <a:off x="1673225" y="3687763"/>
            <a:ext cx="142875" cy="225425"/>
          </a:xfrm>
          <a:prstGeom prst="straightConnector1">
            <a:avLst/>
          </a:prstGeom>
          <a:noFill/>
          <a:ln cap="flat" cmpd="sng" w="12700">
            <a:solidFill>
              <a:schemeClr val="dk1"/>
            </a:solidFill>
            <a:prstDash val="dot"/>
            <a:round/>
            <a:headEnd len="med" w="med" type="stealth"/>
            <a:tailEnd len="sm" w="sm" type="none"/>
          </a:ln>
        </p:spPr>
      </p:cxnSp>
      <p:cxnSp>
        <p:nvCxnSpPr>
          <p:cNvPr id="1246" name="Google Shape;1246;p57"/>
          <p:cNvCxnSpPr/>
          <p:nvPr/>
        </p:nvCxnSpPr>
        <p:spPr>
          <a:xfrm rot="10800000">
            <a:off x="1577975" y="3556000"/>
            <a:ext cx="177800" cy="0"/>
          </a:xfrm>
          <a:prstGeom prst="straightConnector1">
            <a:avLst/>
          </a:prstGeom>
          <a:noFill/>
          <a:ln cap="flat" cmpd="sng" w="12700">
            <a:solidFill>
              <a:schemeClr val="dk1"/>
            </a:solidFill>
            <a:prstDash val="dot"/>
            <a:round/>
            <a:headEnd len="sm" w="sm" type="none"/>
            <a:tailEnd len="sm" w="sm" type="none"/>
          </a:ln>
        </p:spPr>
      </p:cxnSp>
      <p:cxnSp>
        <p:nvCxnSpPr>
          <p:cNvPr id="1247" name="Google Shape;1247;p57"/>
          <p:cNvCxnSpPr/>
          <p:nvPr/>
        </p:nvCxnSpPr>
        <p:spPr>
          <a:xfrm rot="10800000">
            <a:off x="1565275" y="2722563"/>
            <a:ext cx="0" cy="820737"/>
          </a:xfrm>
          <a:prstGeom prst="straightConnector1">
            <a:avLst/>
          </a:prstGeom>
          <a:noFill/>
          <a:ln cap="flat" cmpd="sng" w="12700">
            <a:solidFill>
              <a:schemeClr val="dk1"/>
            </a:solidFill>
            <a:prstDash val="dot"/>
            <a:round/>
            <a:headEnd len="sm" w="sm" type="none"/>
            <a:tailEnd len="sm" w="sm" type="none"/>
          </a:ln>
        </p:spPr>
      </p:cxnSp>
      <p:cxnSp>
        <p:nvCxnSpPr>
          <p:cNvPr id="1248" name="Google Shape;1248;p57"/>
          <p:cNvCxnSpPr/>
          <p:nvPr/>
        </p:nvCxnSpPr>
        <p:spPr>
          <a:xfrm>
            <a:off x="1565275" y="2735263"/>
            <a:ext cx="727075" cy="0"/>
          </a:xfrm>
          <a:prstGeom prst="straightConnector1">
            <a:avLst/>
          </a:prstGeom>
          <a:noFill/>
          <a:ln cap="flat" cmpd="sng" w="12700">
            <a:solidFill>
              <a:schemeClr val="dk1"/>
            </a:solidFill>
            <a:prstDash val="dot"/>
            <a:round/>
            <a:headEnd len="sm" w="sm" type="none"/>
            <a:tailEnd len="med" w="med" type="stealth"/>
          </a:ln>
        </p:spPr>
      </p:cxnSp>
      <p:cxnSp>
        <p:nvCxnSpPr>
          <p:cNvPr id="1249" name="Google Shape;1249;p57"/>
          <p:cNvCxnSpPr/>
          <p:nvPr/>
        </p:nvCxnSpPr>
        <p:spPr>
          <a:xfrm>
            <a:off x="2779713" y="4378325"/>
            <a:ext cx="357187" cy="0"/>
          </a:xfrm>
          <a:prstGeom prst="straightConnector1">
            <a:avLst/>
          </a:prstGeom>
          <a:noFill/>
          <a:ln cap="flat" cmpd="sng" w="12700">
            <a:solidFill>
              <a:schemeClr val="dk1"/>
            </a:solidFill>
            <a:prstDash val="dot"/>
            <a:round/>
            <a:headEnd len="sm" w="sm" type="none"/>
            <a:tailEnd len="sm" w="sm" type="none"/>
          </a:ln>
        </p:spPr>
      </p:cxnSp>
      <p:cxnSp>
        <p:nvCxnSpPr>
          <p:cNvPr id="1250" name="Google Shape;1250;p57"/>
          <p:cNvCxnSpPr/>
          <p:nvPr/>
        </p:nvCxnSpPr>
        <p:spPr>
          <a:xfrm>
            <a:off x="3149600" y="2687638"/>
            <a:ext cx="0" cy="1679575"/>
          </a:xfrm>
          <a:prstGeom prst="straightConnector1">
            <a:avLst/>
          </a:prstGeom>
          <a:noFill/>
          <a:ln cap="flat" cmpd="sng" w="12700">
            <a:solidFill>
              <a:schemeClr val="dk1"/>
            </a:solidFill>
            <a:prstDash val="dot"/>
            <a:round/>
            <a:headEnd len="sm" w="sm" type="none"/>
            <a:tailEnd len="sm" w="sm" type="none"/>
          </a:ln>
        </p:spPr>
      </p:cxnSp>
      <p:cxnSp>
        <p:nvCxnSpPr>
          <p:cNvPr id="1251" name="Google Shape;1251;p57"/>
          <p:cNvCxnSpPr/>
          <p:nvPr/>
        </p:nvCxnSpPr>
        <p:spPr>
          <a:xfrm rot="10800000">
            <a:off x="2825750" y="2687638"/>
            <a:ext cx="298450" cy="0"/>
          </a:xfrm>
          <a:prstGeom prst="straightConnector1">
            <a:avLst/>
          </a:prstGeom>
          <a:noFill/>
          <a:ln cap="flat" cmpd="sng" w="12700">
            <a:solidFill>
              <a:schemeClr val="dk1"/>
            </a:solidFill>
            <a:prstDash val="dot"/>
            <a:round/>
            <a:headEnd len="sm" w="sm" type="none"/>
            <a:tailEnd len="med" w="med" type="stealth"/>
          </a:ln>
        </p:spPr>
      </p:cxnSp>
      <p:cxnSp>
        <p:nvCxnSpPr>
          <p:cNvPr id="1252" name="Google Shape;1252;p57"/>
          <p:cNvCxnSpPr/>
          <p:nvPr/>
        </p:nvCxnSpPr>
        <p:spPr>
          <a:xfrm>
            <a:off x="1970088" y="2616200"/>
            <a:ext cx="346075" cy="0"/>
          </a:xfrm>
          <a:prstGeom prst="straightConnector1">
            <a:avLst/>
          </a:prstGeom>
          <a:noFill/>
          <a:ln cap="flat" cmpd="sng" w="12700">
            <a:solidFill>
              <a:schemeClr val="dk1"/>
            </a:solidFill>
            <a:prstDash val="solid"/>
            <a:round/>
            <a:headEnd len="sm" w="sm" type="none"/>
            <a:tailEnd len="med" w="med" type="stealth"/>
          </a:ln>
        </p:spPr>
      </p:cxnSp>
      <p:sp>
        <p:nvSpPr>
          <p:cNvPr id="1253" name="Google Shape;1253;p57"/>
          <p:cNvSpPr/>
          <p:nvPr/>
        </p:nvSpPr>
        <p:spPr>
          <a:xfrm>
            <a:off x="1531938" y="2262188"/>
            <a:ext cx="592137" cy="396875"/>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root</a:t>
            </a:r>
            <a:endParaRPr b="0" i="0" sz="1400" u="none" cap="none" strike="noStrike">
              <a:solidFill>
                <a:srgbClr val="000000"/>
              </a:solidFill>
              <a:latin typeface="Arial"/>
              <a:ea typeface="Arial"/>
              <a:cs typeface="Arial"/>
              <a:sym typeface="Arial"/>
            </a:endParaRPr>
          </a:p>
        </p:txBody>
      </p:sp>
      <p:cxnSp>
        <p:nvCxnSpPr>
          <p:cNvPr id="1254" name="Google Shape;1254;p57"/>
          <p:cNvCxnSpPr/>
          <p:nvPr/>
        </p:nvCxnSpPr>
        <p:spPr>
          <a:xfrm>
            <a:off x="2840038" y="4486275"/>
            <a:ext cx="833437" cy="0"/>
          </a:xfrm>
          <a:prstGeom prst="straightConnector1">
            <a:avLst/>
          </a:prstGeom>
          <a:noFill/>
          <a:ln cap="flat" cmpd="sng" w="12700">
            <a:solidFill>
              <a:schemeClr val="dk1"/>
            </a:solidFill>
            <a:prstDash val="solid"/>
            <a:round/>
            <a:headEnd len="med" w="med" type="stealth"/>
            <a:tailEnd len="sm" w="sm" type="none"/>
          </a:ln>
        </p:spPr>
      </p:cxnSp>
      <p:sp>
        <p:nvSpPr>
          <p:cNvPr id="1255" name="Google Shape;1255;p57"/>
          <p:cNvSpPr/>
          <p:nvPr/>
        </p:nvSpPr>
        <p:spPr>
          <a:xfrm>
            <a:off x="3449638" y="4143375"/>
            <a:ext cx="817562" cy="396875"/>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parent</a:t>
            </a:r>
            <a:endParaRPr b="0" i="0" sz="1400" u="none" cap="none" strike="noStrike">
              <a:solidFill>
                <a:srgbClr val="000000"/>
              </a:solidFill>
              <a:latin typeface="Arial"/>
              <a:ea typeface="Arial"/>
              <a:cs typeface="Arial"/>
              <a:sym typeface="Arial"/>
            </a:endParaRPr>
          </a:p>
        </p:txBody>
      </p:sp>
      <p:sp>
        <p:nvSpPr>
          <p:cNvPr id="1256" name="Google Shape;1256;p57"/>
          <p:cNvSpPr/>
          <p:nvPr/>
        </p:nvSpPr>
        <p:spPr>
          <a:xfrm>
            <a:off x="1771650" y="3290888"/>
            <a:ext cx="404813"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A</a:t>
            </a:r>
            <a:endParaRPr b="0" i="0" sz="1400" u="none" cap="none" strike="noStrike">
              <a:solidFill>
                <a:srgbClr val="000000"/>
              </a:solidFill>
              <a:latin typeface="Arial"/>
              <a:ea typeface="Arial"/>
              <a:cs typeface="Arial"/>
              <a:sym typeface="Arial"/>
            </a:endParaRPr>
          </a:p>
        </p:txBody>
      </p:sp>
      <p:sp>
        <p:nvSpPr>
          <p:cNvPr id="1257" name="Google Shape;1257;p57"/>
          <p:cNvSpPr/>
          <p:nvPr/>
        </p:nvSpPr>
        <p:spPr>
          <a:xfrm>
            <a:off x="2379663" y="4135438"/>
            <a:ext cx="387350"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B</a:t>
            </a:r>
            <a:endParaRPr b="0" i="0" sz="1400" u="none" cap="none" strike="noStrike">
              <a:solidFill>
                <a:srgbClr val="000000"/>
              </a:solidFill>
              <a:latin typeface="Arial"/>
              <a:ea typeface="Arial"/>
              <a:cs typeface="Arial"/>
              <a:sym typeface="Arial"/>
            </a:endParaRPr>
          </a:p>
        </p:txBody>
      </p:sp>
      <p:sp>
        <p:nvSpPr>
          <p:cNvPr id="1258" name="Google Shape;1258;p57"/>
          <p:cNvSpPr/>
          <p:nvPr/>
        </p:nvSpPr>
        <p:spPr>
          <a:xfrm>
            <a:off x="1806575" y="4994275"/>
            <a:ext cx="387350"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C</a:t>
            </a:r>
            <a:endParaRPr b="0" i="0" sz="1400" u="none" cap="none" strike="noStrike">
              <a:solidFill>
                <a:srgbClr val="000000"/>
              </a:solidFill>
              <a:latin typeface="Arial"/>
              <a:ea typeface="Arial"/>
              <a:cs typeface="Arial"/>
              <a:sym typeface="Arial"/>
            </a:endParaRPr>
          </a:p>
        </p:txBody>
      </p:sp>
      <p:sp>
        <p:nvSpPr>
          <p:cNvPr id="1259" name="Google Shape;1259;p57"/>
          <p:cNvSpPr/>
          <p:nvPr/>
        </p:nvSpPr>
        <p:spPr>
          <a:xfrm>
            <a:off x="3070225" y="5014913"/>
            <a:ext cx="392113" cy="392112"/>
          </a:xfrm>
          <a:prstGeom prst="ellipse">
            <a:avLst/>
          </a:prstGeom>
          <a:solidFill>
            <a:schemeClr val="accent1"/>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1260" name="Google Shape;1260;p57"/>
          <p:cNvSpPr/>
          <p:nvPr/>
        </p:nvSpPr>
        <p:spPr>
          <a:xfrm>
            <a:off x="3081338" y="5016500"/>
            <a:ext cx="404812"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D</a:t>
            </a:r>
            <a:endParaRPr b="0" i="0" sz="1400" u="none" cap="none" strike="noStrike">
              <a:solidFill>
                <a:srgbClr val="000000"/>
              </a:solidFill>
              <a:latin typeface="Arial"/>
              <a:ea typeface="Arial"/>
              <a:cs typeface="Arial"/>
              <a:sym typeface="Arial"/>
            </a:endParaRPr>
          </a:p>
        </p:txBody>
      </p:sp>
      <p:cxnSp>
        <p:nvCxnSpPr>
          <p:cNvPr id="1261" name="Google Shape;1261;p57"/>
          <p:cNvCxnSpPr/>
          <p:nvPr/>
        </p:nvCxnSpPr>
        <p:spPr>
          <a:xfrm>
            <a:off x="3482975" y="5224463"/>
            <a:ext cx="558800" cy="0"/>
          </a:xfrm>
          <a:prstGeom prst="straightConnector1">
            <a:avLst/>
          </a:prstGeom>
          <a:noFill/>
          <a:ln cap="flat" cmpd="sng" w="12700">
            <a:solidFill>
              <a:schemeClr val="dk1"/>
            </a:solidFill>
            <a:prstDash val="solid"/>
            <a:round/>
            <a:headEnd len="med" w="med" type="stealth"/>
            <a:tailEnd len="sm" w="sm" type="none"/>
          </a:ln>
        </p:spPr>
      </p:cxnSp>
      <p:sp>
        <p:nvSpPr>
          <p:cNvPr id="1262" name="Google Shape;1262;p57"/>
          <p:cNvSpPr/>
          <p:nvPr/>
        </p:nvSpPr>
        <p:spPr>
          <a:xfrm>
            <a:off x="3783013" y="4846638"/>
            <a:ext cx="690562" cy="396875"/>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child</a:t>
            </a:r>
            <a:endParaRPr b="0" i="0" sz="1400" u="none" cap="none" strike="noStrike">
              <a:solidFill>
                <a:srgbClr val="000000"/>
              </a:solidFill>
              <a:latin typeface="Arial"/>
              <a:ea typeface="Arial"/>
              <a:cs typeface="Arial"/>
              <a:sym typeface="Arial"/>
            </a:endParaRPr>
          </a:p>
        </p:txBody>
      </p:sp>
      <p:sp>
        <p:nvSpPr>
          <p:cNvPr id="1263" name="Google Shape;1263;p57"/>
          <p:cNvSpPr/>
          <p:nvPr/>
        </p:nvSpPr>
        <p:spPr>
          <a:xfrm>
            <a:off x="6261100" y="2498725"/>
            <a:ext cx="392113" cy="392113"/>
          </a:xfrm>
          <a:prstGeom prst="ellipse">
            <a:avLst/>
          </a:prstGeom>
          <a:solidFill>
            <a:schemeClr val="fo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1264" name="Google Shape;1264;p57"/>
          <p:cNvSpPr/>
          <p:nvPr/>
        </p:nvSpPr>
        <p:spPr>
          <a:xfrm>
            <a:off x="5649913" y="3316288"/>
            <a:ext cx="392112" cy="392112"/>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1265" name="Google Shape;1265;p57"/>
          <p:cNvSpPr/>
          <p:nvPr/>
        </p:nvSpPr>
        <p:spPr>
          <a:xfrm>
            <a:off x="6270625" y="4140200"/>
            <a:ext cx="392113" cy="392113"/>
          </a:xfrm>
          <a:prstGeom prst="ellipse">
            <a:avLst/>
          </a:prstGeom>
          <a:solidFill>
            <a:schemeClr val="accent1"/>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1266" name="Google Shape;1266;p57"/>
          <p:cNvSpPr/>
          <p:nvPr/>
        </p:nvSpPr>
        <p:spPr>
          <a:xfrm>
            <a:off x="5699125" y="5008563"/>
            <a:ext cx="392113" cy="392112"/>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cxnSp>
        <p:nvCxnSpPr>
          <p:cNvPr id="1267" name="Google Shape;1267;p57"/>
          <p:cNvCxnSpPr/>
          <p:nvPr/>
        </p:nvCxnSpPr>
        <p:spPr>
          <a:xfrm flipH="1">
            <a:off x="5861050" y="2886075"/>
            <a:ext cx="488950" cy="428625"/>
          </a:xfrm>
          <a:prstGeom prst="straightConnector1">
            <a:avLst/>
          </a:prstGeom>
          <a:noFill/>
          <a:ln cap="flat" cmpd="sng" w="12700">
            <a:solidFill>
              <a:schemeClr val="dk1"/>
            </a:solidFill>
            <a:prstDash val="solid"/>
            <a:round/>
            <a:headEnd len="sm" w="sm" type="none"/>
            <a:tailEnd len="sm" w="sm" type="none"/>
          </a:ln>
        </p:spPr>
      </p:cxnSp>
      <p:cxnSp>
        <p:nvCxnSpPr>
          <p:cNvPr id="1268" name="Google Shape;1268;p57"/>
          <p:cNvCxnSpPr/>
          <p:nvPr/>
        </p:nvCxnSpPr>
        <p:spPr>
          <a:xfrm>
            <a:off x="6003925" y="3671888"/>
            <a:ext cx="465138" cy="465137"/>
          </a:xfrm>
          <a:prstGeom prst="straightConnector1">
            <a:avLst/>
          </a:prstGeom>
          <a:noFill/>
          <a:ln cap="flat" cmpd="sng" w="12700">
            <a:solidFill>
              <a:schemeClr val="dk1"/>
            </a:solidFill>
            <a:prstDash val="solid"/>
            <a:round/>
            <a:headEnd len="sm" w="sm" type="none"/>
            <a:tailEnd len="sm" w="sm" type="none"/>
          </a:ln>
        </p:spPr>
      </p:cxnSp>
      <p:cxnSp>
        <p:nvCxnSpPr>
          <p:cNvPr id="1269" name="Google Shape;1269;p57"/>
          <p:cNvCxnSpPr/>
          <p:nvPr/>
        </p:nvCxnSpPr>
        <p:spPr>
          <a:xfrm flipH="1">
            <a:off x="5897563" y="4481513"/>
            <a:ext cx="415925" cy="547687"/>
          </a:xfrm>
          <a:prstGeom prst="straightConnector1">
            <a:avLst/>
          </a:prstGeom>
          <a:noFill/>
          <a:ln cap="flat" cmpd="sng" w="12700">
            <a:solidFill>
              <a:schemeClr val="dk1"/>
            </a:solidFill>
            <a:prstDash val="solid"/>
            <a:round/>
            <a:headEnd len="sm" w="sm" type="none"/>
            <a:tailEnd len="sm" w="sm" type="none"/>
          </a:ln>
        </p:spPr>
      </p:cxnSp>
      <p:cxnSp>
        <p:nvCxnSpPr>
          <p:cNvPr id="1270" name="Google Shape;1270;p57"/>
          <p:cNvCxnSpPr/>
          <p:nvPr/>
        </p:nvCxnSpPr>
        <p:spPr>
          <a:xfrm>
            <a:off x="6099175" y="5256213"/>
            <a:ext cx="357188" cy="0"/>
          </a:xfrm>
          <a:prstGeom prst="straightConnector1">
            <a:avLst/>
          </a:prstGeom>
          <a:noFill/>
          <a:ln cap="flat" cmpd="sng" w="12700">
            <a:solidFill>
              <a:schemeClr val="dk1"/>
            </a:solidFill>
            <a:prstDash val="dot"/>
            <a:round/>
            <a:headEnd len="sm" w="sm" type="none"/>
            <a:tailEnd len="sm" w="sm" type="none"/>
          </a:ln>
        </p:spPr>
      </p:cxnSp>
      <p:cxnSp>
        <p:nvCxnSpPr>
          <p:cNvPr id="1271" name="Google Shape;1271;p57"/>
          <p:cNvCxnSpPr/>
          <p:nvPr/>
        </p:nvCxnSpPr>
        <p:spPr>
          <a:xfrm rot="10800000">
            <a:off x="6480175" y="4660900"/>
            <a:ext cx="0" cy="595313"/>
          </a:xfrm>
          <a:prstGeom prst="straightConnector1">
            <a:avLst/>
          </a:prstGeom>
          <a:noFill/>
          <a:ln cap="flat" cmpd="sng" w="12700">
            <a:solidFill>
              <a:schemeClr val="dk1"/>
            </a:solidFill>
            <a:prstDash val="dot"/>
            <a:round/>
            <a:headEnd len="sm" w="sm" type="none"/>
            <a:tailEnd len="med" w="med" type="stealth"/>
          </a:ln>
        </p:spPr>
      </p:cxnSp>
      <p:cxnSp>
        <p:nvCxnSpPr>
          <p:cNvPr id="1272" name="Google Shape;1272;p57"/>
          <p:cNvCxnSpPr/>
          <p:nvPr/>
        </p:nvCxnSpPr>
        <p:spPr>
          <a:xfrm rot="10800000">
            <a:off x="5564188" y="5243513"/>
            <a:ext cx="119062" cy="0"/>
          </a:xfrm>
          <a:prstGeom prst="straightConnector1">
            <a:avLst/>
          </a:prstGeom>
          <a:noFill/>
          <a:ln cap="flat" cmpd="sng" w="12700">
            <a:solidFill>
              <a:schemeClr val="dk1"/>
            </a:solidFill>
            <a:prstDash val="dot"/>
            <a:round/>
            <a:headEnd len="sm" w="sm" type="none"/>
            <a:tailEnd len="sm" w="sm" type="none"/>
          </a:ln>
        </p:spPr>
      </p:cxnSp>
      <p:cxnSp>
        <p:nvCxnSpPr>
          <p:cNvPr id="1273" name="Google Shape;1273;p57"/>
          <p:cNvCxnSpPr/>
          <p:nvPr/>
        </p:nvCxnSpPr>
        <p:spPr>
          <a:xfrm rot="10800000">
            <a:off x="5564188" y="3921125"/>
            <a:ext cx="0" cy="1311275"/>
          </a:xfrm>
          <a:prstGeom prst="straightConnector1">
            <a:avLst/>
          </a:prstGeom>
          <a:noFill/>
          <a:ln cap="flat" cmpd="sng" w="12700">
            <a:solidFill>
              <a:schemeClr val="dk1"/>
            </a:solidFill>
            <a:prstDash val="dot"/>
            <a:round/>
            <a:headEnd len="sm" w="sm" type="none"/>
            <a:tailEnd len="sm" w="sm" type="none"/>
          </a:ln>
        </p:spPr>
      </p:cxnSp>
      <p:cxnSp>
        <p:nvCxnSpPr>
          <p:cNvPr id="1274" name="Google Shape;1274;p57"/>
          <p:cNvCxnSpPr/>
          <p:nvPr/>
        </p:nvCxnSpPr>
        <p:spPr>
          <a:xfrm flipH="1">
            <a:off x="5564188" y="3695700"/>
            <a:ext cx="142875" cy="225425"/>
          </a:xfrm>
          <a:prstGeom prst="straightConnector1">
            <a:avLst/>
          </a:prstGeom>
          <a:noFill/>
          <a:ln cap="flat" cmpd="sng" w="12700">
            <a:solidFill>
              <a:schemeClr val="dk1"/>
            </a:solidFill>
            <a:prstDash val="dot"/>
            <a:round/>
            <a:headEnd len="med" w="med" type="stealth"/>
            <a:tailEnd len="sm" w="sm" type="none"/>
          </a:ln>
        </p:spPr>
      </p:cxnSp>
      <p:cxnSp>
        <p:nvCxnSpPr>
          <p:cNvPr id="1275" name="Google Shape;1275;p57"/>
          <p:cNvCxnSpPr/>
          <p:nvPr/>
        </p:nvCxnSpPr>
        <p:spPr>
          <a:xfrm rot="10800000">
            <a:off x="5468938" y="3563938"/>
            <a:ext cx="177800" cy="0"/>
          </a:xfrm>
          <a:prstGeom prst="straightConnector1">
            <a:avLst/>
          </a:prstGeom>
          <a:noFill/>
          <a:ln cap="flat" cmpd="sng" w="12700">
            <a:solidFill>
              <a:schemeClr val="dk1"/>
            </a:solidFill>
            <a:prstDash val="dot"/>
            <a:round/>
            <a:headEnd len="sm" w="sm" type="none"/>
            <a:tailEnd len="sm" w="sm" type="none"/>
          </a:ln>
        </p:spPr>
      </p:cxnSp>
      <p:cxnSp>
        <p:nvCxnSpPr>
          <p:cNvPr id="1276" name="Google Shape;1276;p57"/>
          <p:cNvCxnSpPr/>
          <p:nvPr/>
        </p:nvCxnSpPr>
        <p:spPr>
          <a:xfrm rot="10800000">
            <a:off x="5456238" y="2730500"/>
            <a:ext cx="0" cy="820738"/>
          </a:xfrm>
          <a:prstGeom prst="straightConnector1">
            <a:avLst/>
          </a:prstGeom>
          <a:noFill/>
          <a:ln cap="flat" cmpd="sng" w="12700">
            <a:solidFill>
              <a:schemeClr val="dk1"/>
            </a:solidFill>
            <a:prstDash val="dot"/>
            <a:round/>
            <a:headEnd len="sm" w="sm" type="none"/>
            <a:tailEnd len="sm" w="sm" type="none"/>
          </a:ln>
        </p:spPr>
      </p:cxnSp>
      <p:cxnSp>
        <p:nvCxnSpPr>
          <p:cNvPr id="1277" name="Google Shape;1277;p57"/>
          <p:cNvCxnSpPr/>
          <p:nvPr/>
        </p:nvCxnSpPr>
        <p:spPr>
          <a:xfrm>
            <a:off x="5456238" y="2743200"/>
            <a:ext cx="727075" cy="0"/>
          </a:xfrm>
          <a:prstGeom prst="straightConnector1">
            <a:avLst/>
          </a:prstGeom>
          <a:noFill/>
          <a:ln cap="flat" cmpd="sng" w="12700">
            <a:solidFill>
              <a:schemeClr val="dk1"/>
            </a:solidFill>
            <a:prstDash val="dot"/>
            <a:round/>
            <a:headEnd len="sm" w="sm" type="none"/>
            <a:tailEnd len="med" w="med" type="stealth"/>
          </a:ln>
        </p:spPr>
      </p:cxnSp>
      <p:cxnSp>
        <p:nvCxnSpPr>
          <p:cNvPr id="1278" name="Google Shape;1278;p57"/>
          <p:cNvCxnSpPr/>
          <p:nvPr/>
        </p:nvCxnSpPr>
        <p:spPr>
          <a:xfrm>
            <a:off x="7385050" y="5256213"/>
            <a:ext cx="357188" cy="0"/>
          </a:xfrm>
          <a:prstGeom prst="straightConnector1">
            <a:avLst/>
          </a:prstGeom>
          <a:noFill/>
          <a:ln cap="flat" cmpd="sng" w="12700">
            <a:solidFill>
              <a:srgbClr val="CC3300"/>
            </a:solidFill>
            <a:prstDash val="dot"/>
            <a:round/>
            <a:headEnd len="sm" w="sm" type="none"/>
            <a:tailEnd len="sm" w="sm" type="none"/>
          </a:ln>
        </p:spPr>
      </p:cxnSp>
      <p:cxnSp>
        <p:nvCxnSpPr>
          <p:cNvPr id="1279" name="Google Shape;1279;p57"/>
          <p:cNvCxnSpPr/>
          <p:nvPr/>
        </p:nvCxnSpPr>
        <p:spPr>
          <a:xfrm flipH="1">
            <a:off x="7754938" y="2698750"/>
            <a:ext cx="1587" cy="2546350"/>
          </a:xfrm>
          <a:prstGeom prst="straightConnector1">
            <a:avLst/>
          </a:prstGeom>
          <a:noFill/>
          <a:ln cap="flat" cmpd="sng" w="12700">
            <a:solidFill>
              <a:srgbClr val="CC3300"/>
            </a:solidFill>
            <a:prstDash val="dot"/>
            <a:round/>
            <a:headEnd len="sm" w="sm" type="none"/>
            <a:tailEnd len="sm" w="sm" type="none"/>
          </a:ln>
        </p:spPr>
      </p:cxnSp>
      <p:cxnSp>
        <p:nvCxnSpPr>
          <p:cNvPr id="1280" name="Google Shape;1280;p57"/>
          <p:cNvCxnSpPr/>
          <p:nvPr/>
        </p:nvCxnSpPr>
        <p:spPr>
          <a:xfrm rot="10800000">
            <a:off x="6767513" y="2709863"/>
            <a:ext cx="962025" cy="9525"/>
          </a:xfrm>
          <a:prstGeom prst="straightConnector1">
            <a:avLst/>
          </a:prstGeom>
          <a:noFill/>
          <a:ln cap="flat" cmpd="sng" w="12700">
            <a:solidFill>
              <a:srgbClr val="CC3300"/>
            </a:solidFill>
            <a:prstDash val="dot"/>
            <a:round/>
            <a:headEnd len="sm" w="sm" type="none"/>
            <a:tailEnd len="med" w="med" type="stealth"/>
          </a:ln>
        </p:spPr>
      </p:cxnSp>
      <p:cxnSp>
        <p:nvCxnSpPr>
          <p:cNvPr id="1281" name="Google Shape;1281;p57"/>
          <p:cNvCxnSpPr/>
          <p:nvPr/>
        </p:nvCxnSpPr>
        <p:spPr>
          <a:xfrm>
            <a:off x="5861050" y="2624138"/>
            <a:ext cx="346075" cy="0"/>
          </a:xfrm>
          <a:prstGeom prst="straightConnector1">
            <a:avLst/>
          </a:prstGeom>
          <a:noFill/>
          <a:ln cap="flat" cmpd="sng" w="12700">
            <a:solidFill>
              <a:schemeClr val="dk1"/>
            </a:solidFill>
            <a:prstDash val="solid"/>
            <a:round/>
            <a:headEnd len="sm" w="sm" type="none"/>
            <a:tailEnd len="med" w="med" type="stealth"/>
          </a:ln>
        </p:spPr>
      </p:cxnSp>
      <p:sp>
        <p:nvSpPr>
          <p:cNvPr id="1282" name="Google Shape;1282;p57"/>
          <p:cNvSpPr/>
          <p:nvPr/>
        </p:nvSpPr>
        <p:spPr>
          <a:xfrm>
            <a:off x="5422900" y="2270125"/>
            <a:ext cx="592138" cy="396875"/>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root</a:t>
            </a:r>
            <a:endParaRPr b="0" i="0" sz="1400" u="none" cap="none" strike="noStrike">
              <a:solidFill>
                <a:srgbClr val="000000"/>
              </a:solidFill>
              <a:latin typeface="Arial"/>
              <a:ea typeface="Arial"/>
              <a:cs typeface="Arial"/>
              <a:sym typeface="Arial"/>
            </a:endParaRPr>
          </a:p>
        </p:txBody>
      </p:sp>
      <p:cxnSp>
        <p:nvCxnSpPr>
          <p:cNvPr id="1283" name="Google Shape;1283;p57"/>
          <p:cNvCxnSpPr/>
          <p:nvPr/>
        </p:nvCxnSpPr>
        <p:spPr>
          <a:xfrm>
            <a:off x="6731000" y="4494213"/>
            <a:ext cx="833438" cy="0"/>
          </a:xfrm>
          <a:prstGeom prst="straightConnector1">
            <a:avLst/>
          </a:prstGeom>
          <a:noFill/>
          <a:ln cap="flat" cmpd="sng" w="12700">
            <a:solidFill>
              <a:schemeClr val="dk1"/>
            </a:solidFill>
            <a:prstDash val="solid"/>
            <a:round/>
            <a:headEnd len="med" w="med" type="stealth"/>
            <a:tailEnd len="sm" w="sm" type="none"/>
          </a:ln>
        </p:spPr>
      </p:cxnSp>
      <p:sp>
        <p:nvSpPr>
          <p:cNvPr id="1284" name="Google Shape;1284;p57"/>
          <p:cNvSpPr/>
          <p:nvPr/>
        </p:nvSpPr>
        <p:spPr>
          <a:xfrm>
            <a:off x="6853238" y="4114800"/>
            <a:ext cx="817562" cy="396875"/>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parent</a:t>
            </a:r>
            <a:endParaRPr b="0" i="0" sz="1400" u="none" cap="none" strike="noStrike">
              <a:solidFill>
                <a:srgbClr val="000000"/>
              </a:solidFill>
              <a:latin typeface="Arial"/>
              <a:ea typeface="Arial"/>
              <a:cs typeface="Arial"/>
              <a:sym typeface="Arial"/>
            </a:endParaRPr>
          </a:p>
        </p:txBody>
      </p:sp>
      <p:sp>
        <p:nvSpPr>
          <p:cNvPr id="1285" name="Google Shape;1285;p57"/>
          <p:cNvSpPr/>
          <p:nvPr/>
        </p:nvSpPr>
        <p:spPr>
          <a:xfrm>
            <a:off x="5662613" y="3298825"/>
            <a:ext cx="404812"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A</a:t>
            </a:r>
            <a:endParaRPr b="0" i="0" sz="1400" u="none" cap="none" strike="noStrike">
              <a:solidFill>
                <a:srgbClr val="000000"/>
              </a:solidFill>
              <a:latin typeface="Arial"/>
              <a:ea typeface="Arial"/>
              <a:cs typeface="Arial"/>
              <a:sym typeface="Arial"/>
            </a:endParaRPr>
          </a:p>
        </p:txBody>
      </p:sp>
      <p:sp>
        <p:nvSpPr>
          <p:cNvPr id="1286" name="Google Shape;1286;p57"/>
          <p:cNvSpPr/>
          <p:nvPr/>
        </p:nvSpPr>
        <p:spPr>
          <a:xfrm>
            <a:off x="6270625" y="4143375"/>
            <a:ext cx="387350"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B</a:t>
            </a:r>
            <a:endParaRPr b="0" i="0" sz="1400" u="none" cap="none" strike="noStrike">
              <a:solidFill>
                <a:srgbClr val="000000"/>
              </a:solidFill>
              <a:latin typeface="Arial"/>
              <a:ea typeface="Arial"/>
              <a:cs typeface="Arial"/>
              <a:sym typeface="Arial"/>
            </a:endParaRPr>
          </a:p>
        </p:txBody>
      </p:sp>
      <p:sp>
        <p:nvSpPr>
          <p:cNvPr id="1287" name="Google Shape;1287;p57"/>
          <p:cNvSpPr/>
          <p:nvPr/>
        </p:nvSpPr>
        <p:spPr>
          <a:xfrm>
            <a:off x="5697538" y="5002213"/>
            <a:ext cx="387350"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C</a:t>
            </a:r>
            <a:endParaRPr b="0" i="0" sz="1400" u="none" cap="none" strike="noStrike">
              <a:solidFill>
                <a:srgbClr val="000000"/>
              </a:solidFill>
              <a:latin typeface="Arial"/>
              <a:ea typeface="Arial"/>
              <a:cs typeface="Arial"/>
              <a:sym typeface="Arial"/>
            </a:endParaRPr>
          </a:p>
        </p:txBody>
      </p:sp>
      <p:sp>
        <p:nvSpPr>
          <p:cNvPr id="1288" name="Google Shape;1288;p57"/>
          <p:cNvSpPr/>
          <p:nvPr/>
        </p:nvSpPr>
        <p:spPr>
          <a:xfrm>
            <a:off x="6961188" y="5022850"/>
            <a:ext cx="392112" cy="392113"/>
          </a:xfrm>
          <a:prstGeom prst="ellipse">
            <a:avLst/>
          </a:prstGeom>
          <a:solidFill>
            <a:schemeClr val="accent1"/>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1289" name="Google Shape;1289;p57"/>
          <p:cNvSpPr/>
          <p:nvPr/>
        </p:nvSpPr>
        <p:spPr>
          <a:xfrm>
            <a:off x="6972300" y="5024438"/>
            <a:ext cx="404813"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D</a:t>
            </a:r>
            <a:endParaRPr b="0" i="0" sz="1400" u="none" cap="none" strike="noStrike">
              <a:solidFill>
                <a:srgbClr val="000000"/>
              </a:solidFill>
              <a:latin typeface="Arial"/>
              <a:ea typeface="Arial"/>
              <a:cs typeface="Arial"/>
              <a:sym typeface="Arial"/>
            </a:endParaRPr>
          </a:p>
        </p:txBody>
      </p:sp>
      <p:cxnSp>
        <p:nvCxnSpPr>
          <p:cNvPr id="1290" name="Google Shape;1290;p57"/>
          <p:cNvCxnSpPr/>
          <p:nvPr/>
        </p:nvCxnSpPr>
        <p:spPr>
          <a:xfrm>
            <a:off x="7423150" y="5160963"/>
            <a:ext cx="558800" cy="0"/>
          </a:xfrm>
          <a:prstGeom prst="straightConnector1">
            <a:avLst/>
          </a:prstGeom>
          <a:noFill/>
          <a:ln cap="flat" cmpd="sng" w="12700">
            <a:solidFill>
              <a:schemeClr val="dk1"/>
            </a:solidFill>
            <a:prstDash val="solid"/>
            <a:round/>
            <a:headEnd len="med" w="med" type="stealth"/>
            <a:tailEnd len="sm" w="sm" type="none"/>
          </a:ln>
        </p:spPr>
      </p:cxnSp>
      <p:sp>
        <p:nvSpPr>
          <p:cNvPr id="1291" name="Google Shape;1291;p57"/>
          <p:cNvSpPr/>
          <p:nvPr/>
        </p:nvSpPr>
        <p:spPr>
          <a:xfrm>
            <a:off x="8020050" y="4926013"/>
            <a:ext cx="690563" cy="396875"/>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child</a:t>
            </a:r>
            <a:endParaRPr b="0" i="0" sz="1400" u="none" cap="none" strike="noStrike">
              <a:solidFill>
                <a:srgbClr val="000000"/>
              </a:solidFill>
              <a:latin typeface="Arial"/>
              <a:ea typeface="Arial"/>
              <a:cs typeface="Arial"/>
              <a:sym typeface="Arial"/>
            </a:endParaRPr>
          </a:p>
        </p:txBody>
      </p:sp>
      <p:cxnSp>
        <p:nvCxnSpPr>
          <p:cNvPr id="1292" name="Google Shape;1292;p57"/>
          <p:cNvCxnSpPr/>
          <p:nvPr/>
        </p:nvCxnSpPr>
        <p:spPr>
          <a:xfrm>
            <a:off x="6637338" y="4460875"/>
            <a:ext cx="500062" cy="547688"/>
          </a:xfrm>
          <a:prstGeom prst="straightConnector1">
            <a:avLst/>
          </a:prstGeom>
          <a:noFill/>
          <a:ln cap="flat" cmpd="sng" w="12700">
            <a:solidFill>
              <a:schemeClr val="dk1"/>
            </a:solidFill>
            <a:prstDash val="solid"/>
            <a:round/>
            <a:headEnd len="sm" w="sm" type="none"/>
            <a:tailEnd len="sm" w="sm" type="none"/>
          </a:ln>
        </p:spPr>
      </p:cxnSp>
      <p:cxnSp>
        <p:nvCxnSpPr>
          <p:cNvPr id="1293" name="Google Shape;1293;p57"/>
          <p:cNvCxnSpPr/>
          <p:nvPr/>
        </p:nvCxnSpPr>
        <p:spPr>
          <a:xfrm rot="10800000">
            <a:off x="6646863" y="5257800"/>
            <a:ext cx="323850" cy="1588"/>
          </a:xfrm>
          <a:prstGeom prst="straightConnector1">
            <a:avLst/>
          </a:prstGeom>
          <a:noFill/>
          <a:ln cap="flat" cmpd="sng" w="12700">
            <a:solidFill>
              <a:srgbClr val="003399"/>
            </a:solidFill>
            <a:prstDash val="dot"/>
            <a:round/>
            <a:headEnd len="sm" w="sm" type="none"/>
            <a:tailEnd len="sm" w="sm" type="none"/>
          </a:ln>
        </p:spPr>
      </p:cxnSp>
      <p:cxnSp>
        <p:nvCxnSpPr>
          <p:cNvPr id="1294" name="Google Shape;1294;p57"/>
          <p:cNvCxnSpPr/>
          <p:nvPr/>
        </p:nvCxnSpPr>
        <p:spPr>
          <a:xfrm flipH="1" rot="10800000">
            <a:off x="6634163" y="4640263"/>
            <a:ext cx="3175" cy="604837"/>
          </a:xfrm>
          <a:prstGeom prst="straightConnector1">
            <a:avLst/>
          </a:prstGeom>
          <a:noFill/>
          <a:ln cap="flat" cmpd="sng" w="12700">
            <a:solidFill>
              <a:srgbClr val="003399"/>
            </a:solidFill>
            <a:prstDash val="dot"/>
            <a:round/>
            <a:headEnd len="sm" w="sm" type="none"/>
            <a:tailEnd len="med" w="med" type="stealth"/>
          </a:ln>
        </p:spPr>
      </p:cxnSp>
      <p:sp>
        <p:nvSpPr>
          <p:cNvPr id="1295" name="Google Shape;1295;p57"/>
          <p:cNvSpPr txBox="1"/>
          <p:nvPr/>
        </p:nvSpPr>
        <p:spPr>
          <a:xfrm>
            <a:off x="1774825" y="5438775"/>
            <a:ext cx="1071563" cy="5191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CC3300"/>
                </a:solidFill>
                <a:latin typeface="Times New Roman"/>
                <a:ea typeface="Times New Roman"/>
                <a:cs typeface="Times New Roman"/>
                <a:sym typeface="Times New Roman"/>
              </a:rPr>
              <a:t>empty</a:t>
            </a:r>
            <a:endParaRPr b="0" i="0" sz="1400" u="none" cap="none" strike="noStrike">
              <a:solidFill>
                <a:srgbClr val="000000"/>
              </a:solidFill>
              <a:latin typeface="Arial"/>
              <a:ea typeface="Arial"/>
              <a:cs typeface="Arial"/>
              <a:sym typeface="Arial"/>
            </a:endParaRPr>
          </a:p>
        </p:txBody>
      </p:sp>
      <p:sp>
        <p:nvSpPr>
          <p:cNvPr id="1296" name="Google Shape;1296;p57"/>
          <p:cNvSpPr txBox="1"/>
          <p:nvPr/>
        </p:nvSpPr>
        <p:spPr>
          <a:xfrm>
            <a:off x="1828800" y="1571625"/>
            <a:ext cx="5354638" cy="5191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Times New Roman"/>
                <a:ea typeface="Times New Roman"/>
                <a:cs typeface="Times New Roman"/>
                <a:sym typeface="Times New Roman"/>
              </a:rPr>
              <a:t>Insert a node D as a right child of B.</a:t>
            </a:r>
            <a:endParaRPr b="0" i="0" sz="1400" u="none" cap="none" strike="noStrike">
              <a:solidFill>
                <a:srgbClr val="000000"/>
              </a:solidFill>
              <a:latin typeface="Arial"/>
              <a:ea typeface="Arial"/>
              <a:cs typeface="Arial"/>
              <a:sym typeface="Arial"/>
            </a:endParaRPr>
          </a:p>
        </p:txBody>
      </p:sp>
      <p:sp>
        <p:nvSpPr>
          <p:cNvPr id="1297" name="Google Shape;1297;p57"/>
          <p:cNvSpPr txBox="1"/>
          <p:nvPr/>
        </p:nvSpPr>
        <p:spPr>
          <a:xfrm>
            <a:off x="7813675" y="3546475"/>
            <a:ext cx="5397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CC3300"/>
                </a:solidFill>
                <a:latin typeface="Times New Roman"/>
                <a:ea typeface="Times New Roman"/>
                <a:cs typeface="Times New Roman"/>
                <a:sym typeface="Times New Roman"/>
              </a:rPr>
              <a:t>(1)</a:t>
            </a:r>
            <a:endParaRPr b="0" i="0" sz="1400" u="none" cap="none" strike="noStrike">
              <a:solidFill>
                <a:srgbClr val="000000"/>
              </a:solidFill>
              <a:latin typeface="Arial"/>
              <a:ea typeface="Arial"/>
              <a:cs typeface="Arial"/>
              <a:sym typeface="Arial"/>
            </a:endParaRPr>
          </a:p>
        </p:txBody>
      </p:sp>
      <p:sp>
        <p:nvSpPr>
          <p:cNvPr id="1298" name="Google Shape;1298;p57"/>
          <p:cNvSpPr txBox="1"/>
          <p:nvPr/>
        </p:nvSpPr>
        <p:spPr>
          <a:xfrm>
            <a:off x="6518275" y="5241925"/>
            <a:ext cx="5397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CC3300"/>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sp>
        <p:nvSpPr>
          <p:cNvPr id="1299" name="Google Shape;1299;p57"/>
          <p:cNvSpPr txBox="1"/>
          <p:nvPr/>
        </p:nvSpPr>
        <p:spPr>
          <a:xfrm>
            <a:off x="6956425" y="4479925"/>
            <a:ext cx="5397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CC3300"/>
                </a:solidFill>
                <a:latin typeface="Times New Roman"/>
                <a:ea typeface="Times New Roman"/>
                <a:cs typeface="Times New Roman"/>
                <a:sym typeface="Times New Roman"/>
              </a:rPr>
              <a:t>(3)</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303" name="Shape 1303"/>
        <p:cNvGrpSpPr/>
        <p:nvPr/>
      </p:nvGrpSpPr>
      <p:grpSpPr>
        <a:xfrm>
          <a:off x="0" y="0"/>
          <a:ext cx="0" cy="0"/>
          <a:chOff x="0" y="0"/>
          <a:chExt cx="0" cy="0"/>
        </a:xfrm>
      </p:grpSpPr>
      <p:sp>
        <p:nvSpPr>
          <p:cNvPr id="1304" name="Google Shape;1304;p58"/>
          <p:cNvSpPr txBox="1"/>
          <p:nvPr/>
        </p:nvSpPr>
        <p:spPr>
          <a:xfrm>
            <a:off x="0" y="327025"/>
            <a:ext cx="9294813"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sng" cap="none" strike="noStrike">
                <a:solidFill>
                  <a:schemeClr val="dk1"/>
                </a:solidFill>
                <a:latin typeface="Times New Roman"/>
                <a:ea typeface="Times New Roman"/>
                <a:cs typeface="Times New Roman"/>
                <a:sym typeface="Times New Roman"/>
              </a:rPr>
              <a:t>*Figure 5.24: </a:t>
            </a:r>
            <a:r>
              <a:rPr b="0" i="0" lang="en-US" sz="2000" u="sng" cap="none" strike="noStrike">
                <a:solidFill>
                  <a:schemeClr val="dk1"/>
                </a:solidFill>
                <a:latin typeface="Times New Roman"/>
                <a:ea typeface="Times New Roman"/>
                <a:cs typeface="Times New Roman"/>
                <a:sym typeface="Times New Roman"/>
              </a:rPr>
              <a:t>Insertion of child as a right child of parent in a threaded binary tree (p.217)</a:t>
            </a:r>
            <a:endParaRPr b="1" i="0" sz="2000" u="sng" cap="none" strike="noStrike">
              <a:solidFill>
                <a:schemeClr val="dk1"/>
              </a:solidFill>
              <a:latin typeface="Times New Roman"/>
              <a:ea typeface="Times New Roman"/>
              <a:cs typeface="Times New Roman"/>
              <a:sym typeface="Times New Roman"/>
            </a:endParaRPr>
          </a:p>
        </p:txBody>
      </p:sp>
      <p:pic>
        <p:nvPicPr>
          <p:cNvPr descr="C:\WINDOWS\TEMP\twu2203.bmp" id="1305" name="Google Shape;1305;p58"/>
          <p:cNvPicPr preferRelativeResize="0"/>
          <p:nvPr/>
        </p:nvPicPr>
        <p:blipFill rotWithShape="1">
          <a:blip r:embed="rId3">
            <a:alphaModFix/>
          </a:blip>
          <a:srcRect b="0" l="0" r="0" t="0"/>
          <a:stretch/>
        </p:blipFill>
        <p:spPr>
          <a:xfrm>
            <a:off x="0" y="1039813"/>
            <a:ext cx="9144000" cy="5138737"/>
          </a:xfrm>
          <a:prstGeom prst="rect">
            <a:avLst/>
          </a:prstGeom>
          <a:noFill/>
          <a:ln>
            <a:noFill/>
          </a:ln>
        </p:spPr>
      </p:pic>
      <p:sp>
        <p:nvSpPr>
          <p:cNvPr id="1306" name="Google Shape;1306;p58"/>
          <p:cNvSpPr txBox="1"/>
          <p:nvPr/>
        </p:nvSpPr>
        <p:spPr>
          <a:xfrm>
            <a:off x="2139950" y="5508625"/>
            <a:ext cx="1401763"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rgbClr val="003399"/>
                </a:solidFill>
                <a:latin typeface="Times New Roman"/>
                <a:ea typeface="Times New Roman"/>
                <a:cs typeface="Times New Roman"/>
                <a:sym typeface="Times New Roman"/>
              </a:rPr>
              <a:t>nonempty</a:t>
            </a:r>
            <a:endParaRPr b="0" i="0" sz="1400" u="none" cap="none" strike="noStrike">
              <a:solidFill>
                <a:srgbClr val="000000"/>
              </a:solidFill>
              <a:latin typeface="Arial"/>
              <a:ea typeface="Arial"/>
              <a:cs typeface="Arial"/>
              <a:sym typeface="Arial"/>
            </a:endParaRPr>
          </a:p>
        </p:txBody>
      </p:sp>
      <p:sp>
        <p:nvSpPr>
          <p:cNvPr id="1307" name="Google Shape;1307;p58"/>
          <p:cNvSpPr txBox="1"/>
          <p:nvPr/>
        </p:nvSpPr>
        <p:spPr>
          <a:xfrm>
            <a:off x="6213475" y="3165475"/>
            <a:ext cx="5397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CC3300"/>
                </a:solidFill>
                <a:latin typeface="Times New Roman"/>
                <a:ea typeface="Times New Roman"/>
                <a:cs typeface="Times New Roman"/>
                <a:sym typeface="Times New Roman"/>
              </a:rPr>
              <a:t>(1)</a:t>
            </a:r>
            <a:endParaRPr b="0" i="0" sz="2400" u="none" cap="none" strike="noStrike">
              <a:solidFill>
                <a:srgbClr val="006600"/>
              </a:solidFill>
              <a:latin typeface="Times New Roman"/>
              <a:ea typeface="Times New Roman"/>
              <a:cs typeface="Times New Roman"/>
              <a:sym typeface="Times New Roman"/>
            </a:endParaRPr>
          </a:p>
        </p:txBody>
      </p:sp>
      <p:sp>
        <p:nvSpPr>
          <p:cNvPr id="1308" name="Google Shape;1308;p58"/>
          <p:cNvSpPr txBox="1"/>
          <p:nvPr/>
        </p:nvSpPr>
        <p:spPr>
          <a:xfrm>
            <a:off x="5565775" y="2555875"/>
            <a:ext cx="5397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CC3300"/>
                </a:solidFill>
                <a:latin typeface="Times New Roman"/>
                <a:ea typeface="Times New Roman"/>
                <a:cs typeface="Times New Roman"/>
                <a:sym typeface="Times New Roman"/>
              </a:rPr>
              <a:t>(3)</a:t>
            </a:r>
            <a:endParaRPr b="0" i="0" sz="2400" u="none" cap="none" strike="noStrike">
              <a:solidFill>
                <a:srgbClr val="006600"/>
              </a:solidFill>
              <a:latin typeface="Times New Roman"/>
              <a:ea typeface="Times New Roman"/>
              <a:cs typeface="Times New Roman"/>
              <a:sym typeface="Times New Roman"/>
            </a:endParaRPr>
          </a:p>
        </p:txBody>
      </p:sp>
      <p:sp>
        <p:nvSpPr>
          <p:cNvPr id="1309" name="Google Shape;1309;p58"/>
          <p:cNvSpPr txBox="1"/>
          <p:nvPr/>
        </p:nvSpPr>
        <p:spPr>
          <a:xfrm>
            <a:off x="5108575" y="3870325"/>
            <a:ext cx="5397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CC3300"/>
                </a:solidFill>
                <a:latin typeface="Times New Roman"/>
                <a:ea typeface="Times New Roman"/>
                <a:cs typeface="Times New Roman"/>
                <a:sym typeface="Times New Roman"/>
              </a:rPr>
              <a:t>(4)</a:t>
            </a:r>
            <a:endParaRPr b="0" i="0" sz="2400" u="none" cap="none" strike="noStrike">
              <a:solidFill>
                <a:srgbClr val="006600"/>
              </a:solidFill>
              <a:latin typeface="Times New Roman"/>
              <a:ea typeface="Times New Roman"/>
              <a:cs typeface="Times New Roman"/>
              <a:sym typeface="Times New Roman"/>
            </a:endParaRPr>
          </a:p>
        </p:txBody>
      </p:sp>
      <p:sp>
        <p:nvSpPr>
          <p:cNvPr id="1310" name="Google Shape;1310;p58"/>
          <p:cNvSpPr txBox="1"/>
          <p:nvPr/>
        </p:nvSpPr>
        <p:spPr>
          <a:xfrm>
            <a:off x="5089525" y="3222625"/>
            <a:ext cx="5397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CC3300"/>
                </a:solidFill>
                <a:latin typeface="Times New Roman"/>
                <a:ea typeface="Times New Roman"/>
                <a:cs typeface="Times New Roman"/>
                <a:sym typeface="Times New Roman"/>
              </a:rPr>
              <a:t>(2)</a:t>
            </a:r>
            <a:endParaRPr b="0" i="0" sz="2400" u="none" cap="none" strike="noStrike">
              <a:solidFill>
                <a:srgbClr val="006600"/>
              </a:solidFill>
              <a:latin typeface="Times New Roman"/>
              <a:ea typeface="Times New Roman"/>
              <a:cs typeface="Times New Roman"/>
              <a:sym typeface="Times New Roman"/>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4" name="Shape 1314"/>
        <p:cNvGrpSpPr/>
        <p:nvPr/>
      </p:nvGrpSpPr>
      <p:grpSpPr>
        <a:xfrm>
          <a:off x="0" y="0"/>
          <a:ext cx="0" cy="0"/>
          <a:chOff x="0" y="0"/>
          <a:chExt cx="0" cy="0"/>
        </a:xfrm>
      </p:grpSpPr>
      <p:sp>
        <p:nvSpPr>
          <p:cNvPr id="1315" name="Google Shape;1315;p59"/>
          <p:cNvSpPr/>
          <p:nvPr/>
        </p:nvSpPr>
        <p:spPr>
          <a:xfrm>
            <a:off x="400050" y="400050"/>
            <a:ext cx="9163050" cy="1143000"/>
          </a:xfrm>
          <a:prstGeom prst="rect">
            <a:avLst/>
          </a:prstGeom>
          <a:noFill/>
          <a:ln>
            <a:noFill/>
          </a:ln>
        </p:spPr>
        <p:txBody>
          <a:bodyPr anchorCtr="0" anchor="ctr" bIns="46025" lIns="92075" spcFirstLastPara="1" rIns="92075" wrap="square" tIns="46025">
            <a:noAutofit/>
          </a:bodyPr>
          <a:lstStyle/>
          <a:p>
            <a:pPr indent="0" lvl="0" marL="0" marR="0" rtl="0" algn="ctr">
              <a:lnSpc>
                <a:spcPct val="100000"/>
              </a:lnSpc>
              <a:spcBef>
                <a:spcPts val="0"/>
              </a:spcBef>
              <a:spcAft>
                <a:spcPts val="0"/>
              </a:spcAft>
              <a:buClr>
                <a:srgbClr val="000000"/>
              </a:buClr>
              <a:buSzPts val="4400"/>
              <a:buFont typeface="Arial"/>
              <a:buNone/>
            </a:pPr>
            <a:r>
              <a:rPr b="0" i="0" lang="en-US" sz="4400" u="none" cap="none" strike="noStrike">
                <a:solidFill>
                  <a:schemeClr val="dk2"/>
                </a:solidFill>
                <a:latin typeface="Times New Roman"/>
                <a:ea typeface="Times New Roman"/>
                <a:cs typeface="Times New Roman"/>
                <a:sym typeface="Times New Roman"/>
              </a:rPr>
              <a:t>Right Insertion in Threaded BTs</a:t>
            </a:r>
            <a:endParaRPr b="0" i="0" sz="1400" u="none" cap="none" strike="noStrike">
              <a:solidFill>
                <a:srgbClr val="000000"/>
              </a:solidFill>
              <a:latin typeface="Arial"/>
              <a:ea typeface="Arial"/>
              <a:cs typeface="Arial"/>
              <a:sym typeface="Arial"/>
            </a:endParaRPr>
          </a:p>
        </p:txBody>
      </p:sp>
      <p:sp>
        <p:nvSpPr>
          <p:cNvPr id="1316" name="Google Shape;1316;p59"/>
          <p:cNvSpPr/>
          <p:nvPr/>
        </p:nvSpPr>
        <p:spPr>
          <a:xfrm>
            <a:off x="914400" y="1790700"/>
            <a:ext cx="9163050" cy="4114800"/>
          </a:xfrm>
          <a:prstGeom prst="rect">
            <a:avLst/>
          </a:prstGeom>
          <a:noFill/>
          <a:ln>
            <a:noFill/>
          </a:ln>
        </p:spPr>
        <p:txBody>
          <a:bodyPr anchorCtr="0" anchor="t" bIns="46025" lIns="92075" spcFirstLastPara="1" rIns="92075" wrap="square" tIns="46025">
            <a:noAutofit/>
          </a:bodyPr>
          <a:lstStyle/>
          <a:p>
            <a:pPr indent="-342900" lvl="0" marL="342900" marR="0" rtl="0" algn="l">
              <a:lnSpc>
                <a:spcPct val="70000"/>
              </a:lnSpc>
              <a:spcBef>
                <a:spcPts val="0"/>
              </a:spcBef>
              <a:spcAft>
                <a:spcPts val="0"/>
              </a:spcAft>
              <a:buClr>
                <a:schemeClr val="accent1"/>
              </a:buClr>
              <a:buSzPts val="1680"/>
              <a:buFont typeface="Arial"/>
              <a:buNone/>
            </a:pPr>
            <a:r>
              <a:rPr b="1" i="0" lang="en-US" sz="2400" u="none" cap="none" strike="noStrike">
                <a:solidFill>
                  <a:schemeClr val="dk1"/>
                </a:solidFill>
                <a:latin typeface="Courier New"/>
                <a:ea typeface="Courier New"/>
                <a:cs typeface="Courier New"/>
                <a:sym typeface="Courier New"/>
              </a:rPr>
              <a:t>void insert_right(threaded_pointer parent,  </a:t>
            </a:r>
            <a:endParaRPr b="0" i="0" sz="1400" u="none" cap="none" strike="noStrike">
              <a:solidFill>
                <a:srgbClr val="000000"/>
              </a:solidFill>
              <a:latin typeface="Arial"/>
              <a:ea typeface="Arial"/>
              <a:cs typeface="Arial"/>
              <a:sym typeface="Arial"/>
            </a:endParaRPr>
          </a:p>
          <a:p>
            <a:pPr indent="-342900" lvl="0" marL="342900" marR="0" rtl="0" algn="l">
              <a:lnSpc>
                <a:spcPct val="70000"/>
              </a:lnSpc>
              <a:spcBef>
                <a:spcPts val="480"/>
              </a:spcBef>
              <a:spcAft>
                <a:spcPts val="0"/>
              </a:spcAft>
              <a:buClr>
                <a:schemeClr val="accent1"/>
              </a:buClr>
              <a:buSzPts val="1680"/>
              <a:buFont typeface="Arial"/>
              <a:buNone/>
            </a:pPr>
            <a:r>
              <a:rPr b="1" i="0" lang="en-US" sz="2400" u="none" cap="none" strike="noStrike">
                <a:solidFill>
                  <a:schemeClr val="dk1"/>
                </a:solidFill>
                <a:latin typeface="Courier New"/>
                <a:ea typeface="Courier New"/>
                <a:cs typeface="Courier New"/>
                <a:sym typeface="Courier New"/>
              </a:rPr>
              <a:t>                  threaded_pointer child)</a:t>
            </a:r>
            <a:endParaRPr b="0" i="0" sz="1400" u="none" cap="none" strike="noStrike">
              <a:solidFill>
                <a:srgbClr val="000000"/>
              </a:solidFill>
              <a:latin typeface="Arial"/>
              <a:ea typeface="Arial"/>
              <a:cs typeface="Arial"/>
              <a:sym typeface="Arial"/>
            </a:endParaRPr>
          </a:p>
          <a:p>
            <a:pPr indent="-342900" lvl="0" marL="342900" marR="0" rtl="0" algn="l">
              <a:lnSpc>
                <a:spcPct val="70000"/>
              </a:lnSpc>
              <a:spcBef>
                <a:spcPts val="480"/>
              </a:spcBef>
              <a:spcAft>
                <a:spcPts val="0"/>
              </a:spcAft>
              <a:buClr>
                <a:schemeClr val="accent1"/>
              </a:buClr>
              <a:buSzPts val="1680"/>
              <a:buFont typeface="Arial"/>
              <a:buNone/>
            </a:pPr>
            <a:r>
              <a:rPr b="1" i="0" lang="en-US" sz="24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a:p>
            <a:pPr indent="-342900" lvl="0" marL="342900" marR="0" rtl="0" algn="l">
              <a:lnSpc>
                <a:spcPct val="70000"/>
              </a:lnSpc>
              <a:spcBef>
                <a:spcPts val="480"/>
              </a:spcBef>
              <a:spcAft>
                <a:spcPts val="0"/>
              </a:spcAft>
              <a:buClr>
                <a:schemeClr val="accent1"/>
              </a:buClr>
              <a:buSzPts val="1680"/>
              <a:buFont typeface="Arial"/>
              <a:buNone/>
            </a:pPr>
            <a:r>
              <a:rPr b="1" i="0" lang="en-US" sz="2400" u="none" cap="none" strike="noStrike">
                <a:solidFill>
                  <a:schemeClr val="dk1"/>
                </a:solidFill>
                <a:latin typeface="Courier New"/>
                <a:ea typeface="Courier New"/>
                <a:cs typeface="Courier New"/>
                <a:sym typeface="Courier New"/>
              </a:rPr>
              <a:t>  threaded_pointer temp;</a:t>
            </a:r>
            <a:endParaRPr b="0" i="0" sz="1400" u="none" cap="none" strike="noStrike">
              <a:solidFill>
                <a:srgbClr val="000000"/>
              </a:solidFill>
              <a:latin typeface="Arial"/>
              <a:ea typeface="Arial"/>
              <a:cs typeface="Arial"/>
              <a:sym typeface="Arial"/>
            </a:endParaRPr>
          </a:p>
          <a:p>
            <a:pPr indent="-342900" lvl="0" marL="342900" marR="0" rtl="0" algn="l">
              <a:lnSpc>
                <a:spcPct val="70000"/>
              </a:lnSpc>
              <a:spcBef>
                <a:spcPts val="480"/>
              </a:spcBef>
              <a:spcAft>
                <a:spcPts val="0"/>
              </a:spcAft>
              <a:buClr>
                <a:schemeClr val="accent1"/>
              </a:buClr>
              <a:buSzPts val="1680"/>
              <a:buFont typeface="Arial"/>
              <a:buNone/>
            </a:pPr>
            <a:r>
              <a:rPr b="1" i="0" lang="en-US" sz="2400" u="none" cap="none" strike="noStrike">
                <a:solidFill>
                  <a:schemeClr val="dk1"/>
                </a:solidFill>
                <a:latin typeface="Courier New"/>
                <a:ea typeface="Courier New"/>
                <a:cs typeface="Courier New"/>
                <a:sym typeface="Courier New"/>
              </a:rPr>
              <a:t>  child-&gt;right_child = parent-&gt;right_child;</a:t>
            </a:r>
            <a:endParaRPr b="0" i="0" sz="1400" u="none" cap="none" strike="noStrike">
              <a:solidFill>
                <a:srgbClr val="000000"/>
              </a:solidFill>
              <a:latin typeface="Arial"/>
              <a:ea typeface="Arial"/>
              <a:cs typeface="Arial"/>
              <a:sym typeface="Arial"/>
            </a:endParaRPr>
          </a:p>
          <a:p>
            <a:pPr indent="-342900" lvl="0" marL="342900" marR="0" rtl="0" algn="l">
              <a:lnSpc>
                <a:spcPct val="70000"/>
              </a:lnSpc>
              <a:spcBef>
                <a:spcPts val="480"/>
              </a:spcBef>
              <a:spcAft>
                <a:spcPts val="0"/>
              </a:spcAft>
              <a:buClr>
                <a:schemeClr val="accent1"/>
              </a:buClr>
              <a:buSzPts val="1680"/>
              <a:buFont typeface="Arial"/>
              <a:buNone/>
            </a:pPr>
            <a:r>
              <a:rPr b="1" i="0" lang="en-US" sz="2400" u="none" cap="none" strike="noStrike">
                <a:solidFill>
                  <a:schemeClr val="dk1"/>
                </a:solidFill>
                <a:latin typeface="Courier New"/>
                <a:ea typeface="Courier New"/>
                <a:cs typeface="Courier New"/>
                <a:sym typeface="Courier New"/>
              </a:rPr>
              <a:t>  child-&gt;right_thread = parent-&gt;right_thread;</a:t>
            </a:r>
            <a:endParaRPr b="0" i="0" sz="1400" u="none" cap="none" strike="noStrike">
              <a:solidFill>
                <a:srgbClr val="000000"/>
              </a:solidFill>
              <a:latin typeface="Arial"/>
              <a:ea typeface="Arial"/>
              <a:cs typeface="Arial"/>
              <a:sym typeface="Arial"/>
            </a:endParaRPr>
          </a:p>
          <a:p>
            <a:pPr indent="-342900" lvl="0" marL="342900" marR="0" rtl="0" algn="l">
              <a:lnSpc>
                <a:spcPct val="70000"/>
              </a:lnSpc>
              <a:spcBef>
                <a:spcPts val="480"/>
              </a:spcBef>
              <a:spcAft>
                <a:spcPts val="0"/>
              </a:spcAft>
              <a:buClr>
                <a:schemeClr val="accent1"/>
              </a:buClr>
              <a:buSzPts val="1680"/>
              <a:buFont typeface="Arial"/>
              <a:buNone/>
            </a:pPr>
            <a:r>
              <a:rPr b="1" i="0" lang="en-US" sz="2400" u="none" cap="none" strike="noStrike">
                <a:solidFill>
                  <a:schemeClr val="dk1"/>
                </a:solidFill>
                <a:latin typeface="Courier New"/>
                <a:ea typeface="Courier New"/>
                <a:cs typeface="Courier New"/>
                <a:sym typeface="Courier New"/>
              </a:rPr>
              <a:t>  child-&gt;left_child = parent;  </a:t>
            </a:r>
            <a:r>
              <a:rPr b="1" i="0" lang="en-US" sz="2400" u="none" cap="none" strike="noStrike">
                <a:solidFill>
                  <a:srgbClr val="CC3300"/>
                </a:solidFill>
                <a:latin typeface="Courier New"/>
                <a:ea typeface="Courier New"/>
                <a:cs typeface="Courier New"/>
                <a:sym typeface="Courier New"/>
              </a:rPr>
              <a:t>case (a)</a:t>
            </a:r>
            <a:endParaRPr b="1" i="0" sz="2400" u="none" cap="none" strike="noStrike">
              <a:solidFill>
                <a:schemeClr val="dk1"/>
              </a:solidFill>
              <a:latin typeface="Courier New"/>
              <a:ea typeface="Courier New"/>
              <a:cs typeface="Courier New"/>
              <a:sym typeface="Courier New"/>
            </a:endParaRPr>
          </a:p>
          <a:p>
            <a:pPr indent="-342900" lvl="0" marL="342900" marR="0" rtl="0" algn="l">
              <a:lnSpc>
                <a:spcPct val="70000"/>
              </a:lnSpc>
              <a:spcBef>
                <a:spcPts val="480"/>
              </a:spcBef>
              <a:spcAft>
                <a:spcPts val="0"/>
              </a:spcAft>
              <a:buClr>
                <a:schemeClr val="accent1"/>
              </a:buClr>
              <a:buSzPts val="1680"/>
              <a:buFont typeface="Arial"/>
              <a:buNone/>
            </a:pPr>
            <a:r>
              <a:rPr b="1" i="0" lang="en-US" sz="2400" u="none" cap="none" strike="noStrike">
                <a:solidFill>
                  <a:schemeClr val="dk1"/>
                </a:solidFill>
                <a:latin typeface="Courier New"/>
                <a:ea typeface="Courier New"/>
                <a:cs typeface="Courier New"/>
                <a:sym typeface="Courier New"/>
              </a:rPr>
              <a:t>  child-&gt;left_thread = TRUE;</a:t>
            </a:r>
            <a:endParaRPr b="0" i="0" sz="1400" u="none" cap="none" strike="noStrike">
              <a:solidFill>
                <a:srgbClr val="000000"/>
              </a:solidFill>
              <a:latin typeface="Arial"/>
              <a:ea typeface="Arial"/>
              <a:cs typeface="Arial"/>
              <a:sym typeface="Arial"/>
            </a:endParaRPr>
          </a:p>
          <a:p>
            <a:pPr indent="-342900" lvl="0" marL="342900" marR="0" rtl="0" algn="l">
              <a:lnSpc>
                <a:spcPct val="70000"/>
              </a:lnSpc>
              <a:spcBef>
                <a:spcPts val="480"/>
              </a:spcBef>
              <a:spcAft>
                <a:spcPts val="0"/>
              </a:spcAft>
              <a:buClr>
                <a:schemeClr val="accent1"/>
              </a:buClr>
              <a:buSzPts val="1680"/>
              <a:buFont typeface="Arial"/>
              <a:buNone/>
            </a:pPr>
            <a:r>
              <a:rPr b="1" i="0" lang="en-US" sz="2400" u="none" cap="none" strike="noStrike">
                <a:solidFill>
                  <a:schemeClr val="dk1"/>
                </a:solidFill>
                <a:latin typeface="Courier New"/>
                <a:ea typeface="Courier New"/>
                <a:cs typeface="Courier New"/>
                <a:sym typeface="Courier New"/>
              </a:rPr>
              <a:t>  parent-&gt;right_child = child;</a:t>
            </a:r>
            <a:endParaRPr b="0" i="0" sz="1400" u="none" cap="none" strike="noStrike">
              <a:solidFill>
                <a:srgbClr val="000000"/>
              </a:solidFill>
              <a:latin typeface="Arial"/>
              <a:ea typeface="Arial"/>
              <a:cs typeface="Arial"/>
              <a:sym typeface="Arial"/>
            </a:endParaRPr>
          </a:p>
          <a:p>
            <a:pPr indent="-342900" lvl="0" marL="342900" marR="0" rtl="0" algn="l">
              <a:lnSpc>
                <a:spcPct val="70000"/>
              </a:lnSpc>
              <a:spcBef>
                <a:spcPts val="480"/>
              </a:spcBef>
              <a:spcAft>
                <a:spcPts val="0"/>
              </a:spcAft>
              <a:buClr>
                <a:schemeClr val="accent1"/>
              </a:buClr>
              <a:buSzPts val="1680"/>
              <a:buFont typeface="Arial"/>
              <a:buNone/>
            </a:pPr>
            <a:r>
              <a:rPr b="1" i="0" lang="en-US" sz="2400" u="none" cap="none" strike="noStrike">
                <a:solidFill>
                  <a:schemeClr val="dk1"/>
                </a:solidFill>
                <a:latin typeface="Courier New"/>
                <a:ea typeface="Courier New"/>
                <a:cs typeface="Courier New"/>
                <a:sym typeface="Courier New"/>
              </a:rPr>
              <a:t>  parent-&gt;right_thread = FALSE;</a:t>
            </a:r>
            <a:endParaRPr b="0" i="0" sz="1400" u="none" cap="none" strike="noStrike">
              <a:solidFill>
                <a:srgbClr val="000000"/>
              </a:solidFill>
              <a:latin typeface="Arial"/>
              <a:ea typeface="Arial"/>
              <a:cs typeface="Arial"/>
              <a:sym typeface="Arial"/>
            </a:endParaRPr>
          </a:p>
          <a:p>
            <a:pPr indent="-342900" lvl="0" marL="342900" marR="0" rtl="0" algn="l">
              <a:lnSpc>
                <a:spcPct val="70000"/>
              </a:lnSpc>
              <a:spcBef>
                <a:spcPts val="480"/>
              </a:spcBef>
              <a:spcAft>
                <a:spcPts val="0"/>
              </a:spcAft>
              <a:buClr>
                <a:schemeClr val="accent1"/>
              </a:buClr>
              <a:buSzPts val="1680"/>
              <a:buFont typeface="Arial"/>
              <a:buNone/>
            </a:pPr>
            <a:r>
              <a:rPr b="1" i="0" lang="en-US" sz="2400" u="none" cap="none" strike="noStrike">
                <a:solidFill>
                  <a:schemeClr val="dk1"/>
                </a:solidFill>
                <a:latin typeface="Courier New"/>
                <a:ea typeface="Courier New"/>
                <a:cs typeface="Courier New"/>
                <a:sym typeface="Courier New"/>
              </a:rPr>
              <a:t>  if (!child-&gt;right_thread) { </a:t>
            </a:r>
            <a:r>
              <a:rPr b="1" i="0" lang="en-US" sz="2400" u="none" cap="none" strike="noStrike">
                <a:solidFill>
                  <a:srgbClr val="CC3300"/>
                </a:solidFill>
                <a:latin typeface="Courier New"/>
                <a:ea typeface="Courier New"/>
                <a:cs typeface="Courier New"/>
                <a:sym typeface="Courier New"/>
              </a:rPr>
              <a:t>case (b)</a:t>
            </a:r>
            <a:br>
              <a:rPr b="1" i="0" lang="en-US" sz="2400" u="none" cap="none" strike="noStrike">
                <a:solidFill>
                  <a:schemeClr val="dk1"/>
                </a:solidFill>
                <a:latin typeface="Courier New"/>
                <a:ea typeface="Courier New"/>
                <a:cs typeface="Courier New"/>
                <a:sym typeface="Courier New"/>
              </a:rPr>
            </a:br>
            <a:r>
              <a:rPr b="1" i="0" lang="en-US" sz="2400" u="none" cap="none" strike="noStrike">
                <a:solidFill>
                  <a:schemeClr val="dk1"/>
                </a:solidFill>
                <a:latin typeface="Courier New"/>
                <a:ea typeface="Courier New"/>
                <a:cs typeface="Courier New"/>
                <a:sym typeface="Courier New"/>
              </a:rPr>
              <a:t>  temp = insucc(child);</a:t>
            </a:r>
            <a:endParaRPr b="0" i="0" sz="1400" u="none" cap="none" strike="noStrike">
              <a:solidFill>
                <a:srgbClr val="000000"/>
              </a:solidFill>
              <a:latin typeface="Arial"/>
              <a:ea typeface="Arial"/>
              <a:cs typeface="Arial"/>
              <a:sym typeface="Arial"/>
            </a:endParaRPr>
          </a:p>
          <a:p>
            <a:pPr indent="-342900" lvl="0" marL="342900" marR="0" rtl="0" algn="l">
              <a:lnSpc>
                <a:spcPct val="70000"/>
              </a:lnSpc>
              <a:spcBef>
                <a:spcPts val="480"/>
              </a:spcBef>
              <a:spcAft>
                <a:spcPts val="0"/>
              </a:spcAft>
              <a:buClr>
                <a:schemeClr val="accent1"/>
              </a:buClr>
              <a:buSzPts val="1680"/>
              <a:buFont typeface="Arial"/>
              <a:buNone/>
            </a:pPr>
            <a:r>
              <a:rPr b="1" i="0" lang="en-US" sz="2400" u="none" cap="none" strike="noStrike">
                <a:solidFill>
                  <a:schemeClr val="dk1"/>
                </a:solidFill>
                <a:latin typeface="Courier New"/>
                <a:ea typeface="Courier New"/>
                <a:cs typeface="Courier New"/>
                <a:sym typeface="Courier New"/>
              </a:rPr>
              <a:t>    temp-&gt;left_child = child;</a:t>
            </a:r>
            <a:endParaRPr b="0" i="0" sz="1400" u="none" cap="none" strike="noStrike">
              <a:solidFill>
                <a:srgbClr val="000000"/>
              </a:solidFill>
              <a:latin typeface="Arial"/>
              <a:ea typeface="Arial"/>
              <a:cs typeface="Arial"/>
              <a:sym typeface="Arial"/>
            </a:endParaRPr>
          </a:p>
          <a:p>
            <a:pPr indent="-342900" lvl="0" marL="342900" marR="0" rtl="0" algn="l">
              <a:lnSpc>
                <a:spcPct val="70000"/>
              </a:lnSpc>
              <a:spcBef>
                <a:spcPts val="480"/>
              </a:spcBef>
              <a:spcAft>
                <a:spcPts val="0"/>
              </a:spcAft>
              <a:buClr>
                <a:schemeClr val="accent1"/>
              </a:buClr>
              <a:buSzPts val="1680"/>
              <a:buFont typeface="Arial"/>
              <a:buNone/>
            </a:pPr>
            <a:r>
              <a:rPr b="1" i="0" lang="en-US" sz="2400" u="none" cap="none" strike="noStrike">
                <a:solidFill>
                  <a:schemeClr val="dk1"/>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a:p>
            <a:pPr indent="-342900" lvl="0" marL="342900" marR="0" rtl="0" algn="l">
              <a:lnSpc>
                <a:spcPct val="70000"/>
              </a:lnSpc>
              <a:spcBef>
                <a:spcPts val="480"/>
              </a:spcBef>
              <a:spcAft>
                <a:spcPts val="0"/>
              </a:spcAft>
              <a:buClr>
                <a:schemeClr val="accent1"/>
              </a:buClr>
              <a:buSzPts val="1680"/>
              <a:buFont typeface="Arial"/>
              <a:buNone/>
            </a:pPr>
            <a:r>
              <a:rPr b="1" i="0" lang="en-US" sz="24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p:txBody>
      </p:sp>
      <p:sp>
        <p:nvSpPr>
          <p:cNvPr id="1317" name="Google Shape;1317;p59"/>
          <p:cNvSpPr txBox="1"/>
          <p:nvPr/>
        </p:nvSpPr>
        <p:spPr>
          <a:xfrm>
            <a:off x="784225" y="3067050"/>
            <a:ext cx="657225" cy="5794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CC3300"/>
                </a:solidFill>
                <a:latin typeface="Times New Roman"/>
                <a:ea typeface="Times New Roman"/>
                <a:cs typeface="Times New Roman"/>
                <a:sym typeface="Times New Roman"/>
              </a:rPr>
              <a:t>(1)</a:t>
            </a:r>
            <a:endParaRPr b="0" i="0" sz="1400" u="none" cap="none" strike="noStrike">
              <a:solidFill>
                <a:srgbClr val="000000"/>
              </a:solidFill>
              <a:latin typeface="Arial"/>
              <a:ea typeface="Arial"/>
              <a:cs typeface="Arial"/>
              <a:sym typeface="Arial"/>
            </a:endParaRPr>
          </a:p>
        </p:txBody>
      </p:sp>
      <p:sp>
        <p:nvSpPr>
          <p:cNvPr id="1318" name="Google Shape;1318;p59"/>
          <p:cNvSpPr txBox="1"/>
          <p:nvPr/>
        </p:nvSpPr>
        <p:spPr>
          <a:xfrm>
            <a:off x="784225" y="3790950"/>
            <a:ext cx="657225" cy="5794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CC3300"/>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sp>
        <p:nvSpPr>
          <p:cNvPr id="1319" name="Google Shape;1319;p59"/>
          <p:cNvSpPr txBox="1"/>
          <p:nvPr/>
        </p:nvSpPr>
        <p:spPr>
          <a:xfrm>
            <a:off x="803275" y="4400550"/>
            <a:ext cx="657225" cy="5794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CC3300"/>
                </a:solidFill>
                <a:latin typeface="Times New Roman"/>
                <a:ea typeface="Times New Roman"/>
                <a:cs typeface="Times New Roman"/>
                <a:sym typeface="Times New Roman"/>
              </a:rPr>
              <a:t>(3)</a:t>
            </a:r>
            <a:endParaRPr b="0" i="0" sz="1400" u="none" cap="none" strike="noStrike">
              <a:solidFill>
                <a:srgbClr val="000000"/>
              </a:solidFill>
              <a:latin typeface="Arial"/>
              <a:ea typeface="Arial"/>
              <a:cs typeface="Arial"/>
              <a:sym typeface="Arial"/>
            </a:endParaRPr>
          </a:p>
        </p:txBody>
      </p:sp>
      <p:sp>
        <p:nvSpPr>
          <p:cNvPr id="1320" name="Google Shape;1320;p59"/>
          <p:cNvSpPr txBox="1"/>
          <p:nvPr/>
        </p:nvSpPr>
        <p:spPr>
          <a:xfrm>
            <a:off x="1127125" y="5295900"/>
            <a:ext cx="657225" cy="5794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CC3300"/>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4" name="Shape 1324"/>
        <p:cNvGrpSpPr/>
        <p:nvPr/>
      </p:nvGrpSpPr>
      <p:grpSpPr>
        <a:xfrm>
          <a:off x="0" y="0"/>
          <a:ext cx="0" cy="0"/>
          <a:chOff x="0" y="0"/>
          <a:chExt cx="0" cy="0"/>
        </a:xfrm>
      </p:grpSpPr>
      <p:sp>
        <p:nvSpPr>
          <p:cNvPr id="1325" name="Google Shape;1325;p60"/>
          <p:cNvSpPr txBox="1"/>
          <p:nvPr>
            <p:ph type="ctrTitle"/>
          </p:nvPr>
        </p:nvSpPr>
        <p:spPr>
          <a:xfrm>
            <a:off x="609600" y="2895600"/>
            <a:ext cx="7724775" cy="1143000"/>
          </a:xfrm>
          <a:prstGeom prst="rect">
            <a:avLst/>
          </a:prstGeom>
          <a:solidFill>
            <a:schemeClr val="lt1"/>
          </a:solid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3600"/>
              <a:t>Huffman Coding: </a:t>
            </a:r>
            <a:br>
              <a:rPr lang="en-US" sz="3600"/>
            </a:br>
            <a:r>
              <a:rPr lang="en-US" sz="3600"/>
              <a:t>An Application of Binary Trees </a:t>
            </a:r>
            <a:endParaRPr/>
          </a:p>
        </p:txBody>
      </p:sp>
      <p:sp>
        <p:nvSpPr>
          <p:cNvPr id="1326" name="Google Shape;1326;p60"/>
          <p:cNvSpPr/>
          <p:nvPr/>
        </p:nvSpPr>
        <p:spPr>
          <a:xfrm>
            <a:off x="0" y="5314950"/>
            <a:ext cx="1695450" cy="1252538"/>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1327" name="Google Shape;1327;p60"/>
          <p:cNvSpPr/>
          <p:nvPr/>
        </p:nvSpPr>
        <p:spPr>
          <a:xfrm>
            <a:off x="7448550" y="5353050"/>
            <a:ext cx="1695450" cy="1271588"/>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1" name="Shape 1331"/>
        <p:cNvGrpSpPr/>
        <p:nvPr/>
      </p:nvGrpSpPr>
      <p:grpSpPr>
        <a:xfrm>
          <a:off x="0" y="0"/>
          <a:ext cx="0" cy="0"/>
          <a:chOff x="0" y="0"/>
          <a:chExt cx="0" cy="0"/>
        </a:xfrm>
      </p:grpSpPr>
      <p:sp>
        <p:nvSpPr>
          <p:cNvPr id="1332" name="Google Shape;1332;p61"/>
          <p:cNvSpPr txBox="1"/>
          <p:nvPr>
            <p:ph type="title"/>
          </p:nvPr>
        </p:nvSpPr>
        <p:spPr>
          <a:xfrm>
            <a:off x="696913" y="592138"/>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Encoding and Compression of Data</a:t>
            </a:r>
            <a:endParaRPr/>
          </a:p>
        </p:txBody>
      </p:sp>
      <p:sp>
        <p:nvSpPr>
          <p:cNvPr id="1333" name="Google Shape;1333;p61"/>
          <p:cNvSpPr txBox="1"/>
          <p:nvPr>
            <p:ph idx="1" type="body"/>
          </p:nvPr>
        </p:nvSpPr>
        <p:spPr>
          <a:xfrm>
            <a:off x="685800" y="1600200"/>
            <a:ext cx="7772400" cy="41148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240"/>
              <a:buChar char="●"/>
            </a:pPr>
            <a:r>
              <a:rPr lang="en-US"/>
              <a:t>Fax Machines</a:t>
            </a:r>
            <a:endParaRPr/>
          </a:p>
          <a:p>
            <a:pPr indent="-342900" lvl="0" marL="342900" rtl="0" algn="l">
              <a:lnSpc>
                <a:spcPct val="100000"/>
              </a:lnSpc>
              <a:spcBef>
                <a:spcPts val="640"/>
              </a:spcBef>
              <a:spcAft>
                <a:spcPts val="0"/>
              </a:spcAft>
              <a:buSzPts val="2240"/>
              <a:buChar char="●"/>
            </a:pPr>
            <a:r>
              <a:rPr lang="en-US"/>
              <a:t>ASCII</a:t>
            </a:r>
            <a:endParaRPr/>
          </a:p>
          <a:p>
            <a:pPr indent="-342900" lvl="0" marL="342900" rtl="0" algn="l">
              <a:lnSpc>
                <a:spcPct val="100000"/>
              </a:lnSpc>
              <a:spcBef>
                <a:spcPts val="640"/>
              </a:spcBef>
              <a:spcAft>
                <a:spcPts val="0"/>
              </a:spcAft>
              <a:buSzPts val="2240"/>
              <a:buChar char="●"/>
            </a:pPr>
            <a:r>
              <a:rPr lang="en-US"/>
              <a:t>Variations on ASCII</a:t>
            </a:r>
            <a:endParaRPr/>
          </a:p>
          <a:p>
            <a:pPr indent="-285750" lvl="1" marL="742950" rtl="0" algn="l">
              <a:lnSpc>
                <a:spcPct val="100000"/>
              </a:lnSpc>
              <a:spcBef>
                <a:spcPts val="560"/>
              </a:spcBef>
              <a:spcAft>
                <a:spcPts val="0"/>
              </a:spcAft>
              <a:buClr>
                <a:schemeClr val="dk1"/>
              </a:buClr>
              <a:buSzPts val="2800"/>
              <a:buFont typeface="Times New Roman"/>
              <a:buChar char="–"/>
            </a:pPr>
            <a:r>
              <a:rPr lang="en-US"/>
              <a:t>min number of bits needed</a:t>
            </a:r>
            <a:endParaRPr/>
          </a:p>
          <a:p>
            <a:pPr indent="-285750" lvl="1" marL="742950" rtl="0" algn="l">
              <a:lnSpc>
                <a:spcPct val="100000"/>
              </a:lnSpc>
              <a:spcBef>
                <a:spcPts val="560"/>
              </a:spcBef>
              <a:spcAft>
                <a:spcPts val="0"/>
              </a:spcAft>
              <a:buClr>
                <a:schemeClr val="dk1"/>
              </a:buClr>
              <a:buSzPts val="2800"/>
              <a:buFont typeface="Times New Roman"/>
              <a:buChar char="–"/>
            </a:pPr>
            <a:r>
              <a:rPr lang="en-US"/>
              <a:t>cost of savings</a:t>
            </a:r>
            <a:endParaRPr/>
          </a:p>
          <a:p>
            <a:pPr indent="-285750" lvl="1" marL="742950" rtl="0" algn="l">
              <a:lnSpc>
                <a:spcPct val="100000"/>
              </a:lnSpc>
              <a:spcBef>
                <a:spcPts val="560"/>
              </a:spcBef>
              <a:spcAft>
                <a:spcPts val="0"/>
              </a:spcAft>
              <a:buClr>
                <a:schemeClr val="dk1"/>
              </a:buClr>
              <a:buSzPts val="2800"/>
              <a:buFont typeface="Times New Roman"/>
              <a:buChar char="–"/>
            </a:pPr>
            <a:r>
              <a:rPr lang="en-US"/>
              <a:t>patterns</a:t>
            </a:r>
            <a:endParaRPr/>
          </a:p>
          <a:p>
            <a:pPr indent="-285750" lvl="1" marL="742950" rtl="0" algn="l">
              <a:lnSpc>
                <a:spcPct val="100000"/>
              </a:lnSpc>
              <a:spcBef>
                <a:spcPts val="560"/>
              </a:spcBef>
              <a:spcAft>
                <a:spcPts val="0"/>
              </a:spcAft>
              <a:buClr>
                <a:schemeClr val="dk1"/>
              </a:buClr>
              <a:buSzPts val="2800"/>
              <a:buFont typeface="Times New Roman"/>
              <a:buChar char="–"/>
            </a:pPr>
            <a:r>
              <a:rPr lang="en-US"/>
              <a:t>modifications</a:t>
            </a:r>
            <a:endParaRPr/>
          </a:p>
          <a:p>
            <a:pPr indent="-107950" lvl="1" marL="742950" rtl="0" algn="l">
              <a:lnSpc>
                <a:spcPct val="100000"/>
              </a:lnSpc>
              <a:spcBef>
                <a:spcPts val="560"/>
              </a:spcBef>
              <a:spcAft>
                <a:spcPts val="0"/>
              </a:spcAft>
              <a:buClr>
                <a:schemeClr val="dk1"/>
              </a:buClr>
              <a:buSzPts val="2800"/>
              <a:buFont typeface="Times New Roman"/>
              <a:buNone/>
            </a:pPr>
            <a:r>
              <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1" name="Shape 1341"/>
        <p:cNvGrpSpPr/>
        <p:nvPr/>
      </p:nvGrpSpPr>
      <p:grpSpPr>
        <a:xfrm>
          <a:off x="0" y="0"/>
          <a:ext cx="0" cy="0"/>
          <a:chOff x="0" y="0"/>
          <a:chExt cx="0" cy="0"/>
        </a:xfrm>
      </p:grpSpPr>
      <p:sp>
        <p:nvSpPr>
          <p:cNvPr id="1342" name="Google Shape;1342;p62"/>
          <p:cNvSpPr txBox="1"/>
          <p:nvPr>
            <p:ph type="title"/>
          </p:nvPr>
        </p:nvSpPr>
        <p:spPr>
          <a:xfrm>
            <a:off x="696913" y="592138"/>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Purpose of Huffman Coding</a:t>
            </a:r>
            <a:endParaRPr/>
          </a:p>
        </p:txBody>
      </p:sp>
      <p:sp>
        <p:nvSpPr>
          <p:cNvPr id="1343" name="Google Shape;1343;p62"/>
          <p:cNvSpPr txBox="1"/>
          <p:nvPr>
            <p:ph idx="1" type="body"/>
          </p:nvPr>
        </p:nvSpPr>
        <p:spPr>
          <a:xfrm>
            <a:off x="495300" y="1905000"/>
            <a:ext cx="7772400" cy="41148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240"/>
              <a:buChar char="●"/>
            </a:pPr>
            <a:r>
              <a:rPr lang="en-US"/>
              <a:t>Proposed by Dr. David A. Huffman in 1952</a:t>
            </a:r>
            <a:endParaRPr/>
          </a:p>
          <a:p>
            <a:pPr indent="-285750" lvl="1" marL="742950" rtl="0" algn="l">
              <a:lnSpc>
                <a:spcPct val="100000"/>
              </a:lnSpc>
              <a:spcBef>
                <a:spcPts val="560"/>
              </a:spcBef>
              <a:spcAft>
                <a:spcPts val="0"/>
              </a:spcAft>
              <a:buClr>
                <a:schemeClr val="dk1"/>
              </a:buClr>
              <a:buSzPts val="2800"/>
              <a:buFont typeface="Times New Roman"/>
              <a:buChar char="–"/>
            </a:pPr>
            <a:r>
              <a:rPr i="1" lang="en-US"/>
              <a:t>“A Method for the Construction of Minimum Redundancy Codes”</a:t>
            </a:r>
            <a:endParaRPr/>
          </a:p>
          <a:p>
            <a:pPr indent="-342900" lvl="0" marL="342900" rtl="0" algn="l">
              <a:lnSpc>
                <a:spcPct val="100000"/>
              </a:lnSpc>
              <a:spcBef>
                <a:spcPts val="640"/>
              </a:spcBef>
              <a:spcAft>
                <a:spcPts val="0"/>
              </a:spcAft>
              <a:buSzPts val="2240"/>
              <a:buChar char="●"/>
            </a:pPr>
            <a:r>
              <a:rPr lang="en-US"/>
              <a:t>Applicable to many forms of data transmission</a:t>
            </a:r>
            <a:endParaRPr/>
          </a:p>
          <a:p>
            <a:pPr indent="-285750" lvl="1" marL="742950" rtl="0" algn="l">
              <a:lnSpc>
                <a:spcPct val="100000"/>
              </a:lnSpc>
              <a:spcBef>
                <a:spcPts val="560"/>
              </a:spcBef>
              <a:spcAft>
                <a:spcPts val="0"/>
              </a:spcAft>
              <a:buClr>
                <a:schemeClr val="dk1"/>
              </a:buClr>
              <a:buSzPts val="2800"/>
              <a:buFont typeface="Times New Roman"/>
              <a:buChar char="–"/>
            </a:pPr>
            <a:r>
              <a:rPr lang="en-US"/>
              <a:t>Our example: text files</a:t>
            </a:r>
            <a:endParaRPr/>
          </a:p>
          <a:p>
            <a:pPr indent="-107950" lvl="1" marL="742950" rtl="0" algn="l">
              <a:lnSpc>
                <a:spcPct val="100000"/>
              </a:lnSpc>
              <a:spcBef>
                <a:spcPts val="560"/>
              </a:spcBef>
              <a:spcAft>
                <a:spcPts val="0"/>
              </a:spcAft>
              <a:buClr>
                <a:schemeClr val="dk1"/>
              </a:buClr>
              <a:buSzPts val="2800"/>
              <a:buFont typeface="Times New Roman"/>
              <a:buNone/>
            </a:pPr>
            <a:r>
              <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1" name="Shape 1351"/>
        <p:cNvGrpSpPr/>
        <p:nvPr/>
      </p:nvGrpSpPr>
      <p:grpSpPr>
        <a:xfrm>
          <a:off x="0" y="0"/>
          <a:ext cx="0" cy="0"/>
          <a:chOff x="0" y="0"/>
          <a:chExt cx="0" cy="0"/>
        </a:xfrm>
      </p:grpSpPr>
      <p:sp>
        <p:nvSpPr>
          <p:cNvPr id="1352" name="Google Shape;1352;p63"/>
          <p:cNvSpPr txBox="1"/>
          <p:nvPr>
            <p:ph type="title"/>
          </p:nvPr>
        </p:nvSpPr>
        <p:spPr>
          <a:xfrm>
            <a:off x="696913" y="592138"/>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Basic Algorithm	</a:t>
            </a:r>
            <a:endParaRPr/>
          </a:p>
        </p:txBody>
      </p:sp>
      <p:sp>
        <p:nvSpPr>
          <p:cNvPr id="1353" name="Google Shape;1353;p63"/>
          <p:cNvSpPr txBox="1"/>
          <p:nvPr>
            <p:ph idx="1" type="body"/>
          </p:nvPr>
        </p:nvSpPr>
        <p:spPr>
          <a:xfrm>
            <a:off x="361950" y="1695450"/>
            <a:ext cx="8648700" cy="41148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240"/>
              <a:buChar char="●"/>
            </a:pPr>
            <a:r>
              <a:rPr lang="en-US"/>
              <a:t>Huffman coding is a form of statistical coding</a:t>
            </a:r>
            <a:endParaRPr/>
          </a:p>
          <a:p>
            <a:pPr indent="-342900" lvl="0" marL="342900" rtl="0" algn="l">
              <a:lnSpc>
                <a:spcPct val="100000"/>
              </a:lnSpc>
              <a:spcBef>
                <a:spcPts val="640"/>
              </a:spcBef>
              <a:spcAft>
                <a:spcPts val="0"/>
              </a:spcAft>
              <a:buSzPts val="2240"/>
              <a:buChar char="●"/>
            </a:pPr>
            <a:r>
              <a:rPr lang="en-US"/>
              <a:t>Not all characters occur with the same frequency!</a:t>
            </a:r>
            <a:endParaRPr/>
          </a:p>
          <a:p>
            <a:pPr indent="-342900" lvl="0" marL="342900" rtl="0" algn="l">
              <a:lnSpc>
                <a:spcPct val="100000"/>
              </a:lnSpc>
              <a:spcBef>
                <a:spcPts val="640"/>
              </a:spcBef>
              <a:spcAft>
                <a:spcPts val="0"/>
              </a:spcAft>
              <a:buSzPts val="2240"/>
              <a:buChar char="●"/>
            </a:pPr>
            <a:r>
              <a:rPr lang="en-US"/>
              <a:t>Yet all characters are allocated the same amount of space</a:t>
            </a:r>
            <a:endParaRPr/>
          </a:p>
          <a:p>
            <a:pPr indent="-285750" lvl="1" marL="742950" rtl="0" algn="l">
              <a:lnSpc>
                <a:spcPct val="100000"/>
              </a:lnSpc>
              <a:spcBef>
                <a:spcPts val="800"/>
              </a:spcBef>
              <a:spcAft>
                <a:spcPts val="0"/>
              </a:spcAft>
              <a:buClr>
                <a:schemeClr val="dk1"/>
              </a:buClr>
              <a:buSzPts val="2800"/>
              <a:buFont typeface="Times New Roman"/>
              <a:buChar char="–"/>
            </a:pPr>
            <a:r>
              <a:rPr lang="en-US"/>
              <a:t>1 char = 1 byte, be it </a:t>
            </a:r>
            <a:r>
              <a:rPr lang="en-US" sz="4000">
                <a:solidFill>
                  <a:srgbClr val="FF3300"/>
                </a:solidFill>
              </a:rPr>
              <a:t>e</a:t>
            </a:r>
            <a:r>
              <a:rPr lang="en-US"/>
              <a:t> or </a:t>
            </a:r>
            <a:r>
              <a:rPr lang="en-US" sz="4000">
                <a:solidFill>
                  <a:srgbClr val="0000FF"/>
                </a:solidFill>
              </a:rPr>
              <a:t>x</a:t>
            </a:r>
            <a:endParaRPr/>
          </a:p>
          <a:p>
            <a:pPr indent="-200660" lvl="0" marL="342900" rtl="0" algn="l">
              <a:lnSpc>
                <a:spcPct val="100000"/>
              </a:lnSpc>
              <a:spcBef>
                <a:spcPts val="640"/>
              </a:spcBef>
              <a:spcAft>
                <a:spcPts val="0"/>
              </a:spcAft>
              <a:buSzPts val="2240"/>
              <a:buNone/>
            </a:pPr>
            <a:r>
              <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1" name="Shape 1361"/>
        <p:cNvGrpSpPr/>
        <p:nvPr/>
      </p:nvGrpSpPr>
      <p:grpSpPr>
        <a:xfrm>
          <a:off x="0" y="0"/>
          <a:ext cx="0" cy="0"/>
          <a:chOff x="0" y="0"/>
          <a:chExt cx="0" cy="0"/>
        </a:xfrm>
      </p:grpSpPr>
      <p:sp>
        <p:nvSpPr>
          <p:cNvPr id="1362" name="Google Shape;1362;p64"/>
          <p:cNvSpPr txBox="1"/>
          <p:nvPr>
            <p:ph type="title"/>
          </p:nvPr>
        </p:nvSpPr>
        <p:spPr>
          <a:xfrm>
            <a:off x="696913" y="592138"/>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Basic Algorithm	</a:t>
            </a:r>
            <a:endParaRPr/>
          </a:p>
        </p:txBody>
      </p:sp>
      <p:sp>
        <p:nvSpPr>
          <p:cNvPr id="1363" name="Google Shape;1363;p64"/>
          <p:cNvSpPr txBox="1"/>
          <p:nvPr>
            <p:ph idx="1" type="body"/>
          </p:nvPr>
        </p:nvSpPr>
        <p:spPr>
          <a:xfrm>
            <a:off x="571500" y="1847850"/>
            <a:ext cx="8172450" cy="41148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240"/>
              <a:buChar char="●"/>
            </a:pPr>
            <a:r>
              <a:rPr lang="en-US"/>
              <a:t>Any savings in tailoring codes to frequency of character?</a:t>
            </a:r>
            <a:endParaRPr/>
          </a:p>
          <a:p>
            <a:pPr indent="-342900" lvl="0" marL="342900" rtl="0" algn="l">
              <a:lnSpc>
                <a:spcPct val="100000"/>
              </a:lnSpc>
              <a:spcBef>
                <a:spcPts val="640"/>
              </a:spcBef>
              <a:spcAft>
                <a:spcPts val="0"/>
              </a:spcAft>
              <a:buSzPts val="2240"/>
              <a:buChar char="●"/>
            </a:pPr>
            <a:r>
              <a:rPr lang="en-US"/>
              <a:t>Code word lengths are no longer fixed like ASCII.</a:t>
            </a:r>
            <a:endParaRPr/>
          </a:p>
          <a:p>
            <a:pPr indent="-342900" lvl="0" marL="342900" rtl="0" algn="l">
              <a:lnSpc>
                <a:spcPct val="100000"/>
              </a:lnSpc>
              <a:spcBef>
                <a:spcPts val="640"/>
              </a:spcBef>
              <a:spcAft>
                <a:spcPts val="0"/>
              </a:spcAft>
              <a:buSzPts val="2240"/>
              <a:buChar char="●"/>
            </a:pPr>
            <a:r>
              <a:rPr lang="en-US"/>
              <a:t>Code word lengths vary and will be shorter for the more frequently used characters.</a:t>
            </a:r>
            <a:endParaRPr/>
          </a:p>
          <a:p>
            <a:pPr indent="-200660" lvl="0" marL="342900" rtl="0" algn="l">
              <a:lnSpc>
                <a:spcPct val="100000"/>
              </a:lnSpc>
              <a:spcBef>
                <a:spcPts val="640"/>
              </a:spcBef>
              <a:spcAft>
                <a:spcPts val="0"/>
              </a:spcAft>
              <a:buSzPts val="2240"/>
              <a:buNone/>
            </a:pPr>
            <a:r>
              <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1" name="Shape 1371"/>
        <p:cNvGrpSpPr/>
        <p:nvPr/>
      </p:nvGrpSpPr>
      <p:grpSpPr>
        <a:xfrm>
          <a:off x="0" y="0"/>
          <a:ext cx="0" cy="0"/>
          <a:chOff x="0" y="0"/>
          <a:chExt cx="0" cy="0"/>
        </a:xfrm>
      </p:grpSpPr>
      <p:sp>
        <p:nvSpPr>
          <p:cNvPr id="1372" name="Google Shape;1372;p65"/>
          <p:cNvSpPr txBox="1"/>
          <p:nvPr>
            <p:ph type="title"/>
          </p:nvPr>
        </p:nvSpPr>
        <p:spPr>
          <a:xfrm>
            <a:off x="696913" y="592138"/>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(Real) Basic Algorithm</a:t>
            </a:r>
            <a:endParaRPr/>
          </a:p>
        </p:txBody>
      </p:sp>
      <p:sp>
        <p:nvSpPr>
          <p:cNvPr id="1373" name="Google Shape;1373;p65"/>
          <p:cNvSpPr txBox="1"/>
          <p:nvPr/>
        </p:nvSpPr>
        <p:spPr>
          <a:xfrm>
            <a:off x="0" y="1524000"/>
            <a:ext cx="8820150" cy="4664075"/>
          </a:xfrm>
          <a:prstGeom prst="rect">
            <a:avLst/>
          </a:prstGeom>
          <a:noFill/>
          <a:ln>
            <a:noFill/>
          </a:ln>
        </p:spPr>
        <p:txBody>
          <a:bodyPr anchorCtr="0" anchor="t" bIns="45700" lIns="91425" spcFirstLastPara="1" rIns="91425" wrap="square" tIns="45700">
            <a:spAutoFit/>
          </a:bodyPr>
          <a:lstStyle/>
          <a:p>
            <a:pPr indent="-158750" lvl="0" marL="0" marR="0" rtl="0" algn="l">
              <a:lnSpc>
                <a:spcPct val="100000"/>
              </a:lnSpc>
              <a:spcBef>
                <a:spcPts val="0"/>
              </a:spcBef>
              <a:spcAft>
                <a:spcPts val="0"/>
              </a:spcAft>
              <a:buClr>
                <a:srgbClr val="003399"/>
              </a:buClr>
              <a:buSzPts val="2500"/>
              <a:buFont typeface="Times New Roman"/>
              <a:buChar char=" "/>
            </a:pPr>
            <a:r>
              <a:rPr b="0" i="0" lang="en-US" sz="2500" u="none" cap="none" strike="noStrike">
                <a:solidFill>
                  <a:srgbClr val="003399"/>
                </a:solidFill>
                <a:latin typeface="Times New Roman"/>
                <a:ea typeface="Times New Roman"/>
                <a:cs typeface="Times New Roman"/>
                <a:sym typeface="Times New Roman"/>
              </a:rPr>
              <a:t>1.	Scan text to be compressed and tally 		occurrence of all characters.</a:t>
            </a:r>
            <a:endParaRPr b="0" i="0" sz="1400" u="none" cap="none" strike="noStrike">
              <a:solidFill>
                <a:srgbClr val="000000"/>
              </a:solidFill>
              <a:latin typeface="Arial"/>
              <a:ea typeface="Arial"/>
              <a:cs typeface="Arial"/>
              <a:sym typeface="Arial"/>
            </a:endParaRPr>
          </a:p>
          <a:p>
            <a:pPr indent="-158750" lvl="0" marL="0" marR="0" rtl="0" algn="l">
              <a:lnSpc>
                <a:spcPct val="100000"/>
              </a:lnSpc>
              <a:spcBef>
                <a:spcPts val="1250"/>
              </a:spcBef>
              <a:spcAft>
                <a:spcPts val="0"/>
              </a:spcAft>
              <a:buClr>
                <a:srgbClr val="003399"/>
              </a:buClr>
              <a:buSzPts val="2500"/>
              <a:buFont typeface="Times New Roman"/>
              <a:buChar char=" "/>
            </a:pPr>
            <a:r>
              <a:rPr b="0" i="0" lang="en-US" sz="2500" u="none" cap="none" strike="noStrike">
                <a:solidFill>
                  <a:srgbClr val="003399"/>
                </a:solidFill>
                <a:latin typeface="Times New Roman"/>
                <a:ea typeface="Times New Roman"/>
                <a:cs typeface="Times New Roman"/>
                <a:sym typeface="Times New Roman"/>
              </a:rPr>
              <a:t>2.	Sort or prioritize characters based on 	number of occurrences in text.</a:t>
            </a:r>
            <a:endParaRPr b="0" i="0" sz="1400" u="none" cap="none" strike="noStrike">
              <a:solidFill>
                <a:srgbClr val="000000"/>
              </a:solidFill>
              <a:latin typeface="Arial"/>
              <a:ea typeface="Arial"/>
              <a:cs typeface="Arial"/>
              <a:sym typeface="Arial"/>
            </a:endParaRPr>
          </a:p>
          <a:p>
            <a:pPr indent="-158750" lvl="0" marL="0" marR="0" rtl="0" algn="l">
              <a:lnSpc>
                <a:spcPct val="100000"/>
              </a:lnSpc>
              <a:spcBef>
                <a:spcPts val="1250"/>
              </a:spcBef>
              <a:spcAft>
                <a:spcPts val="0"/>
              </a:spcAft>
              <a:buClr>
                <a:srgbClr val="003399"/>
              </a:buClr>
              <a:buSzPts val="2500"/>
              <a:buFont typeface="Times New Roman"/>
              <a:buChar char=" "/>
            </a:pPr>
            <a:r>
              <a:rPr b="0" i="0" lang="en-US" sz="2500" u="none" cap="none" strike="noStrike">
                <a:solidFill>
                  <a:srgbClr val="003399"/>
                </a:solidFill>
                <a:latin typeface="Times New Roman"/>
                <a:ea typeface="Times New Roman"/>
                <a:cs typeface="Times New Roman"/>
                <a:sym typeface="Times New Roman"/>
              </a:rPr>
              <a:t>3.	Build Huffman code tree based on 			prioritized list.</a:t>
            </a:r>
            <a:endParaRPr b="0" i="0" sz="1400" u="none" cap="none" strike="noStrike">
              <a:solidFill>
                <a:srgbClr val="000000"/>
              </a:solidFill>
              <a:latin typeface="Arial"/>
              <a:ea typeface="Arial"/>
              <a:cs typeface="Arial"/>
              <a:sym typeface="Arial"/>
            </a:endParaRPr>
          </a:p>
          <a:p>
            <a:pPr indent="-158750" lvl="0" marL="0" marR="0" rtl="0" algn="l">
              <a:lnSpc>
                <a:spcPct val="100000"/>
              </a:lnSpc>
              <a:spcBef>
                <a:spcPts val="1250"/>
              </a:spcBef>
              <a:spcAft>
                <a:spcPts val="0"/>
              </a:spcAft>
              <a:buClr>
                <a:srgbClr val="003399"/>
              </a:buClr>
              <a:buSzPts val="2500"/>
              <a:buFont typeface="Times New Roman"/>
              <a:buChar char=" "/>
            </a:pPr>
            <a:r>
              <a:rPr b="0" i="0" lang="en-US" sz="2500" u="none" cap="none" strike="noStrike">
                <a:solidFill>
                  <a:srgbClr val="003399"/>
                </a:solidFill>
                <a:latin typeface="Times New Roman"/>
                <a:ea typeface="Times New Roman"/>
                <a:cs typeface="Times New Roman"/>
                <a:sym typeface="Times New Roman"/>
              </a:rPr>
              <a:t>4.	Perform a traversal of tree to determine 	all code words.</a:t>
            </a:r>
            <a:endParaRPr b="0" i="0" sz="1400" u="none" cap="none" strike="noStrike">
              <a:solidFill>
                <a:srgbClr val="000000"/>
              </a:solidFill>
              <a:latin typeface="Arial"/>
              <a:ea typeface="Arial"/>
              <a:cs typeface="Arial"/>
              <a:sym typeface="Arial"/>
            </a:endParaRPr>
          </a:p>
          <a:p>
            <a:pPr indent="-158750" lvl="0" marL="0" marR="0" rtl="0" algn="l">
              <a:lnSpc>
                <a:spcPct val="100000"/>
              </a:lnSpc>
              <a:spcBef>
                <a:spcPts val="1250"/>
              </a:spcBef>
              <a:spcAft>
                <a:spcPts val="0"/>
              </a:spcAft>
              <a:buClr>
                <a:srgbClr val="003399"/>
              </a:buClr>
              <a:buSzPts val="2500"/>
              <a:buFont typeface="Times New Roman"/>
              <a:buChar char=" "/>
            </a:pPr>
            <a:r>
              <a:rPr b="0" i="0" lang="en-US" sz="2500" u="none" cap="none" strike="noStrike">
                <a:solidFill>
                  <a:srgbClr val="003399"/>
                </a:solidFill>
                <a:latin typeface="Times New Roman"/>
                <a:ea typeface="Times New Roman"/>
                <a:cs typeface="Times New Roman"/>
                <a:sym typeface="Times New Roman"/>
              </a:rPr>
              <a:t>5.	Scan text again and create new file 		using the Huffman codes.</a:t>
            </a:r>
            <a:endParaRPr b="0" i="0" sz="2000" u="none" cap="none" strike="noStrike">
              <a:solidFill>
                <a:srgbClr val="003399"/>
              </a:solidFill>
              <a:latin typeface="Times New Roman"/>
              <a:ea typeface="Times New Roman"/>
              <a:cs typeface="Times New Roman"/>
              <a:sym typeface="Times New Roman"/>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1" name="Shape 1381"/>
        <p:cNvGrpSpPr/>
        <p:nvPr/>
      </p:nvGrpSpPr>
      <p:grpSpPr>
        <a:xfrm>
          <a:off x="0" y="0"/>
          <a:ext cx="0" cy="0"/>
          <a:chOff x="0" y="0"/>
          <a:chExt cx="0" cy="0"/>
        </a:xfrm>
      </p:grpSpPr>
      <p:sp>
        <p:nvSpPr>
          <p:cNvPr id="1382" name="Google Shape;1382;p66"/>
          <p:cNvSpPr txBox="1"/>
          <p:nvPr>
            <p:ph type="title"/>
          </p:nvPr>
        </p:nvSpPr>
        <p:spPr>
          <a:xfrm>
            <a:off x="696913" y="592138"/>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Building a Tree</a:t>
            </a:r>
            <a:br>
              <a:rPr lang="en-US"/>
            </a:br>
            <a:r>
              <a:rPr lang="en-US" sz="3200"/>
              <a:t>Scan the original text</a:t>
            </a:r>
            <a:endParaRPr/>
          </a:p>
        </p:txBody>
      </p:sp>
      <p:sp>
        <p:nvSpPr>
          <p:cNvPr id="1383" name="Google Shape;1383;p66"/>
          <p:cNvSpPr txBox="1"/>
          <p:nvPr>
            <p:ph idx="1" type="body"/>
          </p:nvPr>
        </p:nvSpPr>
        <p:spPr>
          <a:xfrm>
            <a:off x="285750" y="1981200"/>
            <a:ext cx="8801100" cy="41148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240"/>
              <a:buChar char="●"/>
            </a:pPr>
            <a:r>
              <a:rPr lang="en-US"/>
              <a:t>Consider the following short text:</a:t>
            </a:r>
            <a:endParaRPr/>
          </a:p>
          <a:p>
            <a:pPr indent="-200660" lvl="0" marL="342900" rtl="0" algn="l">
              <a:lnSpc>
                <a:spcPct val="100000"/>
              </a:lnSpc>
              <a:spcBef>
                <a:spcPts val="640"/>
              </a:spcBef>
              <a:spcAft>
                <a:spcPts val="0"/>
              </a:spcAft>
              <a:buSzPts val="2240"/>
              <a:buFont typeface="Noto Sans Symbols"/>
              <a:buNone/>
            </a:pPr>
            <a:r>
              <a:t/>
            </a:r>
            <a:endParaRPr/>
          </a:p>
          <a:p>
            <a:pPr indent="-342900" lvl="0" marL="342900" rtl="0" algn="l">
              <a:lnSpc>
                <a:spcPct val="100000"/>
              </a:lnSpc>
              <a:spcBef>
                <a:spcPts val="640"/>
              </a:spcBef>
              <a:spcAft>
                <a:spcPts val="0"/>
              </a:spcAft>
              <a:buSzPts val="2240"/>
              <a:buFont typeface="Noto Sans Symbols"/>
              <a:buChar char="●"/>
            </a:pPr>
            <a:r>
              <a:rPr i="1" lang="en-US"/>
              <a:t>Eerie eyes seen near lake.</a:t>
            </a:r>
            <a:endParaRPr/>
          </a:p>
          <a:p>
            <a:pPr indent="-200660" lvl="0" marL="342900" rtl="0" algn="l">
              <a:lnSpc>
                <a:spcPct val="100000"/>
              </a:lnSpc>
              <a:spcBef>
                <a:spcPts val="640"/>
              </a:spcBef>
              <a:spcAft>
                <a:spcPts val="0"/>
              </a:spcAft>
              <a:buSzPts val="2240"/>
              <a:buFont typeface="Noto Sans Symbols"/>
              <a:buNone/>
            </a:pPr>
            <a:r>
              <a:t/>
            </a:r>
            <a:endParaRPr i="1"/>
          </a:p>
          <a:p>
            <a:pPr indent="-342900" lvl="0" marL="342900" rtl="0" algn="l">
              <a:lnSpc>
                <a:spcPct val="100000"/>
              </a:lnSpc>
              <a:spcBef>
                <a:spcPts val="640"/>
              </a:spcBef>
              <a:spcAft>
                <a:spcPts val="0"/>
              </a:spcAft>
              <a:buSzPts val="2240"/>
              <a:buChar char="●"/>
            </a:pPr>
            <a:r>
              <a:rPr lang="en-US"/>
              <a:t>Count up the occurrences of all characters in the text</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1" name="Shape 1391"/>
        <p:cNvGrpSpPr/>
        <p:nvPr/>
      </p:nvGrpSpPr>
      <p:grpSpPr>
        <a:xfrm>
          <a:off x="0" y="0"/>
          <a:ext cx="0" cy="0"/>
          <a:chOff x="0" y="0"/>
          <a:chExt cx="0" cy="0"/>
        </a:xfrm>
      </p:grpSpPr>
      <p:sp>
        <p:nvSpPr>
          <p:cNvPr id="1392" name="Google Shape;1392;p67"/>
          <p:cNvSpPr txBox="1"/>
          <p:nvPr>
            <p:ph type="title"/>
          </p:nvPr>
        </p:nvSpPr>
        <p:spPr>
          <a:xfrm>
            <a:off x="696913" y="592138"/>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Building a Tree</a:t>
            </a:r>
            <a:br>
              <a:rPr lang="en-US"/>
            </a:br>
            <a:r>
              <a:rPr lang="en-US" sz="3200"/>
              <a:t>Scan the original text</a:t>
            </a:r>
            <a:endParaRPr/>
          </a:p>
        </p:txBody>
      </p:sp>
      <p:sp>
        <p:nvSpPr>
          <p:cNvPr id="1393" name="Google Shape;1393;p67"/>
          <p:cNvSpPr txBox="1"/>
          <p:nvPr>
            <p:ph idx="1" type="body"/>
          </p:nvPr>
        </p:nvSpPr>
        <p:spPr>
          <a:xfrm>
            <a:off x="95250" y="1790700"/>
            <a:ext cx="9163050" cy="81915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240"/>
              <a:buFont typeface="Noto Sans Symbols"/>
              <a:buNone/>
            </a:pPr>
            <a:r>
              <a:rPr lang="en-US"/>
              <a:t>	</a:t>
            </a:r>
            <a:r>
              <a:rPr i="1" lang="en-US" sz="4000"/>
              <a:t>Eerie eyes seen near lake.</a:t>
            </a:r>
            <a:endParaRPr/>
          </a:p>
          <a:p>
            <a:pPr indent="-342900" lvl="0" marL="342900" rtl="0" algn="l">
              <a:lnSpc>
                <a:spcPct val="100000"/>
              </a:lnSpc>
              <a:spcBef>
                <a:spcPts val="800"/>
              </a:spcBef>
              <a:spcAft>
                <a:spcPts val="0"/>
              </a:spcAft>
              <a:buSzPts val="2800"/>
              <a:buChar char="●"/>
            </a:pPr>
            <a:r>
              <a:rPr lang="en-US" sz="4000"/>
              <a:t>What characters are present?</a:t>
            </a:r>
            <a:endParaRPr/>
          </a:p>
        </p:txBody>
      </p:sp>
      <p:sp>
        <p:nvSpPr>
          <p:cNvPr id="1394" name="Google Shape;1394;p67"/>
          <p:cNvSpPr txBox="1"/>
          <p:nvPr/>
        </p:nvSpPr>
        <p:spPr>
          <a:xfrm>
            <a:off x="1847850" y="3751263"/>
            <a:ext cx="5670550" cy="14335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0" i="0" lang="en-US" sz="4000" u="none" cap="none" strike="noStrike">
                <a:solidFill>
                  <a:srgbClr val="0000FF"/>
                </a:solidFill>
                <a:latin typeface="Times New Roman"/>
                <a:ea typeface="Times New Roman"/>
                <a:cs typeface="Times New Roman"/>
                <a:sym typeface="Times New Roman"/>
              </a:rPr>
              <a:t>E  e  r  i space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4000"/>
              <a:buFont typeface="Arial"/>
              <a:buNone/>
            </a:pPr>
            <a:r>
              <a:rPr b="0" i="0" lang="en-US" sz="4000" u="none" cap="none" strike="noStrike">
                <a:solidFill>
                  <a:srgbClr val="0000FF"/>
                </a:solidFill>
                <a:latin typeface="Times New Roman"/>
                <a:ea typeface="Times New Roman"/>
                <a:cs typeface="Times New Roman"/>
                <a:sym typeface="Times New Roman"/>
              </a:rPr>
              <a:t>y s n a r l k .</a:t>
            </a:r>
            <a:endParaRPr b="0" i="0" sz="2000" u="none" cap="none" strike="noStrike">
              <a:solidFill>
                <a:srgbClr val="003399"/>
              </a:solidFill>
              <a:latin typeface="Times New Roman"/>
              <a:ea typeface="Times New Roman"/>
              <a:cs typeface="Times New Roman"/>
              <a:sym typeface="Times New Roman"/>
            </a:endParaRPr>
          </a:p>
        </p:txBody>
      </p:sp>
      <p:sp>
        <p:nvSpPr>
          <p:cNvPr id="1395" name="Google Shape;1395;p67"/>
          <p:cNvSpPr/>
          <p:nvPr/>
        </p:nvSpPr>
        <p:spPr>
          <a:xfrm>
            <a:off x="5159375" y="3884613"/>
            <a:ext cx="1793875" cy="519112"/>
          </a:xfrm>
          <a:prstGeom prst="rect">
            <a:avLst/>
          </a:prstGeom>
          <a:noFill/>
          <a:ln cap="rnd" cmpd="sng" w="9525">
            <a:solidFill>
              <a:srgbClr val="FF6600"/>
            </a:solidFill>
            <a:prstDash val="dot"/>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4"/>
                                        </p:tgtEl>
                                        <p:attrNameLst>
                                          <p:attrName>style.visibility</p:attrName>
                                        </p:attrNameLst>
                                      </p:cBhvr>
                                      <p:to>
                                        <p:strVal val="visible"/>
                                      </p:to>
                                    </p:set>
                                    <p:animEffect filter="fade" transition="in">
                                      <p:cBhvr>
                                        <p:cTn dur="300"/>
                                        <p:tgtEl>
                                          <p:spTgt spid="1394"/>
                                        </p:tgtEl>
                                      </p:cBhvr>
                                    </p:animEffect>
                                  </p:childTnLst>
                                </p:cTn>
                              </p:par>
                            </p:childTnLst>
                          </p:cTn>
                        </p:par>
                        <p:par>
                          <p:cTn fill="hold">
                            <p:stCondLst>
                              <p:cond delay="300"/>
                            </p:stCondLst>
                            <p:childTnLst>
                              <p:par>
                                <p:cTn fill="hold" nodeType="afterEffect" presetClass="entr" presetID="1" presetSubtype="0">
                                  <p:stCondLst>
                                    <p:cond delay="0"/>
                                  </p:stCondLst>
                                  <p:childTnLst>
                                    <p:set>
                                      <p:cBhvr>
                                        <p:cTn dur="1" fill="hold">
                                          <p:stCondLst>
                                            <p:cond delay="0"/>
                                          </p:stCondLst>
                                        </p:cTn>
                                        <p:tgtEl>
                                          <p:spTgt spid="139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3" name="Shape 1403"/>
        <p:cNvGrpSpPr/>
        <p:nvPr/>
      </p:nvGrpSpPr>
      <p:grpSpPr>
        <a:xfrm>
          <a:off x="0" y="0"/>
          <a:ext cx="0" cy="0"/>
          <a:chOff x="0" y="0"/>
          <a:chExt cx="0" cy="0"/>
        </a:xfrm>
      </p:grpSpPr>
      <p:sp>
        <p:nvSpPr>
          <p:cNvPr id="1404" name="Google Shape;1404;p68"/>
          <p:cNvSpPr txBox="1"/>
          <p:nvPr>
            <p:ph type="title"/>
          </p:nvPr>
        </p:nvSpPr>
        <p:spPr>
          <a:xfrm>
            <a:off x="696913" y="592138"/>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Building a Tree</a:t>
            </a:r>
            <a:br>
              <a:rPr lang="en-US"/>
            </a:br>
            <a:r>
              <a:rPr lang="en-US" sz="3200"/>
              <a:t>Scan the original text</a:t>
            </a:r>
            <a:endParaRPr/>
          </a:p>
        </p:txBody>
      </p:sp>
      <p:sp>
        <p:nvSpPr>
          <p:cNvPr id="1405" name="Google Shape;1405;p68"/>
          <p:cNvSpPr txBox="1"/>
          <p:nvPr>
            <p:ph idx="1" type="body"/>
          </p:nvPr>
        </p:nvSpPr>
        <p:spPr>
          <a:xfrm>
            <a:off x="742950" y="1581150"/>
            <a:ext cx="8401050" cy="6858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800"/>
              <a:buFont typeface="Noto Sans Symbols"/>
              <a:buNone/>
            </a:pPr>
            <a:r>
              <a:rPr lang="en-US" sz="4000"/>
              <a:t>Eerie eyes seen near lake.</a:t>
            </a:r>
            <a:endParaRPr/>
          </a:p>
          <a:p>
            <a:pPr indent="-342900" lvl="0" marL="342900" rtl="0" algn="l">
              <a:lnSpc>
                <a:spcPct val="100000"/>
              </a:lnSpc>
              <a:spcBef>
                <a:spcPts val="800"/>
              </a:spcBef>
              <a:spcAft>
                <a:spcPts val="0"/>
              </a:spcAft>
              <a:buSzPts val="2800"/>
              <a:buChar char="●"/>
            </a:pPr>
            <a:r>
              <a:rPr lang="en-US" sz="4000">
                <a:solidFill>
                  <a:srgbClr val="FF0000"/>
                </a:solidFill>
              </a:rPr>
              <a:t>What is the frequency of each character in the text?</a:t>
            </a:r>
            <a:endParaRPr/>
          </a:p>
          <a:p>
            <a:pPr indent="-165100" lvl="0" marL="342900" rtl="0" algn="l">
              <a:lnSpc>
                <a:spcPct val="100000"/>
              </a:lnSpc>
              <a:spcBef>
                <a:spcPts val="800"/>
              </a:spcBef>
              <a:spcAft>
                <a:spcPts val="0"/>
              </a:spcAft>
              <a:buSzPts val="2800"/>
              <a:buNone/>
            </a:pPr>
            <a:r>
              <a:t/>
            </a:r>
            <a:endParaRPr sz="4000"/>
          </a:p>
          <a:p>
            <a:pPr indent="-165100" lvl="0" marL="342900" rtl="0" algn="l">
              <a:lnSpc>
                <a:spcPct val="100000"/>
              </a:lnSpc>
              <a:spcBef>
                <a:spcPts val="800"/>
              </a:spcBef>
              <a:spcAft>
                <a:spcPts val="0"/>
              </a:spcAft>
              <a:buSzPts val="2800"/>
              <a:buNone/>
            </a:pPr>
            <a:r>
              <a:t/>
            </a:r>
            <a:endParaRPr sz="4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5">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3" name="Shape 1413"/>
        <p:cNvGrpSpPr/>
        <p:nvPr/>
      </p:nvGrpSpPr>
      <p:grpSpPr>
        <a:xfrm>
          <a:off x="0" y="0"/>
          <a:ext cx="0" cy="0"/>
          <a:chOff x="0" y="0"/>
          <a:chExt cx="0" cy="0"/>
        </a:xfrm>
      </p:grpSpPr>
      <p:sp>
        <p:nvSpPr>
          <p:cNvPr id="1414" name="Google Shape;1414;p69"/>
          <p:cNvSpPr txBox="1"/>
          <p:nvPr>
            <p:ph type="title"/>
          </p:nvPr>
        </p:nvSpPr>
        <p:spPr>
          <a:xfrm>
            <a:off x="696913" y="592138"/>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Building a Tree</a:t>
            </a:r>
            <a:br>
              <a:rPr lang="en-US"/>
            </a:br>
            <a:r>
              <a:rPr lang="en-US" sz="3200"/>
              <a:t>Prioritize characters</a:t>
            </a:r>
            <a:endParaRPr/>
          </a:p>
        </p:txBody>
      </p:sp>
      <p:sp>
        <p:nvSpPr>
          <p:cNvPr id="1415" name="Google Shape;1415;p69"/>
          <p:cNvSpPr txBox="1"/>
          <p:nvPr>
            <p:ph idx="1" type="body"/>
          </p:nvPr>
        </p:nvSpPr>
        <p:spPr>
          <a:xfrm>
            <a:off x="495300" y="1752600"/>
            <a:ext cx="7772400" cy="41148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240"/>
              <a:buChar char="●"/>
            </a:pPr>
            <a:r>
              <a:rPr lang="en-US"/>
              <a:t>Create binary tree nodes with character and frequency of each character</a:t>
            </a:r>
            <a:endParaRPr/>
          </a:p>
          <a:p>
            <a:pPr indent="-342900" lvl="0" marL="342900" rtl="0" algn="l">
              <a:lnSpc>
                <a:spcPct val="100000"/>
              </a:lnSpc>
              <a:spcBef>
                <a:spcPts val="640"/>
              </a:spcBef>
              <a:spcAft>
                <a:spcPts val="0"/>
              </a:spcAft>
              <a:buSzPts val="2240"/>
              <a:buChar char="●"/>
            </a:pPr>
            <a:r>
              <a:rPr lang="en-US"/>
              <a:t>Place nodes in a priority queue</a:t>
            </a:r>
            <a:endParaRPr/>
          </a:p>
          <a:p>
            <a:pPr indent="-285750" lvl="1" marL="742950" rtl="0" algn="l">
              <a:lnSpc>
                <a:spcPct val="100000"/>
              </a:lnSpc>
              <a:spcBef>
                <a:spcPts val="560"/>
              </a:spcBef>
              <a:spcAft>
                <a:spcPts val="0"/>
              </a:spcAft>
              <a:buClr>
                <a:schemeClr val="dk1"/>
              </a:buClr>
              <a:buSzPts val="2800"/>
              <a:buFont typeface="Times New Roman"/>
              <a:buChar char="–"/>
            </a:pPr>
            <a:r>
              <a:rPr lang="en-US"/>
              <a:t>The </a:t>
            </a:r>
            <a:r>
              <a:rPr lang="en-US" u="sng"/>
              <a:t>lower</a:t>
            </a:r>
            <a:r>
              <a:rPr lang="en-US"/>
              <a:t> the occurrence, the higher the priority in the queue</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3" name="Shape 1423"/>
        <p:cNvGrpSpPr/>
        <p:nvPr/>
      </p:nvGrpSpPr>
      <p:grpSpPr>
        <a:xfrm>
          <a:off x="0" y="0"/>
          <a:ext cx="0" cy="0"/>
          <a:chOff x="0" y="0"/>
          <a:chExt cx="0" cy="0"/>
        </a:xfrm>
      </p:grpSpPr>
      <p:sp>
        <p:nvSpPr>
          <p:cNvPr id="1424" name="Google Shape;1424;p70"/>
          <p:cNvSpPr txBox="1"/>
          <p:nvPr>
            <p:ph type="title"/>
          </p:nvPr>
        </p:nvSpPr>
        <p:spPr>
          <a:xfrm>
            <a:off x="696913" y="592138"/>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Building a Tree</a:t>
            </a:r>
            <a:br>
              <a:rPr lang="en-US"/>
            </a:br>
            <a:r>
              <a:rPr lang="en-US" sz="3200"/>
              <a:t>Prioritize characters</a:t>
            </a:r>
            <a:endParaRPr/>
          </a:p>
        </p:txBody>
      </p:sp>
      <p:sp>
        <p:nvSpPr>
          <p:cNvPr id="1425" name="Google Shape;1425;p70"/>
          <p:cNvSpPr txBox="1"/>
          <p:nvPr>
            <p:ph idx="1" type="body"/>
          </p:nvPr>
        </p:nvSpPr>
        <p:spPr>
          <a:xfrm>
            <a:off x="400050" y="1562100"/>
            <a:ext cx="8572500" cy="41148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240"/>
              <a:buChar char="●"/>
            </a:pPr>
            <a:r>
              <a:rPr lang="en-US"/>
              <a:t>Uses binary tree nodes</a:t>
            </a:r>
            <a:endParaRPr/>
          </a:p>
          <a:p>
            <a:pPr indent="-342900" lvl="0" marL="342900" rtl="0" algn="l">
              <a:lnSpc>
                <a:spcPct val="50000"/>
              </a:lnSpc>
              <a:spcBef>
                <a:spcPts val="640"/>
              </a:spcBef>
              <a:spcAft>
                <a:spcPts val="0"/>
              </a:spcAft>
              <a:buSzPts val="2240"/>
              <a:buFont typeface="Noto Sans Symbols"/>
              <a:buNone/>
            </a:pPr>
            <a:r>
              <a:t/>
            </a:r>
            <a:endParaRPr/>
          </a:p>
          <a:p>
            <a:pPr indent="-342900" lvl="0" marL="342900" rtl="0" algn="l">
              <a:lnSpc>
                <a:spcPct val="50000"/>
              </a:lnSpc>
              <a:spcBef>
                <a:spcPts val="640"/>
              </a:spcBef>
              <a:spcAft>
                <a:spcPts val="0"/>
              </a:spcAft>
              <a:buSzPts val="2240"/>
              <a:buFont typeface="Noto Sans Symbols"/>
              <a:buNone/>
            </a:pPr>
            <a:r>
              <a:rPr lang="en-US"/>
              <a:t>public class HuffNode</a:t>
            </a:r>
            <a:endParaRPr/>
          </a:p>
          <a:p>
            <a:pPr indent="-342900" lvl="0" marL="342900" rtl="0" algn="l">
              <a:lnSpc>
                <a:spcPct val="50000"/>
              </a:lnSpc>
              <a:spcBef>
                <a:spcPts val="640"/>
              </a:spcBef>
              <a:spcAft>
                <a:spcPts val="0"/>
              </a:spcAft>
              <a:buSzPts val="2240"/>
              <a:buFont typeface="Noto Sans Symbols"/>
              <a:buNone/>
            </a:pPr>
            <a:r>
              <a:rPr lang="en-US"/>
              <a:t>{</a:t>
            </a:r>
            <a:endParaRPr/>
          </a:p>
          <a:p>
            <a:pPr indent="-342900" lvl="0" marL="342900" rtl="0" algn="l">
              <a:lnSpc>
                <a:spcPct val="50000"/>
              </a:lnSpc>
              <a:spcBef>
                <a:spcPts val="640"/>
              </a:spcBef>
              <a:spcAft>
                <a:spcPts val="0"/>
              </a:spcAft>
              <a:buSzPts val="2240"/>
              <a:buFont typeface="Noto Sans Symbols"/>
              <a:buNone/>
            </a:pPr>
            <a:r>
              <a:rPr lang="en-US"/>
              <a:t>	public char myChar;</a:t>
            </a:r>
            <a:endParaRPr/>
          </a:p>
          <a:p>
            <a:pPr indent="-342900" lvl="0" marL="342900" rtl="0" algn="l">
              <a:lnSpc>
                <a:spcPct val="50000"/>
              </a:lnSpc>
              <a:spcBef>
                <a:spcPts val="640"/>
              </a:spcBef>
              <a:spcAft>
                <a:spcPts val="0"/>
              </a:spcAft>
              <a:buSzPts val="2240"/>
              <a:buFont typeface="Noto Sans Symbols"/>
              <a:buNone/>
            </a:pPr>
            <a:r>
              <a:rPr lang="en-US"/>
              <a:t>	public int myFrequency;</a:t>
            </a:r>
            <a:endParaRPr/>
          </a:p>
          <a:p>
            <a:pPr indent="-342900" lvl="0" marL="342900" rtl="0" algn="l">
              <a:lnSpc>
                <a:spcPct val="50000"/>
              </a:lnSpc>
              <a:spcBef>
                <a:spcPts val="640"/>
              </a:spcBef>
              <a:spcAft>
                <a:spcPts val="0"/>
              </a:spcAft>
              <a:buSzPts val="2240"/>
              <a:buFont typeface="Noto Sans Symbols"/>
              <a:buNone/>
            </a:pPr>
            <a:r>
              <a:rPr lang="en-US"/>
              <a:t>	public HuffNode myLeft, myRight;</a:t>
            </a:r>
            <a:endParaRPr/>
          </a:p>
          <a:p>
            <a:pPr indent="-342900" lvl="0" marL="342900" rtl="0" algn="l">
              <a:lnSpc>
                <a:spcPct val="50000"/>
              </a:lnSpc>
              <a:spcBef>
                <a:spcPts val="640"/>
              </a:spcBef>
              <a:spcAft>
                <a:spcPts val="0"/>
              </a:spcAft>
              <a:buSzPts val="2240"/>
              <a:buFont typeface="Noto Sans Symbols"/>
              <a:buNone/>
            </a:pPr>
            <a:r>
              <a:rPr lang="en-US"/>
              <a:t>}</a:t>
            </a:r>
            <a:endParaRPr/>
          </a:p>
          <a:p>
            <a:pPr indent="-342900" lvl="0" marL="342900" rtl="0" algn="l">
              <a:lnSpc>
                <a:spcPct val="50000"/>
              </a:lnSpc>
              <a:spcBef>
                <a:spcPts val="640"/>
              </a:spcBef>
              <a:spcAft>
                <a:spcPts val="0"/>
              </a:spcAft>
              <a:buSzPts val="2240"/>
              <a:buFont typeface="Noto Sans Symbols"/>
              <a:buNone/>
            </a:pPr>
            <a:r>
              <a:t/>
            </a:r>
            <a:endParaRPr/>
          </a:p>
          <a:p>
            <a:pPr indent="-342900" lvl="0" marL="342900" rtl="0" algn="l">
              <a:lnSpc>
                <a:spcPct val="50000"/>
              </a:lnSpc>
              <a:spcBef>
                <a:spcPts val="640"/>
              </a:spcBef>
              <a:spcAft>
                <a:spcPts val="0"/>
              </a:spcAft>
              <a:buSzPts val="2240"/>
              <a:buFont typeface="Noto Sans Symbols"/>
              <a:buNone/>
            </a:pPr>
            <a:r>
              <a:rPr lang="en-US"/>
              <a:t>priorityQueue myQueue;</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3" name="Shape 1433"/>
        <p:cNvGrpSpPr/>
        <p:nvPr/>
      </p:nvGrpSpPr>
      <p:grpSpPr>
        <a:xfrm>
          <a:off x="0" y="0"/>
          <a:ext cx="0" cy="0"/>
          <a:chOff x="0" y="0"/>
          <a:chExt cx="0" cy="0"/>
        </a:xfrm>
      </p:grpSpPr>
      <p:sp>
        <p:nvSpPr>
          <p:cNvPr id="1434" name="Google Shape;1434;p71"/>
          <p:cNvSpPr txBox="1"/>
          <p:nvPr>
            <p:ph type="title"/>
          </p:nvPr>
        </p:nvSpPr>
        <p:spPr>
          <a:xfrm>
            <a:off x="696913" y="592138"/>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Building a Tree</a:t>
            </a:r>
            <a:endParaRPr/>
          </a:p>
        </p:txBody>
      </p:sp>
      <p:sp>
        <p:nvSpPr>
          <p:cNvPr id="1435" name="Google Shape;1435;p71"/>
          <p:cNvSpPr txBox="1"/>
          <p:nvPr>
            <p:ph idx="1" type="body"/>
          </p:nvPr>
        </p:nvSpPr>
        <p:spPr>
          <a:xfrm>
            <a:off x="152400" y="1638300"/>
            <a:ext cx="8991600" cy="41148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1960"/>
              <a:buChar char="●"/>
            </a:pPr>
            <a:r>
              <a:rPr lang="en-US" sz="2800"/>
              <a:t>The queue after inserting all nodes</a:t>
            </a:r>
            <a:endParaRPr/>
          </a:p>
          <a:p>
            <a:pPr indent="-218440" lvl="0" marL="342900" rtl="0" algn="l">
              <a:lnSpc>
                <a:spcPct val="100000"/>
              </a:lnSpc>
              <a:spcBef>
                <a:spcPts val="560"/>
              </a:spcBef>
              <a:spcAft>
                <a:spcPts val="0"/>
              </a:spcAft>
              <a:buSzPts val="1960"/>
              <a:buNone/>
            </a:pPr>
            <a:r>
              <a:t/>
            </a:r>
            <a:endParaRPr sz="2800"/>
          </a:p>
          <a:p>
            <a:pPr indent="-218440" lvl="0" marL="342900" rtl="0" algn="l">
              <a:lnSpc>
                <a:spcPct val="100000"/>
              </a:lnSpc>
              <a:spcBef>
                <a:spcPts val="560"/>
              </a:spcBef>
              <a:spcAft>
                <a:spcPts val="0"/>
              </a:spcAft>
              <a:buSzPts val="1960"/>
              <a:buNone/>
            </a:pPr>
            <a:r>
              <a:t/>
            </a:r>
            <a:endParaRPr sz="2800"/>
          </a:p>
          <a:p>
            <a:pPr indent="-218440" lvl="0" marL="342900" rtl="0" algn="l">
              <a:lnSpc>
                <a:spcPct val="100000"/>
              </a:lnSpc>
              <a:spcBef>
                <a:spcPts val="560"/>
              </a:spcBef>
              <a:spcAft>
                <a:spcPts val="0"/>
              </a:spcAft>
              <a:buSzPts val="1960"/>
              <a:buNone/>
            </a:pPr>
            <a:r>
              <a:t/>
            </a:r>
            <a:endParaRPr sz="2800"/>
          </a:p>
          <a:p>
            <a:pPr indent="-218440" lvl="0" marL="342900" rtl="0" algn="l">
              <a:lnSpc>
                <a:spcPct val="100000"/>
              </a:lnSpc>
              <a:spcBef>
                <a:spcPts val="560"/>
              </a:spcBef>
              <a:spcAft>
                <a:spcPts val="0"/>
              </a:spcAft>
              <a:buSzPts val="1960"/>
              <a:buNone/>
            </a:pPr>
            <a:r>
              <a:t/>
            </a:r>
            <a:endParaRPr sz="2800"/>
          </a:p>
          <a:p>
            <a:pPr indent="-218440" lvl="0" marL="342900" rtl="0" algn="l">
              <a:lnSpc>
                <a:spcPct val="100000"/>
              </a:lnSpc>
              <a:spcBef>
                <a:spcPts val="560"/>
              </a:spcBef>
              <a:spcAft>
                <a:spcPts val="0"/>
              </a:spcAft>
              <a:buSzPts val="1960"/>
              <a:buNone/>
            </a:pPr>
            <a:r>
              <a:t/>
            </a:r>
            <a:endParaRPr sz="2800"/>
          </a:p>
          <a:p>
            <a:pPr indent="-218440" lvl="0" marL="342900" rtl="0" algn="l">
              <a:lnSpc>
                <a:spcPct val="100000"/>
              </a:lnSpc>
              <a:spcBef>
                <a:spcPts val="560"/>
              </a:spcBef>
              <a:spcAft>
                <a:spcPts val="0"/>
              </a:spcAft>
              <a:buSzPts val="1960"/>
              <a:buNone/>
            </a:pPr>
            <a:r>
              <a:t/>
            </a:r>
            <a:endParaRPr sz="2800"/>
          </a:p>
          <a:p>
            <a:pPr indent="-342900" lvl="0" marL="342900" rtl="0" algn="l">
              <a:lnSpc>
                <a:spcPct val="100000"/>
              </a:lnSpc>
              <a:spcBef>
                <a:spcPts val="560"/>
              </a:spcBef>
              <a:spcAft>
                <a:spcPts val="0"/>
              </a:spcAft>
              <a:buSzPts val="1960"/>
              <a:buChar char="●"/>
            </a:pPr>
            <a:r>
              <a:rPr lang="en-US" sz="2800"/>
              <a:t>Null Pointers are not shown</a:t>
            </a:r>
            <a:endParaRPr/>
          </a:p>
        </p:txBody>
      </p:sp>
      <p:grpSp>
        <p:nvGrpSpPr>
          <p:cNvPr id="1436" name="Google Shape;1436;p71"/>
          <p:cNvGrpSpPr/>
          <p:nvPr/>
        </p:nvGrpSpPr>
        <p:grpSpPr>
          <a:xfrm>
            <a:off x="152400" y="2571750"/>
            <a:ext cx="8896350" cy="1951038"/>
            <a:chOff x="96" y="1524"/>
            <a:chExt cx="5604" cy="1229"/>
          </a:xfrm>
        </p:grpSpPr>
        <p:grpSp>
          <p:nvGrpSpPr>
            <p:cNvPr id="1437" name="Google Shape;1437;p71"/>
            <p:cNvGrpSpPr/>
            <p:nvPr/>
          </p:nvGrpSpPr>
          <p:grpSpPr>
            <a:xfrm>
              <a:off x="96" y="1524"/>
              <a:ext cx="5604" cy="276"/>
              <a:chOff x="96" y="1956"/>
              <a:chExt cx="5604" cy="408"/>
            </a:xfrm>
          </p:grpSpPr>
          <p:sp>
            <p:nvSpPr>
              <p:cNvPr id="1438" name="Google Shape;1438;p71"/>
              <p:cNvSpPr/>
              <p:nvPr/>
            </p:nvSpPr>
            <p:spPr>
              <a:xfrm>
                <a:off x="96" y="1956"/>
                <a:ext cx="5604" cy="408"/>
              </a:xfrm>
              <a:prstGeom prst="rect">
                <a:avLst/>
              </a:prstGeom>
              <a:solidFill>
                <a:schemeClr val="lt1"/>
              </a:solidFill>
              <a:ln cap="flat" cmpd="sng" w="952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cxnSp>
            <p:nvCxnSpPr>
              <p:cNvPr id="1439" name="Google Shape;1439;p71"/>
              <p:cNvCxnSpPr/>
              <p:nvPr/>
            </p:nvCxnSpPr>
            <p:spPr>
              <a:xfrm>
                <a:off x="552" y="1956"/>
                <a:ext cx="0" cy="408"/>
              </a:xfrm>
              <a:prstGeom prst="straightConnector1">
                <a:avLst/>
              </a:prstGeom>
              <a:noFill/>
              <a:ln cap="flat" cmpd="sng" w="9525">
                <a:solidFill>
                  <a:srgbClr val="FF0000"/>
                </a:solidFill>
                <a:prstDash val="solid"/>
                <a:round/>
                <a:headEnd len="sm" w="sm" type="none"/>
                <a:tailEnd len="sm" w="sm" type="none"/>
              </a:ln>
            </p:spPr>
          </p:cxnSp>
          <p:cxnSp>
            <p:nvCxnSpPr>
              <p:cNvPr id="1440" name="Google Shape;1440;p71"/>
              <p:cNvCxnSpPr/>
              <p:nvPr/>
            </p:nvCxnSpPr>
            <p:spPr>
              <a:xfrm>
                <a:off x="1017" y="1956"/>
                <a:ext cx="0" cy="408"/>
              </a:xfrm>
              <a:prstGeom prst="straightConnector1">
                <a:avLst/>
              </a:prstGeom>
              <a:noFill/>
              <a:ln cap="flat" cmpd="sng" w="9525">
                <a:solidFill>
                  <a:srgbClr val="FF0000"/>
                </a:solidFill>
                <a:prstDash val="solid"/>
                <a:round/>
                <a:headEnd len="sm" w="sm" type="none"/>
                <a:tailEnd len="sm" w="sm" type="none"/>
              </a:ln>
            </p:spPr>
          </p:cxnSp>
          <p:cxnSp>
            <p:nvCxnSpPr>
              <p:cNvPr id="1441" name="Google Shape;1441;p71"/>
              <p:cNvCxnSpPr/>
              <p:nvPr/>
            </p:nvCxnSpPr>
            <p:spPr>
              <a:xfrm>
                <a:off x="1483" y="1956"/>
                <a:ext cx="0" cy="408"/>
              </a:xfrm>
              <a:prstGeom prst="straightConnector1">
                <a:avLst/>
              </a:prstGeom>
              <a:noFill/>
              <a:ln cap="flat" cmpd="sng" w="9525">
                <a:solidFill>
                  <a:srgbClr val="FF0000"/>
                </a:solidFill>
                <a:prstDash val="solid"/>
                <a:round/>
                <a:headEnd len="sm" w="sm" type="none"/>
                <a:tailEnd len="sm" w="sm" type="none"/>
              </a:ln>
            </p:spPr>
          </p:cxnSp>
          <p:cxnSp>
            <p:nvCxnSpPr>
              <p:cNvPr id="1442" name="Google Shape;1442;p71"/>
              <p:cNvCxnSpPr/>
              <p:nvPr/>
            </p:nvCxnSpPr>
            <p:spPr>
              <a:xfrm>
                <a:off x="1948" y="1956"/>
                <a:ext cx="0" cy="408"/>
              </a:xfrm>
              <a:prstGeom prst="straightConnector1">
                <a:avLst/>
              </a:prstGeom>
              <a:noFill/>
              <a:ln cap="flat" cmpd="sng" w="9525">
                <a:solidFill>
                  <a:srgbClr val="FF0000"/>
                </a:solidFill>
                <a:prstDash val="solid"/>
                <a:round/>
                <a:headEnd len="sm" w="sm" type="none"/>
                <a:tailEnd len="sm" w="sm" type="none"/>
              </a:ln>
            </p:spPr>
          </p:cxnSp>
          <p:cxnSp>
            <p:nvCxnSpPr>
              <p:cNvPr id="1443" name="Google Shape;1443;p71"/>
              <p:cNvCxnSpPr/>
              <p:nvPr/>
            </p:nvCxnSpPr>
            <p:spPr>
              <a:xfrm>
                <a:off x="2414" y="1956"/>
                <a:ext cx="0" cy="408"/>
              </a:xfrm>
              <a:prstGeom prst="straightConnector1">
                <a:avLst/>
              </a:prstGeom>
              <a:noFill/>
              <a:ln cap="flat" cmpd="sng" w="9525">
                <a:solidFill>
                  <a:srgbClr val="FF0000"/>
                </a:solidFill>
                <a:prstDash val="solid"/>
                <a:round/>
                <a:headEnd len="sm" w="sm" type="none"/>
                <a:tailEnd len="sm" w="sm" type="none"/>
              </a:ln>
            </p:spPr>
          </p:cxnSp>
          <p:cxnSp>
            <p:nvCxnSpPr>
              <p:cNvPr id="1444" name="Google Shape;1444;p71"/>
              <p:cNvCxnSpPr/>
              <p:nvPr/>
            </p:nvCxnSpPr>
            <p:spPr>
              <a:xfrm>
                <a:off x="2880" y="1956"/>
                <a:ext cx="0" cy="408"/>
              </a:xfrm>
              <a:prstGeom prst="straightConnector1">
                <a:avLst/>
              </a:prstGeom>
              <a:noFill/>
              <a:ln cap="flat" cmpd="sng" w="9525">
                <a:solidFill>
                  <a:srgbClr val="FF0000"/>
                </a:solidFill>
                <a:prstDash val="solid"/>
                <a:round/>
                <a:headEnd len="sm" w="sm" type="none"/>
                <a:tailEnd len="sm" w="sm" type="none"/>
              </a:ln>
            </p:spPr>
          </p:cxnSp>
          <p:cxnSp>
            <p:nvCxnSpPr>
              <p:cNvPr id="1445" name="Google Shape;1445;p71"/>
              <p:cNvCxnSpPr/>
              <p:nvPr/>
            </p:nvCxnSpPr>
            <p:spPr>
              <a:xfrm>
                <a:off x="3345" y="1956"/>
                <a:ext cx="0" cy="408"/>
              </a:xfrm>
              <a:prstGeom prst="straightConnector1">
                <a:avLst/>
              </a:prstGeom>
              <a:noFill/>
              <a:ln cap="flat" cmpd="sng" w="9525">
                <a:solidFill>
                  <a:srgbClr val="FF0000"/>
                </a:solidFill>
                <a:prstDash val="solid"/>
                <a:round/>
                <a:headEnd len="sm" w="sm" type="none"/>
                <a:tailEnd len="sm" w="sm" type="none"/>
              </a:ln>
            </p:spPr>
          </p:cxnSp>
          <p:cxnSp>
            <p:nvCxnSpPr>
              <p:cNvPr id="1446" name="Google Shape;1446;p71"/>
              <p:cNvCxnSpPr/>
              <p:nvPr/>
            </p:nvCxnSpPr>
            <p:spPr>
              <a:xfrm>
                <a:off x="3811" y="1956"/>
                <a:ext cx="0" cy="408"/>
              </a:xfrm>
              <a:prstGeom prst="straightConnector1">
                <a:avLst/>
              </a:prstGeom>
              <a:noFill/>
              <a:ln cap="flat" cmpd="sng" w="9525">
                <a:solidFill>
                  <a:srgbClr val="FF0000"/>
                </a:solidFill>
                <a:prstDash val="solid"/>
                <a:round/>
                <a:headEnd len="sm" w="sm" type="none"/>
                <a:tailEnd len="sm" w="sm" type="none"/>
              </a:ln>
            </p:spPr>
          </p:cxnSp>
          <p:cxnSp>
            <p:nvCxnSpPr>
              <p:cNvPr id="1447" name="Google Shape;1447;p71"/>
              <p:cNvCxnSpPr/>
              <p:nvPr/>
            </p:nvCxnSpPr>
            <p:spPr>
              <a:xfrm>
                <a:off x="4276" y="1956"/>
                <a:ext cx="0" cy="408"/>
              </a:xfrm>
              <a:prstGeom prst="straightConnector1">
                <a:avLst/>
              </a:prstGeom>
              <a:noFill/>
              <a:ln cap="flat" cmpd="sng" w="9525">
                <a:solidFill>
                  <a:srgbClr val="FF0000"/>
                </a:solidFill>
                <a:prstDash val="solid"/>
                <a:round/>
                <a:headEnd len="sm" w="sm" type="none"/>
                <a:tailEnd len="sm" w="sm" type="none"/>
              </a:ln>
            </p:spPr>
          </p:cxnSp>
          <p:cxnSp>
            <p:nvCxnSpPr>
              <p:cNvPr id="1448" name="Google Shape;1448;p71"/>
              <p:cNvCxnSpPr/>
              <p:nvPr/>
            </p:nvCxnSpPr>
            <p:spPr>
              <a:xfrm>
                <a:off x="4742" y="1956"/>
                <a:ext cx="0" cy="408"/>
              </a:xfrm>
              <a:prstGeom prst="straightConnector1">
                <a:avLst/>
              </a:prstGeom>
              <a:noFill/>
              <a:ln cap="flat" cmpd="sng" w="9525">
                <a:solidFill>
                  <a:srgbClr val="FF0000"/>
                </a:solidFill>
                <a:prstDash val="solid"/>
                <a:round/>
                <a:headEnd len="sm" w="sm" type="none"/>
                <a:tailEnd len="sm" w="sm" type="none"/>
              </a:ln>
            </p:spPr>
          </p:cxnSp>
          <p:cxnSp>
            <p:nvCxnSpPr>
              <p:cNvPr id="1449" name="Google Shape;1449;p71"/>
              <p:cNvCxnSpPr/>
              <p:nvPr/>
            </p:nvCxnSpPr>
            <p:spPr>
              <a:xfrm>
                <a:off x="5208" y="1956"/>
                <a:ext cx="0" cy="408"/>
              </a:xfrm>
              <a:prstGeom prst="straightConnector1">
                <a:avLst/>
              </a:prstGeom>
              <a:noFill/>
              <a:ln cap="flat" cmpd="sng" w="9525">
                <a:solidFill>
                  <a:srgbClr val="FF0000"/>
                </a:solidFill>
                <a:prstDash val="solid"/>
                <a:round/>
                <a:headEnd len="sm" w="sm" type="none"/>
                <a:tailEnd len="sm" w="sm" type="none"/>
              </a:ln>
            </p:spPr>
          </p:cxnSp>
        </p:grpSp>
        <p:cxnSp>
          <p:nvCxnSpPr>
            <p:cNvPr id="1450" name="Google Shape;1450;p71"/>
            <p:cNvCxnSpPr/>
            <p:nvPr/>
          </p:nvCxnSpPr>
          <p:spPr>
            <a:xfrm>
              <a:off x="288" y="1674"/>
              <a:ext cx="0" cy="348"/>
            </a:xfrm>
            <a:prstGeom prst="straightConnector1">
              <a:avLst/>
            </a:prstGeom>
            <a:noFill/>
            <a:ln cap="flat" cmpd="sng" w="9525">
              <a:solidFill>
                <a:schemeClr val="dk1"/>
              </a:solidFill>
              <a:prstDash val="solid"/>
              <a:round/>
              <a:headEnd len="sm" w="sm" type="none"/>
              <a:tailEnd len="med" w="med" type="triangle"/>
            </a:ln>
          </p:spPr>
        </p:cxnSp>
        <p:cxnSp>
          <p:nvCxnSpPr>
            <p:cNvPr id="1451" name="Google Shape;1451;p71"/>
            <p:cNvCxnSpPr/>
            <p:nvPr/>
          </p:nvCxnSpPr>
          <p:spPr>
            <a:xfrm>
              <a:off x="758" y="1674"/>
              <a:ext cx="0" cy="348"/>
            </a:xfrm>
            <a:prstGeom prst="straightConnector1">
              <a:avLst/>
            </a:prstGeom>
            <a:noFill/>
            <a:ln cap="flat" cmpd="sng" w="9525">
              <a:solidFill>
                <a:schemeClr val="dk1"/>
              </a:solidFill>
              <a:prstDash val="solid"/>
              <a:round/>
              <a:headEnd len="sm" w="sm" type="none"/>
              <a:tailEnd len="med" w="med" type="triangle"/>
            </a:ln>
          </p:spPr>
        </p:cxnSp>
        <p:cxnSp>
          <p:nvCxnSpPr>
            <p:cNvPr id="1452" name="Google Shape;1452;p71"/>
            <p:cNvCxnSpPr/>
            <p:nvPr/>
          </p:nvCxnSpPr>
          <p:spPr>
            <a:xfrm>
              <a:off x="1228" y="1674"/>
              <a:ext cx="0" cy="348"/>
            </a:xfrm>
            <a:prstGeom prst="straightConnector1">
              <a:avLst/>
            </a:prstGeom>
            <a:noFill/>
            <a:ln cap="flat" cmpd="sng" w="9525">
              <a:solidFill>
                <a:schemeClr val="dk1"/>
              </a:solidFill>
              <a:prstDash val="solid"/>
              <a:round/>
              <a:headEnd len="sm" w="sm" type="none"/>
              <a:tailEnd len="med" w="med" type="triangle"/>
            </a:ln>
          </p:spPr>
        </p:cxnSp>
        <p:cxnSp>
          <p:nvCxnSpPr>
            <p:cNvPr id="1453" name="Google Shape;1453;p71"/>
            <p:cNvCxnSpPr/>
            <p:nvPr/>
          </p:nvCxnSpPr>
          <p:spPr>
            <a:xfrm>
              <a:off x="2168" y="1674"/>
              <a:ext cx="0" cy="348"/>
            </a:xfrm>
            <a:prstGeom prst="straightConnector1">
              <a:avLst/>
            </a:prstGeom>
            <a:noFill/>
            <a:ln cap="flat" cmpd="sng" w="9525">
              <a:solidFill>
                <a:schemeClr val="dk1"/>
              </a:solidFill>
              <a:prstDash val="solid"/>
              <a:round/>
              <a:headEnd len="sm" w="sm" type="none"/>
              <a:tailEnd len="med" w="med" type="triangle"/>
            </a:ln>
          </p:spPr>
        </p:cxnSp>
        <p:cxnSp>
          <p:nvCxnSpPr>
            <p:cNvPr id="1454" name="Google Shape;1454;p71"/>
            <p:cNvCxnSpPr/>
            <p:nvPr/>
          </p:nvCxnSpPr>
          <p:spPr>
            <a:xfrm>
              <a:off x="2638" y="1674"/>
              <a:ext cx="0" cy="348"/>
            </a:xfrm>
            <a:prstGeom prst="straightConnector1">
              <a:avLst/>
            </a:prstGeom>
            <a:noFill/>
            <a:ln cap="flat" cmpd="sng" w="9525">
              <a:solidFill>
                <a:schemeClr val="dk1"/>
              </a:solidFill>
              <a:prstDash val="solid"/>
              <a:round/>
              <a:headEnd len="sm" w="sm" type="none"/>
              <a:tailEnd len="med" w="med" type="triangle"/>
            </a:ln>
          </p:spPr>
        </p:cxnSp>
        <p:cxnSp>
          <p:nvCxnSpPr>
            <p:cNvPr id="1455" name="Google Shape;1455;p71"/>
            <p:cNvCxnSpPr/>
            <p:nvPr/>
          </p:nvCxnSpPr>
          <p:spPr>
            <a:xfrm>
              <a:off x="3109" y="1674"/>
              <a:ext cx="0" cy="348"/>
            </a:xfrm>
            <a:prstGeom prst="straightConnector1">
              <a:avLst/>
            </a:prstGeom>
            <a:noFill/>
            <a:ln cap="flat" cmpd="sng" w="9525">
              <a:solidFill>
                <a:schemeClr val="dk1"/>
              </a:solidFill>
              <a:prstDash val="solid"/>
              <a:round/>
              <a:headEnd len="sm" w="sm" type="none"/>
              <a:tailEnd len="med" w="med" type="triangle"/>
            </a:ln>
          </p:spPr>
        </p:cxnSp>
        <p:cxnSp>
          <p:nvCxnSpPr>
            <p:cNvPr id="1456" name="Google Shape;1456;p71"/>
            <p:cNvCxnSpPr/>
            <p:nvPr/>
          </p:nvCxnSpPr>
          <p:spPr>
            <a:xfrm>
              <a:off x="3579" y="1674"/>
              <a:ext cx="0" cy="348"/>
            </a:xfrm>
            <a:prstGeom prst="straightConnector1">
              <a:avLst/>
            </a:prstGeom>
            <a:noFill/>
            <a:ln cap="flat" cmpd="sng" w="9525">
              <a:solidFill>
                <a:schemeClr val="dk1"/>
              </a:solidFill>
              <a:prstDash val="solid"/>
              <a:round/>
              <a:headEnd len="sm" w="sm" type="none"/>
              <a:tailEnd len="med" w="med" type="triangle"/>
            </a:ln>
          </p:spPr>
        </p:cxnSp>
        <p:cxnSp>
          <p:nvCxnSpPr>
            <p:cNvPr id="1457" name="Google Shape;1457;p71"/>
            <p:cNvCxnSpPr/>
            <p:nvPr/>
          </p:nvCxnSpPr>
          <p:spPr>
            <a:xfrm>
              <a:off x="4049" y="1674"/>
              <a:ext cx="0" cy="348"/>
            </a:xfrm>
            <a:prstGeom prst="straightConnector1">
              <a:avLst/>
            </a:prstGeom>
            <a:noFill/>
            <a:ln cap="flat" cmpd="sng" w="9525">
              <a:solidFill>
                <a:schemeClr val="dk1"/>
              </a:solidFill>
              <a:prstDash val="solid"/>
              <a:round/>
              <a:headEnd len="sm" w="sm" type="none"/>
              <a:tailEnd len="med" w="med" type="triangle"/>
            </a:ln>
          </p:spPr>
        </p:cxnSp>
        <p:cxnSp>
          <p:nvCxnSpPr>
            <p:cNvPr id="1458" name="Google Shape;1458;p71"/>
            <p:cNvCxnSpPr/>
            <p:nvPr/>
          </p:nvCxnSpPr>
          <p:spPr>
            <a:xfrm>
              <a:off x="4519" y="1674"/>
              <a:ext cx="0" cy="348"/>
            </a:xfrm>
            <a:prstGeom prst="straightConnector1">
              <a:avLst/>
            </a:prstGeom>
            <a:noFill/>
            <a:ln cap="flat" cmpd="sng" w="9525">
              <a:solidFill>
                <a:schemeClr val="dk1"/>
              </a:solidFill>
              <a:prstDash val="solid"/>
              <a:round/>
              <a:headEnd len="sm" w="sm" type="none"/>
              <a:tailEnd len="med" w="med" type="triangle"/>
            </a:ln>
          </p:spPr>
        </p:cxnSp>
        <p:cxnSp>
          <p:nvCxnSpPr>
            <p:cNvPr id="1459" name="Google Shape;1459;p71"/>
            <p:cNvCxnSpPr/>
            <p:nvPr/>
          </p:nvCxnSpPr>
          <p:spPr>
            <a:xfrm>
              <a:off x="4989" y="1674"/>
              <a:ext cx="0" cy="348"/>
            </a:xfrm>
            <a:prstGeom prst="straightConnector1">
              <a:avLst/>
            </a:prstGeom>
            <a:noFill/>
            <a:ln cap="flat" cmpd="sng" w="9525">
              <a:solidFill>
                <a:schemeClr val="dk1"/>
              </a:solidFill>
              <a:prstDash val="solid"/>
              <a:round/>
              <a:headEnd len="sm" w="sm" type="none"/>
              <a:tailEnd len="med" w="med" type="triangle"/>
            </a:ln>
          </p:spPr>
        </p:cxnSp>
        <p:cxnSp>
          <p:nvCxnSpPr>
            <p:cNvPr id="1460" name="Google Shape;1460;p71"/>
            <p:cNvCxnSpPr/>
            <p:nvPr/>
          </p:nvCxnSpPr>
          <p:spPr>
            <a:xfrm>
              <a:off x="5460" y="1674"/>
              <a:ext cx="0" cy="348"/>
            </a:xfrm>
            <a:prstGeom prst="straightConnector1">
              <a:avLst/>
            </a:prstGeom>
            <a:noFill/>
            <a:ln cap="flat" cmpd="sng" w="9525">
              <a:solidFill>
                <a:schemeClr val="dk1"/>
              </a:solidFill>
              <a:prstDash val="solid"/>
              <a:round/>
              <a:headEnd len="sm" w="sm" type="none"/>
              <a:tailEnd len="med" w="med" type="triangle"/>
            </a:ln>
          </p:spPr>
        </p:cxnSp>
        <p:cxnSp>
          <p:nvCxnSpPr>
            <p:cNvPr id="1461" name="Google Shape;1461;p71"/>
            <p:cNvCxnSpPr/>
            <p:nvPr/>
          </p:nvCxnSpPr>
          <p:spPr>
            <a:xfrm>
              <a:off x="1684" y="1674"/>
              <a:ext cx="0" cy="348"/>
            </a:xfrm>
            <a:prstGeom prst="straightConnector1">
              <a:avLst/>
            </a:prstGeom>
            <a:noFill/>
            <a:ln cap="flat" cmpd="sng" w="9525">
              <a:solidFill>
                <a:schemeClr val="dk1"/>
              </a:solidFill>
              <a:prstDash val="solid"/>
              <a:round/>
              <a:headEnd len="sm" w="sm" type="none"/>
              <a:tailEnd len="med" w="med" type="triangle"/>
            </a:ln>
          </p:spPr>
        </p:cxnSp>
        <p:sp>
          <p:nvSpPr>
            <p:cNvPr id="1462" name="Google Shape;1462;p71"/>
            <p:cNvSpPr txBox="1"/>
            <p:nvPr/>
          </p:nvSpPr>
          <p:spPr>
            <a:xfrm>
              <a:off x="156" y="2016"/>
              <a:ext cx="252" cy="7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3399"/>
                  </a:solidFill>
                  <a:latin typeface="Times New Roman"/>
                  <a:ea typeface="Times New Roman"/>
                  <a:cs typeface="Times New Roman"/>
                  <a:sym typeface="Times New Roman"/>
                </a:rPr>
                <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2000"/>
                <a:buFont typeface="Arial"/>
                <a:buNone/>
              </a:pPr>
              <a:r>
                <a:rPr b="0" i="0" lang="en-US" sz="2000" u="none" cap="none" strike="noStrike">
                  <a:solidFill>
                    <a:srgbClr val="003399"/>
                  </a:solidFill>
                  <a:latin typeface="Times New Roman"/>
                  <a:ea typeface="Times New Roman"/>
                  <a:cs typeface="Times New Roman"/>
                  <a:sym typeface="Times New Roman"/>
                </a:rPr>
                <a:t>1</a:t>
              </a:r>
              <a:endParaRPr b="0" i="0" sz="1400" u="none" cap="none" strike="noStrike">
                <a:solidFill>
                  <a:srgbClr val="000000"/>
                </a:solidFill>
                <a:latin typeface="Arial"/>
                <a:ea typeface="Arial"/>
                <a:cs typeface="Arial"/>
                <a:sym typeface="Arial"/>
              </a:endParaRPr>
            </a:p>
          </p:txBody>
        </p:sp>
        <p:sp>
          <p:nvSpPr>
            <p:cNvPr id="1463" name="Google Shape;1463;p71"/>
            <p:cNvSpPr txBox="1"/>
            <p:nvPr/>
          </p:nvSpPr>
          <p:spPr>
            <a:xfrm>
              <a:off x="627" y="2016"/>
              <a:ext cx="252" cy="7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3399"/>
                  </a:solidFill>
                  <a:latin typeface="Times New Roman"/>
                  <a:ea typeface="Times New Roman"/>
                  <a:cs typeface="Times New Roman"/>
                  <a:sym typeface="Times New Roman"/>
                </a:rPr>
                <a:t>i</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2000"/>
                <a:buFont typeface="Arial"/>
                <a:buNone/>
              </a:pPr>
              <a:r>
                <a:rPr b="0" i="0" lang="en-US" sz="2000" u="none" cap="none" strike="noStrike">
                  <a:solidFill>
                    <a:srgbClr val="003399"/>
                  </a:solidFill>
                  <a:latin typeface="Times New Roman"/>
                  <a:ea typeface="Times New Roman"/>
                  <a:cs typeface="Times New Roman"/>
                  <a:sym typeface="Times New Roman"/>
                </a:rPr>
                <a:t>1</a:t>
              </a:r>
              <a:endParaRPr b="0" i="0" sz="1400" u="none" cap="none" strike="noStrike">
                <a:solidFill>
                  <a:srgbClr val="000000"/>
                </a:solidFill>
                <a:latin typeface="Arial"/>
                <a:ea typeface="Arial"/>
                <a:cs typeface="Arial"/>
                <a:sym typeface="Arial"/>
              </a:endParaRPr>
            </a:p>
          </p:txBody>
        </p:sp>
        <p:sp>
          <p:nvSpPr>
            <p:cNvPr id="1464" name="Google Shape;1464;p71"/>
            <p:cNvSpPr txBox="1"/>
            <p:nvPr/>
          </p:nvSpPr>
          <p:spPr>
            <a:xfrm>
              <a:off x="1098" y="2016"/>
              <a:ext cx="252" cy="7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3399"/>
                  </a:solidFill>
                  <a:latin typeface="Times New Roman"/>
                  <a:ea typeface="Times New Roman"/>
                  <a:cs typeface="Times New Roman"/>
                  <a:sym typeface="Times New Roman"/>
                </a:rPr>
                <a:t>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2000"/>
                <a:buFont typeface="Arial"/>
                <a:buNone/>
              </a:pPr>
              <a:r>
                <a:rPr b="0" i="0" lang="en-US" sz="2000" u="none" cap="none" strike="noStrike">
                  <a:solidFill>
                    <a:srgbClr val="003399"/>
                  </a:solidFill>
                  <a:latin typeface="Times New Roman"/>
                  <a:ea typeface="Times New Roman"/>
                  <a:cs typeface="Times New Roman"/>
                  <a:sym typeface="Times New Roman"/>
                </a:rPr>
                <a:t>1</a:t>
              </a:r>
              <a:endParaRPr b="0" i="0" sz="1400" u="none" cap="none" strike="noStrike">
                <a:solidFill>
                  <a:srgbClr val="000000"/>
                </a:solidFill>
                <a:latin typeface="Arial"/>
                <a:ea typeface="Arial"/>
                <a:cs typeface="Arial"/>
                <a:sym typeface="Arial"/>
              </a:endParaRPr>
            </a:p>
          </p:txBody>
        </p:sp>
        <p:sp>
          <p:nvSpPr>
            <p:cNvPr id="1465" name="Google Shape;1465;p71"/>
            <p:cNvSpPr txBox="1"/>
            <p:nvPr/>
          </p:nvSpPr>
          <p:spPr>
            <a:xfrm>
              <a:off x="1569" y="2016"/>
              <a:ext cx="252" cy="7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3399"/>
                  </a:solidFill>
                  <a:latin typeface="Times New Roman"/>
                  <a:ea typeface="Times New Roman"/>
                  <a:cs typeface="Times New Roman"/>
                  <a:sym typeface="Times New Roman"/>
                </a:rPr>
                <a:t>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2000"/>
                <a:buFont typeface="Arial"/>
                <a:buNone/>
              </a:pPr>
              <a:r>
                <a:rPr b="0" i="0" lang="en-US" sz="2000" u="none" cap="none" strike="noStrike">
                  <a:solidFill>
                    <a:srgbClr val="003399"/>
                  </a:solidFill>
                  <a:latin typeface="Times New Roman"/>
                  <a:ea typeface="Times New Roman"/>
                  <a:cs typeface="Times New Roman"/>
                  <a:sym typeface="Times New Roman"/>
                </a:rPr>
                <a:t>1</a:t>
              </a:r>
              <a:endParaRPr b="0" i="0" sz="1400" u="none" cap="none" strike="noStrike">
                <a:solidFill>
                  <a:srgbClr val="000000"/>
                </a:solidFill>
                <a:latin typeface="Arial"/>
                <a:ea typeface="Arial"/>
                <a:cs typeface="Arial"/>
                <a:sym typeface="Arial"/>
              </a:endParaRPr>
            </a:p>
          </p:txBody>
        </p:sp>
        <p:sp>
          <p:nvSpPr>
            <p:cNvPr id="1466" name="Google Shape;1466;p71"/>
            <p:cNvSpPr txBox="1"/>
            <p:nvPr/>
          </p:nvSpPr>
          <p:spPr>
            <a:xfrm>
              <a:off x="2041" y="2016"/>
              <a:ext cx="252" cy="7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3399"/>
                  </a:solidFill>
                  <a:latin typeface="Times New Roman"/>
                  <a:ea typeface="Times New Roman"/>
                  <a:cs typeface="Times New Roman"/>
                  <a:sym typeface="Times New Roman"/>
                </a:rPr>
                <a:t>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2000"/>
                <a:buFont typeface="Arial"/>
                <a:buNone/>
              </a:pPr>
              <a:r>
                <a:rPr b="0" i="0" lang="en-US" sz="2000" u="none" cap="none" strike="noStrike">
                  <a:solidFill>
                    <a:srgbClr val="003399"/>
                  </a:solidFill>
                  <a:latin typeface="Times New Roman"/>
                  <a:ea typeface="Times New Roman"/>
                  <a:cs typeface="Times New Roman"/>
                  <a:sym typeface="Times New Roman"/>
                </a:rPr>
                <a:t>1</a:t>
              </a:r>
              <a:endParaRPr b="0" i="0" sz="1400" u="none" cap="none" strike="noStrike">
                <a:solidFill>
                  <a:srgbClr val="000000"/>
                </a:solidFill>
                <a:latin typeface="Arial"/>
                <a:ea typeface="Arial"/>
                <a:cs typeface="Arial"/>
                <a:sym typeface="Arial"/>
              </a:endParaRPr>
            </a:p>
          </p:txBody>
        </p:sp>
        <p:sp>
          <p:nvSpPr>
            <p:cNvPr id="1467" name="Google Shape;1467;p71"/>
            <p:cNvSpPr txBox="1"/>
            <p:nvPr/>
          </p:nvSpPr>
          <p:spPr>
            <a:xfrm>
              <a:off x="2512" y="2016"/>
              <a:ext cx="252" cy="7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3399"/>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2000"/>
                <a:buFont typeface="Arial"/>
                <a:buNone/>
              </a:pPr>
              <a:r>
                <a:rPr b="0" i="0" lang="en-US" sz="2000" u="none" cap="none" strike="noStrike">
                  <a:solidFill>
                    <a:srgbClr val="003399"/>
                  </a:solidFill>
                  <a:latin typeface="Times New Roman"/>
                  <a:ea typeface="Times New Roman"/>
                  <a:cs typeface="Times New Roman"/>
                  <a:sym typeface="Times New Roman"/>
                </a:rPr>
                <a:t>1</a:t>
              </a:r>
              <a:endParaRPr b="0" i="0" sz="1400" u="none" cap="none" strike="noStrike">
                <a:solidFill>
                  <a:srgbClr val="000000"/>
                </a:solidFill>
                <a:latin typeface="Arial"/>
                <a:ea typeface="Arial"/>
                <a:cs typeface="Arial"/>
                <a:sym typeface="Arial"/>
              </a:endParaRPr>
            </a:p>
          </p:txBody>
        </p:sp>
        <p:sp>
          <p:nvSpPr>
            <p:cNvPr id="1468" name="Google Shape;1468;p71"/>
            <p:cNvSpPr txBox="1"/>
            <p:nvPr/>
          </p:nvSpPr>
          <p:spPr>
            <a:xfrm>
              <a:off x="2983" y="2016"/>
              <a:ext cx="252" cy="7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3399"/>
                  </a:solidFill>
                  <a:latin typeface="Times New Roman"/>
                  <a:ea typeface="Times New Roman"/>
                  <a:cs typeface="Times New Roman"/>
                  <a:sym typeface="Times New Roman"/>
                </a:rPr>
                <a:t>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2000"/>
                <a:buFont typeface="Arial"/>
                <a:buNone/>
              </a:pPr>
              <a:r>
                <a:rPr b="0" i="0" lang="en-US" sz="20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sp>
          <p:nvSpPr>
            <p:cNvPr id="1469" name="Google Shape;1469;p71"/>
            <p:cNvSpPr txBox="1"/>
            <p:nvPr/>
          </p:nvSpPr>
          <p:spPr>
            <a:xfrm>
              <a:off x="3454" y="2016"/>
              <a:ext cx="252" cy="7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3399"/>
                  </a:solidFill>
                  <a:latin typeface="Times New Roman"/>
                  <a:ea typeface="Times New Roman"/>
                  <a:cs typeface="Times New Roman"/>
                  <a:sym typeface="Times New Roman"/>
                </a:rPr>
                <a: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2000"/>
                <a:buFont typeface="Arial"/>
                <a:buNone/>
              </a:pPr>
              <a:r>
                <a:rPr b="0" i="0" lang="en-US" sz="20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sp>
          <p:nvSpPr>
            <p:cNvPr id="1470" name="Google Shape;1470;p71"/>
            <p:cNvSpPr txBox="1"/>
            <p:nvPr/>
          </p:nvSpPr>
          <p:spPr>
            <a:xfrm>
              <a:off x="3926" y="2016"/>
              <a:ext cx="252" cy="7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3399"/>
                  </a:solidFill>
                  <a:latin typeface="Times New Roman"/>
                  <a:ea typeface="Times New Roman"/>
                  <a:cs typeface="Times New Roman"/>
                  <a:sym typeface="Times New Roman"/>
                </a:rPr>
                <a:t>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2000"/>
                <a:buFont typeface="Arial"/>
                <a:buNone/>
              </a:pPr>
              <a:r>
                <a:rPr b="0" i="0" lang="en-US" sz="20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sp>
          <p:nvSpPr>
            <p:cNvPr id="1471" name="Google Shape;1471;p71"/>
            <p:cNvSpPr txBox="1"/>
            <p:nvPr/>
          </p:nvSpPr>
          <p:spPr>
            <a:xfrm>
              <a:off x="4397" y="2016"/>
              <a:ext cx="252" cy="7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3399"/>
                  </a:solidFill>
                  <a:latin typeface="Times New Roman"/>
                  <a:ea typeface="Times New Roman"/>
                  <a:cs typeface="Times New Roman"/>
                  <a:sym typeface="Times New Roman"/>
                </a:rPr>
                <a:t>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2000"/>
                <a:buFont typeface="Arial"/>
                <a:buNone/>
              </a:pPr>
              <a:r>
                <a:rPr b="0" i="0" lang="en-US" sz="20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sp>
          <p:nvSpPr>
            <p:cNvPr id="1472" name="Google Shape;1472;p71"/>
            <p:cNvSpPr txBox="1"/>
            <p:nvPr/>
          </p:nvSpPr>
          <p:spPr>
            <a:xfrm>
              <a:off x="4784" y="2016"/>
              <a:ext cx="408" cy="7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3399"/>
                  </a:solidFill>
                  <a:latin typeface="Times New Roman"/>
                  <a:ea typeface="Times New Roman"/>
                  <a:cs typeface="Times New Roman"/>
                  <a:sym typeface="Times New Roman"/>
                </a:rPr>
                <a:t>sp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2000"/>
                <a:buFont typeface="Arial"/>
                <a:buNone/>
              </a:pPr>
              <a:r>
                <a:rPr b="0" i="0" lang="en-US" sz="2000" u="none" cap="none" strike="noStrike">
                  <a:solidFill>
                    <a:srgbClr val="003399"/>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sp>
          <p:nvSpPr>
            <p:cNvPr id="1473" name="Google Shape;1473;p71"/>
            <p:cNvSpPr txBox="1"/>
            <p:nvPr/>
          </p:nvSpPr>
          <p:spPr>
            <a:xfrm>
              <a:off x="5340" y="2016"/>
              <a:ext cx="252" cy="7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3399"/>
                  </a:solidFill>
                  <a:latin typeface="Times New Roman"/>
                  <a:ea typeface="Times New Roman"/>
                  <a:cs typeface="Times New Roman"/>
                  <a:sym typeface="Times New Roman"/>
                </a:rPr>
                <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2000"/>
                <a:buFont typeface="Arial"/>
                <a:buNone/>
              </a:pPr>
              <a:r>
                <a:rPr b="0" i="0" lang="en-US" sz="2000" u="none" cap="none" strike="noStrike">
                  <a:solidFill>
                    <a:srgbClr val="003399"/>
                  </a:solidFill>
                  <a:latin typeface="Times New Roman"/>
                  <a:ea typeface="Times New Roman"/>
                  <a:cs typeface="Times New Roman"/>
                  <a:sym typeface="Times New Roman"/>
                </a:rPr>
                <a:t>8</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1" name="Shape 1481"/>
        <p:cNvGrpSpPr/>
        <p:nvPr/>
      </p:nvGrpSpPr>
      <p:grpSpPr>
        <a:xfrm>
          <a:off x="0" y="0"/>
          <a:ext cx="0" cy="0"/>
          <a:chOff x="0" y="0"/>
          <a:chExt cx="0" cy="0"/>
        </a:xfrm>
      </p:grpSpPr>
      <p:sp>
        <p:nvSpPr>
          <p:cNvPr id="1482" name="Google Shape;1482;p72"/>
          <p:cNvSpPr txBox="1"/>
          <p:nvPr>
            <p:ph type="title"/>
          </p:nvPr>
        </p:nvSpPr>
        <p:spPr>
          <a:xfrm>
            <a:off x="696913" y="592138"/>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Building a Tree</a:t>
            </a:r>
            <a:endParaRPr/>
          </a:p>
        </p:txBody>
      </p:sp>
      <p:sp>
        <p:nvSpPr>
          <p:cNvPr id="1483" name="Google Shape;1483;p72"/>
          <p:cNvSpPr txBox="1"/>
          <p:nvPr>
            <p:ph idx="1" type="body"/>
          </p:nvPr>
        </p:nvSpPr>
        <p:spPr>
          <a:xfrm>
            <a:off x="0" y="1504950"/>
            <a:ext cx="9144000" cy="41148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240"/>
              <a:buChar char="●"/>
            </a:pPr>
            <a:r>
              <a:rPr lang="en-US"/>
              <a:t>While priority queue contains two or more nodes</a:t>
            </a:r>
            <a:endParaRPr/>
          </a:p>
          <a:p>
            <a:pPr indent="-285750" lvl="1" marL="742950" rtl="0" algn="l">
              <a:lnSpc>
                <a:spcPct val="100000"/>
              </a:lnSpc>
              <a:spcBef>
                <a:spcPts val="560"/>
              </a:spcBef>
              <a:spcAft>
                <a:spcPts val="0"/>
              </a:spcAft>
              <a:buClr>
                <a:schemeClr val="dk1"/>
              </a:buClr>
              <a:buSzPts val="2800"/>
              <a:buFont typeface="Times New Roman"/>
              <a:buChar char="–"/>
            </a:pPr>
            <a:r>
              <a:rPr lang="en-US"/>
              <a:t>Create new node</a:t>
            </a:r>
            <a:endParaRPr/>
          </a:p>
          <a:p>
            <a:pPr indent="-285750" lvl="1" marL="742950" rtl="0" algn="l">
              <a:lnSpc>
                <a:spcPct val="100000"/>
              </a:lnSpc>
              <a:spcBef>
                <a:spcPts val="560"/>
              </a:spcBef>
              <a:spcAft>
                <a:spcPts val="0"/>
              </a:spcAft>
              <a:buClr>
                <a:schemeClr val="dk1"/>
              </a:buClr>
              <a:buSzPts val="2800"/>
              <a:buFont typeface="Times New Roman"/>
              <a:buChar char="–"/>
            </a:pPr>
            <a:r>
              <a:rPr lang="en-US"/>
              <a:t>Dequeue node and make it left subtree</a:t>
            </a:r>
            <a:endParaRPr/>
          </a:p>
          <a:p>
            <a:pPr indent="-285750" lvl="1" marL="742950" rtl="0" algn="l">
              <a:lnSpc>
                <a:spcPct val="100000"/>
              </a:lnSpc>
              <a:spcBef>
                <a:spcPts val="560"/>
              </a:spcBef>
              <a:spcAft>
                <a:spcPts val="0"/>
              </a:spcAft>
              <a:buClr>
                <a:schemeClr val="dk1"/>
              </a:buClr>
              <a:buSzPts val="2800"/>
              <a:buFont typeface="Times New Roman"/>
              <a:buChar char="–"/>
            </a:pPr>
            <a:r>
              <a:rPr lang="en-US"/>
              <a:t>Dequeue next node and make it right subtree</a:t>
            </a:r>
            <a:endParaRPr/>
          </a:p>
          <a:p>
            <a:pPr indent="-285750" lvl="1" marL="742950" rtl="0" algn="l">
              <a:lnSpc>
                <a:spcPct val="100000"/>
              </a:lnSpc>
              <a:spcBef>
                <a:spcPts val="560"/>
              </a:spcBef>
              <a:spcAft>
                <a:spcPts val="0"/>
              </a:spcAft>
              <a:buClr>
                <a:schemeClr val="dk1"/>
              </a:buClr>
              <a:buSzPts val="2800"/>
              <a:buFont typeface="Times New Roman"/>
              <a:buChar char="–"/>
            </a:pPr>
            <a:r>
              <a:rPr lang="en-US"/>
              <a:t>Frequency of new node equals sum of frequency of left and right children</a:t>
            </a:r>
            <a:endParaRPr/>
          </a:p>
          <a:p>
            <a:pPr indent="-285750" lvl="1" marL="742950" rtl="0" algn="l">
              <a:lnSpc>
                <a:spcPct val="100000"/>
              </a:lnSpc>
              <a:spcBef>
                <a:spcPts val="560"/>
              </a:spcBef>
              <a:spcAft>
                <a:spcPts val="0"/>
              </a:spcAft>
              <a:buClr>
                <a:schemeClr val="dk1"/>
              </a:buClr>
              <a:buSzPts val="2800"/>
              <a:buFont typeface="Times New Roman"/>
              <a:buChar char="–"/>
            </a:pPr>
            <a:r>
              <a:rPr lang="en-US"/>
              <a:t>Enqueue new node back into queue</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1" name="Shape 1491"/>
        <p:cNvGrpSpPr/>
        <p:nvPr/>
      </p:nvGrpSpPr>
      <p:grpSpPr>
        <a:xfrm>
          <a:off x="0" y="0"/>
          <a:ext cx="0" cy="0"/>
          <a:chOff x="0" y="0"/>
          <a:chExt cx="0" cy="0"/>
        </a:xfrm>
      </p:grpSpPr>
      <p:sp>
        <p:nvSpPr>
          <p:cNvPr id="1492" name="Google Shape;1492;p73"/>
          <p:cNvSpPr txBox="1"/>
          <p:nvPr>
            <p:ph type="title"/>
          </p:nvPr>
        </p:nvSpPr>
        <p:spPr>
          <a:xfrm>
            <a:off x="696913" y="592138"/>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Building a Tree</a:t>
            </a:r>
            <a:endParaRPr/>
          </a:p>
        </p:txBody>
      </p:sp>
      <p:grpSp>
        <p:nvGrpSpPr>
          <p:cNvPr id="1493" name="Google Shape;1493;p73"/>
          <p:cNvGrpSpPr/>
          <p:nvPr/>
        </p:nvGrpSpPr>
        <p:grpSpPr>
          <a:xfrm>
            <a:off x="209550" y="1809750"/>
            <a:ext cx="8896350" cy="1951038"/>
            <a:chOff x="96" y="1524"/>
            <a:chExt cx="5604" cy="1229"/>
          </a:xfrm>
        </p:grpSpPr>
        <p:grpSp>
          <p:nvGrpSpPr>
            <p:cNvPr id="1494" name="Google Shape;1494;p73"/>
            <p:cNvGrpSpPr/>
            <p:nvPr/>
          </p:nvGrpSpPr>
          <p:grpSpPr>
            <a:xfrm>
              <a:off x="96" y="1524"/>
              <a:ext cx="5604" cy="276"/>
              <a:chOff x="96" y="1956"/>
              <a:chExt cx="5604" cy="408"/>
            </a:xfrm>
          </p:grpSpPr>
          <p:sp>
            <p:nvSpPr>
              <p:cNvPr id="1495" name="Google Shape;1495;p73"/>
              <p:cNvSpPr/>
              <p:nvPr/>
            </p:nvSpPr>
            <p:spPr>
              <a:xfrm>
                <a:off x="96" y="1956"/>
                <a:ext cx="5604" cy="408"/>
              </a:xfrm>
              <a:prstGeom prst="rect">
                <a:avLst/>
              </a:prstGeom>
              <a:solidFill>
                <a:schemeClr val="lt1"/>
              </a:solidFill>
              <a:ln cap="flat" cmpd="sng" w="952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cxnSp>
            <p:nvCxnSpPr>
              <p:cNvPr id="1496" name="Google Shape;1496;p73"/>
              <p:cNvCxnSpPr/>
              <p:nvPr/>
            </p:nvCxnSpPr>
            <p:spPr>
              <a:xfrm>
                <a:off x="552" y="1956"/>
                <a:ext cx="0" cy="408"/>
              </a:xfrm>
              <a:prstGeom prst="straightConnector1">
                <a:avLst/>
              </a:prstGeom>
              <a:noFill/>
              <a:ln cap="flat" cmpd="sng" w="9525">
                <a:solidFill>
                  <a:srgbClr val="FF0000"/>
                </a:solidFill>
                <a:prstDash val="solid"/>
                <a:round/>
                <a:headEnd len="sm" w="sm" type="none"/>
                <a:tailEnd len="sm" w="sm" type="none"/>
              </a:ln>
            </p:spPr>
          </p:cxnSp>
          <p:cxnSp>
            <p:nvCxnSpPr>
              <p:cNvPr id="1497" name="Google Shape;1497;p73"/>
              <p:cNvCxnSpPr/>
              <p:nvPr/>
            </p:nvCxnSpPr>
            <p:spPr>
              <a:xfrm>
                <a:off x="1017" y="1956"/>
                <a:ext cx="0" cy="408"/>
              </a:xfrm>
              <a:prstGeom prst="straightConnector1">
                <a:avLst/>
              </a:prstGeom>
              <a:noFill/>
              <a:ln cap="flat" cmpd="sng" w="9525">
                <a:solidFill>
                  <a:srgbClr val="FF0000"/>
                </a:solidFill>
                <a:prstDash val="solid"/>
                <a:round/>
                <a:headEnd len="sm" w="sm" type="none"/>
                <a:tailEnd len="sm" w="sm" type="none"/>
              </a:ln>
            </p:spPr>
          </p:cxnSp>
          <p:cxnSp>
            <p:nvCxnSpPr>
              <p:cNvPr id="1498" name="Google Shape;1498;p73"/>
              <p:cNvCxnSpPr/>
              <p:nvPr/>
            </p:nvCxnSpPr>
            <p:spPr>
              <a:xfrm>
                <a:off x="1483" y="1956"/>
                <a:ext cx="0" cy="408"/>
              </a:xfrm>
              <a:prstGeom prst="straightConnector1">
                <a:avLst/>
              </a:prstGeom>
              <a:noFill/>
              <a:ln cap="flat" cmpd="sng" w="9525">
                <a:solidFill>
                  <a:srgbClr val="FF0000"/>
                </a:solidFill>
                <a:prstDash val="solid"/>
                <a:round/>
                <a:headEnd len="sm" w="sm" type="none"/>
                <a:tailEnd len="sm" w="sm" type="none"/>
              </a:ln>
            </p:spPr>
          </p:cxnSp>
          <p:cxnSp>
            <p:nvCxnSpPr>
              <p:cNvPr id="1499" name="Google Shape;1499;p73"/>
              <p:cNvCxnSpPr/>
              <p:nvPr/>
            </p:nvCxnSpPr>
            <p:spPr>
              <a:xfrm>
                <a:off x="1948" y="1956"/>
                <a:ext cx="0" cy="408"/>
              </a:xfrm>
              <a:prstGeom prst="straightConnector1">
                <a:avLst/>
              </a:prstGeom>
              <a:noFill/>
              <a:ln cap="flat" cmpd="sng" w="9525">
                <a:solidFill>
                  <a:srgbClr val="FF0000"/>
                </a:solidFill>
                <a:prstDash val="solid"/>
                <a:round/>
                <a:headEnd len="sm" w="sm" type="none"/>
                <a:tailEnd len="sm" w="sm" type="none"/>
              </a:ln>
            </p:spPr>
          </p:cxnSp>
          <p:cxnSp>
            <p:nvCxnSpPr>
              <p:cNvPr id="1500" name="Google Shape;1500;p73"/>
              <p:cNvCxnSpPr/>
              <p:nvPr/>
            </p:nvCxnSpPr>
            <p:spPr>
              <a:xfrm>
                <a:off x="2414" y="1956"/>
                <a:ext cx="0" cy="408"/>
              </a:xfrm>
              <a:prstGeom prst="straightConnector1">
                <a:avLst/>
              </a:prstGeom>
              <a:noFill/>
              <a:ln cap="flat" cmpd="sng" w="9525">
                <a:solidFill>
                  <a:srgbClr val="FF0000"/>
                </a:solidFill>
                <a:prstDash val="solid"/>
                <a:round/>
                <a:headEnd len="sm" w="sm" type="none"/>
                <a:tailEnd len="sm" w="sm" type="none"/>
              </a:ln>
            </p:spPr>
          </p:cxnSp>
          <p:cxnSp>
            <p:nvCxnSpPr>
              <p:cNvPr id="1501" name="Google Shape;1501;p73"/>
              <p:cNvCxnSpPr/>
              <p:nvPr/>
            </p:nvCxnSpPr>
            <p:spPr>
              <a:xfrm>
                <a:off x="2880" y="1956"/>
                <a:ext cx="0" cy="408"/>
              </a:xfrm>
              <a:prstGeom prst="straightConnector1">
                <a:avLst/>
              </a:prstGeom>
              <a:noFill/>
              <a:ln cap="flat" cmpd="sng" w="9525">
                <a:solidFill>
                  <a:srgbClr val="FF0000"/>
                </a:solidFill>
                <a:prstDash val="solid"/>
                <a:round/>
                <a:headEnd len="sm" w="sm" type="none"/>
                <a:tailEnd len="sm" w="sm" type="none"/>
              </a:ln>
            </p:spPr>
          </p:cxnSp>
          <p:cxnSp>
            <p:nvCxnSpPr>
              <p:cNvPr id="1502" name="Google Shape;1502;p73"/>
              <p:cNvCxnSpPr/>
              <p:nvPr/>
            </p:nvCxnSpPr>
            <p:spPr>
              <a:xfrm>
                <a:off x="3345" y="1956"/>
                <a:ext cx="0" cy="408"/>
              </a:xfrm>
              <a:prstGeom prst="straightConnector1">
                <a:avLst/>
              </a:prstGeom>
              <a:noFill/>
              <a:ln cap="flat" cmpd="sng" w="9525">
                <a:solidFill>
                  <a:srgbClr val="FF0000"/>
                </a:solidFill>
                <a:prstDash val="solid"/>
                <a:round/>
                <a:headEnd len="sm" w="sm" type="none"/>
                <a:tailEnd len="sm" w="sm" type="none"/>
              </a:ln>
            </p:spPr>
          </p:cxnSp>
          <p:cxnSp>
            <p:nvCxnSpPr>
              <p:cNvPr id="1503" name="Google Shape;1503;p73"/>
              <p:cNvCxnSpPr/>
              <p:nvPr/>
            </p:nvCxnSpPr>
            <p:spPr>
              <a:xfrm>
                <a:off x="3811" y="1956"/>
                <a:ext cx="0" cy="408"/>
              </a:xfrm>
              <a:prstGeom prst="straightConnector1">
                <a:avLst/>
              </a:prstGeom>
              <a:noFill/>
              <a:ln cap="flat" cmpd="sng" w="9525">
                <a:solidFill>
                  <a:srgbClr val="FF0000"/>
                </a:solidFill>
                <a:prstDash val="solid"/>
                <a:round/>
                <a:headEnd len="sm" w="sm" type="none"/>
                <a:tailEnd len="sm" w="sm" type="none"/>
              </a:ln>
            </p:spPr>
          </p:cxnSp>
          <p:cxnSp>
            <p:nvCxnSpPr>
              <p:cNvPr id="1504" name="Google Shape;1504;p73"/>
              <p:cNvCxnSpPr/>
              <p:nvPr/>
            </p:nvCxnSpPr>
            <p:spPr>
              <a:xfrm>
                <a:off x="4276" y="1956"/>
                <a:ext cx="0" cy="408"/>
              </a:xfrm>
              <a:prstGeom prst="straightConnector1">
                <a:avLst/>
              </a:prstGeom>
              <a:noFill/>
              <a:ln cap="flat" cmpd="sng" w="9525">
                <a:solidFill>
                  <a:srgbClr val="FF0000"/>
                </a:solidFill>
                <a:prstDash val="solid"/>
                <a:round/>
                <a:headEnd len="sm" w="sm" type="none"/>
                <a:tailEnd len="sm" w="sm" type="none"/>
              </a:ln>
            </p:spPr>
          </p:cxnSp>
          <p:cxnSp>
            <p:nvCxnSpPr>
              <p:cNvPr id="1505" name="Google Shape;1505;p73"/>
              <p:cNvCxnSpPr/>
              <p:nvPr/>
            </p:nvCxnSpPr>
            <p:spPr>
              <a:xfrm>
                <a:off x="4742" y="1956"/>
                <a:ext cx="0" cy="408"/>
              </a:xfrm>
              <a:prstGeom prst="straightConnector1">
                <a:avLst/>
              </a:prstGeom>
              <a:noFill/>
              <a:ln cap="flat" cmpd="sng" w="9525">
                <a:solidFill>
                  <a:srgbClr val="FF0000"/>
                </a:solidFill>
                <a:prstDash val="solid"/>
                <a:round/>
                <a:headEnd len="sm" w="sm" type="none"/>
                <a:tailEnd len="sm" w="sm" type="none"/>
              </a:ln>
            </p:spPr>
          </p:cxnSp>
          <p:cxnSp>
            <p:nvCxnSpPr>
              <p:cNvPr id="1506" name="Google Shape;1506;p73"/>
              <p:cNvCxnSpPr/>
              <p:nvPr/>
            </p:nvCxnSpPr>
            <p:spPr>
              <a:xfrm>
                <a:off x="5208" y="1956"/>
                <a:ext cx="0" cy="408"/>
              </a:xfrm>
              <a:prstGeom prst="straightConnector1">
                <a:avLst/>
              </a:prstGeom>
              <a:noFill/>
              <a:ln cap="flat" cmpd="sng" w="9525">
                <a:solidFill>
                  <a:srgbClr val="FF0000"/>
                </a:solidFill>
                <a:prstDash val="solid"/>
                <a:round/>
                <a:headEnd len="sm" w="sm" type="none"/>
                <a:tailEnd len="sm" w="sm" type="none"/>
              </a:ln>
            </p:spPr>
          </p:cxnSp>
        </p:grpSp>
        <p:cxnSp>
          <p:nvCxnSpPr>
            <p:cNvPr id="1507" name="Google Shape;1507;p73"/>
            <p:cNvCxnSpPr/>
            <p:nvPr/>
          </p:nvCxnSpPr>
          <p:spPr>
            <a:xfrm>
              <a:off x="288" y="1674"/>
              <a:ext cx="0" cy="348"/>
            </a:xfrm>
            <a:prstGeom prst="straightConnector1">
              <a:avLst/>
            </a:prstGeom>
            <a:noFill/>
            <a:ln cap="flat" cmpd="sng" w="9525">
              <a:solidFill>
                <a:schemeClr val="dk1"/>
              </a:solidFill>
              <a:prstDash val="solid"/>
              <a:round/>
              <a:headEnd len="sm" w="sm" type="none"/>
              <a:tailEnd len="med" w="med" type="triangle"/>
            </a:ln>
          </p:spPr>
        </p:cxnSp>
        <p:cxnSp>
          <p:nvCxnSpPr>
            <p:cNvPr id="1508" name="Google Shape;1508;p73"/>
            <p:cNvCxnSpPr/>
            <p:nvPr/>
          </p:nvCxnSpPr>
          <p:spPr>
            <a:xfrm>
              <a:off x="758" y="1674"/>
              <a:ext cx="0" cy="348"/>
            </a:xfrm>
            <a:prstGeom prst="straightConnector1">
              <a:avLst/>
            </a:prstGeom>
            <a:noFill/>
            <a:ln cap="flat" cmpd="sng" w="9525">
              <a:solidFill>
                <a:schemeClr val="dk1"/>
              </a:solidFill>
              <a:prstDash val="solid"/>
              <a:round/>
              <a:headEnd len="sm" w="sm" type="none"/>
              <a:tailEnd len="med" w="med" type="triangle"/>
            </a:ln>
          </p:spPr>
        </p:cxnSp>
        <p:cxnSp>
          <p:nvCxnSpPr>
            <p:cNvPr id="1509" name="Google Shape;1509;p73"/>
            <p:cNvCxnSpPr/>
            <p:nvPr/>
          </p:nvCxnSpPr>
          <p:spPr>
            <a:xfrm>
              <a:off x="1228" y="1674"/>
              <a:ext cx="0" cy="348"/>
            </a:xfrm>
            <a:prstGeom prst="straightConnector1">
              <a:avLst/>
            </a:prstGeom>
            <a:noFill/>
            <a:ln cap="flat" cmpd="sng" w="9525">
              <a:solidFill>
                <a:schemeClr val="dk1"/>
              </a:solidFill>
              <a:prstDash val="solid"/>
              <a:round/>
              <a:headEnd len="sm" w="sm" type="none"/>
              <a:tailEnd len="med" w="med" type="triangle"/>
            </a:ln>
          </p:spPr>
        </p:cxnSp>
        <p:cxnSp>
          <p:nvCxnSpPr>
            <p:cNvPr id="1510" name="Google Shape;1510;p73"/>
            <p:cNvCxnSpPr/>
            <p:nvPr/>
          </p:nvCxnSpPr>
          <p:spPr>
            <a:xfrm>
              <a:off x="2168" y="1674"/>
              <a:ext cx="0" cy="348"/>
            </a:xfrm>
            <a:prstGeom prst="straightConnector1">
              <a:avLst/>
            </a:prstGeom>
            <a:noFill/>
            <a:ln cap="flat" cmpd="sng" w="9525">
              <a:solidFill>
                <a:schemeClr val="dk1"/>
              </a:solidFill>
              <a:prstDash val="solid"/>
              <a:round/>
              <a:headEnd len="sm" w="sm" type="none"/>
              <a:tailEnd len="med" w="med" type="triangle"/>
            </a:ln>
          </p:spPr>
        </p:cxnSp>
        <p:cxnSp>
          <p:nvCxnSpPr>
            <p:cNvPr id="1511" name="Google Shape;1511;p73"/>
            <p:cNvCxnSpPr/>
            <p:nvPr/>
          </p:nvCxnSpPr>
          <p:spPr>
            <a:xfrm>
              <a:off x="2638" y="1674"/>
              <a:ext cx="0" cy="348"/>
            </a:xfrm>
            <a:prstGeom prst="straightConnector1">
              <a:avLst/>
            </a:prstGeom>
            <a:noFill/>
            <a:ln cap="flat" cmpd="sng" w="9525">
              <a:solidFill>
                <a:schemeClr val="dk1"/>
              </a:solidFill>
              <a:prstDash val="solid"/>
              <a:round/>
              <a:headEnd len="sm" w="sm" type="none"/>
              <a:tailEnd len="med" w="med" type="triangle"/>
            </a:ln>
          </p:spPr>
        </p:cxnSp>
        <p:cxnSp>
          <p:nvCxnSpPr>
            <p:cNvPr id="1512" name="Google Shape;1512;p73"/>
            <p:cNvCxnSpPr/>
            <p:nvPr/>
          </p:nvCxnSpPr>
          <p:spPr>
            <a:xfrm>
              <a:off x="3109" y="1674"/>
              <a:ext cx="0" cy="348"/>
            </a:xfrm>
            <a:prstGeom prst="straightConnector1">
              <a:avLst/>
            </a:prstGeom>
            <a:noFill/>
            <a:ln cap="flat" cmpd="sng" w="9525">
              <a:solidFill>
                <a:schemeClr val="dk1"/>
              </a:solidFill>
              <a:prstDash val="solid"/>
              <a:round/>
              <a:headEnd len="sm" w="sm" type="none"/>
              <a:tailEnd len="med" w="med" type="triangle"/>
            </a:ln>
          </p:spPr>
        </p:cxnSp>
        <p:cxnSp>
          <p:nvCxnSpPr>
            <p:cNvPr id="1513" name="Google Shape;1513;p73"/>
            <p:cNvCxnSpPr/>
            <p:nvPr/>
          </p:nvCxnSpPr>
          <p:spPr>
            <a:xfrm>
              <a:off x="3579" y="1674"/>
              <a:ext cx="0" cy="348"/>
            </a:xfrm>
            <a:prstGeom prst="straightConnector1">
              <a:avLst/>
            </a:prstGeom>
            <a:noFill/>
            <a:ln cap="flat" cmpd="sng" w="9525">
              <a:solidFill>
                <a:schemeClr val="dk1"/>
              </a:solidFill>
              <a:prstDash val="solid"/>
              <a:round/>
              <a:headEnd len="sm" w="sm" type="none"/>
              <a:tailEnd len="med" w="med" type="triangle"/>
            </a:ln>
          </p:spPr>
        </p:cxnSp>
        <p:cxnSp>
          <p:nvCxnSpPr>
            <p:cNvPr id="1514" name="Google Shape;1514;p73"/>
            <p:cNvCxnSpPr/>
            <p:nvPr/>
          </p:nvCxnSpPr>
          <p:spPr>
            <a:xfrm>
              <a:off x="4049" y="1674"/>
              <a:ext cx="0" cy="348"/>
            </a:xfrm>
            <a:prstGeom prst="straightConnector1">
              <a:avLst/>
            </a:prstGeom>
            <a:noFill/>
            <a:ln cap="flat" cmpd="sng" w="9525">
              <a:solidFill>
                <a:schemeClr val="dk1"/>
              </a:solidFill>
              <a:prstDash val="solid"/>
              <a:round/>
              <a:headEnd len="sm" w="sm" type="none"/>
              <a:tailEnd len="med" w="med" type="triangle"/>
            </a:ln>
          </p:spPr>
        </p:cxnSp>
        <p:cxnSp>
          <p:nvCxnSpPr>
            <p:cNvPr id="1515" name="Google Shape;1515;p73"/>
            <p:cNvCxnSpPr/>
            <p:nvPr/>
          </p:nvCxnSpPr>
          <p:spPr>
            <a:xfrm>
              <a:off x="4519" y="1674"/>
              <a:ext cx="0" cy="348"/>
            </a:xfrm>
            <a:prstGeom prst="straightConnector1">
              <a:avLst/>
            </a:prstGeom>
            <a:noFill/>
            <a:ln cap="flat" cmpd="sng" w="9525">
              <a:solidFill>
                <a:schemeClr val="dk1"/>
              </a:solidFill>
              <a:prstDash val="solid"/>
              <a:round/>
              <a:headEnd len="sm" w="sm" type="none"/>
              <a:tailEnd len="med" w="med" type="triangle"/>
            </a:ln>
          </p:spPr>
        </p:cxnSp>
        <p:cxnSp>
          <p:nvCxnSpPr>
            <p:cNvPr id="1516" name="Google Shape;1516;p73"/>
            <p:cNvCxnSpPr/>
            <p:nvPr/>
          </p:nvCxnSpPr>
          <p:spPr>
            <a:xfrm>
              <a:off x="4989" y="1674"/>
              <a:ext cx="0" cy="348"/>
            </a:xfrm>
            <a:prstGeom prst="straightConnector1">
              <a:avLst/>
            </a:prstGeom>
            <a:noFill/>
            <a:ln cap="flat" cmpd="sng" w="9525">
              <a:solidFill>
                <a:schemeClr val="dk1"/>
              </a:solidFill>
              <a:prstDash val="solid"/>
              <a:round/>
              <a:headEnd len="sm" w="sm" type="none"/>
              <a:tailEnd len="med" w="med" type="triangle"/>
            </a:ln>
          </p:spPr>
        </p:cxnSp>
        <p:cxnSp>
          <p:nvCxnSpPr>
            <p:cNvPr id="1517" name="Google Shape;1517;p73"/>
            <p:cNvCxnSpPr/>
            <p:nvPr/>
          </p:nvCxnSpPr>
          <p:spPr>
            <a:xfrm>
              <a:off x="5460" y="1674"/>
              <a:ext cx="0" cy="348"/>
            </a:xfrm>
            <a:prstGeom prst="straightConnector1">
              <a:avLst/>
            </a:prstGeom>
            <a:noFill/>
            <a:ln cap="flat" cmpd="sng" w="9525">
              <a:solidFill>
                <a:schemeClr val="dk1"/>
              </a:solidFill>
              <a:prstDash val="solid"/>
              <a:round/>
              <a:headEnd len="sm" w="sm" type="none"/>
              <a:tailEnd len="med" w="med" type="triangle"/>
            </a:ln>
          </p:spPr>
        </p:cxnSp>
        <p:cxnSp>
          <p:nvCxnSpPr>
            <p:cNvPr id="1518" name="Google Shape;1518;p73"/>
            <p:cNvCxnSpPr/>
            <p:nvPr/>
          </p:nvCxnSpPr>
          <p:spPr>
            <a:xfrm>
              <a:off x="1684" y="1674"/>
              <a:ext cx="0" cy="348"/>
            </a:xfrm>
            <a:prstGeom prst="straightConnector1">
              <a:avLst/>
            </a:prstGeom>
            <a:noFill/>
            <a:ln cap="flat" cmpd="sng" w="9525">
              <a:solidFill>
                <a:schemeClr val="dk1"/>
              </a:solidFill>
              <a:prstDash val="solid"/>
              <a:round/>
              <a:headEnd len="sm" w="sm" type="none"/>
              <a:tailEnd len="med" w="med" type="triangle"/>
            </a:ln>
          </p:spPr>
        </p:cxnSp>
        <p:sp>
          <p:nvSpPr>
            <p:cNvPr id="1519" name="Google Shape;1519;p73"/>
            <p:cNvSpPr txBox="1"/>
            <p:nvPr/>
          </p:nvSpPr>
          <p:spPr>
            <a:xfrm>
              <a:off x="156" y="2016"/>
              <a:ext cx="252" cy="7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3399"/>
                  </a:solidFill>
                  <a:latin typeface="Times New Roman"/>
                  <a:ea typeface="Times New Roman"/>
                  <a:cs typeface="Times New Roman"/>
                  <a:sym typeface="Times New Roman"/>
                </a:rPr>
                <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2000"/>
                <a:buFont typeface="Arial"/>
                <a:buNone/>
              </a:pPr>
              <a:r>
                <a:rPr b="0" i="0" lang="en-US" sz="2000" u="none" cap="none" strike="noStrike">
                  <a:solidFill>
                    <a:srgbClr val="003399"/>
                  </a:solidFill>
                  <a:latin typeface="Times New Roman"/>
                  <a:ea typeface="Times New Roman"/>
                  <a:cs typeface="Times New Roman"/>
                  <a:sym typeface="Times New Roman"/>
                </a:rPr>
                <a:t>1</a:t>
              </a:r>
              <a:endParaRPr b="0" i="0" sz="1400" u="none" cap="none" strike="noStrike">
                <a:solidFill>
                  <a:srgbClr val="000000"/>
                </a:solidFill>
                <a:latin typeface="Arial"/>
                <a:ea typeface="Arial"/>
                <a:cs typeface="Arial"/>
                <a:sym typeface="Arial"/>
              </a:endParaRPr>
            </a:p>
          </p:txBody>
        </p:sp>
        <p:sp>
          <p:nvSpPr>
            <p:cNvPr id="1520" name="Google Shape;1520;p73"/>
            <p:cNvSpPr txBox="1"/>
            <p:nvPr/>
          </p:nvSpPr>
          <p:spPr>
            <a:xfrm>
              <a:off x="627" y="2016"/>
              <a:ext cx="252" cy="7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3399"/>
                  </a:solidFill>
                  <a:latin typeface="Times New Roman"/>
                  <a:ea typeface="Times New Roman"/>
                  <a:cs typeface="Times New Roman"/>
                  <a:sym typeface="Times New Roman"/>
                </a:rPr>
                <a:t>i</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2000"/>
                <a:buFont typeface="Arial"/>
                <a:buNone/>
              </a:pPr>
              <a:r>
                <a:rPr b="0" i="0" lang="en-US" sz="2000" u="none" cap="none" strike="noStrike">
                  <a:solidFill>
                    <a:srgbClr val="003399"/>
                  </a:solidFill>
                  <a:latin typeface="Times New Roman"/>
                  <a:ea typeface="Times New Roman"/>
                  <a:cs typeface="Times New Roman"/>
                  <a:sym typeface="Times New Roman"/>
                </a:rPr>
                <a:t>1</a:t>
              </a:r>
              <a:endParaRPr b="0" i="0" sz="1400" u="none" cap="none" strike="noStrike">
                <a:solidFill>
                  <a:srgbClr val="000000"/>
                </a:solidFill>
                <a:latin typeface="Arial"/>
                <a:ea typeface="Arial"/>
                <a:cs typeface="Arial"/>
                <a:sym typeface="Arial"/>
              </a:endParaRPr>
            </a:p>
          </p:txBody>
        </p:sp>
        <p:sp>
          <p:nvSpPr>
            <p:cNvPr id="1521" name="Google Shape;1521;p73"/>
            <p:cNvSpPr txBox="1"/>
            <p:nvPr/>
          </p:nvSpPr>
          <p:spPr>
            <a:xfrm>
              <a:off x="1098" y="2016"/>
              <a:ext cx="252" cy="7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3399"/>
                  </a:solidFill>
                  <a:latin typeface="Times New Roman"/>
                  <a:ea typeface="Times New Roman"/>
                  <a:cs typeface="Times New Roman"/>
                  <a:sym typeface="Times New Roman"/>
                </a:rPr>
                <a:t>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2000"/>
                <a:buFont typeface="Arial"/>
                <a:buNone/>
              </a:pPr>
              <a:r>
                <a:rPr b="0" i="0" lang="en-US" sz="2000" u="none" cap="none" strike="noStrike">
                  <a:solidFill>
                    <a:srgbClr val="003399"/>
                  </a:solidFill>
                  <a:latin typeface="Times New Roman"/>
                  <a:ea typeface="Times New Roman"/>
                  <a:cs typeface="Times New Roman"/>
                  <a:sym typeface="Times New Roman"/>
                </a:rPr>
                <a:t>1</a:t>
              </a:r>
              <a:endParaRPr b="0" i="0" sz="1400" u="none" cap="none" strike="noStrike">
                <a:solidFill>
                  <a:srgbClr val="000000"/>
                </a:solidFill>
                <a:latin typeface="Arial"/>
                <a:ea typeface="Arial"/>
                <a:cs typeface="Arial"/>
                <a:sym typeface="Arial"/>
              </a:endParaRPr>
            </a:p>
          </p:txBody>
        </p:sp>
        <p:sp>
          <p:nvSpPr>
            <p:cNvPr id="1522" name="Google Shape;1522;p73"/>
            <p:cNvSpPr txBox="1"/>
            <p:nvPr/>
          </p:nvSpPr>
          <p:spPr>
            <a:xfrm>
              <a:off x="1569" y="2016"/>
              <a:ext cx="252" cy="7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3399"/>
                  </a:solidFill>
                  <a:latin typeface="Times New Roman"/>
                  <a:ea typeface="Times New Roman"/>
                  <a:cs typeface="Times New Roman"/>
                  <a:sym typeface="Times New Roman"/>
                </a:rPr>
                <a:t>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2000"/>
                <a:buFont typeface="Arial"/>
                <a:buNone/>
              </a:pPr>
              <a:r>
                <a:rPr b="0" i="0" lang="en-US" sz="2000" u="none" cap="none" strike="noStrike">
                  <a:solidFill>
                    <a:srgbClr val="003399"/>
                  </a:solidFill>
                  <a:latin typeface="Times New Roman"/>
                  <a:ea typeface="Times New Roman"/>
                  <a:cs typeface="Times New Roman"/>
                  <a:sym typeface="Times New Roman"/>
                </a:rPr>
                <a:t>1</a:t>
              </a:r>
              <a:endParaRPr b="0" i="0" sz="1400" u="none" cap="none" strike="noStrike">
                <a:solidFill>
                  <a:srgbClr val="000000"/>
                </a:solidFill>
                <a:latin typeface="Arial"/>
                <a:ea typeface="Arial"/>
                <a:cs typeface="Arial"/>
                <a:sym typeface="Arial"/>
              </a:endParaRPr>
            </a:p>
          </p:txBody>
        </p:sp>
        <p:sp>
          <p:nvSpPr>
            <p:cNvPr id="1523" name="Google Shape;1523;p73"/>
            <p:cNvSpPr txBox="1"/>
            <p:nvPr/>
          </p:nvSpPr>
          <p:spPr>
            <a:xfrm>
              <a:off x="2041" y="2016"/>
              <a:ext cx="252" cy="7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3399"/>
                  </a:solidFill>
                  <a:latin typeface="Times New Roman"/>
                  <a:ea typeface="Times New Roman"/>
                  <a:cs typeface="Times New Roman"/>
                  <a:sym typeface="Times New Roman"/>
                </a:rPr>
                <a:t>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2000"/>
                <a:buFont typeface="Arial"/>
                <a:buNone/>
              </a:pPr>
              <a:r>
                <a:rPr b="0" i="0" lang="en-US" sz="2000" u="none" cap="none" strike="noStrike">
                  <a:solidFill>
                    <a:srgbClr val="003399"/>
                  </a:solidFill>
                  <a:latin typeface="Times New Roman"/>
                  <a:ea typeface="Times New Roman"/>
                  <a:cs typeface="Times New Roman"/>
                  <a:sym typeface="Times New Roman"/>
                </a:rPr>
                <a:t>1</a:t>
              </a:r>
              <a:endParaRPr b="0" i="0" sz="1400" u="none" cap="none" strike="noStrike">
                <a:solidFill>
                  <a:srgbClr val="000000"/>
                </a:solidFill>
                <a:latin typeface="Arial"/>
                <a:ea typeface="Arial"/>
                <a:cs typeface="Arial"/>
                <a:sym typeface="Arial"/>
              </a:endParaRPr>
            </a:p>
          </p:txBody>
        </p:sp>
        <p:sp>
          <p:nvSpPr>
            <p:cNvPr id="1524" name="Google Shape;1524;p73"/>
            <p:cNvSpPr txBox="1"/>
            <p:nvPr/>
          </p:nvSpPr>
          <p:spPr>
            <a:xfrm>
              <a:off x="2512" y="2016"/>
              <a:ext cx="252" cy="7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3399"/>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2000"/>
                <a:buFont typeface="Arial"/>
                <a:buNone/>
              </a:pPr>
              <a:r>
                <a:rPr b="0" i="0" lang="en-US" sz="2000" u="none" cap="none" strike="noStrike">
                  <a:solidFill>
                    <a:srgbClr val="003399"/>
                  </a:solidFill>
                  <a:latin typeface="Times New Roman"/>
                  <a:ea typeface="Times New Roman"/>
                  <a:cs typeface="Times New Roman"/>
                  <a:sym typeface="Times New Roman"/>
                </a:rPr>
                <a:t>1</a:t>
              </a:r>
              <a:endParaRPr b="0" i="0" sz="1400" u="none" cap="none" strike="noStrike">
                <a:solidFill>
                  <a:srgbClr val="000000"/>
                </a:solidFill>
                <a:latin typeface="Arial"/>
                <a:ea typeface="Arial"/>
                <a:cs typeface="Arial"/>
                <a:sym typeface="Arial"/>
              </a:endParaRPr>
            </a:p>
          </p:txBody>
        </p:sp>
        <p:sp>
          <p:nvSpPr>
            <p:cNvPr id="1525" name="Google Shape;1525;p73"/>
            <p:cNvSpPr txBox="1"/>
            <p:nvPr/>
          </p:nvSpPr>
          <p:spPr>
            <a:xfrm>
              <a:off x="2983" y="2016"/>
              <a:ext cx="252" cy="7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3399"/>
                  </a:solidFill>
                  <a:latin typeface="Times New Roman"/>
                  <a:ea typeface="Times New Roman"/>
                  <a:cs typeface="Times New Roman"/>
                  <a:sym typeface="Times New Roman"/>
                </a:rPr>
                <a:t>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2000"/>
                <a:buFont typeface="Arial"/>
                <a:buNone/>
              </a:pPr>
              <a:r>
                <a:rPr b="0" i="0" lang="en-US" sz="20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sp>
          <p:nvSpPr>
            <p:cNvPr id="1526" name="Google Shape;1526;p73"/>
            <p:cNvSpPr txBox="1"/>
            <p:nvPr/>
          </p:nvSpPr>
          <p:spPr>
            <a:xfrm>
              <a:off x="3454" y="2016"/>
              <a:ext cx="252" cy="7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3399"/>
                  </a:solidFill>
                  <a:latin typeface="Times New Roman"/>
                  <a:ea typeface="Times New Roman"/>
                  <a:cs typeface="Times New Roman"/>
                  <a:sym typeface="Times New Roman"/>
                </a:rPr>
                <a: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2000"/>
                <a:buFont typeface="Arial"/>
                <a:buNone/>
              </a:pPr>
              <a:r>
                <a:rPr b="0" i="0" lang="en-US" sz="20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sp>
          <p:nvSpPr>
            <p:cNvPr id="1527" name="Google Shape;1527;p73"/>
            <p:cNvSpPr txBox="1"/>
            <p:nvPr/>
          </p:nvSpPr>
          <p:spPr>
            <a:xfrm>
              <a:off x="3926" y="2016"/>
              <a:ext cx="252" cy="7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3399"/>
                  </a:solidFill>
                  <a:latin typeface="Times New Roman"/>
                  <a:ea typeface="Times New Roman"/>
                  <a:cs typeface="Times New Roman"/>
                  <a:sym typeface="Times New Roman"/>
                </a:rPr>
                <a:t>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2000"/>
                <a:buFont typeface="Arial"/>
                <a:buNone/>
              </a:pPr>
              <a:r>
                <a:rPr b="0" i="0" lang="en-US" sz="20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sp>
          <p:nvSpPr>
            <p:cNvPr id="1528" name="Google Shape;1528;p73"/>
            <p:cNvSpPr txBox="1"/>
            <p:nvPr/>
          </p:nvSpPr>
          <p:spPr>
            <a:xfrm>
              <a:off x="4397" y="2016"/>
              <a:ext cx="252" cy="7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3399"/>
                  </a:solidFill>
                  <a:latin typeface="Times New Roman"/>
                  <a:ea typeface="Times New Roman"/>
                  <a:cs typeface="Times New Roman"/>
                  <a:sym typeface="Times New Roman"/>
                </a:rPr>
                <a:t>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2000"/>
                <a:buFont typeface="Arial"/>
                <a:buNone/>
              </a:pPr>
              <a:r>
                <a:rPr b="0" i="0" lang="en-US" sz="20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sp>
          <p:nvSpPr>
            <p:cNvPr id="1529" name="Google Shape;1529;p73"/>
            <p:cNvSpPr txBox="1"/>
            <p:nvPr/>
          </p:nvSpPr>
          <p:spPr>
            <a:xfrm>
              <a:off x="4784" y="2016"/>
              <a:ext cx="408" cy="7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3399"/>
                  </a:solidFill>
                  <a:latin typeface="Times New Roman"/>
                  <a:ea typeface="Times New Roman"/>
                  <a:cs typeface="Times New Roman"/>
                  <a:sym typeface="Times New Roman"/>
                </a:rPr>
                <a:t>sp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2000"/>
                <a:buFont typeface="Arial"/>
                <a:buNone/>
              </a:pPr>
              <a:r>
                <a:rPr b="0" i="0" lang="en-US" sz="2000" u="none" cap="none" strike="noStrike">
                  <a:solidFill>
                    <a:srgbClr val="003399"/>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sp>
          <p:nvSpPr>
            <p:cNvPr id="1530" name="Google Shape;1530;p73"/>
            <p:cNvSpPr txBox="1"/>
            <p:nvPr/>
          </p:nvSpPr>
          <p:spPr>
            <a:xfrm>
              <a:off x="5340" y="2016"/>
              <a:ext cx="252" cy="7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3399"/>
                  </a:solidFill>
                  <a:latin typeface="Times New Roman"/>
                  <a:ea typeface="Times New Roman"/>
                  <a:cs typeface="Times New Roman"/>
                  <a:sym typeface="Times New Roman"/>
                </a:rPr>
                <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2000"/>
                <a:buFont typeface="Arial"/>
                <a:buNone/>
              </a:pPr>
              <a:r>
                <a:rPr b="0" i="0" lang="en-US" sz="2000" u="none" cap="none" strike="noStrike">
                  <a:solidFill>
                    <a:srgbClr val="003399"/>
                  </a:solidFill>
                  <a:latin typeface="Times New Roman"/>
                  <a:ea typeface="Times New Roman"/>
                  <a:cs typeface="Times New Roman"/>
                  <a:sym typeface="Times New Roman"/>
                </a:rPr>
                <a:t>8</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8" name="Shape 1538"/>
        <p:cNvGrpSpPr/>
        <p:nvPr/>
      </p:nvGrpSpPr>
      <p:grpSpPr>
        <a:xfrm>
          <a:off x="0" y="0"/>
          <a:ext cx="0" cy="0"/>
          <a:chOff x="0" y="0"/>
          <a:chExt cx="0" cy="0"/>
        </a:xfrm>
      </p:grpSpPr>
      <p:sp>
        <p:nvSpPr>
          <p:cNvPr id="1539" name="Google Shape;1539;p74"/>
          <p:cNvSpPr txBox="1"/>
          <p:nvPr>
            <p:ph type="title"/>
          </p:nvPr>
        </p:nvSpPr>
        <p:spPr>
          <a:xfrm>
            <a:off x="696913" y="592138"/>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Building a Tree</a:t>
            </a:r>
            <a:endParaRPr/>
          </a:p>
        </p:txBody>
      </p:sp>
      <p:sp>
        <p:nvSpPr>
          <p:cNvPr id="1540" name="Google Shape;1540;p74"/>
          <p:cNvSpPr/>
          <p:nvPr/>
        </p:nvSpPr>
        <p:spPr>
          <a:xfrm>
            <a:off x="247650" y="1790700"/>
            <a:ext cx="7372350" cy="438150"/>
          </a:xfrm>
          <a:prstGeom prst="rect">
            <a:avLst/>
          </a:prstGeom>
          <a:solidFill>
            <a:schemeClr val="lt1"/>
          </a:solidFill>
          <a:ln cap="flat" cmpd="sng" w="952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cxnSp>
        <p:nvCxnSpPr>
          <p:cNvPr id="1541" name="Google Shape;1541;p74"/>
          <p:cNvCxnSpPr/>
          <p:nvPr/>
        </p:nvCxnSpPr>
        <p:spPr>
          <a:xfrm>
            <a:off x="876300" y="1790700"/>
            <a:ext cx="0" cy="438150"/>
          </a:xfrm>
          <a:prstGeom prst="straightConnector1">
            <a:avLst/>
          </a:prstGeom>
          <a:noFill/>
          <a:ln cap="flat" cmpd="sng" w="9525">
            <a:solidFill>
              <a:srgbClr val="FF0000"/>
            </a:solidFill>
            <a:prstDash val="solid"/>
            <a:round/>
            <a:headEnd len="sm" w="sm" type="none"/>
            <a:tailEnd len="sm" w="sm" type="none"/>
          </a:ln>
        </p:spPr>
      </p:cxnSp>
      <p:cxnSp>
        <p:nvCxnSpPr>
          <p:cNvPr id="1542" name="Google Shape;1542;p74"/>
          <p:cNvCxnSpPr/>
          <p:nvPr/>
        </p:nvCxnSpPr>
        <p:spPr>
          <a:xfrm>
            <a:off x="1614488" y="1790700"/>
            <a:ext cx="0" cy="438150"/>
          </a:xfrm>
          <a:prstGeom prst="straightConnector1">
            <a:avLst/>
          </a:prstGeom>
          <a:noFill/>
          <a:ln cap="flat" cmpd="sng" w="9525">
            <a:solidFill>
              <a:srgbClr val="FF0000"/>
            </a:solidFill>
            <a:prstDash val="solid"/>
            <a:round/>
            <a:headEnd len="sm" w="sm" type="none"/>
            <a:tailEnd len="sm" w="sm" type="none"/>
          </a:ln>
        </p:spPr>
      </p:cxnSp>
      <p:cxnSp>
        <p:nvCxnSpPr>
          <p:cNvPr id="1543" name="Google Shape;1543;p74"/>
          <p:cNvCxnSpPr/>
          <p:nvPr/>
        </p:nvCxnSpPr>
        <p:spPr>
          <a:xfrm>
            <a:off x="2354263" y="1790700"/>
            <a:ext cx="0" cy="438150"/>
          </a:xfrm>
          <a:prstGeom prst="straightConnector1">
            <a:avLst/>
          </a:prstGeom>
          <a:noFill/>
          <a:ln cap="flat" cmpd="sng" w="9525">
            <a:solidFill>
              <a:srgbClr val="FF0000"/>
            </a:solidFill>
            <a:prstDash val="solid"/>
            <a:round/>
            <a:headEnd len="sm" w="sm" type="none"/>
            <a:tailEnd len="sm" w="sm" type="none"/>
          </a:ln>
        </p:spPr>
      </p:cxnSp>
      <p:cxnSp>
        <p:nvCxnSpPr>
          <p:cNvPr id="1544" name="Google Shape;1544;p74"/>
          <p:cNvCxnSpPr/>
          <p:nvPr/>
        </p:nvCxnSpPr>
        <p:spPr>
          <a:xfrm>
            <a:off x="3092450" y="1790700"/>
            <a:ext cx="0" cy="438150"/>
          </a:xfrm>
          <a:prstGeom prst="straightConnector1">
            <a:avLst/>
          </a:prstGeom>
          <a:noFill/>
          <a:ln cap="flat" cmpd="sng" w="9525">
            <a:solidFill>
              <a:srgbClr val="FF0000"/>
            </a:solidFill>
            <a:prstDash val="solid"/>
            <a:round/>
            <a:headEnd len="sm" w="sm" type="none"/>
            <a:tailEnd len="sm" w="sm" type="none"/>
          </a:ln>
        </p:spPr>
      </p:cxnSp>
      <p:cxnSp>
        <p:nvCxnSpPr>
          <p:cNvPr id="1545" name="Google Shape;1545;p74"/>
          <p:cNvCxnSpPr/>
          <p:nvPr/>
        </p:nvCxnSpPr>
        <p:spPr>
          <a:xfrm>
            <a:off x="3832225" y="1790700"/>
            <a:ext cx="0" cy="438150"/>
          </a:xfrm>
          <a:prstGeom prst="straightConnector1">
            <a:avLst/>
          </a:prstGeom>
          <a:noFill/>
          <a:ln cap="flat" cmpd="sng" w="9525">
            <a:solidFill>
              <a:srgbClr val="FF0000"/>
            </a:solidFill>
            <a:prstDash val="solid"/>
            <a:round/>
            <a:headEnd len="sm" w="sm" type="none"/>
            <a:tailEnd len="sm" w="sm" type="none"/>
          </a:ln>
        </p:spPr>
      </p:cxnSp>
      <p:cxnSp>
        <p:nvCxnSpPr>
          <p:cNvPr id="1546" name="Google Shape;1546;p74"/>
          <p:cNvCxnSpPr/>
          <p:nvPr/>
        </p:nvCxnSpPr>
        <p:spPr>
          <a:xfrm>
            <a:off x="4572000" y="1790700"/>
            <a:ext cx="0" cy="438150"/>
          </a:xfrm>
          <a:prstGeom prst="straightConnector1">
            <a:avLst/>
          </a:prstGeom>
          <a:noFill/>
          <a:ln cap="flat" cmpd="sng" w="9525">
            <a:solidFill>
              <a:srgbClr val="FF0000"/>
            </a:solidFill>
            <a:prstDash val="solid"/>
            <a:round/>
            <a:headEnd len="sm" w="sm" type="none"/>
            <a:tailEnd len="sm" w="sm" type="none"/>
          </a:ln>
        </p:spPr>
      </p:cxnSp>
      <p:cxnSp>
        <p:nvCxnSpPr>
          <p:cNvPr id="1547" name="Google Shape;1547;p74"/>
          <p:cNvCxnSpPr/>
          <p:nvPr/>
        </p:nvCxnSpPr>
        <p:spPr>
          <a:xfrm>
            <a:off x="5310188" y="1790700"/>
            <a:ext cx="0" cy="438150"/>
          </a:xfrm>
          <a:prstGeom prst="straightConnector1">
            <a:avLst/>
          </a:prstGeom>
          <a:noFill/>
          <a:ln cap="flat" cmpd="sng" w="9525">
            <a:solidFill>
              <a:srgbClr val="FF0000"/>
            </a:solidFill>
            <a:prstDash val="solid"/>
            <a:round/>
            <a:headEnd len="sm" w="sm" type="none"/>
            <a:tailEnd len="sm" w="sm" type="none"/>
          </a:ln>
        </p:spPr>
      </p:cxnSp>
      <p:cxnSp>
        <p:nvCxnSpPr>
          <p:cNvPr id="1548" name="Google Shape;1548;p74"/>
          <p:cNvCxnSpPr/>
          <p:nvPr/>
        </p:nvCxnSpPr>
        <p:spPr>
          <a:xfrm>
            <a:off x="6049963" y="1790700"/>
            <a:ext cx="0" cy="438150"/>
          </a:xfrm>
          <a:prstGeom prst="straightConnector1">
            <a:avLst/>
          </a:prstGeom>
          <a:noFill/>
          <a:ln cap="flat" cmpd="sng" w="9525">
            <a:solidFill>
              <a:srgbClr val="FF0000"/>
            </a:solidFill>
            <a:prstDash val="solid"/>
            <a:round/>
            <a:headEnd len="sm" w="sm" type="none"/>
            <a:tailEnd len="sm" w="sm" type="none"/>
          </a:ln>
        </p:spPr>
      </p:cxnSp>
      <p:cxnSp>
        <p:nvCxnSpPr>
          <p:cNvPr id="1549" name="Google Shape;1549;p74"/>
          <p:cNvCxnSpPr/>
          <p:nvPr/>
        </p:nvCxnSpPr>
        <p:spPr>
          <a:xfrm>
            <a:off x="6788150" y="1790700"/>
            <a:ext cx="0" cy="438150"/>
          </a:xfrm>
          <a:prstGeom prst="straightConnector1">
            <a:avLst/>
          </a:prstGeom>
          <a:noFill/>
          <a:ln cap="flat" cmpd="sng" w="9525">
            <a:solidFill>
              <a:srgbClr val="FF0000"/>
            </a:solidFill>
            <a:prstDash val="solid"/>
            <a:round/>
            <a:headEnd len="sm" w="sm" type="none"/>
            <a:tailEnd len="sm" w="sm" type="none"/>
          </a:ln>
        </p:spPr>
      </p:cxnSp>
      <p:cxnSp>
        <p:nvCxnSpPr>
          <p:cNvPr id="1550" name="Google Shape;1550;p74"/>
          <p:cNvCxnSpPr/>
          <p:nvPr/>
        </p:nvCxnSpPr>
        <p:spPr>
          <a:xfrm>
            <a:off x="587375" y="2028825"/>
            <a:ext cx="0" cy="552450"/>
          </a:xfrm>
          <a:prstGeom prst="straightConnector1">
            <a:avLst/>
          </a:prstGeom>
          <a:noFill/>
          <a:ln cap="flat" cmpd="sng" w="9525">
            <a:solidFill>
              <a:schemeClr val="dk1"/>
            </a:solidFill>
            <a:prstDash val="solid"/>
            <a:round/>
            <a:headEnd len="sm" w="sm" type="none"/>
            <a:tailEnd len="med" w="med" type="triangle"/>
          </a:ln>
        </p:spPr>
      </p:cxnSp>
      <p:cxnSp>
        <p:nvCxnSpPr>
          <p:cNvPr id="1551" name="Google Shape;1551;p74"/>
          <p:cNvCxnSpPr/>
          <p:nvPr/>
        </p:nvCxnSpPr>
        <p:spPr>
          <a:xfrm>
            <a:off x="2079625" y="2028825"/>
            <a:ext cx="0" cy="552450"/>
          </a:xfrm>
          <a:prstGeom prst="straightConnector1">
            <a:avLst/>
          </a:prstGeom>
          <a:noFill/>
          <a:ln cap="flat" cmpd="sng" w="9525">
            <a:solidFill>
              <a:schemeClr val="dk1"/>
            </a:solidFill>
            <a:prstDash val="solid"/>
            <a:round/>
            <a:headEnd len="sm" w="sm" type="none"/>
            <a:tailEnd len="med" w="med" type="triangle"/>
          </a:ln>
        </p:spPr>
      </p:cxnSp>
      <p:cxnSp>
        <p:nvCxnSpPr>
          <p:cNvPr id="1552" name="Google Shape;1552;p74"/>
          <p:cNvCxnSpPr/>
          <p:nvPr/>
        </p:nvCxnSpPr>
        <p:spPr>
          <a:xfrm>
            <a:off x="2825750" y="2028825"/>
            <a:ext cx="0" cy="552450"/>
          </a:xfrm>
          <a:prstGeom prst="straightConnector1">
            <a:avLst/>
          </a:prstGeom>
          <a:noFill/>
          <a:ln cap="flat" cmpd="sng" w="9525">
            <a:solidFill>
              <a:schemeClr val="dk1"/>
            </a:solidFill>
            <a:prstDash val="solid"/>
            <a:round/>
            <a:headEnd len="sm" w="sm" type="none"/>
            <a:tailEnd len="med" w="med" type="triangle"/>
          </a:ln>
        </p:spPr>
      </p:cxnSp>
      <p:cxnSp>
        <p:nvCxnSpPr>
          <p:cNvPr id="1553" name="Google Shape;1553;p74"/>
          <p:cNvCxnSpPr/>
          <p:nvPr/>
        </p:nvCxnSpPr>
        <p:spPr>
          <a:xfrm>
            <a:off x="3573463" y="2028825"/>
            <a:ext cx="0" cy="552450"/>
          </a:xfrm>
          <a:prstGeom prst="straightConnector1">
            <a:avLst/>
          </a:prstGeom>
          <a:noFill/>
          <a:ln cap="flat" cmpd="sng" w="9525">
            <a:solidFill>
              <a:schemeClr val="dk1"/>
            </a:solidFill>
            <a:prstDash val="solid"/>
            <a:round/>
            <a:headEnd len="sm" w="sm" type="none"/>
            <a:tailEnd len="med" w="med" type="triangle"/>
          </a:ln>
        </p:spPr>
      </p:cxnSp>
      <p:cxnSp>
        <p:nvCxnSpPr>
          <p:cNvPr id="1554" name="Google Shape;1554;p74"/>
          <p:cNvCxnSpPr/>
          <p:nvPr/>
        </p:nvCxnSpPr>
        <p:spPr>
          <a:xfrm>
            <a:off x="4319588" y="2028825"/>
            <a:ext cx="0" cy="552450"/>
          </a:xfrm>
          <a:prstGeom prst="straightConnector1">
            <a:avLst/>
          </a:prstGeom>
          <a:noFill/>
          <a:ln cap="flat" cmpd="sng" w="9525">
            <a:solidFill>
              <a:schemeClr val="dk1"/>
            </a:solidFill>
            <a:prstDash val="solid"/>
            <a:round/>
            <a:headEnd len="sm" w="sm" type="none"/>
            <a:tailEnd len="med" w="med" type="triangle"/>
          </a:ln>
        </p:spPr>
      </p:cxnSp>
      <p:cxnSp>
        <p:nvCxnSpPr>
          <p:cNvPr id="1555" name="Google Shape;1555;p74"/>
          <p:cNvCxnSpPr/>
          <p:nvPr/>
        </p:nvCxnSpPr>
        <p:spPr>
          <a:xfrm>
            <a:off x="5065713" y="2028825"/>
            <a:ext cx="0" cy="552450"/>
          </a:xfrm>
          <a:prstGeom prst="straightConnector1">
            <a:avLst/>
          </a:prstGeom>
          <a:noFill/>
          <a:ln cap="flat" cmpd="sng" w="9525">
            <a:solidFill>
              <a:schemeClr val="dk1"/>
            </a:solidFill>
            <a:prstDash val="solid"/>
            <a:round/>
            <a:headEnd len="sm" w="sm" type="none"/>
            <a:tailEnd len="med" w="med" type="triangle"/>
          </a:ln>
        </p:spPr>
      </p:cxnSp>
      <p:cxnSp>
        <p:nvCxnSpPr>
          <p:cNvPr id="1556" name="Google Shape;1556;p74"/>
          <p:cNvCxnSpPr/>
          <p:nvPr/>
        </p:nvCxnSpPr>
        <p:spPr>
          <a:xfrm>
            <a:off x="5811838" y="2028825"/>
            <a:ext cx="0" cy="552450"/>
          </a:xfrm>
          <a:prstGeom prst="straightConnector1">
            <a:avLst/>
          </a:prstGeom>
          <a:noFill/>
          <a:ln cap="flat" cmpd="sng" w="9525">
            <a:solidFill>
              <a:schemeClr val="dk1"/>
            </a:solidFill>
            <a:prstDash val="solid"/>
            <a:round/>
            <a:headEnd len="sm" w="sm" type="none"/>
            <a:tailEnd len="med" w="med" type="triangle"/>
          </a:ln>
        </p:spPr>
      </p:cxnSp>
      <p:cxnSp>
        <p:nvCxnSpPr>
          <p:cNvPr id="1557" name="Google Shape;1557;p74"/>
          <p:cNvCxnSpPr/>
          <p:nvPr/>
        </p:nvCxnSpPr>
        <p:spPr>
          <a:xfrm>
            <a:off x="6557963" y="2028825"/>
            <a:ext cx="0" cy="552450"/>
          </a:xfrm>
          <a:prstGeom prst="straightConnector1">
            <a:avLst/>
          </a:prstGeom>
          <a:noFill/>
          <a:ln cap="flat" cmpd="sng" w="9525">
            <a:solidFill>
              <a:schemeClr val="dk1"/>
            </a:solidFill>
            <a:prstDash val="solid"/>
            <a:round/>
            <a:headEnd len="sm" w="sm" type="none"/>
            <a:tailEnd len="med" w="med" type="triangle"/>
          </a:ln>
        </p:spPr>
      </p:cxnSp>
      <p:cxnSp>
        <p:nvCxnSpPr>
          <p:cNvPr id="1558" name="Google Shape;1558;p74"/>
          <p:cNvCxnSpPr/>
          <p:nvPr/>
        </p:nvCxnSpPr>
        <p:spPr>
          <a:xfrm>
            <a:off x="7305675" y="2028825"/>
            <a:ext cx="0" cy="552450"/>
          </a:xfrm>
          <a:prstGeom prst="straightConnector1">
            <a:avLst/>
          </a:prstGeom>
          <a:noFill/>
          <a:ln cap="flat" cmpd="sng" w="9525">
            <a:solidFill>
              <a:schemeClr val="dk1"/>
            </a:solidFill>
            <a:prstDash val="solid"/>
            <a:round/>
            <a:headEnd len="sm" w="sm" type="none"/>
            <a:tailEnd len="med" w="med" type="triangle"/>
          </a:ln>
        </p:spPr>
      </p:cxnSp>
      <p:cxnSp>
        <p:nvCxnSpPr>
          <p:cNvPr id="1559" name="Google Shape;1559;p74"/>
          <p:cNvCxnSpPr/>
          <p:nvPr/>
        </p:nvCxnSpPr>
        <p:spPr>
          <a:xfrm>
            <a:off x="1311275" y="2028825"/>
            <a:ext cx="0" cy="552450"/>
          </a:xfrm>
          <a:prstGeom prst="straightConnector1">
            <a:avLst/>
          </a:prstGeom>
          <a:noFill/>
          <a:ln cap="flat" cmpd="sng" w="9525">
            <a:solidFill>
              <a:schemeClr val="dk1"/>
            </a:solidFill>
            <a:prstDash val="solid"/>
            <a:round/>
            <a:headEnd len="sm" w="sm" type="none"/>
            <a:tailEnd len="med" w="med" type="triangle"/>
          </a:ln>
        </p:spPr>
      </p:cxnSp>
      <p:cxnSp>
        <p:nvCxnSpPr>
          <p:cNvPr id="1560" name="Google Shape;1560;p74"/>
          <p:cNvCxnSpPr/>
          <p:nvPr/>
        </p:nvCxnSpPr>
        <p:spPr>
          <a:xfrm flipH="1" rot="2537517">
            <a:off x="4327525" y="4808538"/>
            <a:ext cx="55563" cy="466725"/>
          </a:xfrm>
          <a:prstGeom prst="straightConnector1">
            <a:avLst/>
          </a:prstGeom>
          <a:noFill/>
          <a:ln cap="flat" cmpd="sng" w="9525">
            <a:solidFill>
              <a:schemeClr val="dk1"/>
            </a:solidFill>
            <a:prstDash val="solid"/>
            <a:round/>
            <a:headEnd len="sm" w="sm" type="none"/>
            <a:tailEnd len="med" w="med" type="triangle"/>
          </a:ln>
        </p:spPr>
      </p:cxnSp>
      <p:sp>
        <p:nvSpPr>
          <p:cNvPr id="1561" name="Google Shape;1561;p74"/>
          <p:cNvSpPr txBox="1"/>
          <p:nvPr/>
        </p:nvSpPr>
        <p:spPr>
          <a:xfrm>
            <a:off x="3943350" y="5219700"/>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E</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1562" name="Google Shape;1562;p74"/>
          <p:cNvSpPr txBox="1"/>
          <p:nvPr/>
        </p:nvSpPr>
        <p:spPr>
          <a:xfrm>
            <a:off x="4900613" y="5200650"/>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i</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1563" name="Google Shape;1563;p74"/>
          <p:cNvSpPr txBox="1"/>
          <p:nvPr/>
        </p:nvSpPr>
        <p:spPr>
          <a:xfrm>
            <a:off x="381000" y="2571750"/>
            <a:ext cx="400050" cy="78898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y</a:t>
            </a:r>
            <a:endParaRPr b="0" i="0" sz="2000" u="none" cap="none" strike="noStrike">
              <a:solidFill>
                <a:srgbClr val="003399"/>
              </a:solidFill>
              <a:latin typeface="Times New Roman"/>
              <a:ea typeface="Times New Roman"/>
              <a:cs typeface="Times New Roman"/>
              <a:sym typeface="Times New Roman"/>
            </a:endParaRPr>
          </a:p>
          <a:p>
            <a:pPr indent="0" lvl="0" marL="0" marR="0" rtl="0" algn="l">
              <a:lnSpc>
                <a:spcPct val="10000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1564" name="Google Shape;1564;p74"/>
          <p:cNvSpPr txBox="1"/>
          <p:nvPr/>
        </p:nvSpPr>
        <p:spPr>
          <a:xfrm>
            <a:off x="1128713" y="2571750"/>
            <a:ext cx="400050" cy="78898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l</a:t>
            </a:r>
            <a:endParaRPr b="0" i="0" sz="2000" u="none" cap="none" strike="noStrike">
              <a:solidFill>
                <a:srgbClr val="003399"/>
              </a:solidFill>
              <a:latin typeface="Times New Roman"/>
              <a:ea typeface="Times New Roman"/>
              <a:cs typeface="Times New Roman"/>
              <a:sym typeface="Times New Roman"/>
            </a:endParaRPr>
          </a:p>
          <a:p>
            <a:pPr indent="0" lvl="0" marL="0" marR="0" rtl="0" algn="l">
              <a:lnSpc>
                <a:spcPct val="10000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1565" name="Google Shape;1565;p74"/>
          <p:cNvSpPr txBox="1"/>
          <p:nvPr/>
        </p:nvSpPr>
        <p:spPr>
          <a:xfrm>
            <a:off x="1878013" y="2571750"/>
            <a:ext cx="400050" cy="78898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1400" u="none" cap="none" strike="noStrike">
              <a:solidFill>
                <a:srgbClr val="000000"/>
              </a:solidFill>
              <a:latin typeface="Arial"/>
              <a:ea typeface="Arial"/>
              <a:cs typeface="Arial"/>
              <a:sym typeface="Arial"/>
            </a:endParaRPr>
          </a:p>
        </p:txBody>
      </p:sp>
      <p:sp>
        <p:nvSpPr>
          <p:cNvPr id="1566" name="Google Shape;1566;p74"/>
          <p:cNvSpPr txBox="1"/>
          <p:nvPr/>
        </p:nvSpPr>
        <p:spPr>
          <a:xfrm>
            <a:off x="2625725" y="2571750"/>
            <a:ext cx="400050" cy="78898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1400" u="none" cap="none" strike="noStrike">
              <a:solidFill>
                <a:srgbClr val="000000"/>
              </a:solidFill>
              <a:latin typeface="Arial"/>
              <a:ea typeface="Arial"/>
              <a:cs typeface="Arial"/>
              <a:sym typeface="Arial"/>
            </a:endParaRPr>
          </a:p>
        </p:txBody>
      </p:sp>
      <p:sp>
        <p:nvSpPr>
          <p:cNvPr id="1567" name="Google Shape;1567;p74"/>
          <p:cNvSpPr txBox="1"/>
          <p:nvPr/>
        </p:nvSpPr>
        <p:spPr>
          <a:xfrm>
            <a:off x="3373438" y="2571750"/>
            <a:ext cx="400050" cy="78898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sp>
        <p:nvSpPr>
          <p:cNvPr id="1568" name="Google Shape;1568;p74"/>
          <p:cNvSpPr txBox="1"/>
          <p:nvPr/>
        </p:nvSpPr>
        <p:spPr>
          <a:xfrm>
            <a:off x="4121150" y="2571750"/>
            <a:ext cx="400050" cy="78898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sp>
        <p:nvSpPr>
          <p:cNvPr id="1569" name="Google Shape;1569;p74"/>
          <p:cNvSpPr txBox="1"/>
          <p:nvPr/>
        </p:nvSpPr>
        <p:spPr>
          <a:xfrm>
            <a:off x="4870450" y="2571750"/>
            <a:ext cx="400050" cy="78898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sp>
        <p:nvSpPr>
          <p:cNvPr id="1570" name="Google Shape;1570;p74"/>
          <p:cNvSpPr txBox="1"/>
          <p:nvPr/>
        </p:nvSpPr>
        <p:spPr>
          <a:xfrm>
            <a:off x="5618163" y="2571750"/>
            <a:ext cx="400050" cy="78898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sp>
        <p:nvSpPr>
          <p:cNvPr id="1571" name="Google Shape;1571;p74"/>
          <p:cNvSpPr txBox="1"/>
          <p:nvPr/>
        </p:nvSpPr>
        <p:spPr>
          <a:xfrm>
            <a:off x="6289675" y="2571750"/>
            <a:ext cx="514350" cy="78898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sp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sp>
        <p:nvSpPr>
          <p:cNvPr id="1572" name="Google Shape;1572;p74"/>
          <p:cNvSpPr txBox="1"/>
          <p:nvPr/>
        </p:nvSpPr>
        <p:spPr>
          <a:xfrm>
            <a:off x="7115175" y="2571750"/>
            <a:ext cx="400050" cy="78898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8</a:t>
            </a:r>
            <a:endParaRPr b="0" i="0" sz="1400" u="none" cap="none" strike="noStrike">
              <a:solidFill>
                <a:srgbClr val="000000"/>
              </a:solidFill>
              <a:latin typeface="Arial"/>
              <a:ea typeface="Arial"/>
              <a:cs typeface="Arial"/>
              <a:sym typeface="Arial"/>
            </a:endParaRPr>
          </a:p>
        </p:txBody>
      </p:sp>
      <p:cxnSp>
        <p:nvCxnSpPr>
          <p:cNvPr id="1573" name="Google Shape;1573;p74"/>
          <p:cNvCxnSpPr/>
          <p:nvPr/>
        </p:nvCxnSpPr>
        <p:spPr>
          <a:xfrm rot="-2537517">
            <a:off x="4973638" y="4800600"/>
            <a:ext cx="55562" cy="466725"/>
          </a:xfrm>
          <a:prstGeom prst="straightConnector1">
            <a:avLst/>
          </a:prstGeom>
          <a:noFill/>
          <a:ln cap="flat" cmpd="sng" w="9525">
            <a:solidFill>
              <a:schemeClr val="dk1"/>
            </a:solidFill>
            <a:prstDash val="solid"/>
            <a:round/>
            <a:headEnd len="sm" w="sm" type="none"/>
            <a:tailEnd len="med" w="med" type="triangle"/>
          </a:ln>
        </p:spPr>
      </p:cxnSp>
      <p:sp>
        <p:nvSpPr>
          <p:cNvPr id="1574" name="Google Shape;1574;p74"/>
          <p:cNvSpPr txBox="1"/>
          <p:nvPr/>
        </p:nvSpPr>
        <p:spPr>
          <a:xfrm>
            <a:off x="4476750" y="4114800"/>
            <a:ext cx="400050" cy="78898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3399"/>
              </a:solidFill>
              <a:latin typeface="Times New Roman"/>
              <a:ea typeface="Times New Roman"/>
              <a:cs typeface="Times New Roman"/>
              <a:sym typeface="Times New Roman"/>
            </a:endParaRPr>
          </a:p>
          <a:p>
            <a:pPr indent="0" lvl="0" marL="0" marR="0" rtl="0" algn="l">
              <a:lnSpc>
                <a:spcPct val="10000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2" name="Shape 1582"/>
        <p:cNvGrpSpPr/>
        <p:nvPr/>
      </p:nvGrpSpPr>
      <p:grpSpPr>
        <a:xfrm>
          <a:off x="0" y="0"/>
          <a:ext cx="0" cy="0"/>
          <a:chOff x="0" y="0"/>
          <a:chExt cx="0" cy="0"/>
        </a:xfrm>
      </p:grpSpPr>
      <p:sp>
        <p:nvSpPr>
          <p:cNvPr id="1583" name="Google Shape;1583;p75"/>
          <p:cNvSpPr txBox="1"/>
          <p:nvPr>
            <p:ph type="title"/>
          </p:nvPr>
        </p:nvSpPr>
        <p:spPr>
          <a:xfrm>
            <a:off x="696913" y="592138"/>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Building a Tree</a:t>
            </a:r>
            <a:endParaRPr/>
          </a:p>
        </p:txBody>
      </p:sp>
      <p:sp>
        <p:nvSpPr>
          <p:cNvPr id="1584" name="Google Shape;1584;p75"/>
          <p:cNvSpPr/>
          <p:nvPr/>
        </p:nvSpPr>
        <p:spPr>
          <a:xfrm>
            <a:off x="152400" y="1790700"/>
            <a:ext cx="8001000" cy="438150"/>
          </a:xfrm>
          <a:prstGeom prst="rect">
            <a:avLst/>
          </a:prstGeom>
          <a:solidFill>
            <a:schemeClr val="lt1"/>
          </a:solidFill>
          <a:ln cap="flat" cmpd="sng" w="952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cxnSp>
        <p:nvCxnSpPr>
          <p:cNvPr id="1585" name="Google Shape;1585;p75"/>
          <p:cNvCxnSpPr/>
          <p:nvPr/>
        </p:nvCxnSpPr>
        <p:spPr>
          <a:xfrm>
            <a:off x="876300" y="1790700"/>
            <a:ext cx="0" cy="438150"/>
          </a:xfrm>
          <a:prstGeom prst="straightConnector1">
            <a:avLst/>
          </a:prstGeom>
          <a:noFill/>
          <a:ln cap="flat" cmpd="sng" w="9525">
            <a:solidFill>
              <a:srgbClr val="FF0000"/>
            </a:solidFill>
            <a:prstDash val="solid"/>
            <a:round/>
            <a:headEnd len="sm" w="sm" type="none"/>
            <a:tailEnd len="sm" w="sm" type="none"/>
          </a:ln>
        </p:spPr>
      </p:cxnSp>
      <p:cxnSp>
        <p:nvCxnSpPr>
          <p:cNvPr id="1586" name="Google Shape;1586;p75"/>
          <p:cNvCxnSpPr/>
          <p:nvPr/>
        </p:nvCxnSpPr>
        <p:spPr>
          <a:xfrm>
            <a:off x="1614488" y="1790700"/>
            <a:ext cx="0" cy="438150"/>
          </a:xfrm>
          <a:prstGeom prst="straightConnector1">
            <a:avLst/>
          </a:prstGeom>
          <a:noFill/>
          <a:ln cap="flat" cmpd="sng" w="9525">
            <a:solidFill>
              <a:srgbClr val="FF0000"/>
            </a:solidFill>
            <a:prstDash val="solid"/>
            <a:round/>
            <a:headEnd len="sm" w="sm" type="none"/>
            <a:tailEnd len="sm" w="sm" type="none"/>
          </a:ln>
        </p:spPr>
      </p:cxnSp>
      <p:cxnSp>
        <p:nvCxnSpPr>
          <p:cNvPr id="1587" name="Google Shape;1587;p75"/>
          <p:cNvCxnSpPr/>
          <p:nvPr/>
        </p:nvCxnSpPr>
        <p:spPr>
          <a:xfrm>
            <a:off x="2354263" y="1790700"/>
            <a:ext cx="0" cy="438150"/>
          </a:xfrm>
          <a:prstGeom prst="straightConnector1">
            <a:avLst/>
          </a:prstGeom>
          <a:noFill/>
          <a:ln cap="flat" cmpd="sng" w="9525">
            <a:solidFill>
              <a:srgbClr val="FF0000"/>
            </a:solidFill>
            <a:prstDash val="solid"/>
            <a:round/>
            <a:headEnd len="sm" w="sm" type="none"/>
            <a:tailEnd len="sm" w="sm" type="none"/>
          </a:ln>
        </p:spPr>
      </p:cxnSp>
      <p:cxnSp>
        <p:nvCxnSpPr>
          <p:cNvPr id="1588" name="Google Shape;1588;p75"/>
          <p:cNvCxnSpPr/>
          <p:nvPr/>
        </p:nvCxnSpPr>
        <p:spPr>
          <a:xfrm>
            <a:off x="3092450" y="1790700"/>
            <a:ext cx="0" cy="438150"/>
          </a:xfrm>
          <a:prstGeom prst="straightConnector1">
            <a:avLst/>
          </a:prstGeom>
          <a:noFill/>
          <a:ln cap="flat" cmpd="sng" w="9525">
            <a:solidFill>
              <a:srgbClr val="FF0000"/>
            </a:solidFill>
            <a:prstDash val="solid"/>
            <a:round/>
            <a:headEnd len="sm" w="sm" type="none"/>
            <a:tailEnd len="sm" w="sm" type="none"/>
          </a:ln>
        </p:spPr>
      </p:cxnSp>
      <p:cxnSp>
        <p:nvCxnSpPr>
          <p:cNvPr id="1589" name="Google Shape;1589;p75"/>
          <p:cNvCxnSpPr/>
          <p:nvPr/>
        </p:nvCxnSpPr>
        <p:spPr>
          <a:xfrm>
            <a:off x="3832225" y="1790700"/>
            <a:ext cx="0" cy="438150"/>
          </a:xfrm>
          <a:prstGeom prst="straightConnector1">
            <a:avLst/>
          </a:prstGeom>
          <a:noFill/>
          <a:ln cap="flat" cmpd="sng" w="9525">
            <a:solidFill>
              <a:srgbClr val="FF0000"/>
            </a:solidFill>
            <a:prstDash val="solid"/>
            <a:round/>
            <a:headEnd len="sm" w="sm" type="none"/>
            <a:tailEnd len="sm" w="sm" type="none"/>
          </a:ln>
        </p:spPr>
      </p:cxnSp>
      <p:cxnSp>
        <p:nvCxnSpPr>
          <p:cNvPr id="1590" name="Google Shape;1590;p75"/>
          <p:cNvCxnSpPr/>
          <p:nvPr/>
        </p:nvCxnSpPr>
        <p:spPr>
          <a:xfrm>
            <a:off x="4572000" y="1790700"/>
            <a:ext cx="0" cy="438150"/>
          </a:xfrm>
          <a:prstGeom prst="straightConnector1">
            <a:avLst/>
          </a:prstGeom>
          <a:noFill/>
          <a:ln cap="flat" cmpd="sng" w="9525">
            <a:solidFill>
              <a:srgbClr val="FF0000"/>
            </a:solidFill>
            <a:prstDash val="solid"/>
            <a:round/>
            <a:headEnd len="sm" w="sm" type="none"/>
            <a:tailEnd len="sm" w="sm" type="none"/>
          </a:ln>
        </p:spPr>
      </p:cxnSp>
      <p:cxnSp>
        <p:nvCxnSpPr>
          <p:cNvPr id="1591" name="Google Shape;1591;p75"/>
          <p:cNvCxnSpPr/>
          <p:nvPr/>
        </p:nvCxnSpPr>
        <p:spPr>
          <a:xfrm>
            <a:off x="5310188" y="1790700"/>
            <a:ext cx="0" cy="438150"/>
          </a:xfrm>
          <a:prstGeom prst="straightConnector1">
            <a:avLst/>
          </a:prstGeom>
          <a:noFill/>
          <a:ln cap="flat" cmpd="sng" w="9525">
            <a:solidFill>
              <a:srgbClr val="FF0000"/>
            </a:solidFill>
            <a:prstDash val="solid"/>
            <a:round/>
            <a:headEnd len="sm" w="sm" type="none"/>
            <a:tailEnd len="sm" w="sm" type="none"/>
          </a:ln>
        </p:spPr>
      </p:cxnSp>
      <p:cxnSp>
        <p:nvCxnSpPr>
          <p:cNvPr id="1592" name="Google Shape;1592;p75"/>
          <p:cNvCxnSpPr/>
          <p:nvPr/>
        </p:nvCxnSpPr>
        <p:spPr>
          <a:xfrm>
            <a:off x="6049963" y="1790700"/>
            <a:ext cx="0" cy="438150"/>
          </a:xfrm>
          <a:prstGeom prst="straightConnector1">
            <a:avLst/>
          </a:prstGeom>
          <a:noFill/>
          <a:ln cap="flat" cmpd="sng" w="9525">
            <a:solidFill>
              <a:srgbClr val="FF0000"/>
            </a:solidFill>
            <a:prstDash val="solid"/>
            <a:round/>
            <a:headEnd len="sm" w="sm" type="none"/>
            <a:tailEnd len="sm" w="sm" type="none"/>
          </a:ln>
        </p:spPr>
      </p:cxnSp>
      <p:cxnSp>
        <p:nvCxnSpPr>
          <p:cNvPr id="1593" name="Google Shape;1593;p75"/>
          <p:cNvCxnSpPr/>
          <p:nvPr/>
        </p:nvCxnSpPr>
        <p:spPr>
          <a:xfrm>
            <a:off x="6788150" y="1790700"/>
            <a:ext cx="0" cy="438150"/>
          </a:xfrm>
          <a:prstGeom prst="straightConnector1">
            <a:avLst/>
          </a:prstGeom>
          <a:noFill/>
          <a:ln cap="flat" cmpd="sng" w="9525">
            <a:solidFill>
              <a:srgbClr val="FF0000"/>
            </a:solidFill>
            <a:prstDash val="solid"/>
            <a:round/>
            <a:headEnd len="sm" w="sm" type="none"/>
            <a:tailEnd len="sm" w="sm" type="none"/>
          </a:ln>
        </p:spPr>
      </p:cxnSp>
      <p:cxnSp>
        <p:nvCxnSpPr>
          <p:cNvPr id="1594" name="Google Shape;1594;p75"/>
          <p:cNvCxnSpPr/>
          <p:nvPr/>
        </p:nvCxnSpPr>
        <p:spPr>
          <a:xfrm>
            <a:off x="7527925" y="1790700"/>
            <a:ext cx="0" cy="438150"/>
          </a:xfrm>
          <a:prstGeom prst="straightConnector1">
            <a:avLst/>
          </a:prstGeom>
          <a:noFill/>
          <a:ln cap="flat" cmpd="sng" w="9525">
            <a:solidFill>
              <a:srgbClr val="FF0000"/>
            </a:solidFill>
            <a:prstDash val="solid"/>
            <a:round/>
            <a:headEnd len="sm" w="sm" type="none"/>
            <a:tailEnd len="sm" w="sm" type="none"/>
          </a:ln>
        </p:spPr>
      </p:cxnSp>
      <p:cxnSp>
        <p:nvCxnSpPr>
          <p:cNvPr id="1595" name="Google Shape;1595;p75"/>
          <p:cNvCxnSpPr/>
          <p:nvPr/>
        </p:nvCxnSpPr>
        <p:spPr>
          <a:xfrm>
            <a:off x="587375" y="2028825"/>
            <a:ext cx="0" cy="552450"/>
          </a:xfrm>
          <a:prstGeom prst="straightConnector1">
            <a:avLst/>
          </a:prstGeom>
          <a:noFill/>
          <a:ln cap="flat" cmpd="sng" w="9525">
            <a:solidFill>
              <a:schemeClr val="dk1"/>
            </a:solidFill>
            <a:prstDash val="solid"/>
            <a:round/>
            <a:headEnd len="sm" w="sm" type="none"/>
            <a:tailEnd len="med" w="med" type="triangle"/>
          </a:ln>
        </p:spPr>
      </p:cxnSp>
      <p:cxnSp>
        <p:nvCxnSpPr>
          <p:cNvPr id="1596" name="Google Shape;1596;p75"/>
          <p:cNvCxnSpPr/>
          <p:nvPr/>
        </p:nvCxnSpPr>
        <p:spPr>
          <a:xfrm>
            <a:off x="2079625" y="2028825"/>
            <a:ext cx="0" cy="552450"/>
          </a:xfrm>
          <a:prstGeom prst="straightConnector1">
            <a:avLst/>
          </a:prstGeom>
          <a:noFill/>
          <a:ln cap="flat" cmpd="sng" w="9525">
            <a:solidFill>
              <a:schemeClr val="dk1"/>
            </a:solidFill>
            <a:prstDash val="solid"/>
            <a:round/>
            <a:headEnd len="sm" w="sm" type="none"/>
            <a:tailEnd len="med" w="med" type="triangle"/>
          </a:ln>
        </p:spPr>
      </p:cxnSp>
      <p:cxnSp>
        <p:nvCxnSpPr>
          <p:cNvPr id="1597" name="Google Shape;1597;p75"/>
          <p:cNvCxnSpPr/>
          <p:nvPr/>
        </p:nvCxnSpPr>
        <p:spPr>
          <a:xfrm>
            <a:off x="2825750" y="2028825"/>
            <a:ext cx="0" cy="552450"/>
          </a:xfrm>
          <a:prstGeom prst="straightConnector1">
            <a:avLst/>
          </a:prstGeom>
          <a:noFill/>
          <a:ln cap="flat" cmpd="sng" w="9525">
            <a:solidFill>
              <a:schemeClr val="dk1"/>
            </a:solidFill>
            <a:prstDash val="solid"/>
            <a:round/>
            <a:headEnd len="sm" w="sm" type="none"/>
            <a:tailEnd len="med" w="med" type="triangle"/>
          </a:ln>
        </p:spPr>
      </p:cxnSp>
      <p:cxnSp>
        <p:nvCxnSpPr>
          <p:cNvPr id="1598" name="Google Shape;1598;p75"/>
          <p:cNvCxnSpPr/>
          <p:nvPr/>
        </p:nvCxnSpPr>
        <p:spPr>
          <a:xfrm>
            <a:off x="3573463" y="2028825"/>
            <a:ext cx="0" cy="552450"/>
          </a:xfrm>
          <a:prstGeom prst="straightConnector1">
            <a:avLst/>
          </a:prstGeom>
          <a:noFill/>
          <a:ln cap="flat" cmpd="sng" w="9525">
            <a:solidFill>
              <a:schemeClr val="dk1"/>
            </a:solidFill>
            <a:prstDash val="solid"/>
            <a:round/>
            <a:headEnd len="sm" w="sm" type="none"/>
            <a:tailEnd len="med" w="med" type="triangle"/>
          </a:ln>
        </p:spPr>
      </p:cxnSp>
      <p:cxnSp>
        <p:nvCxnSpPr>
          <p:cNvPr id="1599" name="Google Shape;1599;p75"/>
          <p:cNvCxnSpPr/>
          <p:nvPr/>
        </p:nvCxnSpPr>
        <p:spPr>
          <a:xfrm>
            <a:off x="4319588" y="2028825"/>
            <a:ext cx="0" cy="552450"/>
          </a:xfrm>
          <a:prstGeom prst="straightConnector1">
            <a:avLst/>
          </a:prstGeom>
          <a:noFill/>
          <a:ln cap="flat" cmpd="sng" w="9525">
            <a:solidFill>
              <a:schemeClr val="dk1"/>
            </a:solidFill>
            <a:prstDash val="solid"/>
            <a:round/>
            <a:headEnd len="sm" w="sm" type="none"/>
            <a:tailEnd len="med" w="med" type="triangle"/>
          </a:ln>
        </p:spPr>
      </p:cxnSp>
      <p:cxnSp>
        <p:nvCxnSpPr>
          <p:cNvPr id="1600" name="Google Shape;1600;p75"/>
          <p:cNvCxnSpPr/>
          <p:nvPr/>
        </p:nvCxnSpPr>
        <p:spPr>
          <a:xfrm>
            <a:off x="5065713" y="2028825"/>
            <a:ext cx="0" cy="552450"/>
          </a:xfrm>
          <a:prstGeom prst="straightConnector1">
            <a:avLst/>
          </a:prstGeom>
          <a:noFill/>
          <a:ln cap="flat" cmpd="sng" w="9525">
            <a:solidFill>
              <a:schemeClr val="dk1"/>
            </a:solidFill>
            <a:prstDash val="solid"/>
            <a:round/>
            <a:headEnd len="sm" w="sm" type="none"/>
            <a:tailEnd len="med" w="med" type="triangle"/>
          </a:ln>
        </p:spPr>
      </p:cxnSp>
      <p:cxnSp>
        <p:nvCxnSpPr>
          <p:cNvPr id="1601" name="Google Shape;1601;p75"/>
          <p:cNvCxnSpPr/>
          <p:nvPr/>
        </p:nvCxnSpPr>
        <p:spPr>
          <a:xfrm>
            <a:off x="5811838" y="2028825"/>
            <a:ext cx="0" cy="552450"/>
          </a:xfrm>
          <a:prstGeom prst="straightConnector1">
            <a:avLst/>
          </a:prstGeom>
          <a:noFill/>
          <a:ln cap="flat" cmpd="sng" w="9525">
            <a:solidFill>
              <a:schemeClr val="dk1"/>
            </a:solidFill>
            <a:prstDash val="solid"/>
            <a:round/>
            <a:headEnd len="sm" w="sm" type="none"/>
            <a:tailEnd len="med" w="med" type="triangle"/>
          </a:ln>
        </p:spPr>
      </p:cxnSp>
      <p:cxnSp>
        <p:nvCxnSpPr>
          <p:cNvPr id="1602" name="Google Shape;1602;p75"/>
          <p:cNvCxnSpPr/>
          <p:nvPr/>
        </p:nvCxnSpPr>
        <p:spPr>
          <a:xfrm>
            <a:off x="7129463" y="2028825"/>
            <a:ext cx="0" cy="552450"/>
          </a:xfrm>
          <a:prstGeom prst="straightConnector1">
            <a:avLst/>
          </a:prstGeom>
          <a:noFill/>
          <a:ln cap="flat" cmpd="sng" w="9525">
            <a:solidFill>
              <a:schemeClr val="dk1"/>
            </a:solidFill>
            <a:prstDash val="solid"/>
            <a:round/>
            <a:headEnd len="sm" w="sm" type="none"/>
            <a:tailEnd len="med" w="med" type="triangle"/>
          </a:ln>
        </p:spPr>
      </p:cxnSp>
      <p:cxnSp>
        <p:nvCxnSpPr>
          <p:cNvPr id="1603" name="Google Shape;1603;p75"/>
          <p:cNvCxnSpPr/>
          <p:nvPr/>
        </p:nvCxnSpPr>
        <p:spPr>
          <a:xfrm>
            <a:off x="7858125" y="2028825"/>
            <a:ext cx="0" cy="552450"/>
          </a:xfrm>
          <a:prstGeom prst="straightConnector1">
            <a:avLst/>
          </a:prstGeom>
          <a:noFill/>
          <a:ln cap="flat" cmpd="sng" w="9525">
            <a:solidFill>
              <a:schemeClr val="dk1"/>
            </a:solidFill>
            <a:prstDash val="solid"/>
            <a:round/>
            <a:headEnd len="sm" w="sm" type="none"/>
            <a:tailEnd len="med" w="med" type="triangle"/>
          </a:ln>
        </p:spPr>
      </p:cxnSp>
      <p:cxnSp>
        <p:nvCxnSpPr>
          <p:cNvPr id="1604" name="Google Shape;1604;p75"/>
          <p:cNvCxnSpPr/>
          <p:nvPr/>
        </p:nvCxnSpPr>
        <p:spPr>
          <a:xfrm>
            <a:off x="1311275" y="2028825"/>
            <a:ext cx="0" cy="552450"/>
          </a:xfrm>
          <a:prstGeom prst="straightConnector1">
            <a:avLst/>
          </a:prstGeom>
          <a:noFill/>
          <a:ln cap="flat" cmpd="sng" w="9525">
            <a:solidFill>
              <a:schemeClr val="dk1"/>
            </a:solidFill>
            <a:prstDash val="solid"/>
            <a:round/>
            <a:headEnd len="sm" w="sm" type="none"/>
            <a:tailEnd len="med" w="med" type="triangle"/>
          </a:ln>
        </p:spPr>
      </p:cxnSp>
      <p:cxnSp>
        <p:nvCxnSpPr>
          <p:cNvPr id="1605" name="Google Shape;1605;p75"/>
          <p:cNvCxnSpPr/>
          <p:nvPr/>
        </p:nvCxnSpPr>
        <p:spPr>
          <a:xfrm rot="2537517">
            <a:off x="6151563" y="3079750"/>
            <a:ext cx="111125" cy="352425"/>
          </a:xfrm>
          <a:prstGeom prst="straightConnector1">
            <a:avLst/>
          </a:prstGeom>
          <a:noFill/>
          <a:ln cap="flat" cmpd="sng" w="9525">
            <a:solidFill>
              <a:schemeClr val="dk1"/>
            </a:solidFill>
            <a:prstDash val="solid"/>
            <a:round/>
            <a:headEnd len="sm" w="sm" type="none"/>
            <a:tailEnd len="med" w="med" type="triangle"/>
          </a:ln>
        </p:spPr>
      </p:cxnSp>
      <p:sp>
        <p:nvSpPr>
          <p:cNvPr id="1606" name="Google Shape;1606;p75"/>
          <p:cNvSpPr txBox="1"/>
          <p:nvPr/>
        </p:nvSpPr>
        <p:spPr>
          <a:xfrm>
            <a:off x="5924550" y="3430588"/>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E</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1607" name="Google Shape;1607;p75"/>
          <p:cNvSpPr txBox="1"/>
          <p:nvPr/>
        </p:nvSpPr>
        <p:spPr>
          <a:xfrm>
            <a:off x="6443663" y="3430588"/>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i</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1608" name="Google Shape;1608;p75"/>
          <p:cNvSpPr txBox="1"/>
          <p:nvPr/>
        </p:nvSpPr>
        <p:spPr>
          <a:xfrm>
            <a:off x="381000" y="2571750"/>
            <a:ext cx="400050" cy="78898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y</a:t>
            </a:r>
            <a:endParaRPr b="0" i="0" sz="2000" u="none" cap="none" strike="noStrike">
              <a:solidFill>
                <a:srgbClr val="003399"/>
              </a:solidFill>
              <a:latin typeface="Times New Roman"/>
              <a:ea typeface="Times New Roman"/>
              <a:cs typeface="Times New Roman"/>
              <a:sym typeface="Times New Roman"/>
            </a:endParaRPr>
          </a:p>
          <a:p>
            <a:pPr indent="0" lvl="0" marL="0" marR="0" rtl="0" algn="l">
              <a:lnSpc>
                <a:spcPct val="10000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1609" name="Google Shape;1609;p75"/>
          <p:cNvSpPr txBox="1"/>
          <p:nvPr/>
        </p:nvSpPr>
        <p:spPr>
          <a:xfrm>
            <a:off x="1128713" y="2571750"/>
            <a:ext cx="400050" cy="78898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l</a:t>
            </a:r>
            <a:endParaRPr b="0" i="0" sz="2000" u="none" cap="none" strike="noStrike">
              <a:solidFill>
                <a:srgbClr val="003399"/>
              </a:solidFill>
              <a:latin typeface="Times New Roman"/>
              <a:ea typeface="Times New Roman"/>
              <a:cs typeface="Times New Roman"/>
              <a:sym typeface="Times New Roman"/>
            </a:endParaRPr>
          </a:p>
          <a:p>
            <a:pPr indent="0" lvl="0" marL="0" marR="0" rtl="0" algn="l">
              <a:lnSpc>
                <a:spcPct val="10000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1610" name="Google Shape;1610;p75"/>
          <p:cNvSpPr txBox="1"/>
          <p:nvPr/>
        </p:nvSpPr>
        <p:spPr>
          <a:xfrm>
            <a:off x="1878013" y="2571750"/>
            <a:ext cx="400050" cy="78898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1400" u="none" cap="none" strike="noStrike">
              <a:solidFill>
                <a:srgbClr val="000000"/>
              </a:solidFill>
              <a:latin typeface="Arial"/>
              <a:ea typeface="Arial"/>
              <a:cs typeface="Arial"/>
              <a:sym typeface="Arial"/>
            </a:endParaRPr>
          </a:p>
        </p:txBody>
      </p:sp>
      <p:sp>
        <p:nvSpPr>
          <p:cNvPr id="1611" name="Google Shape;1611;p75"/>
          <p:cNvSpPr txBox="1"/>
          <p:nvPr/>
        </p:nvSpPr>
        <p:spPr>
          <a:xfrm>
            <a:off x="2625725" y="2571750"/>
            <a:ext cx="400050" cy="78898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1400" u="none" cap="none" strike="noStrike">
              <a:solidFill>
                <a:srgbClr val="000000"/>
              </a:solidFill>
              <a:latin typeface="Arial"/>
              <a:ea typeface="Arial"/>
              <a:cs typeface="Arial"/>
              <a:sym typeface="Arial"/>
            </a:endParaRPr>
          </a:p>
        </p:txBody>
      </p:sp>
      <p:sp>
        <p:nvSpPr>
          <p:cNvPr id="1612" name="Google Shape;1612;p75"/>
          <p:cNvSpPr txBox="1"/>
          <p:nvPr/>
        </p:nvSpPr>
        <p:spPr>
          <a:xfrm>
            <a:off x="3373438" y="2571750"/>
            <a:ext cx="400050" cy="78898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sp>
        <p:nvSpPr>
          <p:cNvPr id="1613" name="Google Shape;1613;p75"/>
          <p:cNvSpPr txBox="1"/>
          <p:nvPr/>
        </p:nvSpPr>
        <p:spPr>
          <a:xfrm>
            <a:off x="4121150" y="2571750"/>
            <a:ext cx="400050" cy="78898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sp>
        <p:nvSpPr>
          <p:cNvPr id="1614" name="Google Shape;1614;p75"/>
          <p:cNvSpPr txBox="1"/>
          <p:nvPr/>
        </p:nvSpPr>
        <p:spPr>
          <a:xfrm>
            <a:off x="4870450" y="2571750"/>
            <a:ext cx="400050" cy="78898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sp>
        <p:nvSpPr>
          <p:cNvPr id="1615" name="Google Shape;1615;p75"/>
          <p:cNvSpPr txBox="1"/>
          <p:nvPr/>
        </p:nvSpPr>
        <p:spPr>
          <a:xfrm>
            <a:off x="5618163" y="2571750"/>
            <a:ext cx="400050" cy="78898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sp>
        <p:nvSpPr>
          <p:cNvPr id="1616" name="Google Shape;1616;p75"/>
          <p:cNvSpPr txBox="1"/>
          <p:nvPr/>
        </p:nvSpPr>
        <p:spPr>
          <a:xfrm>
            <a:off x="6861175" y="2571750"/>
            <a:ext cx="514350" cy="78898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sp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sp>
        <p:nvSpPr>
          <p:cNvPr id="1617" name="Google Shape;1617;p75"/>
          <p:cNvSpPr txBox="1"/>
          <p:nvPr/>
        </p:nvSpPr>
        <p:spPr>
          <a:xfrm>
            <a:off x="7667625" y="2571750"/>
            <a:ext cx="400050" cy="78898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8</a:t>
            </a:r>
            <a:endParaRPr b="0" i="0" sz="1400" u="none" cap="none" strike="noStrike">
              <a:solidFill>
                <a:srgbClr val="000000"/>
              </a:solidFill>
              <a:latin typeface="Arial"/>
              <a:ea typeface="Arial"/>
              <a:cs typeface="Arial"/>
              <a:sym typeface="Arial"/>
            </a:endParaRPr>
          </a:p>
        </p:txBody>
      </p:sp>
      <p:cxnSp>
        <p:nvCxnSpPr>
          <p:cNvPr id="1618" name="Google Shape;1618;p75"/>
          <p:cNvCxnSpPr/>
          <p:nvPr/>
        </p:nvCxnSpPr>
        <p:spPr>
          <a:xfrm flipH="1" rot="-2537517">
            <a:off x="6572250" y="3082925"/>
            <a:ext cx="133350" cy="333375"/>
          </a:xfrm>
          <a:prstGeom prst="straightConnector1">
            <a:avLst/>
          </a:prstGeom>
          <a:noFill/>
          <a:ln cap="flat" cmpd="sng" w="9525">
            <a:solidFill>
              <a:schemeClr val="dk1"/>
            </a:solidFill>
            <a:prstDash val="solid"/>
            <a:round/>
            <a:headEnd len="sm" w="sm" type="none"/>
            <a:tailEnd len="med" w="med" type="triangle"/>
          </a:ln>
        </p:spPr>
      </p:cxnSp>
      <p:sp>
        <p:nvSpPr>
          <p:cNvPr id="1619" name="Google Shape;1619;p75"/>
          <p:cNvSpPr txBox="1"/>
          <p:nvPr/>
        </p:nvSpPr>
        <p:spPr>
          <a:xfrm>
            <a:off x="6229350" y="2563813"/>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3399"/>
              </a:solidFill>
              <a:latin typeface="Times New Roman"/>
              <a:ea typeface="Times New Roman"/>
              <a:cs typeface="Times New Roman"/>
              <a:sym typeface="Times New Roman"/>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cxnSp>
        <p:nvCxnSpPr>
          <p:cNvPr id="1620" name="Google Shape;1620;p75"/>
          <p:cNvCxnSpPr/>
          <p:nvPr/>
        </p:nvCxnSpPr>
        <p:spPr>
          <a:xfrm>
            <a:off x="6443663" y="2009775"/>
            <a:ext cx="0" cy="552450"/>
          </a:xfrm>
          <a:prstGeom prst="straightConnector1">
            <a:avLst/>
          </a:prstGeom>
          <a:noFill/>
          <a:ln cap="flat" cmpd="sng" w="9525">
            <a:solidFill>
              <a:schemeClr val="dk1"/>
            </a:solidFill>
            <a:prstDash val="solid"/>
            <a:round/>
            <a:headEnd len="sm" w="sm" type="none"/>
            <a:tailEnd len="med" w="med" type="triangle"/>
          </a:ln>
        </p:spPr>
      </p:cxn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8" name="Shape 1628"/>
        <p:cNvGrpSpPr/>
        <p:nvPr/>
      </p:nvGrpSpPr>
      <p:grpSpPr>
        <a:xfrm>
          <a:off x="0" y="0"/>
          <a:ext cx="0" cy="0"/>
          <a:chOff x="0" y="0"/>
          <a:chExt cx="0" cy="0"/>
        </a:xfrm>
      </p:grpSpPr>
      <p:sp>
        <p:nvSpPr>
          <p:cNvPr id="1629" name="Google Shape;1629;p76"/>
          <p:cNvSpPr txBox="1"/>
          <p:nvPr>
            <p:ph type="title"/>
          </p:nvPr>
        </p:nvSpPr>
        <p:spPr>
          <a:xfrm>
            <a:off x="696913" y="592138"/>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Building a Tree</a:t>
            </a:r>
            <a:endParaRPr/>
          </a:p>
        </p:txBody>
      </p:sp>
      <p:sp>
        <p:nvSpPr>
          <p:cNvPr id="1630" name="Google Shape;1630;p76"/>
          <p:cNvSpPr/>
          <p:nvPr/>
        </p:nvSpPr>
        <p:spPr>
          <a:xfrm>
            <a:off x="152400" y="1790700"/>
            <a:ext cx="6724650" cy="438150"/>
          </a:xfrm>
          <a:prstGeom prst="rect">
            <a:avLst/>
          </a:prstGeom>
          <a:solidFill>
            <a:schemeClr val="lt1"/>
          </a:solidFill>
          <a:ln cap="flat" cmpd="sng" w="952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cxnSp>
        <p:nvCxnSpPr>
          <p:cNvPr id="1631" name="Google Shape;1631;p76"/>
          <p:cNvCxnSpPr/>
          <p:nvPr/>
        </p:nvCxnSpPr>
        <p:spPr>
          <a:xfrm>
            <a:off x="876300" y="1790700"/>
            <a:ext cx="0" cy="438150"/>
          </a:xfrm>
          <a:prstGeom prst="straightConnector1">
            <a:avLst/>
          </a:prstGeom>
          <a:noFill/>
          <a:ln cap="flat" cmpd="sng" w="9525">
            <a:solidFill>
              <a:srgbClr val="FF0000"/>
            </a:solidFill>
            <a:prstDash val="solid"/>
            <a:round/>
            <a:headEnd len="sm" w="sm" type="none"/>
            <a:tailEnd len="sm" w="sm" type="none"/>
          </a:ln>
        </p:spPr>
      </p:cxnSp>
      <p:cxnSp>
        <p:nvCxnSpPr>
          <p:cNvPr id="1632" name="Google Shape;1632;p76"/>
          <p:cNvCxnSpPr/>
          <p:nvPr/>
        </p:nvCxnSpPr>
        <p:spPr>
          <a:xfrm>
            <a:off x="1614488" y="1790700"/>
            <a:ext cx="0" cy="438150"/>
          </a:xfrm>
          <a:prstGeom prst="straightConnector1">
            <a:avLst/>
          </a:prstGeom>
          <a:noFill/>
          <a:ln cap="flat" cmpd="sng" w="9525">
            <a:solidFill>
              <a:srgbClr val="FF0000"/>
            </a:solidFill>
            <a:prstDash val="solid"/>
            <a:round/>
            <a:headEnd len="sm" w="sm" type="none"/>
            <a:tailEnd len="sm" w="sm" type="none"/>
          </a:ln>
        </p:spPr>
      </p:cxnSp>
      <p:cxnSp>
        <p:nvCxnSpPr>
          <p:cNvPr id="1633" name="Google Shape;1633;p76"/>
          <p:cNvCxnSpPr/>
          <p:nvPr/>
        </p:nvCxnSpPr>
        <p:spPr>
          <a:xfrm>
            <a:off x="2354263" y="1790700"/>
            <a:ext cx="0" cy="438150"/>
          </a:xfrm>
          <a:prstGeom prst="straightConnector1">
            <a:avLst/>
          </a:prstGeom>
          <a:noFill/>
          <a:ln cap="flat" cmpd="sng" w="9525">
            <a:solidFill>
              <a:srgbClr val="FF0000"/>
            </a:solidFill>
            <a:prstDash val="solid"/>
            <a:round/>
            <a:headEnd len="sm" w="sm" type="none"/>
            <a:tailEnd len="sm" w="sm" type="none"/>
          </a:ln>
        </p:spPr>
      </p:cxnSp>
      <p:cxnSp>
        <p:nvCxnSpPr>
          <p:cNvPr id="1634" name="Google Shape;1634;p76"/>
          <p:cNvCxnSpPr/>
          <p:nvPr/>
        </p:nvCxnSpPr>
        <p:spPr>
          <a:xfrm>
            <a:off x="3092450" y="1790700"/>
            <a:ext cx="0" cy="438150"/>
          </a:xfrm>
          <a:prstGeom prst="straightConnector1">
            <a:avLst/>
          </a:prstGeom>
          <a:noFill/>
          <a:ln cap="flat" cmpd="sng" w="9525">
            <a:solidFill>
              <a:srgbClr val="FF0000"/>
            </a:solidFill>
            <a:prstDash val="solid"/>
            <a:round/>
            <a:headEnd len="sm" w="sm" type="none"/>
            <a:tailEnd len="sm" w="sm" type="none"/>
          </a:ln>
        </p:spPr>
      </p:cxnSp>
      <p:cxnSp>
        <p:nvCxnSpPr>
          <p:cNvPr id="1635" name="Google Shape;1635;p76"/>
          <p:cNvCxnSpPr/>
          <p:nvPr/>
        </p:nvCxnSpPr>
        <p:spPr>
          <a:xfrm>
            <a:off x="3832225" y="1790700"/>
            <a:ext cx="0" cy="438150"/>
          </a:xfrm>
          <a:prstGeom prst="straightConnector1">
            <a:avLst/>
          </a:prstGeom>
          <a:noFill/>
          <a:ln cap="flat" cmpd="sng" w="9525">
            <a:solidFill>
              <a:srgbClr val="FF0000"/>
            </a:solidFill>
            <a:prstDash val="solid"/>
            <a:round/>
            <a:headEnd len="sm" w="sm" type="none"/>
            <a:tailEnd len="sm" w="sm" type="none"/>
          </a:ln>
        </p:spPr>
      </p:cxnSp>
      <p:cxnSp>
        <p:nvCxnSpPr>
          <p:cNvPr id="1636" name="Google Shape;1636;p76"/>
          <p:cNvCxnSpPr/>
          <p:nvPr/>
        </p:nvCxnSpPr>
        <p:spPr>
          <a:xfrm>
            <a:off x="4572000" y="1790700"/>
            <a:ext cx="0" cy="438150"/>
          </a:xfrm>
          <a:prstGeom prst="straightConnector1">
            <a:avLst/>
          </a:prstGeom>
          <a:noFill/>
          <a:ln cap="flat" cmpd="sng" w="9525">
            <a:solidFill>
              <a:srgbClr val="FF0000"/>
            </a:solidFill>
            <a:prstDash val="solid"/>
            <a:round/>
            <a:headEnd len="sm" w="sm" type="none"/>
            <a:tailEnd len="sm" w="sm" type="none"/>
          </a:ln>
        </p:spPr>
      </p:cxnSp>
      <p:cxnSp>
        <p:nvCxnSpPr>
          <p:cNvPr id="1637" name="Google Shape;1637;p76"/>
          <p:cNvCxnSpPr/>
          <p:nvPr/>
        </p:nvCxnSpPr>
        <p:spPr>
          <a:xfrm>
            <a:off x="5310188" y="1790700"/>
            <a:ext cx="0" cy="438150"/>
          </a:xfrm>
          <a:prstGeom prst="straightConnector1">
            <a:avLst/>
          </a:prstGeom>
          <a:noFill/>
          <a:ln cap="flat" cmpd="sng" w="9525">
            <a:solidFill>
              <a:srgbClr val="FF0000"/>
            </a:solidFill>
            <a:prstDash val="solid"/>
            <a:round/>
            <a:headEnd len="sm" w="sm" type="none"/>
            <a:tailEnd len="sm" w="sm" type="none"/>
          </a:ln>
        </p:spPr>
      </p:cxnSp>
      <p:cxnSp>
        <p:nvCxnSpPr>
          <p:cNvPr id="1638" name="Google Shape;1638;p76"/>
          <p:cNvCxnSpPr/>
          <p:nvPr/>
        </p:nvCxnSpPr>
        <p:spPr>
          <a:xfrm>
            <a:off x="6049963" y="1790700"/>
            <a:ext cx="0" cy="438150"/>
          </a:xfrm>
          <a:prstGeom prst="straightConnector1">
            <a:avLst/>
          </a:prstGeom>
          <a:noFill/>
          <a:ln cap="flat" cmpd="sng" w="9525">
            <a:solidFill>
              <a:srgbClr val="FF0000"/>
            </a:solidFill>
            <a:prstDash val="solid"/>
            <a:round/>
            <a:headEnd len="sm" w="sm" type="none"/>
            <a:tailEnd len="sm" w="sm" type="none"/>
          </a:ln>
        </p:spPr>
      </p:cxnSp>
      <p:cxnSp>
        <p:nvCxnSpPr>
          <p:cNvPr id="1639" name="Google Shape;1639;p76"/>
          <p:cNvCxnSpPr/>
          <p:nvPr/>
        </p:nvCxnSpPr>
        <p:spPr>
          <a:xfrm>
            <a:off x="574675" y="2009775"/>
            <a:ext cx="0" cy="552450"/>
          </a:xfrm>
          <a:prstGeom prst="straightConnector1">
            <a:avLst/>
          </a:prstGeom>
          <a:noFill/>
          <a:ln cap="flat" cmpd="sng" w="9525">
            <a:solidFill>
              <a:schemeClr val="dk1"/>
            </a:solidFill>
            <a:prstDash val="solid"/>
            <a:round/>
            <a:headEnd len="sm" w="sm" type="none"/>
            <a:tailEnd len="med" w="med" type="triangle"/>
          </a:ln>
        </p:spPr>
      </p:cxnSp>
      <p:cxnSp>
        <p:nvCxnSpPr>
          <p:cNvPr id="1640" name="Google Shape;1640;p76"/>
          <p:cNvCxnSpPr/>
          <p:nvPr/>
        </p:nvCxnSpPr>
        <p:spPr>
          <a:xfrm>
            <a:off x="1320800" y="2009775"/>
            <a:ext cx="0" cy="552450"/>
          </a:xfrm>
          <a:prstGeom prst="straightConnector1">
            <a:avLst/>
          </a:prstGeom>
          <a:noFill/>
          <a:ln cap="flat" cmpd="sng" w="9525">
            <a:solidFill>
              <a:schemeClr val="dk1"/>
            </a:solidFill>
            <a:prstDash val="solid"/>
            <a:round/>
            <a:headEnd len="sm" w="sm" type="none"/>
            <a:tailEnd len="med" w="med" type="triangle"/>
          </a:ln>
        </p:spPr>
      </p:cxnSp>
      <p:cxnSp>
        <p:nvCxnSpPr>
          <p:cNvPr id="1641" name="Google Shape;1641;p76"/>
          <p:cNvCxnSpPr/>
          <p:nvPr/>
        </p:nvCxnSpPr>
        <p:spPr>
          <a:xfrm>
            <a:off x="2068513" y="2009775"/>
            <a:ext cx="0" cy="552450"/>
          </a:xfrm>
          <a:prstGeom prst="straightConnector1">
            <a:avLst/>
          </a:prstGeom>
          <a:noFill/>
          <a:ln cap="flat" cmpd="sng" w="9525">
            <a:solidFill>
              <a:schemeClr val="dk1"/>
            </a:solidFill>
            <a:prstDash val="solid"/>
            <a:round/>
            <a:headEnd len="sm" w="sm" type="none"/>
            <a:tailEnd len="med" w="med" type="triangle"/>
          </a:ln>
        </p:spPr>
      </p:cxnSp>
      <p:cxnSp>
        <p:nvCxnSpPr>
          <p:cNvPr id="1642" name="Google Shape;1642;p76"/>
          <p:cNvCxnSpPr/>
          <p:nvPr/>
        </p:nvCxnSpPr>
        <p:spPr>
          <a:xfrm>
            <a:off x="2814638" y="2009775"/>
            <a:ext cx="0" cy="552450"/>
          </a:xfrm>
          <a:prstGeom prst="straightConnector1">
            <a:avLst/>
          </a:prstGeom>
          <a:noFill/>
          <a:ln cap="flat" cmpd="sng" w="9525">
            <a:solidFill>
              <a:schemeClr val="dk1"/>
            </a:solidFill>
            <a:prstDash val="solid"/>
            <a:round/>
            <a:headEnd len="sm" w="sm" type="none"/>
            <a:tailEnd len="med" w="med" type="triangle"/>
          </a:ln>
        </p:spPr>
      </p:cxnSp>
      <p:cxnSp>
        <p:nvCxnSpPr>
          <p:cNvPr id="1643" name="Google Shape;1643;p76"/>
          <p:cNvCxnSpPr/>
          <p:nvPr/>
        </p:nvCxnSpPr>
        <p:spPr>
          <a:xfrm>
            <a:off x="3560763" y="2009775"/>
            <a:ext cx="0" cy="552450"/>
          </a:xfrm>
          <a:prstGeom prst="straightConnector1">
            <a:avLst/>
          </a:prstGeom>
          <a:noFill/>
          <a:ln cap="flat" cmpd="sng" w="9525">
            <a:solidFill>
              <a:schemeClr val="dk1"/>
            </a:solidFill>
            <a:prstDash val="solid"/>
            <a:round/>
            <a:headEnd len="sm" w="sm" type="none"/>
            <a:tailEnd len="med" w="med" type="triangle"/>
          </a:ln>
        </p:spPr>
      </p:cxnSp>
      <p:cxnSp>
        <p:nvCxnSpPr>
          <p:cNvPr id="1644" name="Google Shape;1644;p76"/>
          <p:cNvCxnSpPr/>
          <p:nvPr/>
        </p:nvCxnSpPr>
        <p:spPr>
          <a:xfrm>
            <a:off x="4306888" y="2009775"/>
            <a:ext cx="0" cy="552450"/>
          </a:xfrm>
          <a:prstGeom prst="straightConnector1">
            <a:avLst/>
          </a:prstGeom>
          <a:noFill/>
          <a:ln cap="flat" cmpd="sng" w="9525">
            <a:solidFill>
              <a:schemeClr val="dk1"/>
            </a:solidFill>
            <a:prstDash val="solid"/>
            <a:round/>
            <a:headEnd len="sm" w="sm" type="none"/>
            <a:tailEnd len="med" w="med" type="triangle"/>
          </a:ln>
        </p:spPr>
      </p:cxnSp>
      <p:cxnSp>
        <p:nvCxnSpPr>
          <p:cNvPr id="1645" name="Google Shape;1645;p76"/>
          <p:cNvCxnSpPr/>
          <p:nvPr/>
        </p:nvCxnSpPr>
        <p:spPr>
          <a:xfrm>
            <a:off x="5624513" y="2009775"/>
            <a:ext cx="0" cy="552450"/>
          </a:xfrm>
          <a:prstGeom prst="straightConnector1">
            <a:avLst/>
          </a:prstGeom>
          <a:noFill/>
          <a:ln cap="flat" cmpd="sng" w="9525">
            <a:solidFill>
              <a:schemeClr val="dk1"/>
            </a:solidFill>
            <a:prstDash val="solid"/>
            <a:round/>
            <a:headEnd len="sm" w="sm" type="none"/>
            <a:tailEnd len="med" w="med" type="triangle"/>
          </a:ln>
        </p:spPr>
      </p:cxnSp>
      <p:cxnSp>
        <p:nvCxnSpPr>
          <p:cNvPr id="1646" name="Google Shape;1646;p76"/>
          <p:cNvCxnSpPr/>
          <p:nvPr/>
        </p:nvCxnSpPr>
        <p:spPr>
          <a:xfrm>
            <a:off x="6353175" y="2009775"/>
            <a:ext cx="0" cy="552450"/>
          </a:xfrm>
          <a:prstGeom prst="straightConnector1">
            <a:avLst/>
          </a:prstGeom>
          <a:noFill/>
          <a:ln cap="flat" cmpd="sng" w="9525">
            <a:solidFill>
              <a:schemeClr val="dk1"/>
            </a:solidFill>
            <a:prstDash val="solid"/>
            <a:round/>
            <a:headEnd len="sm" w="sm" type="none"/>
            <a:tailEnd len="med" w="med" type="triangle"/>
          </a:ln>
        </p:spPr>
      </p:cxnSp>
      <p:cxnSp>
        <p:nvCxnSpPr>
          <p:cNvPr id="1647" name="Google Shape;1647;p76"/>
          <p:cNvCxnSpPr/>
          <p:nvPr/>
        </p:nvCxnSpPr>
        <p:spPr>
          <a:xfrm rot="2537517">
            <a:off x="4684713" y="3079750"/>
            <a:ext cx="111125" cy="352425"/>
          </a:xfrm>
          <a:prstGeom prst="straightConnector1">
            <a:avLst/>
          </a:prstGeom>
          <a:noFill/>
          <a:ln cap="flat" cmpd="sng" w="9525">
            <a:solidFill>
              <a:schemeClr val="dk1"/>
            </a:solidFill>
            <a:prstDash val="solid"/>
            <a:round/>
            <a:headEnd len="sm" w="sm" type="none"/>
            <a:tailEnd len="med" w="med" type="triangle"/>
          </a:ln>
        </p:spPr>
      </p:cxnSp>
      <p:sp>
        <p:nvSpPr>
          <p:cNvPr id="1648" name="Google Shape;1648;p76"/>
          <p:cNvSpPr txBox="1"/>
          <p:nvPr/>
        </p:nvSpPr>
        <p:spPr>
          <a:xfrm>
            <a:off x="4419600" y="3421063"/>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E</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1649" name="Google Shape;1649;p76"/>
          <p:cNvSpPr txBox="1"/>
          <p:nvPr/>
        </p:nvSpPr>
        <p:spPr>
          <a:xfrm>
            <a:off x="4957763" y="3421063"/>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i</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1650" name="Google Shape;1650;p76"/>
          <p:cNvSpPr txBox="1"/>
          <p:nvPr/>
        </p:nvSpPr>
        <p:spPr>
          <a:xfrm>
            <a:off x="373063" y="2552700"/>
            <a:ext cx="400050" cy="78898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1400" u="none" cap="none" strike="noStrike">
              <a:solidFill>
                <a:srgbClr val="000000"/>
              </a:solidFill>
              <a:latin typeface="Arial"/>
              <a:ea typeface="Arial"/>
              <a:cs typeface="Arial"/>
              <a:sym typeface="Arial"/>
            </a:endParaRPr>
          </a:p>
        </p:txBody>
      </p:sp>
      <p:sp>
        <p:nvSpPr>
          <p:cNvPr id="1651" name="Google Shape;1651;p76"/>
          <p:cNvSpPr txBox="1"/>
          <p:nvPr/>
        </p:nvSpPr>
        <p:spPr>
          <a:xfrm>
            <a:off x="1120775" y="2552700"/>
            <a:ext cx="400050" cy="78898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1400" u="none" cap="none" strike="noStrike">
              <a:solidFill>
                <a:srgbClr val="000000"/>
              </a:solidFill>
              <a:latin typeface="Arial"/>
              <a:ea typeface="Arial"/>
              <a:cs typeface="Arial"/>
              <a:sym typeface="Arial"/>
            </a:endParaRPr>
          </a:p>
        </p:txBody>
      </p:sp>
      <p:sp>
        <p:nvSpPr>
          <p:cNvPr id="1652" name="Google Shape;1652;p76"/>
          <p:cNvSpPr txBox="1"/>
          <p:nvPr/>
        </p:nvSpPr>
        <p:spPr>
          <a:xfrm>
            <a:off x="1868488" y="2552700"/>
            <a:ext cx="400050" cy="78898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sp>
        <p:nvSpPr>
          <p:cNvPr id="1653" name="Google Shape;1653;p76"/>
          <p:cNvSpPr txBox="1"/>
          <p:nvPr/>
        </p:nvSpPr>
        <p:spPr>
          <a:xfrm>
            <a:off x="2616200" y="2552700"/>
            <a:ext cx="400050" cy="78898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sp>
        <p:nvSpPr>
          <p:cNvPr id="1654" name="Google Shape;1654;p76"/>
          <p:cNvSpPr txBox="1"/>
          <p:nvPr/>
        </p:nvSpPr>
        <p:spPr>
          <a:xfrm>
            <a:off x="3365500" y="2552700"/>
            <a:ext cx="400050" cy="78898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sp>
        <p:nvSpPr>
          <p:cNvPr id="1655" name="Google Shape;1655;p76"/>
          <p:cNvSpPr txBox="1"/>
          <p:nvPr/>
        </p:nvSpPr>
        <p:spPr>
          <a:xfrm>
            <a:off x="4113213" y="2552700"/>
            <a:ext cx="400050" cy="78898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sp>
        <p:nvSpPr>
          <p:cNvPr id="1656" name="Google Shape;1656;p76"/>
          <p:cNvSpPr txBox="1"/>
          <p:nvPr/>
        </p:nvSpPr>
        <p:spPr>
          <a:xfrm>
            <a:off x="5356225" y="2552700"/>
            <a:ext cx="514350" cy="78898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sp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sp>
        <p:nvSpPr>
          <p:cNvPr id="1657" name="Google Shape;1657;p76"/>
          <p:cNvSpPr txBox="1"/>
          <p:nvPr/>
        </p:nvSpPr>
        <p:spPr>
          <a:xfrm>
            <a:off x="6162675" y="2552700"/>
            <a:ext cx="400050" cy="78898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8</a:t>
            </a:r>
            <a:endParaRPr b="0" i="0" sz="1400" u="none" cap="none" strike="noStrike">
              <a:solidFill>
                <a:srgbClr val="000000"/>
              </a:solidFill>
              <a:latin typeface="Arial"/>
              <a:ea typeface="Arial"/>
              <a:cs typeface="Arial"/>
              <a:sym typeface="Arial"/>
            </a:endParaRPr>
          </a:p>
        </p:txBody>
      </p:sp>
      <p:cxnSp>
        <p:nvCxnSpPr>
          <p:cNvPr id="1658" name="Google Shape;1658;p76"/>
          <p:cNvCxnSpPr/>
          <p:nvPr/>
        </p:nvCxnSpPr>
        <p:spPr>
          <a:xfrm flipH="1" rot="-2537517">
            <a:off x="5029200" y="3082925"/>
            <a:ext cx="133350" cy="333375"/>
          </a:xfrm>
          <a:prstGeom prst="straightConnector1">
            <a:avLst/>
          </a:prstGeom>
          <a:noFill/>
          <a:ln cap="flat" cmpd="sng" w="9525">
            <a:solidFill>
              <a:schemeClr val="dk1"/>
            </a:solidFill>
            <a:prstDash val="solid"/>
            <a:round/>
            <a:headEnd len="sm" w="sm" type="none"/>
            <a:tailEnd len="med" w="med" type="triangle"/>
          </a:ln>
        </p:spPr>
      </p:cxnSp>
      <p:sp>
        <p:nvSpPr>
          <p:cNvPr id="1659" name="Google Shape;1659;p76"/>
          <p:cNvSpPr txBox="1"/>
          <p:nvPr/>
        </p:nvSpPr>
        <p:spPr>
          <a:xfrm>
            <a:off x="4724400" y="2544763"/>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3399"/>
              </a:solidFill>
              <a:latin typeface="Times New Roman"/>
              <a:ea typeface="Times New Roman"/>
              <a:cs typeface="Times New Roman"/>
              <a:sym typeface="Times New Roman"/>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cxnSp>
        <p:nvCxnSpPr>
          <p:cNvPr id="1660" name="Google Shape;1660;p76"/>
          <p:cNvCxnSpPr/>
          <p:nvPr/>
        </p:nvCxnSpPr>
        <p:spPr>
          <a:xfrm>
            <a:off x="4938713" y="1990725"/>
            <a:ext cx="0" cy="552450"/>
          </a:xfrm>
          <a:prstGeom prst="straightConnector1">
            <a:avLst/>
          </a:prstGeom>
          <a:noFill/>
          <a:ln cap="flat" cmpd="sng" w="9525">
            <a:solidFill>
              <a:schemeClr val="dk1"/>
            </a:solidFill>
            <a:prstDash val="solid"/>
            <a:round/>
            <a:headEnd len="sm" w="sm" type="none"/>
            <a:tailEnd len="med" w="med" type="triangle"/>
          </a:ln>
        </p:spPr>
      </p:cxnSp>
      <p:cxnSp>
        <p:nvCxnSpPr>
          <p:cNvPr id="1661" name="Google Shape;1661;p76"/>
          <p:cNvCxnSpPr/>
          <p:nvPr/>
        </p:nvCxnSpPr>
        <p:spPr>
          <a:xfrm rot="2537517">
            <a:off x="4410075" y="4887913"/>
            <a:ext cx="125413" cy="312737"/>
          </a:xfrm>
          <a:prstGeom prst="straightConnector1">
            <a:avLst/>
          </a:prstGeom>
          <a:noFill/>
          <a:ln cap="flat" cmpd="sng" w="9525">
            <a:solidFill>
              <a:schemeClr val="dk1"/>
            </a:solidFill>
            <a:prstDash val="solid"/>
            <a:round/>
            <a:headEnd len="sm" w="sm" type="none"/>
            <a:tailEnd len="med" w="med" type="triangle"/>
          </a:ln>
        </p:spPr>
      </p:cxnSp>
      <p:sp>
        <p:nvSpPr>
          <p:cNvPr id="1662" name="Google Shape;1662;p76"/>
          <p:cNvSpPr txBox="1"/>
          <p:nvPr/>
        </p:nvSpPr>
        <p:spPr>
          <a:xfrm>
            <a:off x="4181475" y="5181600"/>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y</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1663" name="Google Shape;1663;p76"/>
          <p:cNvSpPr txBox="1"/>
          <p:nvPr/>
        </p:nvSpPr>
        <p:spPr>
          <a:xfrm>
            <a:off x="4652963" y="5210175"/>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l</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1664" name="Google Shape;1664;p76"/>
          <p:cNvSpPr txBox="1"/>
          <p:nvPr/>
        </p:nvSpPr>
        <p:spPr>
          <a:xfrm>
            <a:off x="4457700" y="4400550"/>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3399"/>
              </a:solidFill>
              <a:latin typeface="Times New Roman"/>
              <a:ea typeface="Times New Roman"/>
              <a:cs typeface="Times New Roman"/>
              <a:sym typeface="Times New Roman"/>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cxnSp>
        <p:nvCxnSpPr>
          <p:cNvPr id="1665" name="Google Shape;1665;p76"/>
          <p:cNvCxnSpPr/>
          <p:nvPr/>
        </p:nvCxnSpPr>
        <p:spPr>
          <a:xfrm flipH="1" rot="-2537517">
            <a:off x="4733925" y="4897438"/>
            <a:ext cx="125413" cy="312737"/>
          </a:xfrm>
          <a:prstGeom prst="straightConnector1">
            <a:avLst/>
          </a:prstGeom>
          <a:noFill/>
          <a:ln cap="flat" cmpd="sng" w="9525">
            <a:solidFill>
              <a:schemeClr val="dk1"/>
            </a:solidFill>
            <a:prstDash val="solid"/>
            <a:round/>
            <a:headEnd len="sm" w="sm" type="none"/>
            <a:tailEnd len="med" w="med" type="triangle"/>
          </a:ln>
        </p:spPr>
      </p:cxn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3" name="Shape 1673"/>
        <p:cNvGrpSpPr/>
        <p:nvPr/>
      </p:nvGrpSpPr>
      <p:grpSpPr>
        <a:xfrm>
          <a:off x="0" y="0"/>
          <a:ext cx="0" cy="0"/>
          <a:chOff x="0" y="0"/>
          <a:chExt cx="0" cy="0"/>
        </a:xfrm>
      </p:grpSpPr>
      <p:sp>
        <p:nvSpPr>
          <p:cNvPr id="1674" name="Google Shape;1674;p77"/>
          <p:cNvSpPr txBox="1"/>
          <p:nvPr>
            <p:ph type="title"/>
          </p:nvPr>
        </p:nvSpPr>
        <p:spPr>
          <a:xfrm>
            <a:off x="696913" y="592138"/>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Building a Tree</a:t>
            </a:r>
            <a:endParaRPr/>
          </a:p>
        </p:txBody>
      </p:sp>
      <p:sp>
        <p:nvSpPr>
          <p:cNvPr id="1675" name="Google Shape;1675;p77"/>
          <p:cNvSpPr/>
          <p:nvPr/>
        </p:nvSpPr>
        <p:spPr>
          <a:xfrm>
            <a:off x="152400" y="1790700"/>
            <a:ext cx="8115300" cy="438150"/>
          </a:xfrm>
          <a:prstGeom prst="rect">
            <a:avLst/>
          </a:prstGeom>
          <a:solidFill>
            <a:schemeClr val="lt1"/>
          </a:solidFill>
          <a:ln cap="flat" cmpd="sng" w="952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cxnSp>
        <p:nvCxnSpPr>
          <p:cNvPr id="1676" name="Google Shape;1676;p77"/>
          <p:cNvCxnSpPr/>
          <p:nvPr/>
        </p:nvCxnSpPr>
        <p:spPr>
          <a:xfrm>
            <a:off x="876300" y="1790700"/>
            <a:ext cx="0" cy="438150"/>
          </a:xfrm>
          <a:prstGeom prst="straightConnector1">
            <a:avLst/>
          </a:prstGeom>
          <a:noFill/>
          <a:ln cap="flat" cmpd="sng" w="9525">
            <a:solidFill>
              <a:srgbClr val="FF0000"/>
            </a:solidFill>
            <a:prstDash val="solid"/>
            <a:round/>
            <a:headEnd len="sm" w="sm" type="none"/>
            <a:tailEnd len="sm" w="sm" type="none"/>
          </a:ln>
        </p:spPr>
      </p:cxnSp>
      <p:cxnSp>
        <p:nvCxnSpPr>
          <p:cNvPr id="1677" name="Google Shape;1677;p77"/>
          <p:cNvCxnSpPr/>
          <p:nvPr/>
        </p:nvCxnSpPr>
        <p:spPr>
          <a:xfrm>
            <a:off x="1614488" y="1790700"/>
            <a:ext cx="0" cy="438150"/>
          </a:xfrm>
          <a:prstGeom prst="straightConnector1">
            <a:avLst/>
          </a:prstGeom>
          <a:noFill/>
          <a:ln cap="flat" cmpd="sng" w="9525">
            <a:solidFill>
              <a:srgbClr val="FF0000"/>
            </a:solidFill>
            <a:prstDash val="solid"/>
            <a:round/>
            <a:headEnd len="sm" w="sm" type="none"/>
            <a:tailEnd len="sm" w="sm" type="none"/>
          </a:ln>
        </p:spPr>
      </p:cxnSp>
      <p:cxnSp>
        <p:nvCxnSpPr>
          <p:cNvPr id="1678" name="Google Shape;1678;p77"/>
          <p:cNvCxnSpPr/>
          <p:nvPr/>
        </p:nvCxnSpPr>
        <p:spPr>
          <a:xfrm>
            <a:off x="2354263" y="1790700"/>
            <a:ext cx="0" cy="438150"/>
          </a:xfrm>
          <a:prstGeom prst="straightConnector1">
            <a:avLst/>
          </a:prstGeom>
          <a:noFill/>
          <a:ln cap="flat" cmpd="sng" w="9525">
            <a:solidFill>
              <a:srgbClr val="FF0000"/>
            </a:solidFill>
            <a:prstDash val="solid"/>
            <a:round/>
            <a:headEnd len="sm" w="sm" type="none"/>
            <a:tailEnd len="sm" w="sm" type="none"/>
          </a:ln>
        </p:spPr>
      </p:cxnSp>
      <p:cxnSp>
        <p:nvCxnSpPr>
          <p:cNvPr id="1679" name="Google Shape;1679;p77"/>
          <p:cNvCxnSpPr/>
          <p:nvPr/>
        </p:nvCxnSpPr>
        <p:spPr>
          <a:xfrm>
            <a:off x="3092450" y="1790700"/>
            <a:ext cx="0" cy="438150"/>
          </a:xfrm>
          <a:prstGeom prst="straightConnector1">
            <a:avLst/>
          </a:prstGeom>
          <a:noFill/>
          <a:ln cap="flat" cmpd="sng" w="9525">
            <a:solidFill>
              <a:srgbClr val="FF0000"/>
            </a:solidFill>
            <a:prstDash val="solid"/>
            <a:round/>
            <a:headEnd len="sm" w="sm" type="none"/>
            <a:tailEnd len="sm" w="sm" type="none"/>
          </a:ln>
        </p:spPr>
      </p:cxnSp>
      <p:cxnSp>
        <p:nvCxnSpPr>
          <p:cNvPr id="1680" name="Google Shape;1680;p77"/>
          <p:cNvCxnSpPr/>
          <p:nvPr/>
        </p:nvCxnSpPr>
        <p:spPr>
          <a:xfrm>
            <a:off x="3832225" y="1790700"/>
            <a:ext cx="0" cy="438150"/>
          </a:xfrm>
          <a:prstGeom prst="straightConnector1">
            <a:avLst/>
          </a:prstGeom>
          <a:noFill/>
          <a:ln cap="flat" cmpd="sng" w="9525">
            <a:solidFill>
              <a:srgbClr val="FF0000"/>
            </a:solidFill>
            <a:prstDash val="solid"/>
            <a:round/>
            <a:headEnd len="sm" w="sm" type="none"/>
            <a:tailEnd len="sm" w="sm" type="none"/>
          </a:ln>
        </p:spPr>
      </p:cxnSp>
      <p:cxnSp>
        <p:nvCxnSpPr>
          <p:cNvPr id="1681" name="Google Shape;1681;p77"/>
          <p:cNvCxnSpPr/>
          <p:nvPr/>
        </p:nvCxnSpPr>
        <p:spPr>
          <a:xfrm>
            <a:off x="4572000" y="1790700"/>
            <a:ext cx="0" cy="438150"/>
          </a:xfrm>
          <a:prstGeom prst="straightConnector1">
            <a:avLst/>
          </a:prstGeom>
          <a:noFill/>
          <a:ln cap="flat" cmpd="sng" w="9525">
            <a:solidFill>
              <a:srgbClr val="FF0000"/>
            </a:solidFill>
            <a:prstDash val="solid"/>
            <a:round/>
            <a:headEnd len="sm" w="sm" type="none"/>
            <a:tailEnd len="sm" w="sm" type="none"/>
          </a:ln>
        </p:spPr>
      </p:cxnSp>
      <p:cxnSp>
        <p:nvCxnSpPr>
          <p:cNvPr id="1682" name="Google Shape;1682;p77"/>
          <p:cNvCxnSpPr/>
          <p:nvPr/>
        </p:nvCxnSpPr>
        <p:spPr>
          <a:xfrm>
            <a:off x="5310188" y="1790700"/>
            <a:ext cx="0" cy="438150"/>
          </a:xfrm>
          <a:prstGeom prst="straightConnector1">
            <a:avLst/>
          </a:prstGeom>
          <a:noFill/>
          <a:ln cap="flat" cmpd="sng" w="9525">
            <a:solidFill>
              <a:srgbClr val="FF0000"/>
            </a:solidFill>
            <a:prstDash val="solid"/>
            <a:round/>
            <a:headEnd len="sm" w="sm" type="none"/>
            <a:tailEnd len="sm" w="sm" type="none"/>
          </a:ln>
        </p:spPr>
      </p:cxnSp>
      <p:cxnSp>
        <p:nvCxnSpPr>
          <p:cNvPr id="1683" name="Google Shape;1683;p77"/>
          <p:cNvCxnSpPr/>
          <p:nvPr/>
        </p:nvCxnSpPr>
        <p:spPr>
          <a:xfrm>
            <a:off x="6049963" y="1790700"/>
            <a:ext cx="0" cy="438150"/>
          </a:xfrm>
          <a:prstGeom prst="straightConnector1">
            <a:avLst/>
          </a:prstGeom>
          <a:noFill/>
          <a:ln cap="flat" cmpd="sng" w="9525">
            <a:solidFill>
              <a:srgbClr val="FF0000"/>
            </a:solidFill>
            <a:prstDash val="solid"/>
            <a:round/>
            <a:headEnd len="sm" w="sm" type="none"/>
            <a:tailEnd len="sm" w="sm" type="none"/>
          </a:ln>
        </p:spPr>
      </p:cxnSp>
      <p:cxnSp>
        <p:nvCxnSpPr>
          <p:cNvPr id="1684" name="Google Shape;1684;p77"/>
          <p:cNvCxnSpPr/>
          <p:nvPr/>
        </p:nvCxnSpPr>
        <p:spPr>
          <a:xfrm>
            <a:off x="7150100" y="1790700"/>
            <a:ext cx="0" cy="438150"/>
          </a:xfrm>
          <a:prstGeom prst="straightConnector1">
            <a:avLst/>
          </a:prstGeom>
          <a:noFill/>
          <a:ln cap="flat" cmpd="sng" w="9525">
            <a:solidFill>
              <a:srgbClr val="FF0000"/>
            </a:solidFill>
            <a:prstDash val="solid"/>
            <a:round/>
            <a:headEnd len="sm" w="sm" type="none"/>
            <a:tailEnd len="sm" w="sm" type="none"/>
          </a:ln>
        </p:spPr>
      </p:cxnSp>
      <p:cxnSp>
        <p:nvCxnSpPr>
          <p:cNvPr id="1685" name="Google Shape;1685;p77"/>
          <p:cNvCxnSpPr/>
          <p:nvPr/>
        </p:nvCxnSpPr>
        <p:spPr>
          <a:xfrm>
            <a:off x="574675" y="2009775"/>
            <a:ext cx="0" cy="552450"/>
          </a:xfrm>
          <a:prstGeom prst="straightConnector1">
            <a:avLst/>
          </a:prstGeom>
          <a:noFill/>
          <a:ln cap="flat" cmpd="sng" w="9525">
            <a:solidFill>
              <a:schemeClr val="dk1"/>
            </a:solidFill>
            <a:prstDash val="solid"/>
            <a:round/>
            <a:headEnd len="sm" w="sm" type="none"/>
            <a:tailEnd len="med" w="med" type="triangle"/>
          </a:ln>
        </p:spPr>
      </p:cxnSp>
      <p:cxnSp>
        <p:nvCxnSpPr>
          <p:cNvPr id="1686" name="Google Shape;1686;p77"/>
          <p:cNvCxnSpPr/>
          <p:nvPr/>
        </p:nvCxnSpPr>
        <p:spPr>
          <a:xfrm>
            <a:off x="1320800" y="2009775"/>
            <a:ext cx="0" cy="552450"/>
          </a:xfrm>
          <a:prstGeom prst="straightConnector1">
            <a:avLst/>
          </a:prstGeom>
          <a:noFill/>
          <a:ln cap="flat" cmpd="sng" w="9525">
            <a:solidFill>
              <a:schemeClr val="dk1"/>
            </a:solidFill>
            <a:prstDash val="solid"/>
            <a:round/>
            <a:headEnd len="sm" w="sm" type="none"/>
            <a:tailEnd len="med" w="med" type="triangle"/>
          </a:ln>
        </p:spPr>
      </p:cxnSp>
      <p:cxnSp>
        <p:nvCxnSpPr>
          <p:cNvPr id="1687" name="Google Shape;1687;p77"/>
          <p:cNvCxnSpPr/>
          <p:nvPr/>
        </p:nvCxnSpPr>
        <p:spPr>
          <a:xfrm>
            <a:off x="2068513" y="2009775"/>
            <a:ext cx="0" cy="552450"/>
          </a:xfrm>
          <a:prstGeom prst="straightConnector1">
            <a:avLst/>
          </a:prstGeom>
          <a:noFill/>
          <a:ln cap="flat" cmpd="sng" w="9525">
            <a:solidFill>
              <a:schemeClr val="dk1"/>
            </a:solidFill>
            <a:prstDash val="solid"/>
            <a:round/>
            <a:headEnd len="sm" w="sm" type="none"/>
            <a:tailEnd len="med" w="med" type="triangle"/>
          </a:ln>
        </p:spPr>
      </p:cxnSp>
      <p:cxnSp>
        <p:nvCxnSpPr>
          <p:cNvPr id="1688" name="Google Shape;1688;p77"/>
          <p:cNvCxnSpPr/>
          <p:nvPr/>
        </p:nvCxnSpPr>
        <p:spPr>
          <a:xfrm>
            <a:off x="2814638" y="2009775"/>
            <a:ext cx="0" cy="552450"/>
          </a:xfrm>
          <a:prstGeom prst="straightConnector1">
            <a:avLst/>
          </a:prstGeom>
          <a:noFill/>
          <a:ln cap="flat" cmpd="sng" w="9525">
            <a:solidFill>
              <a:schemeClr val="dk1"/>
            </a:solidFill>
            <a:prstDash val="solid"/>
            <a:round/>
            <a:headEnd len="sm" w="sm" type="none"/>
            <a:tailEnd len="med" w="med" type="triangle"/>
          </a:ln>
        </p:spPr>
      </p:cxnSp>
      <p:cxnSp>
        <p:nvCxnSpPr>
          <p:cNvPr id="1689" name="Google Shape;1689;p77"/>
          <p:cNvCxnSpPr/>
          <p:nvPr/>
        </p:nvCxnSpPr>
        <p:spPr>
          <a:xfrm>
            <a:off x="3560763" y="2009775"/>
            <a:ext cx="0" cy="552450"/>
          </a:xfrm>
          <a:prstGeom prst="straightConnector1">
            <a:avLst/>
          </a:prstGeom>
          <a:noFill/>
          <a:ln cap="flat" cmpd="sng" w="9525">
            <a:solidFill>
              <a:schemeClr val="dk1"/>
            </a:solidFill>
            <a:prstDash val="solid"/>
            <a:round/>
            <a:headEnd len="sm" w="sm" type="none"/>
            <a:tailEnd len="med" w="med" type="triangle"/>
          </a:ln>
        </p:spPr>
      </p:cxnSp>
      <p:cxnSp>
        <p:nvCxnSpPr>
          <p:cNvPr id="1690" name="Google Shape;1690;p77"/>
          <p:cNvCxnSpPr/>
          <p:nvPr/>
        </p:nvCxnSpPr>
        <p:spPr>
          <a:xfrm>
            <a:off x="4306888" y="2009775"/>
            <a:ext cx="0" cy="552450"/>
          </a:xfrm>
          <a:prstGeom prst="straightConnector1">
            <a:avLst/>
          </a:prstGeom>
          <a:noFill/>
          <a:ln cap="flat" cmpd="sng" w="9525">
            <a:solidFill>
              <a:schemeClr val="dk1"/>
            </a:solidFill>
            <a:prstDash val="solid"/>
            <a:round/>
            <a:headEnd len="sm" w="sm" type="none"/>
            <a:tailEnd len="med" w="med" type="triangle"/>
          </a:ln>
        </p:spPr>
      </p:cxnSp>
      <p:cxnSp>
        <p:nvCxnSpPr>
          <p:cNvPr id="1691" name="Google Shape;1691;p77"/>
          <p:cNvCxnSpPr/>
          <p:nvPr/>
        </p:nvCxnSpPr>
        <p:spPr>
          <a:xfrm>
            <a:off x="7915275" y="2009775"/>
            <a:ext cx="0" cy="552450"/>
          </a:xfrm>
          <a:prstGeom prst="straightConnector1">
            <a:avLst/>
          </a:prstGeom>
          <a:noFill/>
          <a:ln cap="flat" cmpd="sng" w="9525">
            <a:solidFill>
              <a:schemeClr val="dk1"/>
            </a:solidFill>
            <a:prstDash val="solid"/>
            <a:round/>
            <a:headEnd len="sm" w="sm" type="none"/>
            <a:tailEnd len="med" w="med" type="triangle"/>
          </a:ln>
        </p:spPr>
      </p:cxnSp>
      <p:cxnSp>
        <p:nvCxnSpPr>
          <p:cNvPr id="1692" name="Google Shape;1692;p77"/>
          <p:cNvCxnSpPr/>
          <p:nvPr/>
        </p:nvCxnSpPr>
        <p:spPr>
          <a:xfrm rot="2537517">
            <a:off x="4625975" y="2916238"/>
            <a:ext cx="239713" cy="508000"/>
          </a:xfrm>
          <a:prstGeom prst="straightConnector1">
            <a:avLst/>
          </a:prstGeom>
          <a:noFill/>
          <a:ln cap="flat" cmpd="sng" w="9525">
            <a:solidFill>
              <a:schemeClr val="dk1"/>
            </a:solidFill>
            <a:prstDash val="solid"/>
            <a:round/>
            <a:headEnd len="sm" w="sm" type="none"/>
            <a:tailEnd len="med" w="med" type="triangle"/>
          </a:ln>
        </p:spPr>
      </p:cxnSp>
      <p:sp>
        <p:nvSpPr>
          <p:cNvPr id="1693" name="Google Shape;1693;p77"/>
          <p:cNvSpPr txBox="1"/>
          <p:nvPr/>
        </p:nvSpPr>
        <p:spPr>
          <a:xfrm>
            <a:off x="4419600" y="3421063"/>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E</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1694" name="Google Shape;1694;p77"/>
          <p:cNvSpPr txBox="1"/>
          <p:nvPr/>
        </p:nvSpPr>
        <p:spPr>
          <a:xfrm>
            <a:off x="4957763" y="3421063"/>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i</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1695" name="Google Shape;1695;p77"/>
          <p:cNvSpPr txBox="1"/>
          <p:nvPr/>
        </p:nvSpPr>
        <p:spPr>
          <a:xfrm>
            <a:off x="373063" y="2552700"/>
            <a:ext cx="400050" cy="78898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1400" u="none" cap="none" strike="noStrike">
              <a:solidFill>
                <a:srgbClr val="000000"/>
              </a:solidFill>
              <a:latin typeface="Arial"/>
              <a:ea typeface="Arial"/>
              <a:cs typeface="Arial"/>
              <a:sym typeface="Arial"/>
            </a:endParaRPr>
          </a:p>
        </p:txBody>
      </p:sp>
      <p:sp>
        <p:nvSpPr>
          <p:cNvPr id="1696" name="Google Shape;1696;p77"/>
          <p:cNvSpPr txBox="1"/>
          <p:nvPr/>
        </p:nvSpPr>
        <p:spPr>
          <a:xfrm>
            <a:off x="1120775" y="2552700"/>
            <a:ext cx="400050" cy="78898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1400" u="none" cap="none" strike="noStrike">
              <a:solidFill>
                <a:srgbClr val="000000"/>
              </a:solidFill>
              <a:latin typeface="Arial"/>
              <a:ea typeface="Arial"/>
              <a:cs typeface="Arial"/>
              <a:sym typeface="Arial"/>
            </a:endParaRPr>
          </a:p>
        </p:txBody>
      </p:sp>
      <p:sp>
        <p:nvSpPr>
          <p:cNvPr id="1697" name="Google Shape;1697;p77"/>
          <p:cNvSpPr txBox="1"/>
          <p:nvPr/>
        </p:nvSpPr>
        <p:spPr>
          <a:xfrm>
            <a:off x="1868488" y="2552700"/>
            <a:ext cx="400050" cy="78898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sp>
        <p:nvSpPr>
          <p:cNvPr id="1698" name="Google Shape;1698;p77"/>
          <p:cNvSpPr txBox="1"/>
          <p:nvPr/>
        </p:nvSpPr>
        <p:spPr>
          <a:xfrm>
            <a:off x="2616200" y="2552700"/>
            <a:ext cx="400050" cy="78898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sp>
        <p:nvSpPr>
          <p:cNvPr id="1699" name="Google Shape;1699;p77"/>
          <p:cNvSpPr txBox="1"/>
          <p:nvPr/>
        </p:nvSpPr>
        <p:spPr>
          <a:xfrm>
            <a:off x="3365500" y="2552700"/>
            <a:ext cx="400050" cy="78898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sp>
        <p:nvSpPr>
          <p:cNvPr id="1700" name="Google Shape;1700;p77"/>
          <p:cNvSpPr txBox="1"/>
          <p:nvPr/>
        </p:nvSpPr>
        <p:spPr>
          <a:xfrm>
            <a:off x="4113213" y="2552700"/>
            <a:ext cx="400050" cy="78898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sp>
        <p:nvSpPr>
          <p:cNvPr id="1701" name="Google Shape;1701;p77"/>
          <p:cNvSpPr txBox="1"/>
          <p:nvPr/>
        </p:nvSpPr>
        <p:spPr>
          <a:xfrm>
            <a:off x="6651625" y="2552700"/>
            <a:ext cx="514350" cy="78898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sp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sp>
        <p:nvSpPr>
          <p:cNvPr id="1702" name="Google Shape;1702;p77"/>
          <p:cNvSpPr txBox="1"/>
          <p:nvPr/>
        </p:nvSpPr>
        <p:spPr>
          <a:xfrm>
            <a:off x="7724775" y="2552700"/>
            <a:ext cx="400050" cy="78898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8</a:t>
            </a:r>
            <a:endParaRPr b="0" i="0" sz="1400" u="none" cap="none" strike="noStrike">
              <a:solidFill>
                <a:srgbClr val="000000"/>
              </a:solidFill>
              <a:latin typeface="Arial"/>
              <a:ea typeface="Arial"/>
              <a:cs typeface="Arial"/>
              <a:sym typeface="Arial"/>
            </a:endParaRPr>
          </a:p>
        </p:txBody>
      </p:sp>
      <p:cxnSp>
        <p:nvCxnSpPr>
          <p:cNvPr id="1703" name="Google Shape;1703;p77"/>
          <p:cNvCxnSpPr/>
          <p:nvPr/>
        </p:nvCxnSpPr>
        <p:spPr>
          <a:xfrm flipH="1" rot="-2537517">
            <a:off x="4975225" y="2943225"/>
            <a:ext cx="249238" cy="447675"/>
          </a:xfrm>
          <a:prstGeom prst="straightConnector1">
            <a:avLst/>
          </a:prstGeom>
          <a:noFill/>
          <a:ln cap="flat" cmpd="sng" w="9525">
            <a:solidFill>
              <a:schemeClr val="dk1"/>
            </a:solidFill>
            <a:prstDash val="solid"/>
            <a:round/>
            <a:headEnd len="sm" w="sm" type="none"/>
            <a:tailEnd len="med" w="med" type="triangle"/>
          </a:ln>
        </p:spPr>
      </p:cxnSp>
      <p:sp>
        <p:nvSpPr>
          <p:cNvPr id="1704" name="Google Shape;1704;p77"/>
          <p:cNvSpPr txBox="1"/>
          <p:nvPr/>
        </p:nvSpPr>
        <p:spPr>
          <a:xfrm>
            <a:off x="4724400" y="2544763"/>
            <a:ext cx="400050" cy="376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cxnSp>
        <p:nvCxnSpPr>
          <p:cNvPr id="1705" name="Google Shape;1705;p77"/>
          <p:cNvCxnSpPr/>
          <p:nvPr/>
        </p:nvCxnSpPr>
        <p:spPr>
          <a:xfrm>
            <a:off x="4938713" y="1990725"/>
            <a:ext cx="0" cy="552450"/>
          </a:xfrm>
          <a:prstGeom prst="straightConnector1">
            <a:avLst/>
          </a:prstGeom>
          <a:noFill/>
          <a:ln cap="flat" cmpd="sng" w="9525">
            <a:solidFill>
              <a:schemeClr val="dk1"/>
            </a:solidFill>
            <a:prstDash val="solid"/>
            <a:round/>
            <a:headEnd len="sm" w="sm" type="none"/>
            <a:tailEnd len="med" w="med" type="triangle"/>
          </a:ln>
        </p:spPr>
      </p:cxnSp>
      <p:cxnSp>
        <p:nvCxnSpPr>
          <p:cNvPr id="1706" name="Google Shape;1706;p77"/>
          <p:cNvCxnSpPr/>
          <p:nvPr/>
        </p:nvCxnSpPr>
        <p:spPr>
          <a:xfrm rot="2537517">
            <a:off x="5686425" y="2811463"/>
            <a:ext cx="125413" cy="312737"/>
          </a:xfrm>
          <a:prstGeom prst="straightConnector1">
            <a:avLst/>
          </a:prstGeom>
          <a:noFill/>
          <a:ln cap="flat" cmpd="sng" w="9525">
            <a:solidFill>
              <a:schemeClr val="dk1"/>
            </a:solidFill>
            <a:prstDash val="solid"/>
            <a:round/>
            <a:headEnd len="sm" w="sm" type="none"/>
            <a:tailEnd len="med" w="med" type="triangle"/>
          </a:ln>
        </p:spPr>
      </p:cxnSp>
      <p:sp>
        <p:nvSpPr>
          <p:cNvPr id="1707" name="Google Shape;1707;p77"/>
          <p:cNvSpPr txBox="1"/>
          <p:nvPr/>
        </p:nvSpPr>
        <p:spPr>
          <a:xfrm>
            <a:off x="5457825" y="3105150"/>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y</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1708" name="Google Shape;1708;p77"/>
          <p:cNvSpPr txBox="1"/>
          <p:nvPr/>
        </p:nvSpPr>
        <p:spPr>
          <a:xfrm>
            <a:off x="5929313" y="3105150"/>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l</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1709" name="Google Shape;1709;p77"/>
          <p:cNvSpPr txBox="1"/>
          <p:nvPr/>
        </p:nvSpPr>
        <p:spPr>
          <a:xfrm>
            <a:off x="5734050" y="2419350"/>
            <a:ext cx="400050" cy="37623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cxnSp>
        <p:nvCxnSpPr>
          <p:cNvPr id="1710" name="Google Shape;1710;p77"/>
          <p:cNvCxnSpPr/>
          <p:nvPr/>
        </p:nvCxnSpPr>
        <p:spPr>
          <a:xfrm flipH="1" rot="-2537517">
            <a:off x="6010275" y="2801938"/>
            <a:ext cx="125413" cy="312737"/>
          </a:xfrm>
          <a:prstGeom prst="straightConnector1">
            <a:avLst/>
          </a:prstGeom>
          <a:noFill/>
          <a:ln cap="flat" cmpd="sng" w="9525">
            <a:solidFill>
              <a:schemeClr val="dk1"/>
            </a:solidFill>
            <a:prstDash val="solid"/>
            <a:round/>
            <a:headEnd len="sm" w="sm" type="none"/>
            <a:tailEnd len="med" w="med" type="triangle"/>
          </a:ln>
        </p:spPr>
      </p:cxnSp>
      <p:cxnSp>
        <p:nvCxnSpPr>
          <p:cNvPr id="1711" name="Google Shape;1711;p77"/>
          <p:cNvCxnSpPr/>
          <p:nvPr/>
        </p:nvCxnSpPr>
        <p:spPr>
          <a:xfrm>
            <a:off x="5567363" y="2085975"/>
            <a:ext cx="247650" cy="304800"/>
          </a:xfrm>
          <a:prstGeom prst="straightConnector1">
            <a:avLst/>
          </a:prstGeom>
          <a:noFill/>
          <a:ln cap="flat" cmpd="sng" w="9525">
            <a:solidFill>
              <a:schemeClr val="dk1"/>
            </a:solidFill>
            <a:prstDash val="solid"/>
            <a:round/>
            <a:headEnd len="sm" w="sm" type="none"/>
            <a:tailEnd len="med" w="med" type="triangle"/>
          </a:ln>
        </p:spPr>
      </p:cxnSp>
      <p:cxnSp>
        <p:nvCxnSpPr>
          <p:cNvPr id="1712" name="Google Shape;1712;p77"/>
          <p:cNvCxnSpPr/>
          <p:nvPr/>
        </p:nvCxnSpPr>
        <p:spPr>
          <a:xfrm>
            <a:off x="6905625" y="2009775"/>
            <a:ext cx="0" cy="552450"/>
          </a:xfrm>
          <a:prstGeom prst="straightConnector1">
            <a:avLst/>
          </a:prstGeom>
          <a:noFill/>
          <a:ln cap="flat" cmpd="sng" w="9525">
            <a:solidFill>
              <a:schemeClr val="dk1"/>
            </a:solidFill>
            <a:prstDash val="solid"/>
            <a:round/>
            <a:headEnd len="sm" w="sm" type="none"/>
            <a:tailEnd len="med" w="med" type="triangle"/>
          </a:ln>
        </p:spPr>
      </p:cxn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0" name="Shape 1720"/>
        <p:cNvGrpSpPr/>
        <p:nvPr/>
      </p:nvGrpSpPr>
      <p:grpSpPr>
        <a:xfrm>
          <a:off x="0" y="0"/>
          <a:ext cx="0" cy="0"/>
          <a:chOff x="0" y="0"/>
          <a:chExt cx="0" cy="0"/>
        </a:xfrm>
      </p:grpSpPr>
      <p:sp>
        <p:nvSpPr>
          <p:cNvPr id="1721" name="Google Shape;1721;p78"/>
          <p:cNvSpPr txBox="1"/>
          <p:nvPr>
            <p:ph type="title"/>
          </p:nvPr>
        </p:nvSpPr>
        <p:spPr>
          <a:xfrm>
            <a:off x="696913" y="592138"/>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Building a Tree</a:t>
            </a:r>
            <a:endParaRPr/>
          </a:p>
        </p:txBody>
      </p:sp>
      <p:sp>
        <p:nvSpPr>
          <p:cNvPr id="1722" name="Google Shape;1722;p78"/>
          <p:cNvSpPr/>
          <p:nvPr/>
        </p:nvSpPr>
        <p:spPr>
          <a:xfrm>
            <a:off x="152400" y="1790700"/>
            <a:ext cx="7010400" cy="438150"/>
          </a:xfrm>
          <a:prstGeom prst="rect">
            <a:avLst/>
          </a:prstGeom>
          <a:solidFill>
            <a:schemeClr val="lt1"/>
          </a:solidFill>
          <a:ln cap="flat" cmpd="sng" w="952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cxnSp>
        <p:nvCxnSpPr>
          <p:cNvPr id="1723" name="Google Shape;1723;p78"/>
          <p:cNvCxnSpPr/>
          <p:nvPr/>
        </p:nvCxnSpPr>
        <p:spPr>
          <a:xfrm>
            <a:off x="876300" y="1790700"/>
            <a:ext cx="0" cy="438150"/>
          </a:xfrm>
          <a:prstGeom prst="straightConnector1">
            <a:avLst/>
          </a:prstGeom>
          <a:noFill/>
          <a:ln cap="flat" cmpd="sng" w="9525">
            <a:solidFill>
              <a:srgbClr val="FF0000"/>
            </a:solidFill>
            <a:prstDash val="solid"/>
            <a:round/>
            <a:headEnd len="sm" w="sm" type="none"/>
            <a:tailEnd len="sm" w="sm" type="none"/>
          </a:ln>
        </p:spPr>
      </p:cxnSp>
      <p:cxnSp>
        <p:nvCxnSpPr>
          <p:cNvPr id="1724" name="Google Shape;1724;p78"/>
          <p:cNvCxnSpPr/>
          <p:nvPr/>
        </p:nvCxnSpPr>
        <p:spPr>
          <a:xfrm>
            <a:off x="1614488" y="1790700"/>
            <a:ext cx="0" cy="438150"/>
          </a:xfrm>
          <a:prstGeom prst="straightConnector1">
            <a:avLst/>
          </a:prstGeom>
          <a:noFill/>
          <a:ln cap="flat" cmpd="sng" w="9525">
            <a:solidFill>
              <a:srgbClr val="FF0000"/>
            </a:solidFill>
            <a:prstDash val="solid"/>
            <a:round/>
            <a:headEnd len="sm" w="sm" type="none"/>
            <a:tailEnd len="sm" w="sm" type="none"/>
          </a:ln>
        </p:spPr>
      </p:cxnSp>
      <p:cxnSp>
        <p:nvCxnSpPr>
          <p:cNvPr id="1725" name="Google Shape;1725;p78"/>
          <p:cNvCxnSpPr/>
          <p:nvPr/>
        </p:nvCxnSpPr>
        <p:spPr>
          <a:xfrm>
            <a:off x="2354263" y="1790700"/>
            <a:ext cx="0" cy="438150"/>
          </a:xfrm>
          <a:prstGeom prst="straightConnector1">
            <a:avLst/>
          </a:prstGeom>
          <a:noFill/>
          <a:ln cap="flat" cmpd="sng" w="9525">
            <a:solidFill>
              <a:srgbClr val="FF0000"/>
            </a:solidFill>
            <a:prstDash val="solid"/>
            <a:round/>
            <a:headEnd len="sm" w="sm" type="none"/>
            <a:tailEnd len="sm" w="sm" type="none"/>
          </a:ln>
        </p:spPr>
      </p:cxnSp>
      <p:cxnSp>
        <p:nvCxnSpPr>
          <p:cNvPr id="1726" name="Google Shape;1726;p78"/>
          <p:cNvCxnSpPr/>
          <p:nvPr/>
        </p:nvCxnSpPr>
        <p:spPr>
          <a:xfrm>
            <a:off x="3092450" y="1790700"/>
            <a:ext cx="0" cy="438150"/>
          </a:xfrm>
          <a:prstGeom prst="straightConnector1">
            <a:avLst/>
          </a:prstGeom>
          <a:noFill/>
          <a:ln cap="flat" cmpd="sng" w="9525">
            <a:solidFill>
              <a:srgbClr val="FF0000"/>
            </a:solidFill>
            <a:prstDash val="solid"/>
            <a:round/>
            <a:headEnd len="sm" w="sm" type="none"/>
            <a:tailEnd len="sm" w="sm" type="none"/>
          </a:ln>
        </p:spPr>
      </p:cxnSp>
      <p:cxnSp>
        <p:nvCxnSpPr>
          <p:cNvPr id="1727" name="Google Shape;1727;p78"/>
          <p:cNvCxnSpPr/>
          <p:nvPr/>
        </p:nvCxnSpPr>
        <p:spPr>
          <a:xfrm>
            <a:off x="3832225" y="1790700"/>
            <a:ext cx="0" cy="438150"/>
          </a:xfrm>
          <a:prstGeom prst="straightConnector1">
            <a:avLst/>
          </a:prstGeom>
          <a:noFill/>
          <a:ln cap="flat" cmpd="sng" w="9525">
            <a:solidFill>
              <a:srgbClr val="FF0000"/>
            </a:solidFill>
            <a:prstDash val="solid"/>
            <a:round/>
            <a:headEnd len="sm" w="sm" type="none"/>
            <a:tailEnd len="sm" w="sm" type="none"/>
          </a:ln>
        </p:spPr>
      </p:cxnSp>
      <p:cxnSp>
        <p:nvCxnSpPr>
          <p:cNvPr id="1728" name="Google Shape;1728;p78"/>
          <p:cNvCxnSpPr/>
          <p:nvPr/>
        </p:nvCxnSpPr>
        <p:spPr>
          <a:xfrm>
            <a:off x="5200650" y="1790700"/>
            <a:ext cx="0" cy="438150"/>
          </a:xfrm>
          <a:prstGeom prst="straightConnector1">
            <a:avLst/>
          </a:prstGeom>
          <a:noFill/>
          <a:ln cap="flat" cmpd="sng" w="9525">
            <a:solidFill>
              <a:srgbClr val="FF0000"/>
            </a:solidFill>
            <a:prstDash val="solid"/>
            <a:round/>
            <a:headEnd len="sm" w="sm" type="none"/>
            <a:tailEnd len="sm" w="sm" type="none"/>
          </a:ln>
        </p:spPr>
      </p:cxnSp>
      <p:cxnSp>
        <p:nvCxnSpPr>
          <p:cNvPr id="1729" name="Google Shape;1729;p78"/>
          <p:cNvCxnSpPr/>
          <p:nvPr/>
        </p:nvCxnSpPr>
        <p:spPr>
          <a:xfrm>
            <a:off x="6091238" y="1790700"/>
            <a:ext cx="0" cy="438150"/>
          </a:xfrm>
          <a:prstGeom prst="straightConnector1">
            <a:avLst/>
          </a:prstGeom>
          <a:noFill/>
          <a:ln cap="flat" cmpd="sng" w="9525">
            <a:solidFill>
              <a:srgbClr val="FF0000"/>
            </a:solidFill>
            <a:prstDash val="solid"/>
            <a:round/>
            <a:headEnd len="sm" w="sm" type="none"/>
            <a:tailEnd len="sm" w="sm" type="none"/>
          </a:ln>
        </p:spPr>
      </p:cxnSp>
      <p:cxnSp>
        <p:nvCxnSpPr>
          <p:cNvPr id="1730" name="Google Shape;1730;p78"/>
          <p:cNvCxnSpPr/>
          <p:nvPr/>
        </p:nvCxnSpPr>
        <p:spPr>
          <a:xfrm>
            <a:off x="487363" y="1990725"/>
            <a:ext cx="0" cy="552450"/>
          </a:xfrm>
          <a:prstGeom prst="straightConnector1">
            <a:avLst/>
          </a:prstGeom>
          <a:noFill/>
          <a:ln cap="flat" cmpd="sng" w="9525">
            <a:solidFill>
              <a:schemeClr val="dk1"/>
            </a:solidFill>
            <a:prstDash val="solid"/>
            <a:round/>
            <a:headEnd len="sm" w="sm" type="none"/>
            <a:tailEnd len="med" w="med" type="triangle"/>
          </a:ln>
        </p:spPr>
      </p:cxnSp>
      <p:cxnSp>
        <p:nvCxnSpPr>
          <p:cNvPr id="1731" name="Google Shape;1731;p78"/>
          <p:cNvCxnSpPr/>
          <p:nvPr/>
        </p:nvCxnSpPr>
        <p:spPr>
          <a:xfrm>
            <a:off x="1233488" y="1990725"/>
            <a:ext cx="0" cy="552450"/>
          </a:xfrm>
          <a:prstGeom prst="straightConnector1">
            <a:avLst/>
          </a:prstGeom>
          <a:noFill/>
          <a:ln cap="flat" cmpd="sng" w="9525">
            <a:solidFill>
              <a:schemeClr val="dk1"/>
            </a:solidFill>
            <a:prstDash val="solid"/>
            <a:round/>
            <a:headEnd len="sm" w="sm" type="none"/>
            <a:tailEnd len="med" w="med" type="triangle"/>
          </a:ln>
        </p:spPr>
      </p:cxnSp>
      <p:cxnSp>
        <p:nvCxnSpPr>
          <p:cNvPr id="1732" name="Google Shape;1732;p78"/>
          <p:cNvCxnSpPr/>
          <p:nvPr/>
        </p:nvCxnSpPr>
        <p:spPr>
          <a:xfrm>
            <a:off x="1979613" y="1990725"/>
            <a:ext cx="0" cy="552450"/>
          </a:xfrm>
          <a:prstGeom prst="straightConnector1">
            <a:avLst/>
          </a:prstGeom>
          <a:noFill/>
          <a:ln cap="flat" cmpd="sng" w="9525">
            <a:solidFill>
              <a:schemeClr val="dk1"/>
            </a:solidFill>
            <a:prstDash val="solid"/>
            <a:round/>
            <a:headEnd len="sm" w="sm" type="none"/>
            <a:tailEnd len="med" w="med" type="triangle"/>
          </a:ln>
        </p:spPr>
      </p:cxnSp>
      <p:cxnSp>
        <p:nvCxnSpPr>
          <p:cNvPr id="1733" name="Google Shape;1733;p78"/>
          <p:cNvCxnSpPr/>
          <p:nvPr/>
        </p:nvCxnSpPr>
        <p:spPr>
          <a:xfrm>
            <a:off x="2725738" y="1990725"/>
            <a:ext cx="0" cy="552450"/>
          </a:xfrm>
          <a:prstGeom prst="straightConnector1">
            <a:avLst/>
          </a:prstGeom>
          <a:noFill/>
          <a:ln cap="flat" cmpd="sng" w="9525">
            <a:solidFill>
              <a:schemeClr val="dk1"/>
            </a:solidFill>
            <a:prstDash val="solid"/>
            <a:round/>
            <a:headEnd len="sm" w="sm" type="none"/>
            <a:tailEnd len="med" w="med" type="triangle"/>
          </a:ln>
        </p:spPr>
      </p:cxnSp>
      <p:cxnSp>
        <p:nvCxnSpPr>
          <p:cNvPr id="1734" name="Google Shape;1734;p78"/>
          <p:cNvCxnSpPr/>
          <p:nvPr/>
        </p:nvCxnSpPr>
        <p:spPr>
          <a:xfrm>
            <a:off x="6867525" y="1990725"/>
            <a:ext cx="0" cy="552450"/>
          </a:xfrm>
          <a:prstGeom prst="straightConnector1">
            <a:avLst/>
          </a:prstGeom>
          <a:noFill/>
          <a:ln cap="flat" cmpd="sng" w="9525">
            <a:solidFill>
              <a:schemeClr val="dk1"/>
            </a:solidFill>
            <a:prstDash val="solid"/>
            <a:round/>
            <a:headEnd len="sm" w="sm" type="none"/>
            <a:tailEnd len="med" w="med" type="triangle"/>
          </a:ln>
        </p:spPr>
      </p:cxnSp>
      <p:cxnSp>
        <p:nvCxnSpPr>
          <p:cNvPr id="1735" name="Google Shape;1735;p78"/>
          <p:cNvCxnSpPr/>
          <p:nvPr/>
        </p:nvCxnSpPr>
        <p:spPr>
          <a:xfrm rot="2537517">
            <a:off x="3044825" y="2897188"/>
            <a:ext cx="239713" cy="508000"/>
          </a:xfrm>
          <a:prstGeom prst="straightConnector1">
            <a:avLst/>
          </a:prstGeom>
          <a:noFill/>
          <a:ln cap="flat" cmpd="sng" w="9525">
            <a:solidFill>
              <a:schemeClr val="dk1"/>
            </a:solidFill>
            <a:prstDash val="solid"/>
            <a:round/>
            <a:headEnd len="sm" w="sm" type="none"/>
            <a:tailEnd len="med" w="med" type="triangle"/>
          </a:ln>
        </p:spPr>
      </p:cxnSp>
      <p:sp>
        <p:nvSpPr>
          <p:cNvPr id="1736" name="Google Shape;1736;p78"/>
          <p:cNvSpPr txBox="1"/>
          <p:nvPr/>
        </p:nvSpPr>
        <p:spPr>
          <a:xfrm>
            <a:off x="2838450" y="3402013"/>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E</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1737" name="Google Shape;1737;p78"/>
          <p:cNvSpPr txBox="1"/>
          <p:nvPr/>
        </p:nvSpPr>
        <p:spPr>
          <a:xfrm>
            <a:off x="3376613" y="3402013"/>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i</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1738" name="Google Shape;1738;p78"/>
          <p:cNvSpPr txBox="1"/>
          <p:nvPr/>
        </p:nvSpPr>
        <p:spPr>
          <a:xfrm>
            <a:off x="287338" y="2533650"/>
            <a:ext cx="400050" cy="78898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sp>
        <p:nvSpPr>
          <p:cNvPr id="1739" name="Google Shape;1739;p78"/>
          <p:cNvSpPr txBox="1"/>
          <p:nvPr/>
        </p:nvSpPr>
        <p:spPr>
          <a:xfrm>
            <a:off x="1035050" y="2533650"/>
            <a:ext cx="400050" cy="78898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sp>
        <p:nvSpPr>
          <p:cNvPr id="1740" name="Google Shape;1740;p78"/>
          <p:cNvSpPr txBox="1"/>
          <p:nvPr/>
        </p:nvSpPr>
        <p:spPr>
          <a:xfrm>
            <a:off x="1784350" y="2533650"/>
            <a:ext cx="400050" cy="78898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sp>
        <p:nvSpPr>
          <p:cNvPr id="1741" name="Google Shape;1741;p78"/>
          <p:cNvSpPr txBox="1"/>
          <p:nvPr/>
        </p:nvSpPr>
        <p:spPr>
          <a:xfrm>
            <a:off x="2532063" y="2533650"/>
            <a:ext cx="400050" cy="78898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sp>
        <p:nvSpPr>
          <p:cNvPr id="1742" name="Google Shape;1742;p78"/>
          <p:cNvSpPr txBox="1"/>
          <p:nvPr/>
        </p:nvSpPr>
        <p:spPr>
          <a:xfrm>
            <a:off x="5489575" y="2533650"/>
            <a:ext cx="514350" cy="78898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sp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sp>
        <p:nvSpPr>
          <p:cNvPr id="1743" name="Google Shape;1743;p78"/>
          <p:cNvSpPr txBox="1"/>
          <p:nvPr/>
        </p:nvSpPr>
        <p:spPr>
          <a:xfrm>
            <a:off x="6677025" y="2533650"/>
            <a:ext cx="400050" cy="78898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8</a:t>
            </a:r>
            <a:endParaRPr b="0" i="0" sz="1400" u="none" cap="none" strike="noStrike">
              <a:solidFill>
                <a:srgbClr val="000000"/>
              </a:solidFill>
              <a:latin typeface="Arial"/>
              <a:ea typeface="Arial"/>
              <a:cs typeface="Arial"/>
              <a:sym typeface="Arial"/>
            </a:endParaRPr>
          </a:p>
        </p:txBody>
      </p:sp>
      <p:cxnSp>
        <p:nvCxnSpPr>
          <p:cNvPr id="1744" name="Google Shape;1744;p78"/>
          <p:cNvCxnSpPr/>
          <p:nvPr/>
        </p:nvCxnSpPr>
        <p:spPr>
          <a:xfrm flipH="1" rot="-2537517">
            <a:off x="3394075" y="2924175"/>
            <a:ext cx="249238" cy="447675"/>
          </a:xfrm>
          <a:prstGeom prst="straightConnector1">
            <a:avLst/>
          </a:prstGeom>
          <a:noFill/>
          <a:ln cap="flat" cmpd="sng" w="9525">
            <a:solidFill>
              <a:schemeClr val="dk1"/>
            </a:solidFill>
            <a:prstDash val="solid"/>
            <a:round/>
            <a:headEnd len="sm" w="sm" type="none"/>
            <a:tailEnd len="med" w="med" type="triangle"/>
          </a:ln>
        </p:spPr>
      </p:cxnSp>
      <p:sp>
        <p:nvSpPr>
          <p:cNvPr id="1745" name="Google Shape;1745;p78"/>
          <p:cNvSpPr txBox="1"/>
          <p:nvPr/>
        </p:nvSpPr>
        <p:spPr>
          <a:xfrm>
            <a:off x="3143250" y="2525713"/>
            <a:ext cx="400050" cy="376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cxnSp>
        <p:nvCxnSpPr>
          <p:cNvPr id="1746" name="Google Shape;1746;p78"/>
          <p:cNvCxnSpPr/>
          <p:nvPr/>
        </p:nvCxnSpPr>
        <p:spPr>
          <a:xfrm>
            <a:off x="3357563" y="1971675"/>
            <a:ext cx="0" cy="552450"/>
          </a:xfrm>
          <a:prstGeom prst="straightConnector1">
            <a:avLst/>
          </a:prstGeom>
          <a:noFill/>
          <a:ln cap="flat" cmpd="sng" w="9525">
            <a:solidFill>
              <a:schemeClr val="dk1"/>
            </a:solidFill>
            <a:prstDash val="solid"/>
            <a:round/>
            <a:headEnd len="sm" w="sm" type="none"/>
            <a:tailEnd len="med" w="med" type="triangle"/>
          </a:ln>
        </p:spPr>
      </p:cxnSp>
      <p:cxnSp>
        <p:nvCxnSpPr>
          <p:cNvPr id="1747" name="Google Shape;1747;p78"/>
          <p:cNvCxnSpPr/>
          <p:nvPr/>
        </p:nvCxnSpPr>
        <p:spPr>
          <a:xfrm rot="2537517">
            <a:off x="4371975" y="2925763"/>
            <a:ext cx="125413" cy="312737"/>
          </a:xfrm>
          <a:prstGeom prst="straightConnector1">
            <a:avLst/>
          </a:prstGeom>
          <a:noFill/>
          <a:ln cap="flat" cmpd="sng" w="9525">
            <a:solidFill>
              <a:schemeClr val="dk1"/>
            </a:solidFill>
            <a:prstDash val="solid"/>
            <a:round/>
            <a:headEnd len="sm" w="sm" type="none"/>
            <a:tailEnd len="med" w="med" type="triangle"/>
          </a:ln>
        </p:spPr>
      </p:cxnSp>
      <p:sp>
        <p:nvSpPr>
          <p:cNvPr id="1748" name="Google Shape;1748;p78"/>
          <p:cNvSpPr txBox="1"/>
          <p:nvPr/>
        </p:nvSpPr>
        <p:spPr>
          <a:xfrm>
            <a:off x="4143375" y="3219450"/>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y</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1749" name="Google Shape;1749;p78"/>
          <p:cNvSpPr txBox="1"/>
          <p:nvPr/>
        </p:nvSpPr>
        <p:spPr>
          <a:xfrm>
            <a:off x="4614863" y="3219450"/>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l</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1750" name="Google Shape;1750;p78"/>
          <p:cNvSpPr txBox="1"/>
          <p:nvPr/>
        </p:nvSpPr>
        <p:spPr>
          <a:xfrm>
            <a:off x="4419600" y="2533650"/>
            <a:ext cx="400050" cy="37623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cxnSp>
        <p:nvCxnSpPr>
          <p:cNvPr id="1751" name="Google Shape;1751;p78"/>
          <p:cNvCxnSpPr/>
          <p:nvPr/>
        </p:nvCxnSpPr>
        <p:spPr>
          <a:xfrm flipH="1" rot="-2537517">
            <a:off x="4695825" y="2916238"/>
            <a:ext cx="125413" cy="312737"/>
          </a:xfrm>
          <a:prstGeom prst="straightConnector1">
            <a:avLst/>
          </a:prstGeom>
          <a:noFill/>
          <a:ln cap="flat" cmpd="sng" w="9525">
            <a:solidFill>
              <a:schemeClr val="dk1"/>
            </a:solidFill>
            <a:prstDash val="solid"/>
            <a:round/>
            <a:headEnd len="sm" w="sm" type="none"/>
            <a:tailEnd len="med" w="med" type="triangle"/>
          </a:ln>
        </p:spPr>
      </p:cxnSp>
      <p:cxnSp>
        <p:nvCxnSpPr>
          <p:cNvPr id="1752" name="Google Shape;1752;p78"/>
          <p:cNvCxnSpPr/>
          <p:nvPr/>
        </p:nvCxnSpPr>
        <p:spPr>
          <a:xfrm flipH="1">
            <a:off x="4591050" y="1990725"/>
            <a:ext cx="4763" cy="552450"/>
          </a:xfrm>
          <a:prstGeom prst="straightConnector1">
            <a:avLst/>
          </a:prstGeom>
          <a:noFill/>
          <a:ln cap="flat" cmpd="sng" w="9525">
            <a:solidFill>
              <a:schemeClr val="dk1"/>
            </a:solidFill>
            <a:prstDash val="solid"/>
            <a:round/>
            <a:headEnd len="sm" w="sm" type="none"/>
            <a:tailEnd len="med" w="med" type="triangle"/>
          </a:ln>
        </p:spPr>
      </p:cxnSp>
      <p:cxnSp>
        <p:nvCxnSpPr>
          <p:cNvPr id="1753" name="Google Shape;1753;p78"/>
          <p:cNvCxnSpPr/>
          <p:nvPr/>
        </p:nvCxnSpPr>
        <p:spPr>
          <a:xfrm>
            <a:off x="5743575" y="1990725"/>
            <a:ext cx="0" cy="552450"/>
          </a:xfrm>
          <a:prstGeom prst="straightConnector1">
            <a:avLst/>
          </a:prstGeom>
          <a:noFill/>
          <a:ln cap="flat" cmpd="sng" w="9525">
            <a:solidFill>
              <a:schemeClr val="dk1"/>
            </a:solidFill>
            <a:prstDash val="solid"/>
            <a:round/>
            <a:headEnd len="sm" w="sm" type="none"/>
            <a:tailEnd len="med" w="med" type="triangle"/>
          </a:ln>
        </p:spPr>
      </p:cxnSp>
      <p:cxnSp>
        <p:nvCxnSpPr>
          <p:cNvPr id="1754" name="Google Shape;1754;p78"/>
          <p:cNvCxnSpPr/>
          <p:nvPr/>
        </p:nvCxnSpPr>
        <p:spPr>
          <a:xfrm rot="2537517">
            <a:off x="4400550" y="4792663"/>
            <a:ext cx="125413" cy="312737"/>
          </a:xfrm>
          <a:prstGeom prst="straightConnector1">
            <a:avLst/>
          </a:prstGeom>
          <a:noFill/>
          <a:ln cap="flat" cmpd="sng" w="9525">
            <a:solidFill>
              <a:schemeClr val="dk1"/>
            </a:solidFill>
            <a:prstDash val="solid"/>
            <a:round/>
            <a:headEnd len="sm" w="sm" type="none"/>
            <a:tailEnd len="med" w="med" type="triangle"/>
          </a:ln>
        </p:spPr>
      </p:cxnSp>
      <p:sp>
        <p:nvSpPr>
          <p:cNvPr id="1755" name="Google Shape;1755;p78"/>
          <p:cNvSpPr txBox="1"/>
          <p:nvPr/>
        </p:nvSpPr>
        <p:spPr>
          <a:xfrm>
            <a:off x="4200525" y="5095875"/>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k</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1756" name="Google Shape;1756;p78"/>
          <p:cNvSpPr txBox="1"/>
          <p:nvPr/>
        </p:nvSpPr>
        <p:spPr>
          <a:xfrm>
            <a:off x="4652963" y="5095875"/>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1757" name="Google Shape;1757;p78"/>
          <p:cNvSpPr txBox="1"/>
          <p:nvPr/>
        </p:nvSpPr>
        <p:spPr>
          <a:xfrm>
            <a:off x="4457700" y="4400550"/>
            <a:ext cx="400050" cy="37623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cxnSp>
        <p:nvCxnSpPr>
          <p:cNvPr id="1758" name="Google Shape;1758;p78"/>
          <p:cNvCxnSpPr/>
          <p:nvPr/>
        </p:nvCxnSpPr>
        <p:spPr>
          <a:xfrm flipH="1" rot="-2537517">
            <a:off x="4743450" y="4783138"/>
            <a:ext cx="125413" cy="312737"/>
          </a:xfrm>
          <a:prstGeom prst="straightConnector1">
            <a:avLst/>
          </a:prstGeom>
          <a:noFill/>
          <a:ln cap="flat" cmpd="sng" w="9525">
            <a:solidFill>
              <a:schemeClr val="dk1"/>
            </a:solidFill>
            <a:prstDash val="solid"/>
            <a:round/>
            <a:headEnd len="sm" w="sm" type="none"/>
            <a:tailEnd len="med" w="med" type="triangle"/>
          </a:ln>
        </p:spPr>
      </p:cxn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6" name="Shape 1766"/>
        <p:cNvGrpSpPr/>
        <p:nvPr/>
      </p:nvGrpSpPr>
      <p:grpSpPr>
        <a:xfrm>
          <a:off x="0" y="0"/>
          <a:ext cx="0" cy="0"/>
          <a:chOff x="0" y="0"/>
          <a:chExt cx="0" cy="0"/>
        </a:xfrm>
      </p:grpSpPr>
      <p:sp>
        <p:nvSpPr>
          <p:cNvPr id="1767" name="Google Shape;1767;p79"/>
          <p:cNvSpPr txBox="1"/>
          <p:nvPr>
            <p:ph type="title"/>
          </p:nvPr>
        </p:nvSpPr>
        <p:spPr>
          <a:xfrm>
            <a:off x="696913" y="592138"/>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Building a Tree</a:t>
            </a:r>
            <a:endParaRPr/>
          </a:p>
        </p:txBody>
      </p:sp>
      <p:sp>
        <p:nvSpPr>
          <p:cNvPr id="1768" name="Google Shape;1768;p79"/>
          <p:cNvSpPr/>
          <p:nvPr/>
        </p:nvSpPr>
        <p:spPr>
          <a:xfrm>
            <a:off x="152400" y="1790700"/>
            <a:ext cx="8896350" cy="438150"/>
          </a:xfrm>
          <a:prstGeom prst="rect">
            <a:avLst/>
          </a:prstGeom>
          <a:solidFill>
            <a:schemeClr val="lt1"/>
          </a:solidFill>
          <a:ln cap="flat" cmpd="sng" w="952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cxnSp>
        <p:nvCxnSpPr>
          <p:cNvPr id="1769" name="Google Shape;1769;p79"/>
          <p:cNvCxnSpPr/>
          <p:nvPr/>
        </p:nvCxnSpPr>
        <p:spPr>
          <a:xfrm>
            <a:off x="876300" y="1790700"/>
            <a:ext cx="0" cy="438150"/>
          </a:xfrm>
          <a:prstGeom prst="straightConnector1">
            <a:avLst/>
          </a:prstGeom>
          <a:noFill/>
          <a:ln cap="flat" cmpd="sng" w="9525">
            <a:solidFill>
              <a:srgbClr val="FF0000"/>
            </a:solidFill>
            <a:prstDash val="solid"/>
            <a:round/>
            <a:headEnd len="sm" w="sm" type="none"/>
            <a:tailEnd len="sm" w="sm" type="none"/>
          </a:ln>
        </p:spPr>
      </p:cxnSp>
      <p:cxnSp>
        <p:nvCxnSpPr>
          <p:cNvPr id="1770" name="Google Shape;1770;p79"/>
          <p:cNvCxnSpPr/>
          <p:nvPr/>
        </p:nvCxnSpPr>
        <p:spPr>
          <a:xfrm>
            <a:off x="1614488" y="1790700"/>
            <a:ext cx="0" cy="438150"/>
          </a:xfrm>
          <a:prstGeom prst="straightConnector1">
            <a:avLst/>
          </a:prstGeom>
          <a:noFill/>
          <a:ln cap="flat" cmpd="sng" w="9525">
            <a:solidFill>
              <a:srgbClr val="FF0000"/>
            </a:solidFill>
            <a:prstDash val="solid"/>
            <a:round/>
            <a:headEnd len="sm" w="sm" type="none"/>
            <a:tailEnd len="sm" w="sm" type="none"/>
          </a:ln>
        </p:spPr>
      </p:cxnSp>
      <p:cxnSp>
        <p:nvCxnSpPr>
          <p:cNvPr id="1771" name="Google Shape;1771;p79"/>
          <p:cNvCxnSpPr/>
          <p:nvPr/>
        </p:nvCxnSpPr>
        <p:spPr>
          <a:xfrm>
            <a:off x="2354263" y="1790700"/>
            <a:ext cx="0" cy="438150"/>
          </a:xfrm>
          <a:prstGeom prst="straightConnector1">
            <a:avLst/>
          </a:prstGeom>
          <a:noFill/>
          <a:ln cap="flat" cmpd="sng" w="9525">
            <a:solidFill>
              <a:srgbClr val="FF0000"/>
            </a:solidFill>
            <a:prstDash val="solid"/>
            <a:round/>
            <a:headEnd len="sm" w="sm" type="none"/>
            <a:tailEnd len="sm" w="sm" type="none"/>
          </a:ln>
        </p:spPr>
      </p:cxnSp>
      <p:cxnSp>
        <p:nvCxnSpPr>
          <p:cNvPr id="1772" name="Google Shape;1772;p79"/>
          <p:cNvCxnSpPr/>
          <p:nvPr/>
        </p:nvCxnSpPr>
        <p:spPr>
          <a:xfrm>
            <a:off x="3092450" y="1790700"/>
            <a:ext cx="0" cy="438150"/>
          </a:xfrm>
          <a:prstGeom prst="straightConnector1">
            <a:avLst/>
          </a:prstGeom>
          <a:noFill/>
          <a:ln cap="flat" cmpd="sng" w="9525">
            <a:solidFill>
              <a:srgbClr val="FF0000"/>
            </a:solidFill>
            <a:prstDash val="solid"/>
            <a:round/>
            <a:headEnd len="sm" w="sm" type="none"/>
            <a:tailEnd len="sm" w="sm" type="none"/>
          </a:ln>
        </p:spPr>
      </p:cxnSp>
      <p:cxnSp>
        <p:nvCxnSpPr>
          <p:cNvPr id="1773" name="Google Shape;1773;p79"/>
          <p:cNvCxnSpPr/>
          <p:nvPr/>
        </p:nvCxnSpPr>
        <p:spPr>
          <a:xfrm>
            <a:off x="3832225" y="1790700"/>
            <a:ext cx="0" cy="438150"/>
          </a:xfrm>
          <a:prstGeom prst="straightConnector1">
            <a:avLst/>
          </a:prstGeom>
          <a:noFill/>
          <a:ln cap="flat" cmpd="sng" w="9525">
            <a:solidFill>
              <a:srgbClr val="FF0000"/>
            </a:solidFill>
            <a:prstDash val="solid"/>
            <a:round/>
            <a:headEnd len="sm" w="sm" type="none"/>
            <a:tailEnd len="sm" w="sm" type="none"/>
          </a:ln>
        </p:spPr>
      </p:cxnSp>
      <p:cxnSp>
        <p:nvCxnSpPr>
          <p:cNvPr id="1774" name="Google Shape;1774;p79"/>
          <p:cNvCxnSpPr/>
          <p:nvPr/>
        </p:nvCxnSpPr>
        <p:spPr>
          <a:xfrm>
            <a:off x="4991100" y="1828800"/>
            <a:ext cx="0" cy="438150"/>
          </a:xfrm>
          <a:prstGeom prst="straightConnector1">
            <a:avLst/>
          </a:prstGeom>
          <a:noFill/>
          <a:ln cap="flat" cmpd="sng" w="9525">
            <a:solidFill>
              <a:srgbClr val="FF0000"/>
            </a:solidFill>
            <a:prstDash val="solid"/>
            <a:round/>
            <a:headEnd len="sm" w="sm" type="none"/>
            <a:tailEnd len="sm" w="sm" type="none"/>
          </a:ln>
        </p:spPr>
      </p:cxnSp>
      <p:cxnSp>
        <p:nvCxnSpPr>
          <p:cNvPr id="1775" name="Google Shape;1775;p79"/>
          <p:cNvCxnSpPr/>
          <p:nvPr/>
        </p:nvCxnSpPr>
        <p:spPr>
          <a:xfrm>
            <a:off x="6053138" y="1790700"/>
            <a:ext cx="0" cy="438150"/>
          </a:xfrm>
          <a:prstGeom prst="straightConnector1">
            <a:avLst/>
          </a:prstGeom>
          <a:noFill/>
          <a:ln cap="flat" cmpd="sng" w="9525">
            <a:solidFill>
              <a:srgbClr val="FF0000"/>
            </a:solidFill>
            <a:prstDash val="solid"/>
            <a:round/>
            <a:headEnd len="sm" w="sm" type="none"/>
            <a:tailEnd len="sm" w="sm" type="none"/>
          </a:ln>
        </p:spPr>
      </p:cxnSp>
      <p:cxnSp>
        <p:nvCxnSpPr>
          <p:cNvPr id="1776" name="Google Shape;1776;p79"/>
          <p:cNvCxnSpPr/>
          <p:nvPr/>
        </p:nvCxnSpPr>
        <p:spPr>
          <a:xfrm>
            <a:off x="7326313" y="1790700"/>
            <a:ext cx="0" cy="438150"/>
          </a:xfrm>
          <a:prstGeom prst="straightConnector1">
            <a:avLst/>
          </a:prstGeom>
          <a:noFill/>
          <a:ln cap="flat" cmpd="sng" w="9525">
            <a:solidFill>
              <a:srgbClr val="FF0000"/>
            </a:solidFill>
            <a:prstDash val="solid"/>
            <a:round/>
            <a:headEnd len="sm" w="sm" type="none"/>
            <a:tailEnd len="sm" w="sm" type="none"/>
          </a:ln>
        </p:spPr>
      </p:cxnSp>
      <p:cxnSp>
        <p:nvCxnSpPr>
          <p:cNvPr id="1777" name="Google Shape;1777;p79"/>
          <p:cNvCxnSpPr/>
          <p:nvPr/>
        </p:nvCxnSpPr>
        <p:spPr>
          <a:xfrm>
            <a:off x="487363" y="1990725"/>
            <a:ext cx="0" cy="552450"/>
          </a:xfrm>
          <a:prstGeom prst="straightConnector1">
            <a:avLst/>
          </a:prstGeom>
          <a:noFill/>
          <a:ln cap="flat" cmpd="sng" w="9525">
            <a:solidFill>
              <a:schemeClr val="dk1"/>
            </a:solidFill>
            <a:prstDash val="solid"/>
            <a:round/>
            <a:headEnd len="sm" w="sm" type="none"/>
            <a:tailEnd len="med" w="med" type="triangle"/>
          </a:ln>
        </p:spPr>
      </p:cxnSp>
      <p:cxnSp>
        <p:nvCxnSpPr>
          <p:cNvPr id="1778" name="Google Shape;1778;p79"/>
          <p:cNvCxnSpPr/>
          <p:nvPr/>
        </p:nvCxnSpPr>
        <p:spPr>
          <a:xfrm>
            <a:off x="1233488" y="1990725"/>
            <a:ext cx="0" cy="552450"/>
          </a:xfrm>
          <a:prstGeom prst="straightConnector1">
            <a:avLst/>
          </a:prstGeom>
          <a:noFill/>
          <a:ln cap="flat" cmpd="sng" w="9525">
            <a:solidFill>
              <a:schemeClr val="dk1"/>
            </a:solidFill>
            <a:prstDash val="solid"/>
            <a:round/>
            <a:headEnd len="sm" w="sm" type="none"/>
            <a:tailEnd len="med" w="med" type="triangle"/>
          </a:ln>
        </p:spPr>
      </p:cxnSp>
      <p:cxnSp>
        <p:nvCxnSpPr>
          <p:cNvPr id="1779" name="Google Shape;1779;p79"/>
          <p:cNvCxnSpPr/>
          <p:nvPr/>
        </p:nvCxnSpPr>
        <p:spPr>
          <a:xfrm>
            <a:off x="1979613" y="1990725"/>
            <a:ext cx="0" cy="552450"/>
          </a:xfrm>
          <a:prstGeom prst="straightConnector1">
            <a:avLst/>
          </a:prstGeom>
          <a:noFill/>
          <a:ln cap="flat" cmpd="sng" w="9525">
            <a:solidFill>
              <a:schemeClr val="dk1"/>
            </a:solidFill>
            <a:prstDash val="solid"/>
            <a:round/>
            <a:headEnd len="sm" w="sm" type="none"/>
            <a:tailEnd len="med" w="med" type="triangle"/>
          </a:ln>
        </p:spPr>
      </p:cxnSp>
      <p:cxnSp>
        <p:nvCxnSpPr>
          <p:cNvPr id="1780" name="Google Shape;1780;p79"/>
          <p:cNvCxnSpPr/>
          <p:nvPr/>
        </p:nvCxnSpPr>
        <p:spPr>
          <a:xfrm>
            <a:off x="2725738" y="1990725"/>
            <a:ext cx="0" cy="552450"/>
          </a:xfrm>
          <a:prstGeom prst="straightConnector1">
            <a:avLst/>
          </a:prstGeom>
          <a:noFill/>
          <a:ln cap="flat" cmpd="sng" w="9525">
            <a:solidFill>
              <a:schemeClr val="dk1"/>
            </a:solidFill>
            <a:prstDash val="solid"/>
            <a:round/>
            <a:headEnd len="sm" w="sm" type="none"/>
            <a:tailEnd len="med" w="med" type="triangle"/>
          </a:ln>
        </p:spPr>
      </p:cxnSp>
      <p:cxnSp>
        <p:nvCxnSpPr>
          <p:cNvPr id="1781" name="Google Shape;1781;p79"/>
          <p:cNvCxnSpPr/>
          <p:nvPr/>
        </p:nvCxnSpPr>
        <p:spPr>
          <a:xfrm>
            <a:off x="6829425" y="1990725"/>
            <a:ext cx="0" cy="552450"/>
          </a:xfrm>
          <a:prstGeom prst="straightConnector1">
            <a:avLst/>
          </a:prstGeom>
          <a:noFill/>
          <a:ln cap="flat" cmpd="sng" w="9525">
            <a:solidFill>
              <a:schemeClr val="dk1"/>
            </a:solidFill>
            <a:prstDash val="solid"/>
            <a:round/>
            <a:headEnd len="sm" w="sm" type="none"/>
            <a:tailEnd len="med" w="med" type="triangle"/>
          </a:ln>
        </p:spPr>
      </p:cxnSp>
      <p:cxnSp>
        <p:nvCxnSpPr>
          <p:cNvPr id="1782" name="Google Shape;1782;p79"/>
          <p:cNvCxnSpPr/>
          <p:nvPr/>
        </p:nvCxnSpPr>
        <p:spPr>
          <a:xfrm rot="2537517">
            <a:off x="3044825" y="2897188"/>
            <a:ext cx="239713" cy="508000"/>
          </a:xfrm>
          <a:prstGeom prst="straightConnector1">
            <a:avLst/>
          </a:prstGeom>
          <a:noFill/>
          <a:ln cap="flat" cmpd="sng" w="9525">
            <a:solidFill>
              <a:schemeClr val="dk1"/>
            </a:solidFill>
            <a:prstDash val="solid"/>
            <a:round/>
            <a:headEnd len="sm" w="sm" type="none"/>
            <a:tailEnd len="med" w="med" type="triangle"/>
          </a:ln>
        </p:spPr>
      </p:cxnSp>
      <p:sp>
        <p:nvSpPr>
          <p:cNvPr id="1783" name="Google Shape;1783;p79"/>
          <p:cNvSpPr txBox="1"/>
          <p:nvPr/>
        </p:nvSpPr>
        <p:spPr>
          <a:xfrm>
            <a:off x="2838450" y="3402013"/>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E</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1784" name="Google Shape;1784;p79"/>
          <p:cNvSpPr txBox="1"/>
          <p:nvPr/>
        </p:nvSpPr>
        <p:spPr>
          <a:xfrm>
            <a:off x="3376613" y="3402013"/>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i</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1785" name="Google Shape;1785;p79"/>
          <p:cNvSpPr txBox="1"/>
          <p:nvPr/>
        </p:nvSpPr>
        <p:spPr>
          <a:xfrm>
            <a:off x="287338" y="2533650"/>
            <a:ext cx="400050" cy="78898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sp>
        <p:nvSpPr>
          <p:cNvPr id="1786" name="Google Shape;1786;p79"/>
          <p:cNvSpPr txBox="1"/>
          <p:nvPr/>
        </p:nvSpPr>
        <p:spPr>
          <a:xfrm>
            <a:off x="1035050" y="2533650"/>
            <a:ext cx="400050" cy="78898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sp>
        <p:nvSpPr>
          <p:cNvPr id="1787" name="Google Shape;1787;p79"/>
          <p:cNvSpPr txBox="1"/>
          <p:nvPr/>
        </p:nvSpPr>
        <p:spPr>
          <a:xfrm>
            <a:off x="1784350" y="2533650"/>
            <a:ext cx="400050" cy="78898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sp>
        <p:nvSpPr>
          <p:cNvPr id="1788" name="Google Shape;1788;p79"/>
          <p:cNvSpPr txBox="1"/>
          <p:nvPr/>
        </p:nvSpPr>
        <p:spPr>
          <a:xfrm>
            <a:off x="2532063" y="2533650"/>
            <a:ext cx="400050" cy="78898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sp>
        <p:nvSpPr>
          <p:cNvPr id="1789" name="Google Shape;1789;p79"/>
          <p:cNvSpPr txBox="1"/>
          <p:nvPr/>
        </p:nvSpPr>
        <p:spPr>
          <a:xfrm>
            <a:off x="6727825" y="2533650"/>
            <a:ext cx="514350" cy="78898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sp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sp>
        <p:nvSpPr>
          <p:cNvPr id="1790" name="Google Shape;1790;p79"/>
          <p:cNvSpPr txBox="1"/>
          <p:nvPr/>
        </p:nvSpPr>
        <p:spPr>
          <a:xfrm>
            <a:off x="8105775" y="2533650"/>
            <a:ext cx="400050" cy="78898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8</a:t>
            </a:r>
            <a:endParaRPr b="0" i="0" sz="1400" u="none" cap="none" strike="noStrike">
              <a:solidFill>
                <a:srgbClr val="000000"/>
              </a:solidFill>
              <a:latin typeface="Arial"/>
              <a:ea typeface="Arial"/>
              <a:cs typeface="Arial"/>
              <a:sym typeface="Arial"/>
            </a:endParaRPr>
          </a:p>
        </p:txBody>
      </p:sp>
      <p:cxnSp>
        <p:nvCxnSpPr>
          <p:cNvPr id="1791" name="Google Shape;1791;p79"/>
          <p:cNvCxnSpPr/>
          <p:nvPr/>
        </p:nvCxnSpPr>
        <p:spPr>
          <a:xfrm flipH="1" rot="-2537517">
            <a:off x="3394075" y="2924175"/>
            <a:ext cx="249238" cy="447675"/>
          </a:xfrm>
          <a:prstGeom prst="straightConnector1">
            <a:avLst/>
          </a:prstGeom>
          <a:noFill/>
          <a:ln cap="flat" cmpd="sng" w="9525">
            <a:solidFill>
              <a:schemeClr val="dk1"/>
            </a:solidFill>
            <a:prstDash val="solid"/>
            <a:round/>
            <a:headEnd len="sm" w="sm" type="none"/>
            <a:tailEnd len="med" w="med" type="triangle"/>
          </a:ln>
        </p:spPr>
      </p:cxnSp>
      <p:sp>
        <p:nvSpPr>
          <p:cNvPr id="1792" name="Google Shape;1792;p79"/>
          <p:cNvSpPr txBox="1"/>
          <p:nvPr/>
        </p:nvSpPr>
        <p:spPr>
          <a:xfrm>
            <a:off x="3143250" y="2525713"/>
            <a:ext cx="400050" cy="376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cxnSp>
        <p:nvCxnSpPr>
          <p:cNvPr id="1793" name="Google Shape;1793;p79"/>
          <p:cNvCxnSpPr/>
          <p:nvPr/>
        </p:nvCxnSpPr>
        <p:spPr>
          <a:xfrm>
            <a:off x="3357563" y="1971675"/>
            <a:ext cx="0" cy="552450"/>
          </a:xfrm>
          <a:prstGeom prst="straightConnector1">
            <a:avLst/>
          </a:prstGeom>
          <a:noFill/>
          <a:ln cap="flat" cmpd="sng" w="9525">
            <a:solidFill>
              <a:schemeClr val="dk1"/>
            </a:solidFill>
            <a:prstDash val="solid"/>
            <a:round/>
            <a:headEnd len="sm" w="sm" type="none"/>
            <a:tailEnd len="med" w="med" type="triangle"/>
          </a:ln>
        </p:spPr>
      </p:cxnSp>
      <p:cxnSp>
        <p:nvCxnSpPr>
          <p:cNvPr id="1794" name="Google Shape;1794;p79"/>
          <p:cNvCxnSpPr/>
          <p:nvPr/>
        </p:nvCxnSpPr>
        <p:spPr>
          <a:xfrm rot="2537517">
            <a:off x="4295775" y="3097213"/>
            <a:ext cx="125413" cy="312737"/>
          </a:xfrm>
          <a:prstGeom prst="straightConnector1">
            <a:avLst/>
          </a:prstGeom>
          <a:noFill/>
          <a:ln cap="flat" cmpd="sng" w="9525">
            <a:solidFill>
              <a:schemeClr val="dk1"/>
            </a:solidFill>
            <a:prstDash val="solid"/>
            <a:round/>
            <a:headEnd len="sm" w="sm" type="none"/>
            <a:tailEnd len="med" w="med" type="triangle"/>
          </a:ln>
        </p:spPr>
      </p:cxnSp>
      <p:sp>
        <p:nvSpPr>
          <p:cNvPr id="1795" name="Google Shape;1795;p79"/>
          <p:cNvSpPr txBox="1"/>
          <p:nvPr/>
        </p:nvSpPr>
        <p:spPr>
          <a:xfrm>
            <a:off x="4067175" y="3390900"/>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y</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1796" name="Google Shape;1796;p79"/>
          <p:cNvSpPr txBox="1"/>
          <p:nvPr/>
        </p:nvSpPr>
        <p:spPr>
          <a:xfrm>
            <a:off x="4538663" y="3390900"/>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l</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1797" name="Google Shape;1797;p79"/>
          <p:cNvSpPr txBox="1"/>
          <p:nvPr/>
        </p:nvSpPr>
        <p:spPr>
          <a:xfrm>
            <a:off x="4343400" y="2705100"/>
            <a:ext cx="400050" cy="37623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cxnSp>
        <p:nvCxnSpPr>
          <p:cNvPr id="1798" name="Google Shape;1798;p79"/>
          <p:cNvCxnSpPr/>
          <p:nvPr/>
        </p:nvCxnSpPr>
        <p:spPr>
          <a:xfrm flipH="1" rot="-2537517">
            <a:off x="4619625" y="3087688"/>
            <a:ext cx="125413" cy="312737"/>
          </a:xfrm>
          <a:prstGeom prst="straightConnector1">
            <a:avLst/>
          </a:prstGeom>
          <a:noFill/>
          <a:ln cap="flat" cmpd="sng" w="9525">
            <a:solidFill>
              <a:schemeClr val="dk1"/>
            </a:solidFill>
            <a:prstDash val="solid"/>
            <a:round/>
            <a:headEnd len="sm" w="sm" type="none"/>
            <a:tailEnd len="med" w="med" type="triangle"/>
          </a:ln>
        </p:spPr>
      </p:cxnSp>
      <p:cxnSp>
        <p:nvCxnSpPr>
          <p:cNvPr id="1799" name="Google Shape;1799;p79"/>
          <p:cNvCxnSpPr/>
          <p:nvPr/>
        </p:nvCxnSpPr>
        <p:spPr>
          <a:xfrm>
            <a:off x="4552950" y="2066925"/>
            <a:ext cx="0" cy="614363"/>
          </a:xfrm>
          <a:prstGeom prst="straightConnector1">
            <a:avLst/>
          </a:prstGeom>
          <a:noFill/>
          <a:ln cap="flat" cmpd="sng" w="9525">
            <a:solidFill>
              <a:schemeClr val="dk1"/>
            </a:solidFill>
            <a:prstDash val="solid"/>
            <a:round/>
            <a:headEnd len="sm" w="sm" type="none"/>
            <a:tailEnd len="med" w="med" type="triangle"/>
          </a:ln>
        </p:spPr>
      </p:cxnSp>
      <p:cxnSp>
        <p:nvCxnSpPr>
          <p:cNvPr id="1800" name="Google Shape;1800;p79"/>
          <p:cNvCxnSpPr/>
          <p:nvPr/>
        </p:nvCxnSpPr>
        <p:spPr>
          <a:xfrm>
            <a:off x="8296275" y="1990725"/>
            <a:ext cx="38100" cy="552450"/>
          </a:xfrm>
          <a:prstGeom prst="straightConnector1">
            <a:avLst/>
          </a:prstGeom>
          <a:noFill/>
          <a:ln cap="flat" cmpd="sng" w="9525">
            <a:solidFill>
              <a:schemeClr val="dk1"/>
            </a:solidFill>
            <a:prstDash val="solid"/>
            <a:round/>
            <a:headEnd len="sm" w="sm" type="none"/>
            <a:tailEnd len="med" w="med" type="triangle"/>
          </a:ln>
        </p:spPr>
      </p:cxnSp>
      <p:cxnSp>
        <p:nvCxnSpPr>
          <p:cNvPr id="1801" name="Google Shape;1801;p79"/>
          <p:cNvCxnSpPr/>
          <p:nvPr/>
        </p:nvCxnSpPr>
        <p:spPr>
          <a:xfrm rot="2537517">
            <a:off x="5543550" y="3021013"/>
            <a:ext cx="125413" cy="312737"/>
          </a:xfrm>
          <a:prstGeom prst="straightConnector1">
            <a:avLst/>
          </a:prstGeom>
          <a:noFill/>
          <a:ln cap="flat" cmpd="sng" w="9525">
            <a:solidFill>
              <a:schemeClr val="dk1"/>
            </a:solidFill>
            <a:prstDash val="solid"/>
            <a:round/>
            <a:headEnd len="sm" w="sm" type="none"/>
            <a:tailEnd len="med" w="med" type="triangle"/>
          </a:ln>
        </p:spPr>
      </p:cxnSp>
      <p:sp>
        <p:nvSpPr>
          <p:cNvPr id="1802" name="Google Shape;1802;p79"/>
          <p:cNvSpPr txBox="1"/>
          <p:nvPr/>
        </p:nvSpPr>
        <p:spPr>
          <a:xfrm>
            <a:off x="5343525" y="3324225"/>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k</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1803" name="Google Shape;1803;p79"/>
          <p:cNvSpPr txBox="1"/>
          <p:nvPr/>
        </p:nvSpPr>
        <p:spPr>
          <a:xfrm>
            <a:off x="5795963" y="3324225"/>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1804" name="Google Shape;1804;p79"/>
          <p:cNvSpPr txBox="1"/>
          <p:nvPr/>
        </p:nvSpPr>
        <p:spPr>
          <a:xfrm>
            <a:off x="5600700" y="2628900"/>
            <a:ext cx="400050" cy="37623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cxnSp>
        <p:nvCxnSpPr>
          <p:cNvPr id="1805" name="Google Shape;1805;p79"/>
          <p:cNvCxnSpPr/>
          <p:nvPr/>
        </p:nvCxnSpPr>
        <p:spPr>
          <a:xfrm flipH="1" rot="-2537517">
            <a:off x="5886450" y="3011488"/>
            <a:ext cx="125413" cy="312737"/>
          </a:xfrm>
          <a:prstGeom prst="straightConnector1">
            <a:avLst/>
          </a:prstGeom>
          <a:noFill/>
          <a:ln cap="flat" cmpd="sng" w="9525">
            <a:solidFill>
              <a:schemeClr val="dk1"/>
            </a:solidFill>
            <a:prstDash val="solid"/>
            <a:round/>
            <a:headEnd len="sm" w="sm" type="none"/>
            <a:tailEnd len="med" w="med" type="triangle"/>
          </a:ln>
        </p:spPr>
      </p:cxnSp>
      <p:cxnSp>
        <p:nvCxnSpPr>
          <p:cNvPr id="1806" name="Google Shape;1806;p79"/>
          <p:cNvCxnSpPr/>
          <p:nvPr/>
        </p:nvCxnSpPr>
        <p:spPr>
          <a:xfrm>
            <a:off x="5776913" y="2085975"/>
            <a:ext cx="9525" cy="538163"/>
          </a:xfrm>
          <a:prstGeom prst="straightConnector1">
            <a:avLst/>
          </a:prstGeom>
          <a:noFill/>
          <a:ln cap="flat" cmpd="sng" w="9525">
            <a:solidFill>
              <a:schemeClr val="dk1"/>
            </a:solidFill>
            <a:prstDash val="solid"/>
            <a:round/>
            <a:headEnd len="sm" w="sm" type="none"/>
            <a:tailEnd len="med" w="med" type="triangle"/>
          </a:ln>
        </p:spPr>
      </p:cxn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4" name="Shape 1814"/>
        <p:cNvGrpSpPr/>
        <p:nvPr/>
      </p:nvGrpSpPr>
      <p:grpSpPr>
        <a:xfrm>
          <a:off x="0" y="0"/>
          <a:ext cx="0" cy="0"/>
          <a:chOff x="0" y="0"/>
          <a:chExt cx="0" cy="0"/>
        </a:xfrm>
      </p:grpSpPr>
      <p:sp>
        <p:nvSpPr>
          <p:cNvPr id="1815" name="Google Shape;1815;p80"/>
          <p:cNvSpPr txBox="1"/>
          <p:nvPr>
            <p:ph type="title"/>
          </p:nvPr>
        </p:nvSpPr>
        <p:spPr>
          <a:xfrm>
            <a:off x="696913" y="592138"/>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Building a Tree</a:t>
            </a:r>
            <a:endParaRPr/>
          </a:p>
        </p:txBody>
      </p:sp>
      <p:sp>
        <p:nvSpPr>
          <p:cNvPr id="1816" name="Google Shape;1816;p80"/>
          <p:cNvSpPr/>
          <p:nvPr/>
        </p:nvSpPr>
        <p:spPr>
          <a:xfrm>
            <a:off x="152400" y="1790700"/>
            <a:ext cx="8896350" cy="438150"/>
          </a:xfrm>
          <a:prstGeom prst="rect">
            <a:avLst/>
          </a:prstGeom>
          <a:solidFill>
            <a:schemeClr val="lt1"/>
          </a:solidFill>
          <a:ln cap="flat" cmpd="sng" w="952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cxnSp>
        <p:nvCxnSpPr>
          <p:cNvPr id="1817" name="Google Shape;1817;p80"/>
          <p:cNvCxnSpPr/>
          <p:nvPr/>
        </p:nvCxnSpPr>
        <p:spPr>
          <a:xfrm>
            <a:off x="876300" y="1790700"/>
            <a:ext cx="0" cy="438150"/>
          </a:xfrm>
          <a:prstGeom prst="straightConnector1">
            <a:avLst/>
          </a:prstGeom>
          <a:noFill/>
          <a:ln cap="flat" cmpd="sng" w="9525">
            <a:solidFill>
              <a:srgbClr val="FF0000"/>
            </a:solidFill>
            <a:prstDash val="solid"/>
            <a:round/>
            <a:headEnd len="sm" w="sm" type="none"/>
            <a:tailEnd len="sm" w="sm" type="none"/>
          </a:ln>
        </p:spPr>
      </p:cxnSp>
      <p:cxnSp>
        <p:nvCxnSpPr>
          <p:cNvPr id="1818" name="Google Shape;1818;p80"/>
          <p:cNvCxnSpPr/>
          <p:nvPr/>
        </p:nvCxnSpPr>
        <p:spPr>
          <a:xfrm>
            <a:off x="1614488" y="1790700"/>
            <a:ext cx="0" cy="438150"/>
          </a:xfrm>
          <a:prstGeom prst="straightConnector1">
            <a:avLst/>
          </a:prstGeom>
          <a:noFill/>
          <a:ln cap="flat" cmpd="sng" w="9525">
            <a:solidFill>
              <a:srgbClr val="FF0000"/>
            </a:solidFill>
            <a:prstDash val="solid"/>
            <a:round/>
            <a:headEnd len="sm" w="sm" type="none"/>
            <a:tailEnd len="sm" w="sm" type="none"/>
          </a:ln>
        </p:spPr>
      </p:cxnSp>
      <p:cxnSp>
        <p:nvCxnSpPr>
          <p:cNvPr id="1819" name="Google Shape;1819;p80"/>
          <p:cNvCxnSpPr/>
          <p:nvPr/>
        </p:nvCxnSpPr>
        <p:spPr>
          <a:xfrm>
            <a:off x="2354263" y="1790700"/>
            <a:ext cx="0" cy="438150"/>
          </a:xfrm>
          <a:prstGeom prst="straightConnector1">
            <a:avLst/>
          </a:prstGeom>
          <a:noFill/>
          <a:ln cap="flat" cmpd="sng" w="9525">
            <a:solidFill>
              <a:srgbClr val="FF0000"/>
            </a:solidFill>
            <a:prstDash val="solid"/>
            <a:round/>
            <a:headEnd len="sm" w="sm" type="none"/>
            <a:tailEnd len="sm" w="sm" type="none"/>
          </a:ln>
        </p:spPr>
      </p:cxnSp>
      <p:cxnSp>
        <p:nvCxnSpPr>
          <p:cNvPr id="1820" name="Google Shape;1820;p80"/>
          <p:cNvCxnSpPr/>
          <p:nvPr/>
        </p:nvCxnSpPr>
        <p:spPr>
          <a:xfrm>
            <a:off x="4343400" y="1790700"/>
            <a:ext cx="0" cy="438150"/>
          </a:xfrm>
          <a:prstGeom prst="straightConnector1">
            <a:avLst/>
          </a:prstGeom>
          <a:noFill/>
          <a:ln cap="flat" cmpd="sng" w="9525">
            <a:solidFill>
              <a:srgbClr val="FF0000"/>
            </a:solidFill>
            <a:prstDash val="solid"/>
            <a:round/>
            <a:headEnd len="sm" w="sm" type="none"/>
            <a:tailEnd len="sm" w="sm" type="none"/>
          </a:ln>
        </p:spPr>
      </p:cxnSp>
      <p:cxnSp>
        <p:nvCxnSpPr>
          <p:cNvPr id="1821" name="Google Shape;1821;p80"/>
          <p:cNvCxnSpPr/>
          <p:nvPr/>
        </p:nvCxnSpPr>
        <p:spPr>
          <a:xfrm>
            <a:off x="6324600" y="1790700"/>
            <a:ext cx="0" cy="438150"/>
          </a:xfrm>
          <a:prstGeom prst="straightConnector1">
            <a:avLst/>
          </a:prstGeom>
          <a:noFill/>
          <a:ln cap="flat" cmpd="sng" w="9525">
            <a:solidFill>
              <a:srgbClr val="FF0000"/>
            </a:solidFill>
            <a:prstDash val="solid"/>
            <a:round/>
            <a:headEnd len="sm" w="sm" type="none"/>
            <a:tailEnd len="sm" w="sm" type="none"/>
          </a:ln>
        </p:spPr>
      </p:cxnSp>
      <p:cxnSp>
        <p:nvCxnSpPr>
          <p:cNvPr id="1822" name="Google Shape;1822;p80"/>
          <p:cNvCxnSpPr/>
          <p:nvPr/>
        </p:nvCxnSpPr>
        <p:spPr>
          <a:xfrm>
            <a:off x="7848600" y="1790700"/>
            <a:ext cx="0" cy="438150"/>
          </a:xfrm>
          <a:prstGeom prst="straightConnector1">
            <a:avLst/>
          </a:prstGeom>
          <a:noFill/>
          <a:ln cap="flat" cmpd="sng" w="9525">
            <a:solidFill>
              <a:srgbClr val="FF0000"/>
            </a:solidFill>
            <a:prstDash val="solid"/>
            <a:round/>
            <a:headEnd len="sm" w="sm" type="none"/>
            <a:tailEnd len="sm" w="sm" type="none"/>
          </a:ln>
        </p:spPr>
      </p:cxnSp>
      <p:cxnSp>
        <p:nvCxnSpPr>
          <p:cNvPr id="1823" name="Google Shape;1823;p80"/>
          <p:cNvCxnSpPr/>
          <p:nvPr/>
        </p:nvCxnSpPr>
        <p:spPr>
          <a:xfrm>
            <a:off x="417513" y="1990725"/>
            <a:ext cx="0" cy="552450"/>
          </a:xfrm>
          <a:prstGeom prst="straightConnector1">
            <a:avLst/>
          </a:prstGeom>
          <a:noFill/>
          <a:ln cap="flat" cmpd="sng" w="9525">
            <a:solidFill>
              <a:schemeClr val="dk1"/>
            </a:solidFill>
            <a:prstDash val="solid"/>
            <a:round/>
            <a:headEnd len="sm" w="sm" type="none"/>
            <a:tailEnd len="med" w="med" type="triangle"/>
          </a:ln>
        </p:spPr>
      </p:cxnSp>
      <p:cxnSp>
        <p:nvCxnSpPr>
          <p:cNvPr id="1824" name="Google Shape;1824;p80"/>
          <p:cNvCxnSpPr/>
          <p:nvPr/>
        </p:nvCxnSpPr>
        <p:spPr>
          <a:xfrm>
            <a:off x="1163638" y="1990725"/>
            <a:ext cx="0" cy="552450"/>
          </a:xfrm>
          <a:prstGeom prst="straightConnector1">
            <a:avLst/>
          </a:prstGeom>
          <a:noFill/>
          <a:ln cap="flat" cmpd="sng" w="9525">
            <a:solidFill>
              <a:schemeClr val="dk1"/>
            </a:solidFill>
            <a:prstDash val="solid"/>
            <a:round/>
            <a:headEnd len="sm" w="sm" type="none"/>
            <a:tailEnd len="med" w="med" type="triangle"/>
          </a:ln>
        </p:spPr>
      </p:cxnSp>
      <p:cxnSp>
        <p:nvCxnSpPr>
          <p:cNvPr id="1825" name="Google Shape;1825;p80"/>
          <p:cNvCxnSpPr/>
          <p:nvPr/>
        </p:nvCxnSpPr>
        <p:spPr>
          <a:xfrm>
            <a:off x="7315200" y="2097088"/>
            <a:ext cx="0" cy="552450"/>
          </a:xfrm>
          <a:prstGeom prst="straightConnector1">
            <a:avLst/>
          </a:prstGeom>
          <a:noFill/>
          <a:ln cap="flat" cmpd="sng" w="9525">
            <a:solidFill>
              <a:schemeClr val="dk1"/>
            </a:solidFill>
            <a:prstDash val="solid"/>
            <a:round/>
            <a:headEnd len="sm" w="sm" type="none"/>
            <a:tailEnd len="med" w="med" type="triangle"/>
          </a:ln>
        </p:spPr>
      </p:cxnSp>
      <p:cxnSp>
        <p:nvCxnSpPr>
          <p:cNvPr id="1826" name="Google Shape;1826;p80"/>
          <p:cNvCxnSpPr/>
          <p:nvPr/>
        </p:nvCxnSpPr>
        <p:spPr>
          <a:xfrm rot="2537517">
            <a:off x="1749425" y="2935288"/>
            <a:ext cx="239713" cy="508000"/>
          </a:xfrm>
          <a:prstGeom prst="straightConnector1">
            <a:avLst/>
          </a:prstGeom>
          <a:noFill/>
          <a:ln cap="flat" cmpd="sng" w="9525">
            <a:solidFill>
              <a:schemeClr val="dk1"/>
            </a:solidFill>
            <a:prstDash val="solid"/>
            <a:round/>
            <a:headEnd len="sm" w="sm" type="none"/>
            <a:tailEnd len="med" w="med" type="triangle"/>
          </a:ln>
        </p:spPr>
      </p:cxnSp>
      <p:sp>
        <p:nvSpPr>
          <p:cNvPr id="1827" name="Google Shape;1827;p80"/>
          <p:cNvSpPr txBox="1"/>
          <p:nvPr/>
        </p:nvSpPr>
        <p:spPr>
          <a:xfrm>
            <a:off x="1562100" y="3440113"/>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E</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1828" name="Google Shape;1828;p80"/>
          <p:cNvSpPr txBox="1"/>
          <p:nvPr/>
        </p:nvSpPr>
        <p:spPr>
          <a:xfrm>
            <a:off x="2081213" y="3440113"/>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i</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1829" name="Google Shape;1829;p80"/>
          <p:cNvSpPr txBox="1"/>
          <p:nvPr/>
        </p:nvSpPr>
        <p:spPr>
          <a:xfrm>
            <a:off x="222250" y="2533650"/>
            <a:ext cx="400050" cy="78898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sp>
        <p:nvSpPr>
          <p:cNvPr id="1830" name="Google Shape;1830;p80"/>
          <p:cNvSpPr txBox="1"/>
          <p:nvPr/>
        </p:nvSpPr>
        <p:spPr>
          <a:xfrm>
            <a:off x="969963" y="2533650"/>
            <a:ext cx="400050" cy="78898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sp>
        <p:nvSpPr>
          <p:cNvPr id="1831" name="Google Shape;1831;p80"/>
          <p:cNvSpPr txBox="1"/>
          <p:nvPr/>
        </p:nvSpPr>
        <p:spPr>
          <a:xfrm>
            <a:off x="7086600" y="2640013"/>
            <a:ext cx="514350" cy="78898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sp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sp>
        <p:nvSpPr>
          <p:cNvPr id="1832" name="Google Shape;1832;p80"/>
          <p:cNvSpPr txBox="1"/>
          <p:nvPr/>
        </p:nvSpPr>
        <p:spPr>
          <a:xfrm>
            <a:off x="8296275" y="2659063"/>
            <a:ext cx="400050" cy="78898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8</a:t>
            </a:r>
            <a:endParaRPr b="0" i="0" sz="1400" u="none" cap="none" strike="noStrike">
              <a:solidFill>
                <a:srgbClr val="000000"/>
              </a:solidFill>
              <a:latin typeface="Arial"/>
              <a:ea typeface="Arial"/>
              <a:cs typeface="Arial"/>
              <a:sym typeface="Arial"/>
            </a:endParaRPr>
          </a:p>
        </p:txBody>
      </p:sp>
      <p:cxnSp>
        <p:nvCxnSpPr>
          <p:cNvPr id="1833" name="Google Shape;1833;p80"/>
          <p:cNvCxnSpPr/>
          <p:nvPr/>
        </p:nvCxnSpPr>
        <p:spPr>
          <a:xfrm flipH="1" rot="-2537517">
            <a:off x="2098675" y="2962275"/>
            <a:ext cx="249238" cy="447675"/>
          </a:xfrm>
          <a:prstGeom prst="straightConnector1">
            <a:avLst/>
          </a:prstGeom>
          <a:noFill/>
          <a:ln cap="flat" cmpd="sng" w="9525">
            <a:solidFill>
              <a:schemeClr val="dk1"/>
            </a:solidFill>
            <a:prstDash val="solid"/>
            <a:round/>
            <a:headEnd len="sm" w="sm" type="none"/>
            <a:tailEnd len="med" w="med" type="triangle"/>
          </a:ln>
        </p:spPr>
      </p:cxnSp>
      <p:sp>
        <p:nvSpPr>
          <p:cNvPr id="1834" name="Google Shape;1834;p80"/>
          <p:cNvSpPr txBox="1"/>
          <p:nvPr/>
        </p:nvSpPr>
        <p:spPr>
          <a:xfrm>
            <a:off x="1847850" y="2563813"/>
            <a:ext cx="400050" cy="376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cxnSp>
        <p:nvCxnSpPr>
          <p:cNvPr id="1835" name="Google Shape;1835;p80"/>
          <p:cNvCxnSpPr/>
          <p:nvPr/>
        </p:nvCxnSpPr>
        <p:spPr>
          <a:xfrm>
            <a:off x="2062163" y="2009775"/>
            <a:ext cx="0" cy="552450"/>
          </a:xfrm>
          <a:prstGeom prst="straightConnector1">
            <a:avLst/>
          </a:prstGeom>
          <a:noFill/>
          <a:ln cap="flat" cmpd="sng" w="9525">
            <a:solidFill>
              <a:schemeClr val="dk1"/>
            </a:solidFill>
            <a:prstDash val="solid"/>
            <a:round/>
            <a:headEnd len="sm" w="sm" type="none"/>
            <a:tailEnd len="med" w="med" type="triangle"/>
          </a:ln>
        </p:spPr>
      </p:cxnSp>
      <p:cxnSp>
        <p:nvCxnSpPr>
          <p:cNvPr id="1836" name="Google Shape;1836;p80"/>
          <p:cNvCxnSpPr/>
          <p:nvPr/>
        </p:nvCxnSpPr>
        <p:spPr>
          <a:xfrm rot="2537517">
            <a:off x="3071813" y="3173413"/>
            <a:ext cx="125412" cy="312737"/>
          </a:xfrm>
          <a:prstGeom prst="straightConnector1">
            <a:avLst/>
          </a:prstGeom>
          <a:noFill/>
          <a:ln cap="flat" cmpd="sng" w="9525">
            <a:solidFill>
              <a:schemeClr val="dk1"/>
            </a:solidFill>
            <a:prstDash val="solid"/>
            <a:round/>
            <a:headEnd len="sm" w="sm" type="none"/>
            <a:tailEnd len="med" w="med" type="triangle"/>
          </a:ln>
        </p:spPr>
      </p:cxnSp>
      <p:sp>
        <p:nvSpPr>
          <p:cNvPr id="1837" name="Google Shape;1837;p80"/>
          <p:cNvSpPr txBox="1"/>
          <p:nvPr/>
        </p:nvSpPr>
        <p:spPr>
          <a:xfrm>
            <a:off x="2843213" y="3467100"/>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y</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1838" name="Google Shape;1838;p80"/>
          <p:cNvSpPr txBox="1"/>
          <p:nvPr/>
        </p:nvSpPr>
        <p:spPr>
          <a:xfrm>
            <a:off x="3314700" y="3467100"/>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l</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1839" name="Google Shape;1839;p80"/>
          <p:cNvSpPr txBox="1"/>
          <p:nvPr/>
        </p:nvSpPr>
        <p:spPr>
          <a:xfrm>
            <a:off x="3119438" y="2781300"/>
            <a:ext cx="400050" cy="37623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cxnSp>
        <p:nvCxnSpPr>
          <p:cNvPr id="1840" name="Google Shape;1840;p80"/>
          <p:cNvCxnSpPr/>
          <p:nvPr/>
        </p:nvCxnSpPr>
        <p:spPr>
          <a:xfrm flipH="1" rot="-2537517">
            <a:off x="3395663" y="3163888"/>
            <a:ext cx="125412" cy="312737"/>
          </a:xfrm>
          <a:prstGeom prst="straightConnector1">
            <a:avLst/>
          </a:prstGeom>
          <a:noFill/>
          <a:ln cap="flat" cmpd="sng" w="9525">
            <a:solidFill>
              <a:schemeClr val="dk1"/>
            </a:solidFill>
            <a:prstDash val="solid"/>
            <a:round/>
            <a:headEnd len="sm" w="sm" type="none"/>
            <a:tailEnd len="med" w="med" type="triangle"/>
          </a:ln>
        </p:spPr>
      </p:cxnSp>
      <p:cxnSp>
        <p:nvCxnSpPr>
          <p:cNvPr id="1841" name="Google Shape;1841;p80"/>
          <p:cNvCxnSpPr/>
          <p:nvPr/>
        </p:nvCxnSpPr>
        <p:spPr>
          <a:xfrm>
            <a:off x="3300413" y="2028825"/>
            <a:ext cx="0" cy="766763"/>
          </a:xfrm>
          <a:prstGeom prst="straightConnector1">
            <a:avLst/>
          </a:prstGeom>
          <a:noFill/>
          <a:ln cap="flat" cmpd="sng" w="9525">
            <a:solidFill>
              <a:schemeClr val="dk1"/>
            </a:solidFill>
            <a:prstDash val="solid"/>
            <a:round/>
            <a:headEnd len="sm" w="sm" type="none"/>
            <a:tailEnd len="med" w="med" type="triangle"/>
          </a:ln>
        </p:spPr>
      </p:cxnSp>
      <p:cxnSp>
        <p:nvCxnSpPr>
          <p:cNvPr id="1842" name="Google Shape;1842;p80"/>
          <p:cNvCxnSpPr/>
          <p:nvPr/>
        </p:nvCxnSpPr>
        <p:spPr>
          <a:xfrm>
            <a:off x="8334375" y="2116138"/>
            <a:ext cx="0" cy="552450"/>
          </a:xfrm>
          <a:prstGeom prst="straightConnector1">
            <a:avLst/>
          </a:prstGeom>
          <a:noFill/>
          <a:ln cap="flat" cmpd="sng" w="9525">
            <a:solidFill>
              <a:schemeClr val="dk1"/>
            </a:solidFill>
            <a:prstDash val="solid"/>
            <a:round/>
            <a:headEnd len="sm" w="sm" type="none"/>
            <a:tailEnd len="med" w="med" type="triangle"/>
          </a:ln>
        </p:spPr>
      </p:cxnSp>
      <p:cxnSp>
        <p:nvCxnSpPr>
          <p:cNvPr id="1843" name="Google Shape;1843;p80"/>
          <p:cNvCxnSpPr/>
          <p:nvPr/>
        </p:nvCxnSpPr>
        <p:spPr>
          <a:xfrm rot="2537517">
            <a:off x="5305425" y="3221038"/>
            <a:ext cx="125413" cy="312737"/>
          </a:xfrm>
          <a:prstGeom prst="straightConnector1">
            <a:avLst/>
          </a:prstGeom>
          <a:noFill/>
          <a:ln cap="flat" cmpd="sng" w="9525">
            <a:solidFill>
              <a:schemeClr val="dk1"/>
            </a:solidFill>
            <a:prstDash val="solid"/>
            <a:round/>
            <a:headEnd len="sm" w="sm" type="none"/>
            <a:tailEnd len="med" w="med" type="triangle"/>
          </a:ln>
        </p:spPr>
      </p:cxnSp>
      <p:sp>
        <p:nvSpPr>
          <p:cNvPr id="1844" name="Google Shape;1844;p80"/>
          <p:cNvSpPr txBox="1"/>
          <p:nvPr/>
        </p:nvSpPr>
        <p:spPr>
          <a:xfrm>
            <a:off x="5105400" y="3524250"/>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k</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1845" name="Google Shape;1845;p80"/>
          <p:cNvSpPr txBox="1"/>
          <p:nvPr/>
        </p:nvSpPr>
        <p:spPr>
          <a:xfrm>
            <a:off x="5557838" y="3524250"/>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1846" name="Google Shape;1846;p80"/>
          <p:cNvSpPr txBox="1"/>
          <p:nvPr/>
        </p:nvSpPr>
        <p:spPr>
          <a:xfrm>
            <a:off x="5362575" y="2828925"/>
            <a:ext cx="400050" cy="37623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cxnSp>
        <p:nvCxnSpPr>
          <p:cNvPr id="1847" name="Google Shape;1847;p80"/>
          <p:cNvCxnSpPr/>
          <p:nvPr/>
        </p:nvCxnSpPr>
        <p:spPr>
          <a:xfrm flipH="1" rot="-2537517">
            <a:off x="5648325" y="3211513"/>
            <a:ext cx="125413" cy="312737"/>
          </a:xfrm>
          <a:prstGeom prst="straightConnector1">
            <a:avLst/>
          </a:prstGeom>
          <a:noFill/>
          <a:ln cap="flat" cmpd="sng" w="9525">
            <a:solidFill>
              <a:schemeClr val="dk1"/>
            </a:solidFill>
            <a:prstDash val="solid"/>
            <a:round/>
            <a:headEnd len="sm" w="sm" type="none"/>
            <a:tailEnd len="med" w="med" type="triangle"/>
          </a:ln>
        </p:spPr>
      </p:cxnSp>
      <p:cxnSp>
        <p:nvCxnSpPr>
          <p:cNvPr id="1848" name="Google Shape;1848;p80"/>
          <p:cNvCxnSpPr/>
          <p:nvPr/>
        </p:nvCxnSpPr>
        <p:spPr>
          <a:xfrm>
            <a:off x="5562600" y="1905000"/>
            <a:ext cx="0" cy="914400"/>
          </a:xfrm>
          <a:prstGeom prst="straightConnector1">
            <a:avLst/>
          </a:prstGeom>
          <a:noFill/>
          <a:ln cap="flat" cmpd="sng" w="9525">
            <a:solidFill>
              <a:schemeClr val="dk1"/>
            </a:solidFill>
            <a:prstDash val="solid"/>
            <a:round/>
            <a:headEnd len="sm" w="sm" type="none"/>
            <a:tailEnd len="med" w="med" type="triangle"/>
          </a:ln>
        </p:spPr>
      </p:cxnSp>
      <p:cxnSp>
        <p:nvCxnSpPr>
          <p:cNvPr id="1849" name="Google Shape;1849;p80"/>
          <p:cNvCxnSpPr/>
          <p:nvPr/>
        </p:nvCxnSpPr>
        <p:spPr>
          <a:xfrm rot="2537517">
            <a:off x="4400550" y="4792663"/>
            <a:ext cx="125413" cy="312737"/>
          </a:xfrm>
          <a:prstGeom prst="straightConnector1">
            <a:avLst/>
          </a:prstGeom>
          <a:noFill/>
          <a:ln cap="flat" cmpd="sng" w="9525">
            <a:solidFill>
              <a:schemeClr val="dk1"/>
            </a:solidFill>
            <a:prstDash val="solid"/>
            <a:round/>
            <a:headEnd len="sm" w="sm" type="none"/>
            <a:tailEnd len="med" w="med" type="triangle"/>
          </a:ln>
        </p:spPr>
      </p:cxnSp>
      <p:sp>
        <p:nvSpPr>
          <p:cNvPr id="1850" name="Google Shape;1850;p80"/>
          <p:cNvSpPr txBox="1"/>
          <p:nvPr/>
        </p:nvSpPr>
        <p:spPr>
          <a:xfrm>
            <a:off x="4200525" y="5095875"/>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r</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2000" u="none" cap="none" strike="noStrike">
              <a:solidFill>
                <a:srgbClr val="003399"/>
              </a:solidFill>
              <a:latin typeface="Times New Roman"/>
              <a:ea typeface="Times New Roman"/>
              <a:cs typeface="Times New Roman"/>
              <a:sym typeface="Times New Roman"/>
            </a:endParaRPr>
          </a:p>
        </p:txBody>
      </p:sp>
      <p:sp>
        <p:nvSpPr>
          <p:cNvPr id="1851" name="Google Shape;1851;p80"/>
          <p:cNvSpPr txBox="1"/>
          <p:nvPr/>
        </p:nvSpPr>
        <p:spPr>
          <a:xfrm>
            <a:off x="4652963" y="5095875"/>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s</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2000" u="none" cap="none" strike="noStrike">
              <a:solidFill>
                <a:srgbClr val="003399"/>
              </a:solidFill>
              <a:latin typeface="Times New Roman"/>
              <a:ea typeface="Times New Roman"/>
              <a:cs typeface="Times New Roman"/>
              <a:sym typeface="Times New Roman"/>
            </a:endParaRPr>
          </a:p>
        </p:txBody>
      </p:sp>
      <p:sp>
        <p:nvSpPr>
          <p:cNvPr id="1852" name="Google Shape;1852;p80"/>
          <p:cNvSpPr txBox="1"/>
          <p:nvPr/>
        </p:nvSpPr>
        <p:spPr>
          <a:xfrm>
            <a:off x="4457700" y="4400550"/>
            <a:ext cx="400050" cy="37623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cxnSp>
        <p:nvCxnSpPr>
          <p:cNvPr id="1853" name="Google Shape;1853;p80"/>
          <p:cNvCxnSpPr/>
          <p:nvPr/>
        </p:nvCxnSpPr>
        <p:spPr>
          <a:xfrm flipH="1" rot="-2537517">
            <a:off x="4743450" y="4783138"/>
            <a:ext cx="125413" cy="312737"/>
          </a:xfrm>
          <a:prstGeom prst="straightConnector1">
            <a:avLst/>
          </a:prstGeom>
          <a:noFill/>
          <a:ln cap="flat" cmpd="sng" w="9525">
            <a:solidFill>
              <a:schemeClr val="dk1"/>
            </a:solidFill>
            <a:prstDash val="solid"/>
            <a:round/>
            <a:headEnd len="sm" w="sm" type="none"/>
            <a:tailEnd len="med" w="med" type="triangle"/>
          </a:ln>
        </p:spPr>
      </p:cxn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1" name="Shape 1861"/>
        <p:cNvGrpSpPr/>
        <p:nvPr/>
      </p:nvGrpSpPr>
      <p:grpSpPr>
        <a:xfrm>
          <a:off x="0" y="0"/>
          <a:ext cx="0" cy="0"/>
          <a:chOff x="0" y="0"/>
          <a:chExt cx="0" cy="0"/>
        </a:xfrm>
      </p:grpSpPr>
      <p:sp>
        <p:nvSpPr>
          <p:cNvPr id="1862" name="Google Shape;1862;p81"/>
          <p:cNvSpPr txBox="1"/>
          <p:nvPr>
            <p:ph type="title"/>
          </p:nvPr>
        </p:nvSpPr>
        <p:spPr>
          <a:xfrm>
            <a:off x="696913" y="592138"/>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Building a Tree</a:t>
            </a:r>
            <a:endParaRPr/>
          </a:p>
        </p:txBody>
      </p:sp>
      <p:sp>
        <p:nvSpPr>
          <p:cNvPr id="1863" name="Google Shape;1863;p81"/>
          <p:cNvSpPr/>
          <p:nvPr/>
        </p:nvSpPr>
        <p:spPr>
          <a:xfrm>
            <a:off x="152400" y="1790700"/>
            <a:ext cx="8267700" cy="438150"/>
          </a:xfrm>
          <a:prstGeom prst="rect">
            <a:avLst/>
          </a:prstGeom>
          <a:solidFill>
            <a:schemeClr val="lt1"/>
          </a:solidFill>
          <a:ln cap="flat" cmpd="sng" w="952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cxnSp>
        <p:nvCxnSpPr>
          <p:cNvPr id="1864" name="Google Shape;1864;p81"/>
          <p:cNvCxnSpPr/>
          <p:nvPr/>
        </p:nvCxnSpPr>
        <p:spPr>
          <a:xfrm>
            <a:off x="876300" y="1790700"/>
            <a:ext cx="0" cy="438150"/>
          </a:xfrm>
          <a:prstGeom prst="straightConnector1">
            <a:avLst/>
          </a:prstGeom>
          <a:noFill/>
          <a:ln cap="flat" cmpd="sng" w="9525">
            <a:solidFill>
              <a:srgbClr val="FF0000"/>
            </a:solidFill>
            <a:prstDash val="solid"/>
            <a:round/>
            <a:headEnd len="sm" w="sm" type="none"/>
            <a:tailEnd len="sm" w="sm" type="none"/>
          </a:ln>
        </p:spPr>
      </p:cxnSp>
      <p:cxnSp>
        <p:nvCxnSpPr>
          <p:cNvPr id="1865" name="Google Shape;1865;p81"/>
          <p:cNvCxnSpPr/>
          <p:nvPr/>
        </p:nvCxnSpPr>
        <p:spPr>
          <a:xfrm>
            <a:off x="1614488" y="1790700"/>
            <a:ext cx="0" cy="438150"/>
          </a:xfrm>
          <a:prstGeom prst="straightConnector1">
            <a:avLst/>
          </a:prstGeom>
          <a:noFill/>
          <a:ln cap="flat" cmpd="sng" w="9525">
            <a:solidFill>
              <a:srgbClr val="FF0000"/>
            </a:solidFill>
            <a:prstDash val="solid"/>
            <a:round/>
            <a:headEnd len="sm" w="sm" type="none"/>
            <a:tailEnd len="sm" w="sm" type="none"/>
          </a:ln>
        </p:spPr>
      </p:cxnSp>
      <p:cxnSp>
        <p:nvCxnSpPr>
          <p:cNvPr id="1866" name="Google Shape;1866;p81"/>
          <p:cNvCxnSpPr/>
          <p:nvPr/>
        </p:nvCxnSpPr>
        <p:spPr>
          <a:xfrm>
            <a:off x="2449513" y="1790700"/>
            <a:ext cx="0" cy="438150"/>
          </a:xfrm>
          <a:prstGeom prst="straightConnector1">
            <a:avLst/>
          </a:prstGeom>
          <a:noFill/>
          <a:ln cap="flat" cmpd="sng" w="9525">
            <a:solidFill>
              <a:srgbClr val="FF0000"/>
            </a:solidFill>
            <a:prstDash val="solid"/>
            <a:round/>
            <a:headEnd len="sm" w="sm" type="none"/>
            <a:tailEnd len="sm" w="sm" type="none"/>
          </a:ln>
        </p:spPr>
      </p:cxnSp>
      <p:cxnSp>
        <p:nvCxnSpPr>
          <p:cNvPr id="1867" name="Google Shape;1867;p81"/>
          <p:cNvCxnSpPr/>
          <p:nvPr/>
        </p:nvCxnSpPr>
        <p:spPr>
          <a:xfrm>
            <a:off x="3530600" y="1790700"/>
            <a:ext cx="0" cy="438150"/>
          </a:xfrm>
          <a:prstGeom prst="straightConnector1">
            <a:avLst/>
          </a:prstGeom>
          <a:noFill/>
          <a:ln cap="flat" cmpd="sng" w="9525">
            <a:solidFill>
              <a:srgbClr val="FF0000"/>
            </a:solidFill>
            <a:prstDash val="solid"/>
            <a:round/>
            <a:headEnd len="sm" w="sm" type="none"/>
            <a:tailEnd len="sm" w="sm" type="none"/>
          </a:ln>
        </p:spPr>
      </p:cxnSp>
      <p:cxnSp>
        <p:nvCxnSpPr>
          <p:cNvPr id="1868" name="Google Shape;1868;p81"/>
          <p:cNvCxnSpPr/>
          <p:nvPr/>
        </p:nvCxnSpPr>
        <p:spPr>
          <a:xfrm>
            <a:off x="4765675" y="1790700"/>
            <a:ext cx="0" cy="438150"/>
          </a:xfrm>
          <a:prstGeom prst="straightConnector1">
            <a:avLst/>
          </a:prstGeom>
          <a:noFill/>
          <a:ln cap="flat" cmpd="sng" w="9525">
            <a:solidFill>
              <a:srgbClr val="FF0000"/>
            </a:solidFill>
            <a:prstDash val="solid"/>
            <a:round/>
            <a:headEnd len="sm" w="sm" type="none"/>
            <a:tailEnd len="sm" w="sm" type="none"/>
          </a:ln>
        </p:spPr>
      </p:cxnSp>
      <p:cxnSp>
        <p:nvCxnSpPr>
          <p:cNvPr id="1869" name="Google Shape;1869;p81"/>
          <p:cNvCxnSpPr/>
          <p:nvPr/>
        </p:nvCxnSpPr>
        <p:spPr>
          <a:xfrm>
            <a:off x="5905500" y="1790700"/>
            <a:ext cx="0" cy="438150"/>
          </a:xfrm>
          <a:prstGeom prst="straightConnector1">
            <a:avLst/>
          </a:prstGeom>
          <a:noFill/>
          <a:ln cap="flat" cmpd="sng" w="9525">
            <a:solidFill>
              <a:srgbClr val="FF0000"/>
            </a:solidFill>
            <a:prstDash val="solid"/>
            <a:round/>
            <a:headEnd len="sm" w="sm" type="none"/>
            <a:tailEnd len="sm" w="sm" type="none"/>
          </a:ln>
        </p:spPr>
      </p:cxnSp>
      <p:cxnSp>
        <p:nvCxnSpPr>
          <p:cNvPr id="1870" name="Google Shape;1870;p81"/>
          <p:cNvCxnSpPr/>
          <p:nvPr/>
        </p:nvCxnSpPr>
        <p:spPr>
          <a:xfrm>
            <a:off x="7081838" y="1790700"/>
            <a:ext cx="0" cy="438150"/>
          </a:xfrm>
          <a:prstGeom prst="straightConnector1">
            <a:avLst/>
          </a:prstGeom>
          <a:noFill/>
          <a:ln cap="flat" cmpd="sng" w="9525">
            <a:solidFill>
              <a:srgbClr val="FF0000"/>
            </a:solidFill>
            <a:prstDash val="solid"/>
            <a:round/>
            <a:headEnd len="sm" w="sm" type="none"/>
            <a:tailEnd len="sm" w="sm" type="none"/>
          </a:ln>
        </p:spPr>
      </p:cxnSp>
      <p:cxnSp>
        <p:nvCxnSpPr>
          <p:cNvPr id="1871" name="Google Shape;1871;p81"/>
          <p:cNvCxnSpPr/>
          <p:nvPr/>
        </p:nvCxnSpPr>
        <p:spPr>
          <a:xfrm>
            <a:off x="417513" y="1990725"/>
            <a:ext cx="0" cy="552450"/>
          </a:xfrm>
          <a:prstGeom prst="straightConnector1">
            <a:avLst/>
          </a:prstGeom>
          <a:noFill/>
          <a:ln cap="flat" cmpd="sng" w="9525">
            <a:solidFill>
              <a:schemeClr val="dk1"/>
            </a:solidFill>
            <a:prstDash val="solid"/>
            <a:round/>
            <a:headEnd len="sm" w="sm" type="none"/>
            <a:tailEnd len="med" w="med" type="triangle"/>
          </a:ln>
        </p:spPr>
      </p:cxnSp>
      <p:cxnSp>
        <p:nvCxnSpPr>
          <p:cNvPr id="1872" name="Google Shape;1872;p81"/>
          <p:cNvCxnSpPr/>
          <p:nvPr/>
        </p:nvCxnSpPr>
        <p:spPr>
          <a:xfrm>
            <a:off x="1163638" y="1990725"/>
            <a:ext cx="0" cy="552450"/>
          </a:xfrm>
          <a:prstGeom prst="straightConnector1">
            <a:avLst/>
          </a:prstGeom>
          <a:noFill/>
          <a:ln cap="flat" cmpd="sng" w="9525">
            <a:solidFill>
              <a:schemeClr val="dk1"/>
            </a:solidFill>
            <a:prstDash val="solid"/>
            <a:round/>
            <a:headEnd len="sm" w="sm" type="none"/>
            <a:tailEnd len="med" w="med" type="triangle"/>
          </a:ln>
        </p:spPr>
      </p:cxnSp>
      <p:cxnSp>
        <p:nvCxnSpPr>
          <p:cNvPr id="1873" name="Google Shape;1873;p81"/>
          <p:cNvCxnSpPr/>
          <p:nvPr/>
        </p:nvCxnSpPr>
        <p:spPr>
          <a:xfrm>
            <a:off x="5343525" y="2066925"/>
            <a:ext cx="0" cy="552450"/>
          </a:xfrm>
          <a:prstGeom prst="straightConnector1">
            <a:avLst/>
          </a:prstGeom>
          <a:noFill/>
          <a:ln cap="flat" cmpd="sng" w="9525">
            <a:solidFill>
              <a:schemeClr val="dk1"/>
            </a:solidFill>
            <a:prstDash val="solid"/>
            <a:round/>
            <a:headEnd len="sm" w="sm" type="none"/>
            <a:tailEnd len="med" w="med" type="triangle"/>
          </a:ln>
        </p:spPr>
      </p:cxnSp>
      <p:cxnSp>
        <p:nvCxnSpPr>
          <p:cNvPr id="1874" name="Google Shape;1874;p81"/>
          <p:cNvCxnSpPr/>
          <p:nvPr/>
        </p:nvCxnSpPr>
        <p:spPr>
          <a:xfrm rot="2537517">
            <a:off x="1635125" y="2954338"/>
            <a:ext cx="239713" cy="508000"/>
          </a:xfrm>
          <a:prstGeom prst="straightConnector1">
            <a:avLst/>
          </a:prstGeom>
          <a:noFill/>
          <a:ln cap="flat" cmpd="sng" w="9525">
            <a:solidFill>
              <a:schemeClr val="dk1"/>
            </a:solidFill>
            <a:prstDash val="solid"/>
            <a:round/>
            <a:headEnd len="sm" w="sm" type="none"/>
            <a:tailEnd len="med" w="med" type="triangle"/>
          </a:ln>
        </p:spPr>
      </p:cxnSp>
      <p:sp>
        <p:nvSpPr>
          <p:cNvPr id="1875" name="Google Shape;1875;p81"/>
          <p:cNvSpPr txBox="1"/>
          <p:nvPr/>
        </p:nvSpPr>
        <p:spPr>
          <a:xfrm>
            <a:off x="1428750" y="3459163"/>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E</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1876" name="Google Shape;1876;p81"/>
          <p:cNvSpPr txBox="1"/>
          <p:nvPr/>
        </p:nvSpPr>
        <p:spPr>
          <a:xfrm>
            <a:off x="1966913" y="3459163"/>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i</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1877" name="Google Shape;1877;p81"/>
          <p:cNvSpPr txBox="1"/>
          <p:nvPr/>
        </p:nvSpPr>
        <p:spPr>
          <a:xfrm>
            <a:off x="222250" y="2533650"/>
            <a:ext cx="400050" cy="78898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sp>
        <p:nvSpPr>
          <p:cNvPr id="1878" name="Google Shape;1878;p81"/>
          <p:cNvSpPr txBox="1"/>
          <p:nvPr/>
        </p:nvSpPr>
        <p:spPr>
          <a:xfrm>
            <a:off x="969963" y="2533650"/>
            <a:ext cx="400050" cy="78898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sp>
        <p:nvSpPr>
          <p:cNvPr id="1879" name="Google Shape;1879;p81"/>
          <p:cNvSpPr txBox="1"/>
          <p:nvPr/>
        </p:nvSpPr>
        <p:spPr>
          <a:xfrm>
            <a:off x="5280025" y="2609850"/>
            <a:ext cx="514350" cy="78898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sp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sp>
        <p:nvSpPr>
          <p:cNvPr id="1880" name="Google Shape;1880;p81"/>
          <p:cNvSpPr txBox="1"/>
          <p:nvPr/>
        </p:nvSpPr>
        <p:spPr>
          <a:xfrm>
            <a:off x="7781925" y="2533650"/>
            <a:ext cx="400050" cy="78898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8</a:t>
            </a:r>
            <a:endParaRPr b="0" i="0" sz="1400" u="none" cap="none" strike="noStrike">
              <a:solidFill>
                <a:srgbClr val="000000"/>
              </a:solidFill>
              <a:latin typeface="Arial"/>
              <a:ea typeface="Arial"/>
              <a:cs typeface="Arial"/>
              <a:sym typeface="Arial"/>
            </a:endParaRPr>
          </a:p>
        </p:txBody>
      </p:sp>
      <p:cxnSp>
        <p:nvCxnSpPr>
          <p:cNvPr id="1881" name="Google Shape;1881;p81"/>
          <p:cNvCxnSpPr/>
          <p:nvPr/>
        </p:nvCxnSpPr>
        <p:spPr>
          <a:xfrm flipH="1" rot="-2537517">
            <a:off x="1984375" y="2981325"/>
            <a:ext cx="249238" cy="447675"/>
          </a:xfrm>
          <a:prstGeom prst="straightConnector1">
            <a:avLst/>
          </a:prstGeom>
          <a:noFill/>
          <a:ln cap="flat" cmpd="sng" w="9525">
            <a:solidFill>
              <a:schemeClr val="dk1"/>
            </a:solidFill>
            <a:prstDash val="solid"/>
            <a:round/>
            <a:headEnd len="sm" w="sm" type="none"/>
            <a:tailEnd len="med" w="med" type="triangle"/>
          </a:ln>
        </p:spPr>
      </p:cxnSp>
      <p:sp>
        <p:nvSpPr>
          <p:cNvPr id="1882" name="Google Shape;1882;p81"/>
          <p:cNvSpPr txBox="1"/>
          <p:nvPr/>
        </p:nvSpPr>
        <p:spPr>
          <a:xfrm>
            <a:off x="1733550" y="2582863"/>
            <a:ext cx="400050" cy="376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cxnSp>
        <p:nvCxnSpPr>
          <p:cNvPr id="1883" name="Google Shape;1883;p81"/>
          <p:cNvCxnSpPr/>
          <p:nvPr/>
        </p:nvCxnSpPr>
        <p:spPr>
          <a:xfrm>
            <a:off x="1947863" y="2028825"/>
            <a:ext cx="0" cy="552450"/>
          </a:xfrm>
          <a:prstGeom prst="straightConnector1">
            <a:avLst/>
          </a:prstGeom>
          <a:noFill/>
          <a:ln cap="flat" cmpd="sng" w="9525">
            <a:solidFill>
              <a:schemeClr val="dk1"/>
            </a:solidFill>
            <a:prstDash val="solid"/>
            <a:round/>
            <a:headEnd len="sm" w="sm" type="none"/>
            <a:tailEnd len="med" w="med" type="triangle"/>
          </a:ln>
        </p:spPr>
      </p:cxnSp>
      <p:cxnSp>
        <p:nvCxnSpPr>
          <p:cNvPr id="1884" name="Google Shape;1884;p81"/>
          <p:cNvCxnSpPr/>
          <p:nvPr/>
        </p:nvCxnSpPr>
        <p:spPr>
          <a:xfrm rot="2537517">
            <a:off x="2809875" y="3192463"/>
            <a:ext cx="125413" cy="312737"/>
          </a:xfrm>
          <a:prstGeom prst="straightConnector1">
            <a:avLst/>
          </a:prstGeom>
          <a:noFill/>
          <a:ln cap="flat" cmpd="sng" w="9525">
            <a:solidFill>
              <a:schemeClr val="dk1"/>
            </a:solidFill>
            <a:prstDash val="solid"/>
            <a:round/>
            <a:headEnd len="sm" w="sm" type="none"/>
            <a:tailEnd len="med" w="med" type="triangle"/>
          </a:ln>
        </p:spPr>
      </p:cxnSp>
      <p:sp>
        <p:nvSpPr>
          <p:cNvPr id="1885" name="Google Shape;1885;p81"/>
          <p:cNvSpPr txBox="1"/>
          <p:nvPr/>
        </p:nvSpPr>
        <p:spPr>
          <a:xfrm>
            <a:off x="2581275" y="3486150"/>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y</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1886" name="Google Shape;1886;p81"/>
          <p:cNvSpPr txBox="1"/>
          <p:nvPr/>
        </p:nvSpPr>
        <p:spPr>
          <a:xfrm>
            <a:off x="3052763" y="3486150"/>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l</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1887" name="Google Shape;1887;p81"/>
          <p:cNvSpPr txBox="1"/>
          <p:nvPr/>
        </p:nvSpPr>
        <p:spPr>
          <a:xfrm>
            <a:off x="2857500" y="2800350"/>
            <a:ext cx="400050" cy="37623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cxnSp>
        <p:nvCxnSpPr>
          <p:cNvPr id="1888" name="Google Shape;1888;p81"/>
          <p:cNvCxnSpPr/>
          <p:nvPr/>
        </p:nvCxnSpPr>
        <p:spPr>
          <a:xfrm flipH="1" rot="-2537517">
            <a:off x="3133725" y="3182938"/>
            <a:ext cx="125413" cy="312737"/>
          </a:xfrm>
          <a:prstGeom prst="straightConnector1">
            <a:avLst/>
          </a:prstGeom>
          <a:noFill/>
          <a:ln cap="flat" cmpd="sng" w="9525">
            <a:solidFill>
              <a:schemeClr val="dk1"/>
            </a:solidFill>
            <a:prstDash val="solid"/>
            <a:round/>
            <a:headEnd len="sm" w="sm" type="none"/>
            <a:tailEnd len="med" w="med" type="triangle"/>
          </a:ln>
        </p:spPr>
      </p:cxnSp>
      <p:cxnSp>
        <p:nvCxnSpPr>
          <p:cNvPr id="1889" name="Google Shape;1889;p81"/>
          <p:cNvCxnSpPr/>
          <p:nvPr/>
        </p:nvCxnSpPr>
        <p:spPr>
          <a:xfrm>
            <a:off x="2995613" y="2028825"/>
            <a:ext cx="0" cy="766763"/>
          </a:xfrm>
          <a:prstGeom prst="straightConnector1">
            <a:avLst/>
          </a:prstGeom>
          <a:noFill/>
          <a:ln cap="flat" cmpd="sng" w="9525">
            <a:solidFill>
              <a:schemeClr val="dk1"/>
            </a:solidFill>
            <a:prstDash val="solid"/>
            <a:round/>
            <a:headEnd len="sm" w="sm" type="none"/>
            <a:tailEnd len="med" w="med" type="triangle"/>
          </a:ln>
        </p:spPr>
      </p:cxnSp>
      <p:cxnSp>
        <p:nvCxnSpPr>
          <p:cNvPr id="1890" name="Google Shape;1890;p81"/>
          <p:cNvCxnSpPr/>
          <p:nvPr/>
        </p:nvCxnSpPr>
        <p:spPr>
          <a:xfrm>
            <a:off x="7820025" y="1990725"/>
            <a:ext cx="0" cy="552450"/>
          </a:xfrm>
          <a:prstGeom prst="straightConnector1">
            <a:avLst/>
          </a:prstGeom>
          <a:noFill/>
          <a:ln cap="flat" cmpd="sng" w="9525">
            <a:solidFill>
              <a:schemeClr val="dk1"/>
            </a:solidFill>
            <a:prstDash val="solid"/>
            <a:round/>
            <a:headEnd len="sm" w="sm" type="none"/>
            <a:tailEnd len="med" w="med" type="triangle"/>
          </a:ln>
        </p:spPr>
      </p:cxnSp>
      <p:cxnSp>
        <p:nvCxnSpPr>
          <p:cNvPr id="1891" name="Google Shape;1891;p81"/>
          <p:cNvCxnSpPr/>
          <p:nvPr/>
        </p:nvCxnSpPr>
        <p:spPr>
          <a:xfrm rot="2537517">
            <a:off x="4057650" y="3078163"/>
            <a:ext cx="125413" cy="312737"/>
          </a:xfrm>
          <a:prstGeom prst="straightConnector1">
            <a:avLst/>
          </a:prstGeom>
          <a:noFill/>
          <a:ln cap="flat" cmpd="sng" w="9525">
            <a:solidFill>
              <a:schemeClr val="dk1"/>
            </a:solidFill>
            <a:prstDash val="solid"/>
            <a:round/>
            <a:headEnd len="sm" w="sm" type="none"/>
            <a:tailEnd len="med" w="med" type="triangle"/>
          </a:ln>
        </p:spPr>
      </p:cxnSp>
      <p:sp>
        <p:nvSpPr>
          <p:cNvPr id="1892" name="Google Shape;1892;p81"/>
          <p:cNvSpPr txBox="1"/>
          <p:nvPr/>
        </p:nvSpPr>
        <p:spPr>
          <a:xfrm>
            <a:off x="3857625" y="3381375"/>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k</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1893" name="Google Shape;1893;p81"/>
          <p:cNvSpPr txBox="1"/>
          <p:nvPr/>
        </p:nvSpPr>
        <p:spPr>
          <a:xfrm>
            <a:off x="4310063" y="3381375"/>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1894" name="Google Shape;1894;p81"/>
          <p:cNvSpPr txBox="1"/>
          <p:nvPr/>
        </p:nvSpPr>
        <p:spPr>
          <a:xfrm>
            <a:off x="4114800" y="2686050"/>
            <a:ext cx="400050" cy="37623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cxnSp>
        <p:nvCxnSpPr>
          <p:cNvPr id="1895" name="Google Shape;1895;p81"/>
          <p:cNvCxnSpPr/>
          <p:nvPr/>
        </p:nvCxnSpPr>
        <p:spPr>
          <a:xfrm flipH="1" rot="-2537517">
            <a:off x="4400550" y="3068638"/>
            <a:ext cx="125413" cy="312737"/>
          </a:xfrm>
          <a:prstGeom prst="straightConnector1">
            <a:avLst/>
          </a:prstGeom>
          <a:noFill/>
          <a:ln cap="flat" cmpd="sng" w="9525">
            <a:solidFill>
              <a:schemeClr val="dk1"/>
            </a:solidFill>
            <a:prstDash val="solid"/>
            <a:round/>
            <a:headEnd len="sm" w="sm" type="none"/>
            <a:tailEnd len="med" w="med" type="triangle"/>
          </a:ln>
        </p:spPr>
      </p:cxnSp>
      <p:cxnSp>
        <p:nvCxnSpPr>
          <p:cNvPr id="1896" name="Google Shape;1896;p81"/>
          <p:cNvCxnSpPr/>
          <p:nvPr/>
        </p:nvCxnSpPr>
        <p:spPr>
          <a:xfrm flipH="1">
            <a:off x="4286250" y="2009775"/>
            <a:ext cx="9525" cy="690563"/>
          </a:xfrm>
          <a:prstGeom prst="straightConnector1">
            <a:avLst/>
          </a:prstGeom>
          <a:noFill/>
          <a:ln cap="flat" cmpd="sng" w="9525">
            <a:solidFill>
              <a:schemeClr val="dk1"/>
            </a:solidFill>
            <a:prstDash val="solid"/>
            <a:round/>
            <a:headEnd len="sm" w="sm" type="none"/>
            <a:tailEnd len="med" w="med" type="triangle"/>
          </a:ln>
        </p:spPr>
      </p:cxnSp>
      <p:cxnSp>
        <p:nvCxnSpPr>
          <p:cNvPr id="1897" name="Google Shape;1897;p81"/>
          <p:cNvCxnSpPr/>
          <p:nvPr/>
        </p:nvCxnSpPr>
        <p:spPr>
          <a:xfrm rot="2537517">
            <a:off x="6419850" y="3097213"/>
            <a:ext cx="125413" cy="312737"/>
          </a:xfrm>
          <a:prstGeom prst="straightConnector1">
            <a:avLst/>
          </a:prstGeom>
          <a:noFill/>
          <a:ln cap="flat" cmpd="sng" w="9525">
            <a:solidFill>
              <a:schemeClr val="dk1"/>
            </a:solidFill>
            <a:prstDash val="solid"/>
            <a:round/>
            <a:headEnd len="sm" w="sm" type="none"/>
            <a:tailEnd len="med" w="med" type="triangle"/>
          </a:ln>
        </p:spPr>
      </p:cxnSp>
      <p:sp>
        <p:nvSpPr>
          <p:cNvPr id="1898" name="Google Shape;1898;p81"/>
          <p:cNvSpPr txBox="1"/>
          <p:nvPr/>
        </p:nvSpPr>
        <p:spPr>
          <a:xfrm>
            <a:off x="6219825" y="3400425"/>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r</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2000" u="none" cap="none" strike="noStrike">
              <a:solidFill>
                <a:srgbClr val="003399"/>
              </a:solidFill>
              <a:latin typeface="Times New Roman"/>
              <a:ea typeface="Times New Roman"/>
              <a:cs typeface="Times New Roman"/>
              <a:sym typeface="Times New Roman"/>
            </a:endParaRPr>
          </a:p>
        </p:txBody>
      </p:sp>
      <p:sp>
        <p:nvSpPr>
          <p:cNvPr id="1899" name="Google Shape;1899;p81"/>
          <p:cNvSpPr txBox="1"/>
          <p:nvPr/>
        </p:nvSpPr>
        <p:spPr>
          <a:xfrm>
            <a:off x="6672263" y="3400425"/>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s</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2000" u="none" cap="none" strike="noStrike">
              <a:solidFill>
                <a:srgbClr val="003399"/>
              </a:solidFill>
              <a:latin typeface="Times New Roman"/>
              <a:ea typeface="Times New Roman"/>
              <a:cs typeface="Times New Roman"/>
              <a:sym typeface="Times New Roman"/>
            </a:endParaRPr>
          </a:p>
        </p:txBody>
      </p:sp>
      <p:sp>
        <p:nvSpPr>
          <p:cNvPr id="1900" name="Google Shape;1900;p81"/>
          <p:cNvSpPr txBox="1"/>
          <p:nvPr/>
        </p:nvSpPr>
        <p:spPr>
          <a:xfrm>
            <a:off x="6477000" y="2705100"/>
            <a:ext cx="400050" cy="37623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cxnSp>
        <p:nvCxnSpPr>
          <p:cNvPr id="1901" name="Google Shape;1901;p81"/>
          <p:cNvCxnSpPr/>
          <p:nvPr/>
        </p:nvCxnSpPr>
        <p:spPr>
          <a:xfrm flipH="1" rot="-2537517">
            <a:off x="6762750" y="3087688"/>
            <a:ext cx="125413" cy="312737"/>
          </a:xfrm>
          <a:prstGeom prst="straightConnector1">
            <a:avLst/>
          </a:prstGeom>
          <a:noFill/>
          <a:ln cap="flat" cmpd="sng" w="9525">
            <a:solidFill>
              <a:schemeClr val="dk1"/>
            </a:solidFill>
            <a:prstDash val="solid"/>
            <a:round/>
            <a:headEnd len="sm" w="sm" type="none"/>
            <a:tailEnd len="med" w="med" type="triangle"/>
          </a:ln>
        </p:spPr>
      </p:cxnSp>
      <p:cxnSp>
        <p:nvCxnSpPr>
          <p:cNvPr id="1902" name="Google Shape;1902;p81"/>
          <p:cNvCxnSpPr/>
          <p:nvPr/>
        </p:nvCxnSpPr>
        <p:spPr>
          <a:xfrm>
            <a:off x="6672263" y="2009775"/>
            <a:ext cx="0" cy="666750"/>
          </a:xfrm>
          <a:prstGeom prst="straightConnector1">
            <a:avLst/>
          </a:prstGeom>
          <a:noFill/>
          <a:ln cap="flat" cmpd="sng" w="9525">
            <a:solidFill>
              <a:schemeClr val="dk1"/>
            </a:solidFill>
            <a:prstDash val="solid"/>
            <a:round/>
            <a:headEnd len="sm" w="sm" type="none"/>
            <a:tailEnd len="med" w="med" type="triangle"/>
          </a:ln>
        </p:spPr>
      </p:cxn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0" name="Shape 1910"/>
        <p:cNvGrpSpPr/>
        <p:nvPr/>
      </p:nvGrpSpPr>
      <p:grpSpPr>
        <a:xfrm>
          <a:off x="0" y="0"/>
          <a:ext cx="0" cy="0"/>
          <a:chOff x="0" y="0"/>
          <a:chExt cx="0" cy="0"/>
        </a:xfrm>
      </p:grpSpPr>
      <p:sp>
        <p:nvSpPr>
          <p:cNvPr id="1911" name="Google Shape;1911;p82"/>
          <p:cNvSpPr txBox="1"/>
          <p:nvPr>
            <p:ph type="title"/>
          </p:nvPr>
        </p:nvSpPr>
        <p:spPr>
          <a:xfrm>
            <a:off x="696913" y="592138"/>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Building a Tree</a:t>
            </a:r>
            <a:endParaRPr/>
          </a:p>
        </p:txBody>
      </p:sp>
      <p:sp>
        <p:nvSpPr>
          <p:cNvPr id="1912" name="Google Shape;1912;p82"/>
          <p:cNvSpPr/>
          <p:nvPr/>
        </p:nvSpPr>
        <p:spPr>
          <a:xfrm>
            <a:off x="152400" y="1790700"/>
            <a:ext cx="7658100" cy="438150"/>
          </a:xfrm>
          <a:prstGeom prst="rect">
            <a:avLst/>
          </a:prstGeom>
          <a:solidFill>
            <a:schemeClr val="lt1"/>
          </a:solidFill>
          <a:ln cap="flat" cmpd="sng" w="952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cxnSp>
        <p:nvCxnSpPr>
          <p:cNvPr id="1913" name="Google Shape;1913;p82"/>
          <p:cNvCxnSpPr/>
          <p:nvPr/>
        </p:nvCxnSpPr>
        <p:spPr>
          <a:xfrm>
            <a:off x="1524000" y="1790700"/>
            <a:ext cx="0" cy="438150"/>
          </a:xfrm>
          <a:prstGeom prst="straightConnector1">
            <a:avLst/>
          </a:prstGeom>
          <a:noFill/>
          <a:ln cap="flat" cmpd="sng" w="9525">
            <a:solidFill>
              <a:srgbClr val="FF0000"/>
            </a:solidFill>
            <a:prstDash val="solid"/>
            <a:round/>
            <a:headEnd len="sm" w="sm" type="none"/>
            <a:tailEnd len="sm" w="sm" type="none"/>
          </a:ln>
        </p:spPr>
      </p:cxnSp>
      <p:cxnSp>
        <p:nvCxnSpPr>
          <p:cNvPr id="1914" name="Google Shape;1914;p82"/>
          <p:cNvCxnSpPr/>
          <p:nvPr/>
        </p:nvCxnSpPr>
        <p:spPr>
          <a:xfrm>
            <a:off x="2787650" y="1790700"/>
            <a:ext cx="0" cy="438150"/>
          </a:xfrm>
          <a:prstGeom prst="straightConnector1">
            <a:avLst/>
          </a:prstGeom>
          <a:noFill/>
          <a:ln cap="flat" cmpd="sng" w="9525">
            <a:solidFill>
              <a:srgbClr val="FF0000"/>
            </a:solidFill>
            <a:prstDash val="solid"/>
            <a:round/>
            <a:headEnd len="sm" w="sm" type="none"/>
            <a:tailEnd len="sm" w="sm" type="none"/>
          </a:ln>
        </p:spPr>
      </p:cxnSp>
      <p:cxnSp>
        <p:nvCxnSpPr>
          <p:cNvPr id="1915" name="Google Shape;1915;p82"/>
          <p:cNvCxnSpPr/>
          <p:nvPr/>
        </p:nvCxnSpPr>
        <p:spPr>
          <a:xfrm>
            <a:off x="4052888" y="1790700"/>
            <a:ext cx="0" cy="438150"/>
          </a:xfrm>
          <a:prstGeom prst="straightConnector1">
            <a:avLst/>
          </a:prstGeom>
          <a:noFill/>
          <a:ln cap="flat" cmpd="sng" w="9525">
            <a:solidFill>
              <a:srgbClr val="FF0000"/>
            </a:solidFill>
            <a:prstDash val="solid"/>
            <a:round/>
            <a:headEnd len="sm" w="sm" type="none"/>
            <a:tailEnd len="sm" w="sm" type="none"/>
          </a:ln>
        </p:spPr>
      </p:cxnSp>
      <p:cxnSp>
        <p:nvCxnSpPr>
          <p:cNvPr id="1916" name="Google Shape;1916;p82"/>
          <p:cNvCxnSpPr/>
          <p:nvPr/>
        </p:nvCxnSpPr>
        <p:spPr>
          <a:xfrm>
            <a:off x="5318125" y="1790700"/>
            <a:ext cx="0" cy="438150"/>
          </a:xfrm>
          <a:prstGeom prst="straightConnector1">
            <a:avLst/>
          </a:prstGeom>
          <a:noFill/>
          <a:ln cap="flat" cmpd="sng" w="9525">
            <a:solidFill>
              <a:srgbClr val="FF0000"/>
            </a:solidFill>
            <a:prstDash val="solid"/>
            <a:round/>
            <a:headEnd len="sm" w="sm" type="none"/>
            <a:tailEnd len="sm" w="sm" type="none"/>
          </a:ln>
        </p:spPr>
      </p:cxnSp>
      <p:cxnSp>
        <p:nvCxnSpPr>
          <p:cNvPr id="1917" name="Google Shape;1917;p82"/>
          <p:cNvCxnSpPr/>
          <p:nvPr/>
        </p:nvCxnSpPr>
        <p:spPr>
          <a:xfrm>
            <a:off x="6583363" y="1790700"/>
            <a:ext cx="0" cy="438150"/>
          </a:xfrm>
          <a:prstGeom prst="straightConnector1">
            <a:avLst/>
          </a:prstGeom>
          <a:noFill/>
          <a:ln cap="flat" cmpd="sng" w="9525">
            <a:solidFill>
              <a:srgbClr val="FF0000"/>
            </a:solidFill>
            <a:prstDash val="solid"/>
            <a:round/>
            <a:headEnd len="sm" w="sm" type="none"/>
            <a:tailEnd len="sm" w="sm" type="none"/>
          </a:ln>
        </p:spPr>
      </p:cxnSp>
      <p:cxnSp>
        <p:nvCxnSpPr>
          <p:cNvPr id="1918" name="Google Shape;1918;p82"/>
          <p:cNvCxnSpPr/>
          <p:nvPr/>
        </p:nvCxnSpPr>
        <p:spPr>
          <a:xfrm rot="2537517">
            <a:off x="263525" y="2897188"/>
            <a:ext cx="239713" cy="508000"/>
          </a:xfrm>
          <a:prstGeom prst="straightConnector1">
            <a:avLst/>
          </a:prstGeom>
          <a:noFill/>
          <a:ln cap="flat" cmpd="sng" w="9525">
            <a:solidFill>
              <a:schemeClr val="dk1"/>
            </a:solidFill>
            <a:prstDash val="solid"/>
            <a:round/>
            <a:headEnd len="sm" w="sm" type="none"/>
            <a:tailEnd len="med" w="med" type="triangle"/>
          </a:ln>
        </p:spPr>
      </p:cxnSp>
      <p:sp>
        <p:nvSpPr>
          <p:cNvPr id="1919" name="Google Shape;1919;p82"/>
          <p:cNvSpPr txBox="1"/>
          <p:nvPr/>
        </p:nvSpPr>
        <p:spPr>
          <a:xfrm>
            <a:off x="57150" y="3402013"/>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E</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1920" name="Google Shape;1920;p82"/>
          <p:cNvSpPr txBox="1"/>
          <p:nvPr/>
        </p:nvSpPr>
        <p:spPr>
          <a:xfrm>
            <a:off x="595313" y="3402013"/>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i</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1921" name="Google Shape;1921;p82"/>
          <p:cNvSpPr txBox="1"/>
          <p:nvPr/>
        </p:nvSpPr>
        <p:spPr>
          <a:xfrm>
            <a:off x="4572000" y="2659063"/>
            <a:ext cx="514350" cy="78898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sp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sp>
        <p:nvSpPr>
          <p:cNvPr id="1922" name="Google Shape;1922;p82"/>
          <p:cNvSpPr txBox="1"/>
          <p:nvPr/>
        </p:nvSpPr>
        <p:spPr>
          <a:xfrm>
            <a:off x="7086600" y="2438400"/>
            <a:ext cx="400050" cy="78898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8</a:t>
            </a:r>
            <a:endParaRPr b="0" i="0" sz="1400" u="none" cap="none" strike="noStrike">
              <a:solidFill>
                <a:srgbClr val="000000"/>
              </a:solidFill>
              <a:latin typeface="Arial"/>
              <a:ea typeface="Arial"/>
              <a:cs typeface="Arial"/>
              <a:sym typeface="Arial"/>
            </a:endParaRPr>
          </a:p>
        </p:txBody>
      </p:sp>
      <p:cxnSp>
        <p:nvCxnSpPr>
          <p:cNvPr id="1923" name="Google Shape;1923;p82"/>
          <p:cNvCxnSpPr/>
          <p:nvPr/>
        </p:nvCxnSpPr>
        <p:spPr>
          <a:xfrm flipH="1" rot="-2537517">
            <a:off x="612775" y="2924175"/>
            <a:ext cx="249238" cy="447675"/>
          </a:xfrm>
          <a:prstGeom prst="straightConnector1">
            <a:avLst/>
          </a:prstGeom>
          <a:noFill/>
          <a:ln cap="flat" cmpd="sng" w="9525">
            <a:solidFill>
              <a:schemeClr val="dk1"/>
            </a:solidFill>
            <a:prstDash val="solid"/>
            <a:round/>
            <a:headEnd len="sm" w="sm" type="none"/>
            <a:tailEnd len="med" w="med" type="triangle"/>
          </a:ln>
        </p:spPr>
      </p:cxnSp>
      <p:sp>
        <p:nvSpPr>
          <p:cNvPr id="1924" name="Google Shape;1924;p82"/>
          <p:cNvSpPr txBox="1"/>
          <p:nvPr/>
        </p:nvSpPr>
        <p:spPr>
          <a:xfrm>
            <a:off x="361950" y="2525713"/>
            <a:ext cx="400050" cy="376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cxnSp>
        <p:nvCxnSpPr>
          <p:cNvPr id="1925" name="Google Shape;1925;p82"/>
          <p:cNvCxnSpPr/>
          <p:nvPr/>
        </p:nvCxnSpPr>
        <p:spPr>
          <a:xfrm>
            <a:off x="576263" y="1971675"/>
            <a:ext cx="0" cy="552450"/>
          </a:xfrm>
          <a:prstGeom prst="straightConnector1">
            <a:avLst/>
          </a:prstGeom>
          <a:noFill/>
          <a:ln cap="flat" cmpd="sng" w="9525">
            <a:solidFill>
              <a:schemeClr val="dk1"/>
            </a:solidFill>
            <a:prstDash val="solid"/>
            <a:round/>
            <a:headEnd len="sm" w="sm" type="none"/>
            <a:tailEnd len="med" w="med" type="triangle"/>
          </a:ln>
        </p:spPr>
      </p:cxnSp>
      <p:cxnSp>
        <p:nvCxnSpPr>
          <p:cNvPr id="1926" name="Google Shape;1926;p82"/>
          <p:cNvCxnSpPr/>
          <p:nvPr/>
        </p:nvCxnSpPr>
        <p:spPr>
          <a:xfrm rot="2537517">
            <a:off x="2009775" y="2982913"/>
            <a:ext cx="125413" cy="312737"/>
          </a:xfrm>
          <a:prstGeom prst="straightConnector1">
            <a:avLst/>
          </a:prstGeom>
          <a:noFill/>
          <a:ln cap="flat" cmpd="sng" w="9525">
            <a:solidFill>
              <a:schemeClr val="dk1"/>
            </a:solidFill>
            <a:prstDash val="solid"/>
            <a:round/>
            <a:headEnd len="sm" w="sm" type="none"/>
            <a:tailEnd len="med" w="med" type="triangle"/>
          </a:ln>
        </p:spPr>
      </p:cxnSp>
      <p:sp>
        <p:nvSpPr>
          <p:cNvPr id="1927" name="Google Shape;1927;p82"/>
          <p:cNvSpPr txBox="1"/>
          <p:nvPr/>
        </p:nvSpPr>
        <p:spPr>
          <a:xfrm>
            <a:off x="1781175" y="3276600"/>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y</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1928" name="Google Shape;1928;p82"/>
          <p:cNvSpPr txBox="1"/>
          <p:nvPr/>
        </p:nvSpPr>
        <p:spPr>
          <a:xfrm>
            <a:off x="2252663" y="3276600"/>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l</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1929" name="Google Shape;1929;p82"/>
          <p:cNvSpPr txBox="1"/>
          <p:nvPr/>
        </p:nvSpPr>
        <p:spPr>
          <a:xfrm>
            <a:off x="2057400" y="2590800"/>
            <a:ext cx="400050" cy="37623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cxnSp>
        <p:nvCxnSpPr>
          <p:cNvPr id="1930" name="Google Shape;1930;p82"/>
          <p:cNvCxnSpPr/>
          <p:nvPr/>
        </p:nvCxnSpPr>
        <p:spPr>
          <a:xfrm flipH="1" rot="-2537517">
            <a:off x="2333625" y="2973388"/>
            <a:ext cx="125413" cy="312737"/>
          </a:xfrm>
          <a:prstGeom prst="straightConnector1">
            <a:avLst/>
          </a:prstGeom>
          <a:noFill/>
          <a:ln cap="flat" cmpd="sng" w="9525">
            <a:solidFill>
              <a:schemeClr val="dk1"/>
            </a:solidFill>
            <a:prstDash val="solid"/>
            <a:round/>
            <a:headEnd len="sm" w="sm" type="none"/>
            <a:tailEnd len="med" w="med" type="triangle"/>
          </a:ln>
        </p:spPr>
      </p:cxnSp>
      <p:cxnSp>
        <p:nvCxnSpPr>
          <p:cNvPr id="1931" name="Google Shape;1931;p82"/>
          <p:cNvCxnSpPr/>
          <p:nvPr/>
        </p:nvCxnSpPr>
        <p:spPr>
          <a:xfrm rot="2537517">
            <a:off x="3295650" y="2982913"/>
            <a:ext cx="125413" cy="312737"/>
          </a:xfrm>
          <a:prstGeom prst="straightConnector1">
            <a:avLst/>
          </a:prstGeom>
          <a:noFill/>
          <a:ln cap="flat" cmpd="sng" w="9525">
            <a:solidFill>
              <a:schemeClr val="dk1"/>
            </a:solidFill>
            <a:prstDash val="solid"/>
            <a:round/>
            <a:headEnd len="sm" w="sm" type="none"/>
            <a:tailEnd len="med" w="med" type="triangle"/>
          </a:ln>
        </p:spPr>
      </p:cxnSp>
      <p:sp>
        <p:nvSpPr>
          <p:cNvPr id="1932" name="Google Shape;1932;p82"/>
          <p:cNvSpPr txBox="1"/>
          <p:nvPr/>
        </p:nvSpPr>
        <p:spPr>
          <a:xfrm>
            <a:off x="3095625" y="3286125"/>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k</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1933" name="Google Shape;1933;p82"/>
          <p:cNvSpPr txBox="1"/>
          <p:nvPr/>
        </p:nvSpPr>
        <p:spPr>
          <a:xfrm>
            <a:off x="3548063" y="3286125"/>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1934" name="Google Shape;1934;p82"/>
          <p:cNvSpPr txBox="1"/>
          <p:nvPr/>
        </p:nvSpPr>
        <p:spPr>
          <a:xfrm>
            <a:off x="3352800" y="2590800"/>
            <a:ext cx="400050" cy="37623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cxnSp>
        <p:nvCxnSpPr>
          <p:cNvPr id="1935" name="Google Shape;1935;p82"/>
          <p:cNvCxnSpPr/>
          <p:nvPr/>
        </p:nvCxnSpPr>
        <p:spPr>
          <a:xfrm flipH="1" rot="-2537517">
            <a:off x="3638550" y="2973388"/>
            <a:ext cx="125413" cy="312737"/>
          </a:xfrm>
          <a:prstGeom prst="straightConnector1">
            <a:avLst/>
          </a:prstGeom>
          <a:noFill/>
          <a:ln cap="flat" cmpd="sng" w="9525">
            <a:solidFill>
              <a:schemeClr val="dk1"/>
            </a:solidFill>
            <a:prstDash val="solid"/>
            <a:round/>
            <a:headEnd len="sm" w="sm" type="none"/>
            <a:tailEnd len="med" w="med" type="triangle"/>
          </a:ln>
        </p:spPr>
      </p:cxnSp>
      <p:cxnSp>
        <p:nvCxnSpPr>
          <p:cNvPr id="1936" name="Google Shape;1936;p82"/>
          <p:cNvCxnSpPr/>
          <p:nvPr/>
        </p:nvCxnSpPr>
        <p:spPr>
          <a:xfrm rot="2537517">
            <a:off x="5767388" y="2897188"/>
            <a:ext cx="125412" cy="312737"/>
          </a:xfrm>
          <a:prstGeom prst="straightConnector1">
            <a:avLst/>
          </a:prstGeom>
          <a:noFill/>
          <a:ln cap="flat" cmpd="sng" w="9525">
            <a:solidFill>
              <a:schemeClr val="dk1"/>
            </a:solidFill>
            <a:prstDash val="solid"/>
            <a:round/>
            <a:headEnd len="sm" w="sm" type="none"/>
            <a:tailEnd len="med" w="med" type="triangle"/>
          </a:ln>
        </p:spPr>
      </p:cxnSp>
      <p:sp>
        <p:nvSpPr>
          <p:cNvPr id="1937" name="Google Shape;1937;p82"/>
          <p:cNvSpPr txBox="1"/>
          <p:nvPr/>
        </p:nvSpPr>
        <p:spPr>
          <a:xfrm>
            <a:off x="5567363" y="3200400"/>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r</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2000" u="none" cap="none" strike="noStrike">
              <a:solidFill>
                <a:srgbClr val="003399"/>
              </a:solidFill>
              <a:latin typeface="Times New Roman"/>
              <a:ea typeface="Times New Roman"/>
              <a:cs typeface="Times New Roman"/>
              <a:sym typeface="Times New Roman"/>
            </a:endParaRPr>
          </a:p>
        </p:txBody>
      </p:sp>
      <p:sp>
        <p:nvSpPr>
          <p:cNvPr id="1938" name="Google Shape;1938;p82"/>
          <p:cNvSpPr txBox="1"/>
          <p:nvPr/>
        </p:nvSpPr>
        <p:spPr>
          <a:xfrm>
            <a:off x="6019800" y="3200400"/>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s</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2000" u="none" cap="none" strike="noStrike">
              <a:solidFill>
                <a:srgbClr val="003399"/>
              </a:solidFill>
              <a:latin typeface="Times New Roman"/>
              <a:ea typeface="Times New Roman"/>
              <a:cs typeface="Times New Roman"/>
              <a:sym typeface="Times New Roman"/>
            </a:endParaRPr>
          </a:p>
        </p:txBody>
      </p:sp>
      <p:sp>
        <p:nvSpPr>
          <p:cNvPr id="1939" name="Google Shape;1939;p82"/>
          <p:cNvSpPr txBox="1"/>
          <p:nvPr/>
        </p:nvSpPr>
        <p:spPr>
          <a:xfrm>
            <a:off x="5824538" y="2505075"/>
            <a:ext cx="400050" cy="37623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cxnSp>
        <p:nvCxnSpPr>
          <p:cNvPr id="1940" name="Google Shape;1940;p82"/>
          <p:cNvCxnSpPr/>
          <p:nvPr/>
        </p:nvCxnSpPr>
        <p:spPr>
          <a:xfrm flipH="1" rot="-2537517">
            <a:off x="6110288" y="2887663"/>
            <a:ext cx="125412" cy="312737"/>
          </a:xfrm>
          <a:prstGeom prst="straightConnector1">
            <a:avLst/>
          </a:prstGeom>
          <a:noFill/>
          <a:ln cap="flat" cmpd="sng" w="9525">
            <a:solidFill>
              <a:schemeClr val="dk1"/>
            </a:solidFill>
            <a:prstDash val="solid"/>
            <a:round/>
            <a:headEnd len="sm" w="sm" type="none"/>
            <a:tailEnd len="med" w="med" type="triangle"/>
          </a:ln>
        </p:spPr>
      </p:cxnSp>
      <p:cxnSp>
        <p:nvCxnSpPr>
          <p:cNvPr id="1941" name="Google Shape;1941;p82"/>
          <p:cNvCxnSpPr/>
          <p:nvPr/>
        </p:nvCxnSpPr>
        <p:spPr>
          <a:xfrm rot="2537517">
            <a:off x="4400550" y="4792663"/>
            <a:ext cx="125413" cy="312737"/>
          </a:xfrm>
          <a:prstGeom prst="straightConnector1">
            <a:avLst/>
          </a:prstGeom>
          <a:noFill/>
          <a:ln cap="flat" cmpd="sng" w="9525">
            <a:solidFill>
              <a:schemeClr val="dk1"/>
            </a:solidFill>
            <a:prstDash val="solid"/>
            <a:round/>
            <a:headEnd len="sm" w="sm" type="none"/>
            <a:tailEnd len="med" w="med" type="triangle"/>
          </a:ln>
        </p:spPr>
      </p:cxnSp>
      <p:sp>
        <p:nvSpPr>
          <p:cNvPr id="1942" name="Google Shape;1942;p82"/>
          <p:cNvSpPr txBox="1"/>
          <p:nvPr/>
        </p:nvSpPr>
        <p:spPr>
          <a:xfrm>
            <a:off x="4200525" y="5095875"/>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n</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2000" u="none" cap="none" strike="noStrike">
              <a:solidFill>
                <a:srgbClr val="003399"/>
              </a:solidFill>
              <a:latin typeface="Times New Roman"/>
              <a:ea typeface="Times New Roman"/>
              <a:cs typeface="Times New Roman"/>
              <a:sym typeface="Times New Roman"/>
            </a:endParaRPr>
          </a:p>
        </p:txBody>
      </p:sp>
      <p:sp>
        <p:nvSpPr>
          <p:cNvPr id="1943" name="Google Shape;1943;p82"/>
          <p:cNvSpPr txBox="1"/>
          <p:nvPr/>
        </p:nvSpPr>
        <p:spPr>
          <a:xfrm>
            <a:off x="4652963" y="5095875"/>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a</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2000" u="none" cap="none" strike="noStrike">
              <a:solidFill>
                <a:srgbClr val="003399"/>
              </a:solidFill>
              <a:latin typeface="Times New Roman"/>
              <a:ea typeface="Times New Roman"/>
              <a:cs typeface="Times New Roman"/>
              <a:sym typeface="Times New Roman"/>
            </a:endParaRPr>
          </a:p>
        </p:txBody>
      </p:sp>
      <p:sp>
        <p:nvSpPr>
          <p:cNvPr id="1944" name="Google Shape;1944;p82"/>
          <p:cNvSpPr txBox="1"/>
          <p:nvPr/>
        </p:nvSpPr>
        <p:spPr>
          <a:xfrm>
            <a:off x="4457700" y="4400550"/>
            <a:ext cx="400050" cy="37623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cxnSp>
        <p:nvCxnSpPr>
          <p:cNvPr id="1945" name="Google Shape;1945;p82"/>
          <p:cNvCxnSpPr/>
          <p:nvPr/>
        </p:nvCxnSpPr>
        <p:spPr>
          <a:xfrm flipH="1" rot="-2537517">
            <a:off x="4743450" y="4783138"/>
            <a:ext cx="125413" cy="312737"/>
          </a:xfrm>
          <a:prstGeom prst="straightConnector1">
            <a:avLst/>
          </a:prstGeom>
          <a:noFill/>
          <a:ln cap="flat" cmpd="sng" w="9525">
            <a:solidFill>
              <a:schemeClr val="dk1"/>
            </a:solidFill>
            <a:prstDash val="solid"/>
            <a:round/>
            <a:headEnd len="sm" w="sm" type="none"/>
            <a:tailEnd len="med" w="med" type="triangle"/>
          </a:ln>
        </p:spPr>
      </p:cxnSp>
      <p:cxnSp>
        <p:nvCxnSpPr>
          <p:cNvPr id="1946" name="Google Shape;1946;p82"/>
          <p:cNvCxnSpPr/>
          <p:nvPr/>
        </p:nvCxnSpPr>
        <p:spPr>
          <a:xfrm>
            <a:off x="2286000" y="2057400"/>
            <a:ext cx="0" cy="552450"/>
          </a:xfrm>
          <a:prstGeom prst="straightConnector1">
            <a:avLst/>
          </a:prstGeom>
          <a:noFill/>
          <a:ln cap="flat" cmpd="sng" w="9525">
            <a:solidFill>
              <a:schemeClr val="dk1"/>
            </a:solidFill>
            <a:prstDash val="solid"/>
            <a:round/>
            <a:headEnd len="sm" w="sm" type="none"/>
            <a:tailEnd len="med" w="med" type="triangle"/>
          </a:ln>
        </p:spPr>
      </p:cxnSp>
      <p:cxnSp>
        <p:nvCxnSpPr>
          <p:cNvPr id="1947" name="Google Shape;1947;p82"/>
          <p:cNvCxnSpPr/>
          <p:nvPr/>
        </p:nvCxnSpPr>
        <p:spPr>
          <a:xfrm>
            <a:off x="3581400" y="2057400"/>
            <a:ext cx="0" cy="552450"/>
          </a:xfrm>
          <a:prstGeom prst="straightConnector1">
            <a:avLst/>
          </a:prstGeom>
          <a:noFill/>
          <a:ln cap="flat" cmpd="sng" w="9525">
            <a:solidFill>
              <a:schemeClr val="dk1"/>
            </a:solidFill>
            <a:prstDash val="solid"/>
            <a:round/>
            <a:headEnd len="sm" w="sm" type="none"/>
            <a:tailEnd len="med" w="med" type="triangle"/>
          </a:ln>
        </p:spPr>
      </p:cxnSp>
      <p:cxnSp>
        <p:nvCxnSpPr>
          <p:cNvPr id="1948" name="Google Shape;1948;p82"/>
          <p:cNvCxnSpPr/>
          <p:nvPr/>
        </p:nvCxnSpPr>
        <p:spPr>
          <a:xfrm>
            <a:off x="4800600" y="2114550"/>
            <a:ext cx="0" cy="552450"/>
          </a:xfrm>
          <a:prstGeom prst="straightConnector1">
            <a:avLst/>
          </a:prstGeom>
          <a:noFill/>
          <a:ln cap="flat" cmpd="sng" w="9525">
            <a:solidFill>
              <a:schemeClr val="dk1"/>
            </a:solidFill>
            <a:prstDash val="solid"/>
            <a:round/>
            <a:headEnd len="sm" w="sm" type="none"/>
            <a:tailEnd len="med" w="med" type="triangle"/>
          </a:ln>
        </p:spPr>
      </p:cxnSp>
      <p:cxnSp>
        <p:nvCxnSpPr>
          <p:cNvPr id="1949" name="Google Shape;1949;p82"/>
          <p:cNvCxnSpPr/>
          <p:nvPr/>
        </p:nvCxnSpPr>
        <p:spPr>
          <a:xfrm>
            <a:off x="6019800" y="1981200"/>
            <a:ext cx="0" cy="552450"/>
          </a:xfrm>
          <a:prstGeom prst="straightConnector1">
            <a:avLst/>
          </a:prstGeom>
          <a:noFill/>
          <a:ln cap="flat" cmpd="sng" w="9525">
            <a:solidFill>
              <a:schemeClr val="dk1"/>
            </a:solidFill>
            <a:prstDash val="solid"/>
            <a:round/>
            <a:headEnd len="sm" w="sm" type="none"/>
            <a:tailEnd len="med" w="med" type="triangle"/>
          </a:ln>
        </p:spPr>
      </p:cxnSp>
      <p:cxnSp>
        <p:nvCxnSpPr>
          <p:cNvPr id="1950" name="Google Shape;1950;p82"/>
          <p:cNvCxnSpPr/>
          <p:nvPr/>
        </p:nvCxnSpPr>
        <p:spPr>
          <a:xfrm>
            <a:off x="7239000" y="1905000"/>
            <a:ext cx="0" cy="552450"/>
          </a:xfrm>
          <a:prstGeom prst="straightConnector1">
            <a:avLst/>
          </a:prstGeom>
          <a:noFill/>
          <a:ln cap="flat" cmpd="sng" w="9525">
            <a:solidFill>
              <a:schemeClr val="dk1"/>
            </a:solidFill>
            <a:prstDash val="solid"/>
            <a:round/>
            <a:headEnd len="sm" w="sm" type="none"/>
            <a:tailEnd len="med" w="med" type="triangle"/>
          </a:ln>
        </p:spPr>
      </p:cxn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8" name="Shape 1958"/>
        <p:cNvGrpSpPr/>
        <p:nvPr/>
      </p:nvGrpSpPr>
      <p:grpSpPr>
        <a:xfrm>
          <a:off x="0" y="0"/>
          <a:ext cx="0" cy="0"/>
          <a:chOff x="0" y="0"/>
          <a:chExt cx="0" cy="0"/>
        </a:xfrm>
      </p:grpSpPr>
      <p:sp>
        <p:nvSpPr>
          <p:cNvPr id="1959" name="Google Shape;1959;p83"/>
          <p:cNvSpPr txBox="1"/>
          <p:nvPr>
            <p:ph type="title"/>
          </p:nvPr>
        </p:nvSpPr>
        <p:spPr>
          <a:xfrm>
            <a:off x="696913" y="592138"/>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Building a Tree</a:t>
            </a:r>
            <a:endParaRPr/>
          </a:p>
        </p:txBody>
      </p:sp>
      <p:sp>
        <p:nvSpPr>
          <p:cNvPr id="1960" name="Google Shape;1960;p83"/>
          <p:cNvSpPr/>
          <p:nvPr/>
        </p:nvSpPr>
        <p:spPr>
          <a:xfrm>
            <a:off x="152400" y="1790700"/>
            <a:ext cx="8896350" cy="438150"/>
          </a:xfrm>
          <a:prstGeom prst="rect">
            <a:avLst/>
          </a:prstGeom>
          <a:solidFill>
            <a:schemeClr val="lt1"/>
          </a:solidFill>
          <a:ln cap="flat" cmpd="sng" w="952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cxnSp>
        <p:nvCxnSpPr>
          <p:cNvPr id="1961" name="Google Shape;1961;p83"/>
          <p:cNvCxnSpPr/>
          <p:nvPr/>
        </p:nvCxnSpPr>
        <p:spPr>
          <a:xfrm>
            <a:off x="1524000" y="1790700"/>
            <a:ext cx="0" cy="438150"/>
          </a:xfrm>
          <a:prstGeom prst="straightConnector1">
            <a:avLst/>
          </a:prstGeom>
          <a:noFill/>
          <a:ln cap="flat" cmpd="sng" w="9525">
            <a:solidFill>
              <a:srgbClr val="FF0000"/>
            </a:solidFill>
            <a:prstDash val="solid"/>
            <a:round/>
            <a:headEnd len="sm" w="sm" type="none"/>
            <a:tailEnd len="sm" w="sm" type="none"/>
          </a:ln>
        </p:spPr>
      </p:cxnSp>
      <p:cxnSp>
        <p:nvCxnSpPr>
          <p:cNvPr id="1962" name="Google Shape;1962;p83"/>
          <p:cNvCxnSpPr/>
          <p:nvPr/>
        </p:nvCxnSpPr>
        <p:spPr>
          <a:xfrm>
            <a:off x="2787650" y="1790700"/>
            <a:ext cx="0" cy="438150"/>
          </a:xfrm>
          <a:prstGeom prst="straightConnector1">
            <a:avLst/>
          </a:prstGeom>
          <a:noFill/>
          <a:ln cap="flat" cmpd="sng" w="9525">
            <a:solidFill>
              <a:srgbClr val="FF0000"/>
            </a:solidFill>
            <a:prstDash val="solid"/>
            <a:round/>
            <a:headEnd len="sm" w="sm" type="none"/>
            <a:tailEnd len="sm" w="sm" type="none"/>
          </a:ln>
        </p:spPr>
      </p:cxnSp>
      <p:cxnSp>
        <p:nvCxnSpPr>
          <p:cNvPr id="1963" name="Google Shape;1963;p83"/>
          <p:cNvCxnSpPr/>
          <p:nvPr/>
        </p:nvCxnSpPr>
        <p:spPr>
          <a:xfrm>
            <a:off x="4052888" y="1790700"/>
            <a:ext cx="0" cy="438150"/>
          </a:xfrm>
          <a:prstGeom prst="straightConnector1">
            <a:avLst/>
          </a:prstGeom>
          <a:noFill/>
          <a:ln cap="flat" cmpd="sng" w="9525">
            <a:solidFill>
              <a:srgbClr val="FF0000"/>
            </a:solidFill>
            <a:prstDash val="solid"/>
            <a:round/>
            <a:headEnd len="sm" w="sm" type="none"/>
            <a:tailEnd len="sm" w="sm" type="none"/>
          </a:ln>
        </p:spPr>
      </p:cxnSp>
      <p:cxnSp>
        <p:nvCxnSpPr>
          <p:cNvPr id="1964" name="Google Shape;1964;p83"/>
          <p:cNvCxnSpPr/>
          <p:nvPr/>
        </p:nvCxnSpPr>
        <p:spPr>
          <a:xfrm>
            <a:off x="5318125" y="1790700"/>
            <a:ext cx="0" cy="438150"/>
          </a:xfrm>
          <a:prstGeom prst="straightConnector1">
            <a:avLst/>
          </a:prstGeom>
          <a:noFill/>
          <a:ln cap="flat" cmpd="sng" w="9525">
            <a:solidFill>
              <a:srgbClr val="FF0000"/>
            </a:solidFill>
            <a:prstDash val="solid"/>
            <a:round/>
            <a:headEnd len="sm" w="sm" type="none"/>
            <a:tailEnd len="sm" w="sm" type="none"/>
          </a:ln>
        </p:spPr>
      </p:cxnSp>
      <p:cxnSp>
        <p:nvCxnSpPr>
          <p:cNvPr id="1965" name="Google Shape;1965;p83"/>
          <p:cNvCxnSpPr/>
          <p:nvPr/>
        </p:nvCxnSpPr>
        <p:spPr>
          <a:xfrm>
            <a:off x="6583363" y="1790700"/>
            <a:ext cx="0" cy="438150"/>
          </a:xfrm>
          <a:prstGeom prst="straightConnector1">
            <a:avLst/>
          </a:prstGeom>
          <a:noFill/>
          <a:ln cap="flat" cmpd="sng" w="9525">
            <a:solidFill>
              <a:srgbClr val="FF0000"/>
            </a:solidFill>
            <a:prstDash val="solid"/>
            <a:round/>
            <a:headEnd len="sm" w="sm" type="none"/>
            <a:tailEnd len="sm" w="sm" type="none"/>
          </a:ln>
        </p:spPr>
      </p:cxnSp>
      <p:cxnSp>
        <p:nvCxnSpPr>
          <p:cNvPr id="1966" name="Google Shape;1966;p83"/>
          <p:cNvCxnSpPr/>
          <p:nvPr/>
        </p:nvCxnSpPr>
        <p:spPr>
          <a:xfrm>
            <a:off x="7848600" y="1790700"/>
            <a:ext cx="0" cy="438150"/>
          </a:xfrm>
          <a:prstGeom prst="straightConnector1">
            <a:avLst/>
          </a:prstGeom>
          <a:noFill/>
          <a:ln cap="flat" cmpd="sng" w="9525">
            <a:solidFill>
              <a:srgbClr val="FF0000"/>
            </a:solidFill>
            <a:prstDash val="solid"/>
            <a:round/>
            <a:headEnd len="sm" w="sm" type="none"/>
            <a:tailEnd len="sm" w="sm" type="none"/>
          </a:ln>
        </p:spPr>
      </p:cxnSp>
      <p:cxnSp>
        <p:nvCxnSpPr>
          <p:cNvPr id="1967" name="Google Shape;1967;p83"/>
          <p:cNvCxnSpPr/>
          <p:nvPr/>
        </p:nvCxnSpPr>
        <p:spPr>
          <a:xfrm rot="2537517">
            <a:off x="263525" y="2897188"/>
            <a:ext cx="239713" cy="508000"/>
          </a:xfrm>
          <a:prstGeom prst="straightConnector1">
            <a:avLst/>
          </a:prstGeom>
          <a:noFill/>
          <a:ln cap="flat" cmpd="sng" w="9525">
            <a:solidFill>
              <a:schemeClr val="dk1"/>
            </a:solidFill>
            <a:prstDash val="solid"/>
            <a:round/>
            <a:headEnd len="sm" w="sm" type="none"/>
            <a:tailEnd len="med" w="med" type="triangle"/>
          </a:ln>
        </p:spPr>
      </p:cxnSp>
      <p:sp>
        <p:nvSpPr>
          <p:cNvPr id="1968" name="Google Shape;1968;p83"/>
          <p:cNvSpPr txBox="1"/>
          <p:nvPr/>
        </p:nvSpPr>
        <p:spPr>
          <a:xfrm>
            <a:off x="57150" y="3402013"/>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E</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1969" name="Google Shape;1969;p83"/>
          <p:cNvSpPr txBox="1"/>
          <p:nvPr/>
        </p:nvSpPr>
        <p:spPr>
          <a:xfrm>
            <a:off x="595313" y="3402013"/>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i</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1970" name="Google Shape;1970;p83"/>
          <p:cNvSpPr txBox="1"/>
          <p:nvPr/>
        </p:nvSpPr>
        <p:spPr>
          <a:xfrm>
            <a:off x="4572000" y="2659063"/>
            <a:ext cx="514350" cy="78898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sp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sp>
        <p:nvSpPr>
          <p:cNvPr id="1971" name="Google Shape;1971;p83"/>
          <p:cNvSpPr txBox="1"/>
          <p:nvPr/>
        </p:nvSpPr>
        <p:spPr>
          <a:xfrm>
            <a:off x="8362950" y="2438400"/>
            <a:ext cx="400050" cy="78898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8</a:t>
            </a:r>
            <a:endParaRPr b="0" i="0" sz="1400" u="none" cap="none" strike="noStrike">
              <a:solidFill>
                <a:srgbClr val="000000"/>
              </a:solidFill>
              <a:latin typeface="Arial"/>
              <a:ea typeface="Arial"/>
              <a:cs typeface="Arial"/>
              <a:sym typeface="Arial"/>
            </a:endParaRPr>
          </a:p>
        </p:txBody>
      </p:sp>
      <p:cxnSp>
        <p:nvCxnSpPr>
          <p:cNvPr id="1972" name="Google Shape;1972;p83"/>
          <p:cNvCxnSpPr/>
          <p:nvPr/>
        </p:nvCxnSpPr>
        <p:spPr>
          <a:xfrm flipH="1" rot="-2537517">
            <a:off x="612775" y="2924175"/>
            <a:ext cx="249238" cy="447675"/>
          </a:xfrm>
          <a:prstGeom prst="straightConnector1">
            <a:avLst/>
          </a:prstGeom>
          <a:noFill/>
          <a:ln cap="flat" cmpd="sng" w="9525">
            <a:solidFill>
              <a:schemeClr val="dk1"/>
            </a:solidFill>
            <a:prstDash val="solid"/>
            <a:round/>
            <a:headEnd len="sm" w="sm" type="none"/>
            <a:tailEnd len="med" w="med" type="triangle"/>
          </a:ln>
        </p:spPr>
      </p:cxnSp>
      <p:sp>
        <p:nvSpPr>
          <p:cNvPr id="1973" name="Google Shape;1973;p83"/>
          <p:cNvSpPr txBox="1"/>
          <p:nvPr/>
        </p:nvSpPr>
        <p:spPr>
          <a:xfrm>
            <a:off x="361950" y="2525713"/>
            <a:ext cx="400050" cy="376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cxnSp>
        <p:nvCxnSpPr>
          <p:cNvPr id="1974" name="Google Shape;1974;p83"/>
          <p:cNvCxnSpPr/>
          <p:nvPr/>
        </p:nvCxnSpPr>
        <p:spPr>
          <a:xfrm>
            <a:off x="576263" y="1971675"/>
            <a:ext cx="0" cy="552450"/>
          </a:xfrm>
          <a:prstGeom prst="straightConnector1">
            <a:avLst/>
          </a:prstGeom>
          <a:noFill/>
          <a:ln cap="flat" cmpd="sng" w="9525">
            <a:solidFill>
              <a:schemeClr val="dk1"/>
            </a:solidFill>
            <a:prstDash val="solid"/>
            <a:round/>
            <a:headEnd len="sm" w="sm" type="none"/>
            <a:tailEnd len="med" w="med" type="triangle"/>
          </a:ln>
        </p:spPr>
      </p:cxnSp>
      <p:cxnSp>
        <p:nvCxnSpPr>
          <p:cNvPr id="1975" name="Google Shape;1975;p83"/>
          <p:cNvCxnSpPr/>
          <p:nvPr/>
        </p:nvCxnSpPr>
        <p:spPr>
          <a:xfrm rot="2537517">
            <a:off x="2009775" y="2982913"/>
            <a:ext cx="125413" cy="312737"/>
          </a:xfrm>
          <a:prstGeom prst="straightConnector1">
            <a:avLst/>
          </a:prstGeom>
          <a:noFill/>
          <a:ln cap="flat" cmpd="sng" w="9525">
            <a:solidFill>
              <a:schemeClr val="dk1"/>
            </a:solidFill>
            <a:prstDash val="solid"/>
            <a:round/>
            <a:headEnd len="sm" w="sm" type="none"/>
            <a:tailEnd len="med" w="med" type="triangle"/>
          </a:ln>
        </p:spPr>
      </p:cxnSp>
      <p:sp>
        <p:nvSpPr>
          <p:cNvPr id="1976" name="Google Shape;1976;p83"/>
          <p:cNvSpPr txBox="1"/>
          <p:nvPr/>
        </p:nvSpPr>
        <p:spPr>
          <a:xfrm>
            <a:off x="1781175" y="3276600"/>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y</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1977" name="Google Shape;1977;p83"/>
          <p:cNvSpPr txBox="1"/>
          <p:nvPr/>
        </p:nvSpPr>
        <p:spPr>
          <a:xfrm>
            <a:off x="2252663" y="3276600"/>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l</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1978" name="Google Shape;1978;p83"/>
          <p:cNvSpPr txBox="1"/>
          <p:nvPr/>
        </p:nvSpPr>
        <p:spPr>
          <a:xfrm>
            <a:off x="2057400" y="2590800"/>
            <a:ext cx="400050" cy="37623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cxnSp>
        <p:nvCxnSpPr>
          <p:cNvPr id="1979" name="Google Shape;1979;p83"/>
          <p:cNvCxnSpPr/>
          <p:nvPr/>
        </p:nvCxnSpPr>
        <p:spPr>
          <a:xfrm flipH="1" rot="-2537517">
            <a:off x="2333625" y="2973388"/>
            <a:ext cx="125413" cy="312737"/>
          </a:xfrm>
          <a:prstGeom prst="straightConnector1">
            <a:avLst/>
          </a:prstGeom>
          <a:noFill/>
          <a:ln cap="flat" cmpd="sng" w="9525">
            <a:solidFill>
              <a:schemeClr val="dk1"/>
            </a:solidFill>
            <a:prstDash val="solid"/>
            <a:round/>
            <a:headEnd len="sm" w="sm" type="none"/>
            <a:tailEnd len="med" w="med" type="triangle"/>
          </a:ln>
        </p:spPr>
      </p:cxnSp>
      <p:cxnSp>
        <p:nvCxnSpPr>
          <p:cNvPr id="1980" name="Google Shape;1980;p83"/>
          <p:cNvCxnSpPr/>
          <p:nvPr/>
        </p:nvCxnSpPr>
        <p:spPr>
          <a:xfrm rot="2537517">
            <a:off x="3295650" y="2982913"/>
            <a:ext cx="125413" cy="312737"/>
          </a:xfrm>
          <a:prstGeom prst="straightConnector1">
            <a:avLst/>
          </a:prstGeom>
          <a:noFill/>
          <a:ln cap="flat" cmpd="sng" w="9525">
            <a:solidFill>
              <a:schemeClr val="dk1"/>
            </a:solidFill>
            <a:prstDash val="solid"/>
            <a:round/>
            <a:headEnd len="sm" w="sm" type="none"/>
            <a:tailEnd len="med" w="med" type="triangle"/>
          </a:ln>
        </p:spPr>
      </p:cxnSp>
      <p:sp>
        <p:nvSpPr>
          <p:cNvPr id="1981" name="Google Shape;1981;p83"/>
          <p:cNvSpPr txBox="1"/>
          <p:nvPr/>
        </p:nvSpPr>
        <p:spPr>
          <a:xfrm>
            <a:off x="3095625" y="3286125"/>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k</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1982" name="Google Shape;1982;p83"/>
          <p:cNvSpPr txBox="1"/>
          <p:nvPr/>
        </p:nvSpPr>
        <p:spPr>
          <a:xfrm>
            <a:off x="3548063" y="3286125"/>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1983" name="Google Shape;1983;p83"/>
          <p:cNvSpPr txBox="1"/>
          <p:nvPr/>
        </p:nvSpPr>
        <p:spPr>
          <a:xfrm>
            <a:off x="3352800" y="2590800"/>
            <a:ext cx="400050" cy="37623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cxnSp>
        <p:nvCxnSpPr>
          <p:cNvPr id="1984" name="Google Shape;1984;p83"/>
          <p:cNvCxnSpPr/>
          <p:nvPr/>
        </p:nvCxnSpPr>
        <p:spPr>
          <a:xfrm flipH="1" rot="-2537517">
            <a:off x="3638550" y="2973388"/>
            <a:ext cx="125413" cy="312737"/>
          </a:xfrm>
          <a:prstGeom prst="straightConnector1">
            <a:avLst/>
          </a:prstGeom>
          <a:noFill/>
          <a:ln cap="flat" cmpd="sng" w="9525">
            <a:solidFill>
              <a:schemeClr val="dk1"/>
            </a:solidFill>
            <a:prstDash val="solid"/>
            <a:round/>
            <a:headEnd len="sm" w="sm" type="none"/>
            <a:tailEnd len="med" w="med" type="triangle"/>
          </a:ln>
        </p:spPr>
      </p:cxnSp>
      <p:cxnSp>
        <p:nvCxnSpPr>
          <p:cNvPr id="1985" name="Google Shape;1985;p83"/>
          <p:cNvCxnSpPr/>
          <p:nvPr/>
        </p:nvCxnSpPr>
        <p:spPr>
          <a:xfrm rot="2537517">
            <a:off x="5767388" y="2897188"/>
            <a:ext cx="125412" cy="312737"/>
          </a:xfrm>
          <a:prstGeom prst="straightConnector1">
            <a:avLst/>
          </a:prstGeom>
          <a:noFill/>
          <a:ln cap="flat" cmpd="sng" w="9525">
            <a:solidFill>
              <a:schemeClr val="dk1"/>
            </a:solidFill>
            <a:prstDash val="solid"/>
            <a:round/>
            <a:headEnd len="sm" w="sm" type="none"/>
            <a:tailEnd len="med" w="med" type="triangle"/>
          </a:ln>
        </p:spPr>
      </p:cxnSp>
      <p:sp>
        <p:nvSpPr>
          <p:cNvPr id="1986" name="Google Shape;1986;p83"/>
          <p:cNvSpPr txBox="1"/>
          <p:nvPr/>
        </p:nvSpPr>
        <p:spPr>
          <a:xfrm>
            <a:off x="5567363" y="3200400"/>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r</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2000" u="none" cap="none" strike="noStrike">
              <a:solidFill>
                <a:srgbClr val="003399"/>
              </a:solidFill>
              <a:latin typeface="Times New Roman"/>
              <a:ea typeface="Times New Roman"/>
              <a:cs typeface="Times New Roman"/>
              <a:sym typeface="Times New Roman"/>
            </a:endParaRPr>
          </a:p>
        </p:txBody>
      </p:sp>
      <p:sp>
        <p:nvSpPr>
          <p:cNvPr id="1987" name="Google Shape;1987;p83"/>
          <p:cNvSpPr txBox="1"/>
          <p:nvPr/>
        </p:nvSpPr>
        <p:spPr>
          <a:xfrm>
            <a:off x="6019800" y="3200400"/>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s</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2000" u="none" cap="none" strike="noStrike">
              <a:solidFill>
                <a:srgbClr val="003399"/>
              </a:solidFill>
              <a:latin typeface="Times New Roman"/>
              <a:ea typeface="Times New Roman"/>
              <a:cs typeface="Times New Roman"/>
              <a:sym typeface="Times New Roman"/>
            </a:endParaRPr>
          </a:p>
        </p:txBody>
      </p:sp>
      <p:sp>
        <p:nvSpPr>
          <p:cNvPr id="1988" name="Google Shape;1988;p83"/>
          <p:cNvSpPr txBox="1"/>
          <p:nvPr/>
        </p:nvSpPr>
        <p:spPr>
          <a:xfrm>
            <a:off x="5824538" y="2505075"/>
            <a:ext cx="400050" cy="37623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cxnSp>
        <p:nvCxnSpPr>
          <p:cNvPr id="1989" name="Google Shape;1989;p83"/>
          <p:cNvCxnSpPr/>
          <p:nvPr/>
        </p:nvCxnSpPr>
        <p:spPr>
          <a:xfrm flipH="1" rot="-2537517">
            <a:off x="6110288" y="2887663"/>
            <a:ext cx="125412" cy="312737"/>
          </a:xfrm>
          <a:prstGeom prst="straightConnector1">
            <a:avLst/>
          </a:prstGeom>
          <a:noFill/>
          <a:ln cap="flat" cmpd="sng" w="9525">
            <a:solidFill>
              <a:schemeClr val="dk1"/>
            </a:solidFill>
            <a:prstDash val="solid"/>
            <a:round/>
            <a:headEnd len="sm" w="sm" type="none"/>
            <a:tailEnd len="med" w="med" type="triangle"/>
          </a:ln>
        </p:spPr>
      </p:cxnSp>
      <p:cxnSp>
        <p:nvCxnSpPr>
          <p:cNvPr id="1990" name="Google Shape;1990;p83"/>
          <p:cNvCxnSpPr/>
          <p:nvPr/>
        </p:nvCxnSpPr>
        <p:spPr>
          <a:xfrm rot="2537517">
            <a:off x="7124700" y="2905125"/>
            <a:ext cx="125413" cy="312738"/>
          </a:xfrm>
          <a:prstGeom prst="straightConnector1">
            <a:avLst/>
          </a:prstGeom>
          <a:noFill/>
          <a:ln cap="flat" cmpd="sng" w="9525">
            <a:solidFill>
              <a:schemeClr val="dk1"/>
            </a:solidFill>
            <a:prstDash val="solid"/>
            <a:round/>
            <a:headEnd len="sm" w="sm" type="none"/>
            <a:tailEnd len="med" w="med" type="triangle"/>
          </a:ln>
        </p:spPr>
      </p:cxnSp>
      <p:sp>
        <p:nvSpPr>
          <p:cNvPr id="1991" name="Google Shape;1991;p83"/>
          <p:cNvSpPr txBox="1"/>
          <p:nvPr/>
        </p:nvSpPr>
        <p:spPr>
          <a:xfrm>
            <a:off x="6924675" y="3208338"/>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n</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2000" u="none" cap="none" strike="noStrike">
              <a:solidFill>
                <a:srgbClr val="003399"/>
              </a:solidFill>
              <a:latin typeface="Times New Roman"/>
              <a:ea typeface="Times New Roman"/>
              <a:cs typeface="Times New Roman"/>
              <a:sym typeface="Times New Roman"/>
            </a:endParaRPr>
          </a:p>
        </p:txBody>
      </p:sp>
      <p:sp>
        <p:nvSpPr>
          <p:cNvPr id="1992" name="Google Shape;1992;p83"/>
          <p:cNvSpPr txBox="1"/>
          <p:nvPr/>
        </p:nvSpPr>
        <p:spPr>
          <a:xfrm>
            <a:off x="7377113" y="3208338"/>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a</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2000" u="none" cap="none" strike="noStrike">
              <a:solidFill>
                <a:srgbClr val="003399"/>
              </a:solidFill>
              <a:latin typeface="Times New Roman"/>
              <a:ea typeface="Times New Roman"/>
              <a:cs typeface="Times New Roman"/>
              <a:sym typeface="Times New Roman"/>
            </a:endParaRPr>
          </a:p>
        </p:txBody>
      </p:sp>
      <p:sp>
        <p:nvSpPr>
          <p:cNvPr id="1993" name="Google Shape;1993;p83"/>
          <p:cNvSpPr txBox="1"/>
          <p:nvPr/>
        </p:nvSpPr>
        <p:spPr>
          <a:xfrm>
            <a:off x="7181850" y="2513013"/>
            <a:ext cx="400050" cy="376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cxnSp>
        <p:nvCxnSpPr>
          <p:cNvPr id="1994" name="Google Shape;1994;p83"/>
          <p:cNvCxnSpPr/>
          <p:nvPr/>
        </p:nvCxnSpPr>
        <p:spPr>
          <a:xfrm flipH="1" rot="-2537517">
            <a:off x="7467600" y="2895600"/>
            <a:ext cx="125413" cy="312738"/>
          </a:xfrm>
          <a:prstGeom prst="straightConnector1">
            <a:avLst/>
          </a:prstGeom>
          <a:noFill/>
          <a:ln cap="flat" cmpd="sng" w="9525">
            <a:solidFill>
              <a:schemeClr val="dk1"/>
            </a:solidFill>
            <a:prstDash val="solid"/>
            <a:round/>
            <a:headEnd len="sm" w="sm" type="none"/>
            <a:tailEnd len="med" w="med" type="triangle"/>
          </a:ln>
        </p:spPr>
      </p:cxnSp>
      <p:cxnSp>
        <p:nvCxnSpPr>
          <p:cNvPr id="1995" name="Google Shape;1995;p83"/>
          <p:cNvCxnSpPr/>
          <p:nvPr/>
        </p:nvCxnSpPr>
        <p:spPr>
          <a:xfrm>
            <a:off x="2286000" y="2057400"/>
            <a:ext cx="0" cy="552450"/>
          </a:xfrm>
          <a:prstGeom prst="straightConnector1">
            <a:avLst/>
          </a:prstGeom>
          <a:noFill/>
          <a:ln cap="flat" cmpd="sng" w="9525">
            <a:solidFill>
              <a:schemeClr val="dk1"/>
            </a:solidFill>
            <a:prstDash val="solid"/>
            <a:round/>
            <a:headEnd len="sm" w="sm" type="none"/>
            <a:tailEnd len="med" w="med" type="triangle"/>
          </a:ln>
        </p:spPr>
      </p:cxnSp>
      <p:cxnSp>
        <p:nvCxnSpPr>
          <p:cNvPr id="1996" name="Google Shape;1996;p83"/>
          <p:cNvCxnSpPr/>
          <p:nvPr/>
        </p:nvCxnSpPr>
        <p:spPr>
          <a:xfrm>
            <a:off x="3581400" y="2057400"/>
            <a:ext cx="0" cy="552450"/>
          </a:xfrm>
          <a:prstGeom prst="straightConnector1">
            <a:avLst/>
          </a:prstGeom>
          <a:noFill/>
          <a:ln cap="flat" cmpd="sng" w="9525">
            <a:solidFill>
              <a:schemeClr val="dk1"/>
            </a:solidFill>
            <a:prstDash val="solid"/>
            <a:round/>
            <a:headEnd len="sm" w="sm" type="none"/>
            <a:tailEnd len="med" w="med" type="triangle"/>
          </a:ln>
        </p:spPr>
      </p:cxnSp>
      <p:cxnSp>
        <p:nvCxnSpPr>
          <p:cNvPr id="1997" name="Google Shape;1997;p83"/>
          <p:cNvCxnSpPr/>
          <p:nvPr/>
        </p:nvCxnSpPr>
        <p:spPr>
          <a:xfrm>
            <a:off x="4800600" y="2114550"/>
            <a:ext cx="0" cy="552450"/>
          </a:xfrm>
          <a:prstGeom prst="straightConnector1">
            <a:avLst/>
          </a:prstGeom>
          <a:noFill/>
          <a:ln cap="flat" cmpd="sng" w="9525">
            <a:solidFill>
              <a:schemeClr val="dk1"/>
            </a:solidFill>
            <a:prstDash val="solid"/>
            <a:round/>
            <a:headEnd len="sm" w="sm" type="none"/>
            <a:tailEnd len="med" w="med" type="triangle"/>
          </a:ln>
        </p:spPr>
      </p:cxnSp>
      <p:cxnSp>
        <p:nvCxnSpPr>
          <p:cNvPr id="1998" name="Google Shape;1998;p83"/>
          <p:cNvCxnSpPr/>
          <p:nvPr/>
        </p:nvCxnSpPr>
        <p:spPr>
          <a:xfrm>
            <a:off x="6019800" y="1981200"/>
            <a:ext cx="0" cy="552450"/>
          </a:xfrm>
          <a:prstGeom prst="straightConnector1">
            <a:avLst/>
          </a:prstGeom>
          <a:noFill/>
          <a:ln cap="flat" cmpd="sng" w="9525">
            <a:solidFill>
              <a:schemeClr val="dk1"/>
            </a:solidFill>
            <a:prstDash val="solid"/>
            <a:round/>
            <a:headEnd len="sm" w="sm" type="none"/>
            <a:tailEnd len="med" w="med" type="triangle"/>
          </a:ln>
        </p:spPr>
      </p:cxnSp>
      <p:cxnSp>
        <p:nvCxnSpPr>
          <p:cNvPr id="1999" name="Google Shape;1999;p83"/>
          <p:cNvCxnSpPr/>
          <p:nvPr/>
        </p:nvCxnSpPr>
        <p:spPr>
          <a:xfrm>
            <a:off x="8515350" y="1905000"/>
            <a:ext cx="0" cy="552450"/>
          </a:xfrm>
          <a:prstGeom prst="straightConnector1">
            <a:avLst/>
          </a:prstGeom>
          <a:noFill/>
          <a:ln cap="flat" cmpd="sng" w="9525">
            <a:solidFill>
              <a:schemeClr val="dk1"/>
            </a:solidFill>
            <a:prstDash val="solid"/>
            <a:round/>
            <a:headEnd len="sm" w="sm" type="none"/>
            <a:tailEnd len="med" w="med" type="triangle"/>
          </a:ln>
        </p:spPr>
      </p:cxnSp>
      <p:cxnSp>
        <p:nvCxnSpPr>
          <p:cNvPr id="2000" name="Google Shape;2000;p83"/>
          <p:cNvCxnSpPr/>
          <p:nvPr/>
        </p:nvCxnSpPr>
        <p:spPr>
          <a:xfrm>
            <a:off x="7391400" y="1962150"/>
            <a:ext cx="0" cy="552450"/>
          </a:xfrm>
          <a:prstGeom prst="straightConnector1">
            <a:avLst/>
          </a:prstGeom>
          <a:noFill/>
          <a:ln cap="flat" cmpd="sng" w="9525">
            <a:solidFill>
              <a:schemeClr val="dk1"/>
            </a:solidFill>
            <a:prstDash val="solid"/>
            <a:round/>
            <a:headEnd len="sm" w="sm" type="none"/>
            <a:tailEnd len="med" w="med" type="triangle"/>
          </a:ln>
        </p:spPr>
      </p:cxn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8" name="Shape 2008"/>
        <p:cNvGrpSpPr/>
        <p:nvPr/>
      </p:nvGrpSpPr>
      <p:grpSpPr>
        <a:xfrm>
          <a:off x="0" y="0"/>
          <a:ext cx="0" cy="0"/>
          <a:chOff x="0" y="0"/>
          <a:chExt cx="0" cy="0"/>
        </a:xfrm>
      </p:grpSpPr>
      <p:sp>
        <p:nvSpPr>
          <p:cNvPr id="2009" name="Google Shape;2009;p84"/>
          <p:cNvSpPr txBox="1"/>
          <p:nvPr>
            <p:ph type="title"/>
          </p:nvPr>
        </p:nvSpPr>
        <p:spPr>
          <a:xfrm>
            <a:off x="696913" y="592138"/>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Building a Tree</a:t>
            </a:r>
            <a:endParaRPr/>
          </a:p>
        </p:txBody>
      </p:sp>
      <p:sp>
        <p:nvSpPr>
          <p:cNvPr id="2010" name="Google Shape;2010;p84"/>
          <p:cNvSpPr/>
          <p:nvPr/>
        </p:nvSpPr>
        <p:spPr>
          <a:xfrm>
            <a:off x="152400" y="1790700"/>
            <a:ext cx="6457950" cy="438150"/>
          </a:xfrm>
          <a:prstGeom prst="rect">
            <a:avLst/>
          </a:prstGeom>
          <a:solidFill>
            <a:schemeClr val="lt1"/>
          </a:solidFill>
          <a:ln cap="flat" cmpd="sng" w="952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cxnSp>
        <p:nvCxnSpPr>
          <p:cNvPr id="2011" name="Google Shape;2011;p84"/>
          <p:cNvCxnSpPr/>
          <p:nvPr/>
        </p:nvCxnSpPr>
        <p:spPr>
          <a:xfrm>
            <a:off x="1524000" y="1790700"/>
            <a:ext cx="0" cy="438150"/>
          </a:xfrm>
          <a:prstGeom prst="straightConnector1">
            <a:avLst/>
          </a:prstGeom>
          <a:noFill/>
          <a:ln cap="flat" cmpd="sng" w="9525">
            <a:solidFill>
              <a:srgbClr val="FF0000"/>
            </a:solidFill>
            <a:prstDash val="solid"/>
            <a:round/>
            <a:headEnd len="sm" w="sm" type="none"/>
            <a:tailEnd len="sm" w="sm" type="none"/>
          </a:ln>
        </p:spPr>
      </p:cxnSp>
      <p:cxnSp>
        <p:nvCxnSpPr>
          <p:cNvPr id="2012" name="Google Shape;2012;p84"/>
          <p:cNvCxnSpPr/>
          <p:nvPr/>
        </p:nvCxnSpPr>
        <p:spPr>
          <a:xfrm>
            <a:off x="2787650" y="1790700"/>
            <a:ext cx="0" cy="438150"/>
          </a:xfrm>
          <a:prstGeom prst="straightConnector1">
            <a:avLst/>
          </a:prstGeom>
          <a:noFill/>
          <a:ln cap="flat" cmpd="sng" w="9525">
            <a:solidFill>
              <a:srgbClr val="FF0000"/>
            </a:solidFill>
            <a:prstDash val="solid"/>
            <a:round/>
            <a:headEnd len="sm" w="sm" type="none"/>
            <a:tailEnd len="sm" w="sm" type="none"/>
          </a:ln>
        </p:spPr>
      </p:cxnSp>
      <p:cxnSp>
        <p:nvCxnSpPr>
          <p:cNvPr id="2013" name="Google Shape;2013;p84"/>
          <p:cNvCxnSpPr/>
          <p:nvPr/>
        </p:nvCxnSpPr>
        <p:spPr>
          <a:xfrm>
            <a:off x="4052888" y="1790700"/>
            <a:ext cx="0" cy="438150"/>
          </a:xfrm>
          <a:prstGeom prst="straightConnector1">
            <a:avLst/>
          </a:prstGeom>
          <a:noFill/>
          <a:ln cap="flat" cmpd="sng" w="9525">
            <a:solidFill>
              <a:srgbClr val="FF0000"/>
            </a:solidFill>
            <a:prstDash val="solid"/>
            <a:round/>
            <a:headEnd len="sm" w="sm" type="none"/>
            <a:tailEnd len="sm" w="sm" type="none"/>
          </a:ln>
        </p:spPr>
      </p:cxnSp>
      <p:cxnSp>
        <p:nvCxnSpPr>
          <p:cNvPr id="2014" name="Google Shape;2014;p84"/>
          <p:cNvCxnSpPr/>
          <p:nvPr/>
        </p:nvCxnSpPr>
        <p:spPr>
          <a:xfrm>
            <a:off x="5318125" y="1790700"/>
            <a:ext cx="0" cy="438150"/>
          </a:xfrm>
          <a:prstGeom prst="straightConnector1">
            <a:avLst/>
          </a:prstGeom>
          <a:noFill/>
          <a:ln cap="flat" cmpd="sng" w="9525">
            <a:solidFill>
              <a:srgbClr val="FF0000"/>
            </a:solidFill>
            <a:prstDash val="solid"/>
            <a:round/>
            <a:headEnd len="sm" w="sm" type="none"/>
            <a:tailEnd len="sm" w="sm" type="none"/>
          </a:ln>
        </p:spPr>
      </p:cxnSp>
      <p:cxnSp>
        <p:nvCxnSpPr>
          <p:cNvPr id="2015" name="Google Shape;2015;p84"/>
          <p:cNvCxnSpPr/>
          <p:nvPr/>
        </p:nvCxnSpPr>
        <p:spPr>
          <a:xfrm rot="2537517">
            <a:off x="3335338" y="5259388"/>
            <a:ext cx="141287" cy="269875"/>
          </a:xfrm>
          <a:prstGeom prst="straightConnector1">
            <a:avLst/>
          </a:prstGeom>
          <a:noFill/>
          <a:ln cap="flat" cmpd="sng" w="9525">
            <a:solidFill>
              <a:schemeClr val="dk1"/>
            </a:solidFill>
            <a:prstDash val="solid"/>
            <a:round/>
            <a:headEnd len="sm" w="sm" type="none"/>
            <a:tailEnd len="med" w="med" type="triangle"/>
          </a:ln>
        </p:spPr>
      </p:cxnSp>
      <p:sp>
        <p:nvSpPr>
          <p:cNvPr id="2016" name="Google Shape;2016;p84"/>
          <p:cNvSpPr txBox="1"/>
          <p:nvPr/>
        </p:nvSpPr>
        <p:spPr>
          <a:xfrm>
            <a:off x="3048000" y="5524500"/>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E</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017" name="Google Shape;2017;p84"/>
          <p:cNvSpPr txBox="1"/>
          <p:nvPr/>
        </p:nvSpPr>
        <p:spPr>
          <a:xfrm>
            <a:off x="3514725" y="5524500"/>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i</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018" name="Google Shape;2018;p84"/>
          <p:cNvSpPr txBox="1"/>
          <p:nvPr/>
        </p:nvSpPr>
        <p:spPr>
          <a:xfrm>
            <a:off x="1962150" y="2678113"/>
            <a:ext cx="514350" cy="78898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sp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sp>
        <p:nvSpPr>
          <p:cNvPr id="2019" name="Google Shape;2019;p84"/>
          <p:cNvSpPr txBox="1"/>
          <p:nvPr/>
        </p:nvSpPr>
        <p:spPr>
          <a:xfrm>
            <a:off x="5753100" y="2457450"/>
            <a:ext cx="400050" cy="78898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8</a:t>
            </a:r>
            <a:endParaRPr b="0" i="0" sz="1400" u="none" cap="none" strike="noStrike">
              <a:solidFill>
                <a:srgbClr val="000000"/>
              </a:solidFill>
              <a:latin typeface="Arial"/>
              <a:ea typeface="Arial"/>
              <a:cs typeface="Arial"/>
              <a:sym typeface="Arial"/>
            </a:endParaRPr>
          </a:p>
        </p:txBody>
      </p:sp>
      <p:cxnSp>
        <p:nvCxnSpPr>
          <p:cNvPr id="2020" name="Google Shape;2020;p84"/>
          <p:cNvCxnSpPr/>
          <p:nvPr/>
        </p:nvCxnSpPr>
        <p:spPr>
          <a:xfrm flipH="1" rot="-2537517">
            <a:off x="3622675" y="5270500"/>
            <a:ext cx="130175" cy="236538"/>
          </a:xfrm>
          <a:prstGeom prst="straightConnector1">
            <a:avLst/>
          </a:prstGeom>
          <a:noFill/>
          <a:ln cap="flat" cmpd="sng" w="9525">
            <a:solidFill>
              <a:schemeClr val="dk1"/>
            </a:solidFill>
            <a:prstDash val="solid"/>
            <a:round/>
            <a:headEnd len="sm" w="sm" type="none"/>
            <a:tailEnd len="med" w="med" type="triangle"/>
          </a:ln>
        </p:spPr>
      </p:cxnSp>
      <p:sp>
        <p:nvSpPr>
          <p:cNvPr id="2021" name="Google Shape;2021;p84"/>
          <p:cNvSpPr txBox="1"/>
          <p:nvPr/>
        </p:nvSpPr>
        <p:spPr>
          <a:xfrm>
            <a:off x="3424238" y="4872038"/>
            <a:ext cx="400050" cy="376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cxnSp>
        <p:nvCxnSpPr>
          <p:cNvPr id="2022" name="Google Shape;2022;p84"/>
          <p:cNvCxnSpPr/>
          <p:nvPr/>
        </p:nvCxnSpPr>
        <p:spPr>
          <a:xfrm rot="2537517">
            <a:off x="4184650" y="5254625"/>
            <a:ext cx="117475" cy="276225"/>
          </a:xfrm>
          <a:prstGeom prst="straightConnector1">
            <a:avLst/>
          </a:prstGeom>
          <a:noFill/>
          <a:ln cap="flat" cmpd="sng" w="9525">
            <a:solidFill>
              <a:schemeClr val="dk1"/>
            </a:solidFill>
            <a:prstDash val="solid"/>
            <a:round/>
            <a:headEnd len="sm" w="sm" type="none"/>
            <a:tailEnd len="med" w="med" type="triangle"/>
          </a:ln>
        </p:spPr>
      </p:cxnSp>
      <p:sp>
        <p:nvSpPr>
          <p:cNvPr id="2023" name="Google Shape;2023;p84"/>
          <p:cNvSpPr txBox="1"/>
          <p:nvPr/>
        </p:nvSpPr>
        <p:spPr>
          <a:xfrm>
            <a:off x="4005263" y="5529263"/>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y</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024" name="Google Shape;2024;p84"/>
          <p:cNvSpPr txBox="1"/>
          <p:nvPr/>
        </p:nvSpPr>
        <p:spPr>
          <a:xfrm>
            <a:off x="4457700" y="5524500"/>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l</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025" name="Google Shape;2025;p84"/>
          <p:cNvSpPr txBox="1"/>
          <p:nvPr/>
        </p:nvSpPr>
        <p:spPr>
          <a:xfrm>
            <a:off x="4148138" y="4872038"/>
            <a:ext cx="400050" cy="376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cxnSp>
        <p:nvCxnSpPr>
          <p:cNvPr id="2026" name="Google Shape;2026;p84"/>
          <p:cNvCxnSpPr/>
          <p:nvPr/>
        </p:nvCxnSpPr>
        <p:spPr>
          <a:xfrm flipH="1" rot="-2537517">
            <a:off x="4479925" y="5278438"/>
            <a:ext cx="152400" cy="227012"/>
          </a:xfrm>
          <a:prstGeom prst="straightConnector1">
            <a:avLst/>
          </a:prstGeom>
          <a:noFill/>
          <a:ln cap="flat" cmpd="sng" w="9525">
            <a:solidFill>
              <a:schemeClr val="dk1"/>
            </a:solidFill>
            <a:prstDash val="solid"/>
            <a:round/>
            <a:headEnd len="sm" w="sm" type="none"/>
            <a:tailEnd len="med" w="med" type="triangle"/>
          </a:ln>
        </p:spPr>
      </p:cxnSp>
      <p:cxnSp>
        <p:nvCxnSpPr>
          <p:cNvPr id="2027" name="Google Shape;2027;p84"/>
          <p:cNvCxnSpPr/>
          <p:nvPr/>
        </p:nvCxnSpPr>
        <p:spPr>
          <a:xfrm rot="2537517">
            <a:off x="685800" y="3001963"/>
            <a:ext cx="125413" cy="312737"/>
          </a:xfrm>
          <a:prstGeom prst="straightConnector1">
            <a:avLst/>
          </a:prstGeom>
          <a:noFill/>
          <a:ln cap="flat" cmpd="sng" w="9525">
            <a:solidFill>
              <a:schemeClr val="dk1"/>
            </a:solidFill>
            <a:prstDash val="solid"/>
            <a:round/>
            <a:headEnd len="sm" w="sm" type="none"/>
            <a:tailEnd len="med" w="med" type="triangle"/>
          </a:ln>
        </p:spPr>
      </p:cxnSp>
      <p:sp>
        <p:nvSpPr>
          <p:cNvPr id="2028" name="Google Shape;2028;p84"/>
          <p:cNvSpPr txBox="1"/>
          <p:nvPr/>
        </p:nvSpPr>
        <p:spPr>
          <a:xfrm>
            <a:off x="485775" y="3305175"/>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k</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029" name="Google Shape;2029;p84"/>
          <p:cNvSpPr txBox="1"/>
          <p:nvPr/>
        </p:nvSpPr>
        <p:spPr>
          <a:xfrm>
            <a:off x="938213" y="3305175"/>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030" name="Google Shape;2030;p84"/>
          <p:cNvSpPr txBox="1"/>
          <p:nvPr/>
        </p:nvSpPr>
        <p:spPr>
          <a:xfrm>
            <a:off x="742950" y="2609850"/>
            <a:ext cx="400050" cy="37623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cxnSp>
        <p:nvCxnSpPr>
          <p:cNvPr id="2031" name="Google Shape;2031;p84"/>
          <p:cNvCxnSpPr/>
          <p:nvPr/>
        </p:nvCxnSpPr>
        <p:spPr>
          <a:xfrm flipH="1" rot="-2537517">
            <a:off x="1028700" y="2992438"/>
            <a:ext cx="125413" cy="312737"/>
          </a:xfrm>
          <a:prstGeom prst="straightConnector1">
            <a:avLst/>
          </a:prstGeom>
          <a:noFill/>
          <a:ln cap="flat" cmpd="sng" w="9525">
            <a:solidFill>
              <a:schemeClr val="dk1"/>
            </a:solidFill>
            <a:prstDash val="solid"/>
            <a:round/>
            <a:headEnd len="sm" w="sm" type="none"/>
            <a:tailEnd len="med" w="med" type="triangle"/>
          </a:ln>
        </p:spPr>
      </p:cxnSp>
      <p:cxnSp>
        <p:nvCxnSpPr>
          <p:cNvPr id="2032" name="Google Shape;2032;p84"/>
          <p:cNvCxnSpPr/>
          <p:nvPr/>
        </p:nvCxnSpPr>
        <p:spPr>
          <a:xfrm rot="2537517">
            <a:off x="3157538" y="2916238"/>
            <a:ext cx="125412" cy="312737"/>
          </a:xfrm>
          <a:prstGeom prst="straightConnector1">
            <a:avLst/>
          </a:prstGeom>
          <a:noFill/>
          <a:ln cap="flat" cmpd="sng" w="9525">
            <a:solidFill>
              <a:schemeClr val="dk1"/>
            </a:solidFill>
            <a:prstDash val="solid"/>
            <a:round/>
            <a:headEnd len="sm" w="sm" type="none"/>
            <a:tailEnd len="med" w="med" type="triangle"/>
          </a:ln>
        </p:spPr>
      </p:cxnSp>
      <p:sp>
        <p:nvSpPr>
          <p:cNvPr id="2033" name="Google Shape;2033;p84"/>
          <p:cNvSpPr txBox="1"/>
          <p:nvPr/>
        </p:nvSpPr>
        <p:spPr>
          <a:xfrm>
            <a:off x="2957513" y="3219450"/>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r</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2000" u="none" cap="none" strike="noStrike">
              <a:solidFill>
                <a:srgbClr val="003399"/>
              </a:solidFill>
              <a:latin typeface="Times New Roman"/>
              <a:ea typeface="Times New Roman"/>
              <a:cs typeface="Times New Roman"/>
              <a:sym typeface="Times New Roman"/>
            </a:endParaRPr>
          </a:p>
        </p:txBody>
      </p:sp>
      <p:sp>
        <p:nvSpPr>
          <p:cNvPr id="2034" name="Google Shape;2034;p84"/>
          <p:cNvSpPr txBox="1"/>
          <p:nvPr/>
        </p:nvSpPr>
        <p:spPr>
          <a:xfrm>
            <a:off x="3409950" y="3219450"/>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s</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2000" u="none" cap="none" strike="noStrike">
              <a:solidFill>
                <a:srgbClr val="003399"/>
              </a:solidFill>
              <a:latin typeface="Times New Roman"/>
              <a:ea typeface="Times New Roman"/>
              <a:cs typeface="Times New Roman"/>
              <a:sym typeface="Times New Roman"/>
            </a:endParaRPr>
          </a:p>
        </p:txBody>
      </p:sp>
      <p:sp>
        <p:nvSpPr>
          <p:cNvPr id="2035" name="Google Shape;2035;p84"/>
          <p:cNvSpPr txBox="1"/>
          <p:nvPr/>
        </p:nvSpPr>
        <p:spPr>
          <a:xfrm>
            <a:off x="3214688" y="2524125"/>
            <a:ext cx="400050" cy="37623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cxnSp>
        <p:nvCxnSpPr>
          <p:cNvPr id="2036" name="Google Shape;2036;p84"/>
          <p:cNvCxnSpPr/>
          <p:nvPr/>
        </p:nvCxnSpPr>
        <p:spPr>
          <a:xfrm flipH="1" rot="-2537517">
            <a:off x="3500438" y="2906713"/>
            <a:ext cx="125412" cy="312737"/>
          </a:xfrm>
          <a:prstGeom prst="straightConnector1">
            <a:avLst/>
          </a:prstGeom>
          <a:noFill/>
          <a:ln cap="flat" cmpd="sng" w="9525">
            <a:solidFill>
              <a:schemeClr val="dk1"/>
            </a:solidFill>
            <a:prstDash val="solid"/>
            <a:round/>
            <a:headEnd len="sm" w="sm" type="none"/>
            <a:tailEnd len="med" w="med" type="triangle"/>
          </a:ln>
        </p:spPr>
      </p:cxnSp>
      <p:cxnSp>
        <p:nvCxnSpPr>
          <p:cNvPr id="2037" name="Google Shape;2037;p84"/>
          <p:cNvCxnSpPr/>
          <p:nvPr/>
        </p:nvCxnSpPr>
        <p:spPr>
          <a:xfrm rot="2537517">
            <a:off x="4514850" y="2924175"/>
            <a:ext cx="125413" cy="312738"/>
          </a:xfrm>
          <a:prstGeom prst="straightConnector1">
            <a:avLst/>
          </a:prstGeom>
          <a:noFill/>
          <a:ln cap="flat" cmpd="sng" w="9525">
            <a:solidFill>
              <a:schemeClr val="dk1"/>
            </a:solidFill>
            <a:prstDash val="solid"/>
            <a:round/>
            <a:headEnd len="sm" w="sm" type="none"/>
            <a:tailEnd len="med" w="med" type="triangle"/>
          </a:ln>
        </p:spPr>
      </p:cxnSp>
      <p:sp>
        <p:nvSpPr>
          <p:cNvPr id="2038" name="Google Shape;2038;p84"/>
          <p:cNvSpPr txBox="1"/>
          <p:nvPr/>
        </p:nvSpPr>
        <p:spPr>
          <a:xfrm>
            <a:off x="4314825" y="3227388"/>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n</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2000" u="none" cap="none" strike="noStrike">
              <a:solidFill>
                <a:srgbClr val="003399"/>
              </a:solidFill>
              <a:latin typeface="Times New Roman"/>
              <a:ea typeface="Times New Roman"/>
              <a:cs typeface="Times New Roman"/>
              <a:sym typeface="Times New Roman"/>
            </a:endParaRPr>
          </a:p>
        </p:txBody>
      </p:sp>
      <p:sp>
        <p:nvSpPr>
          <p:cNvPr id="2039" name="Google Shape;2039;p84"/>
          <p:cNvSpPr txBox="1"/>
          <p:nvPr/>
        </p:nvSpPr>
        <p:spPr>
          <a:xfrm>
            <a:off x="4767263" y="3227388"/>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a</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2000" u="none" cap="none" strike="noStrike">
              <a:solidFill>
                <a:srgbClr val="003399"/>
              </a:solidFill>
              <a:latin typeface="Times New Roman"/>
              <a:ea typeface="Times New Roman"/>
              <a:cs typeface="Times New Roman"/>
              <a:sym typeface="Times New Roman"/>
            </a:endParaRPr>
          </a:p>
        </p:txBody>
      </p:sp>
      <p:sp>
        <p:nvSpPr>
          <p:cNvPr id="2040" name="Google Shape;2040;p84"/>
          <p:cNvSpPr txBox="1"/>
          <p:nvPr/>
        </p:nvSpPr>
        <p:spPr>
          <a:xfrm>
            <a:off x="4572000" y="2532063"/>
            <a:ext cx="400050" cy="376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cxnSp>
        <p:nvCxnSpPr>
          <p:cNvPr id="2041" name="Google Shape;2041;p84"/>
          <p:cNvCxnSpPr/>
          <p:nvPr/>
        </p:nvCxnSpPr>
        <p:spPr>
          <a:xfrm flipH="1" rot="-2537517">
            <a:off x="4857750" y="2914650"/>
            <a:ext cx="125413" cy="312738"/>
          </a:xfrm>
          <a:prstGeom prst="straightConnector1">
            <a:avLst/>
          </a:prstGeom>
          <a:noFill/>
          <a:ln cap="flat" cmpd="sng" w="9525">
            <a:solidFill>
              <a:schemeClr val="dk1"/>
            </a:solidFill>
            <a:prstDash val="solid"/>
            <a:round/>
            <a:headEnd len="sm" w="sm" type="none"/>
            <a:tailEnd len="med" w="med" type="triangle"/>
          </a:ln>
        </p:spPr>
      </p:cxnSp>
      <p:cxnSp>
        <p:nvCxnSpPr>
          <p:cNvPr id="2042" name="Google Shape;2042;p84"/>
          <p:cNvCxnSpPr/>
          <p:nvPr/>
        </p:nvCxnSpPr>
        <p:spPr>
          <a:xfrm>
            <a:off x="971550" y="2076450"/>
            <a:ext cx="0" cy="552450"/>
          </a:xfrm>
          <a:prstGeom prst="straightConnector1">
            <a:avLst/>
          </a:prstGeom>
          <a:noFill/>
          <a:ln cap="flat" cmpd="sng" w="9525">
            <a:solidFill>
              <a:schemeClr val="dk1"/>
            </a:solidFill>
            <a:prstDash val="solid"/>
            <a:round/>
            <a:headEnd len="sm" w="sm" type="none"/>
            <a:tailEnd len="med" w="med" type="triangle"/>
          </a:ln>
        </p:spPr>
      </p:cxnSp>
      <p:cxnSp>
        <p:nvCxnSpPr>
          <p:cNvPr id="2043" name="Google Shape;2043;p84"/>
          <p:cNvCxnSpPr/>
          <p:nvPr/>
        </p:nvCxnSpPr>
        <p:spPr>
          <a:xfrm>
            <a:off x="2190750" y="2133600"/>
            <a:ext cx="0" cy="552450"/>
          </a:xfrm>
          <a:prstGeom prst="straightConnector1">
            <a:avLst/>
          </a:prstGeom>
          <a:noFill/>
          <a:ln cap="flat" cmpd="sng" w="9525">
            <a:solidFill>
              <a:schemeClr val="dk1"/>
            </a:solidFill>
            <a:prstDash val="solid"/>
            <a:round/>
            <a:headEnd len="sm" w="sm" type="none"/>
            <a:tailEnd len="med" w="med" type="triangle"/>
          </a:ln>
        </p:spPr>
      </p:cxnSp>
      <p:cxnSp>
        <p:nvCxnSpPr>
          <p:cNvPr id="2044" name="Google Shape;2044;p84"/>
          <p:cNvCxnSpPr/>
          <p:nvPr/>
        </p:nvCxnSpPr>
        <p:spPr>
          <a:xfrm>
            <a:off x="3409950" y="2000250"/>
            <a:ext cx="0" cy="552450"/>
          </a:xfrm>
          <a:prstGeom prst="straightConnector1">
            <a:avLst/>
          </a:prstGeom>
          <a:noFill/>
          <a:ln cap="flat" cmpd="sng" w="9525">
            <a:solidFill>
              <a:schemeClr val="dk1"/>
            </a:solidFill>
            <a:prstDash val="solid"/>
            <a:round/>
            <a:headEnd len="sm" w="sm" type="none"/>
            <a:tailEnd len="med" w="med" type="triangle"/>
          </a:ln>
        </p:spPr>
      </p:cxnSp>
      <p:cxnSp>
        <p:nvCxnSpPr>
          <p:cNvPr id="2045" name="Google Shape;2045;p84"/>
          <p:cNvCxnSpPr/>
          <p:nvPr/>
        </p:nvCxnSpPr>
        <p:spPr>
          <a:xfrm>
            <a:off x="5905500" y="1924050"/>
            <a:ext cx="0" cy="552450"/>
          </a:xfrm>
          <a:prstGeom prst="straightConnector1">
            <a:avLst/>
          </a:prstGeom>
          <a:noFill/>
          <a:ln cap="flat" cmpd="sng" w="9525">
            <a:solidFill>
              <a:schemeClr val="dk1"/>
            </a:solidFill>
            <a:prstDash val="solid"/>
            <a:round/>
            <a:headEnd len="sm" w="sm" type="none"/>
            <a:tailEnd len="med" w="med" type="triangle"/>
          </a:ln>
        </p:spPr>
      </p:cxnSp>
      <p:cxnSp>
        <p:nvCxnSpPr>
          <p:cNvPr id="2046" name="Google Shape;2046;p84"/>
          <p:cNvCxnSpPr/>
          <p:nvPr/>
        </p:nvCxnSpPr>
        <p:spPr>
          <a:xfrm>
            <a:off x="4781550" y="1981200"/>
            <a:ext cx="0" cy="552450"/>
          </a:xfrm>
          <a:prstGeom prst="straightConnector1">
            <a:avLst/>
          </a:prstGeom>
          <a:noFill/>
          <a:ln cap="flat" cmpd="sng" w="9525">
            <a:solidFill>
              <a:schemeClr val="dk1"/>
            </a:solidFill>
            <a:prstDash val="solid"/>
            <a:round/>
            <a:headEnd len="sm" w="sm" type="none"/>
            <a:tailEnd len="med" w="med" type="triangle"/>
          </a:ln>
        </p:spPr>
      </p:cxnSp>
      <p:sp>
        <p:nvSpPr>
          <p:cNvPr id="2047" name="Google Shape;2047;p84"/>
          <p:cNvSpPr txBox="1"/>
          <p:nvPr/>
        </p:nvSpPr>
        <p:spPr>
          <a:xfrm>
            <a:off x="3771900" y="4291013"/>
            <a:ext cx="400050" cy="376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cxnSp>
        <p:nvCxnSpPr>
          <p:cNvPr id="2048" name="Google Shape;2048;p84"/>
          <p:cNvCxnSpPr/>
          <p:nvPr/>
        </p:nvCxnSpPr>
        <p:spPr>
          <a:xfrm rot="2537517">
            <a:off x="3760788" y="4656138"/>
            <a:ext cx="39687" cy="233362"/>
          </a:xfrm>
          <a:prstGeom prst="straightConnector1">
            <a:avLst/>
          </a:prstGeom>
          <a:noFill/>
          <a:ln cap="flat" cmpd="sng" w="9525">
            <a:solidFill>
              <a:schemeClr val="dk1"/>
            </a:solidFill>
            <a:prstDash val="solid"/>
            <a:round/>
            <a:headEnd len="sm" w="sm" type="none"/>
            <a:tailEnd len="med" w="med" type="triangle"/>
          </a:ln>
        </p:spPr>
      </p:cxnSp>
      <p:cxnSp>
        <p:nvCxnSpPr>
          <p:cNvPr id="2049" name="Google Shape;2049;p84"/>
          <p:cNvCxnSpPr/>
          <p:nvPr/>
        </p:nvCxnSpPr>
        <p:spPr>
          <a:xfrm flipH="1" rot="-2537517">
            <a:off x="4165600" y="4646613"/>
            <a:ext cx="39688" cy="233362"/>
          </a:xfrm>
          <a:prstGeom prst="straightConnector1">
            <a:avLst/>
          </a:prstGeom>
          <a:noFill/>
          <a:ln cap="flat" cmpd="sng" w="9525">
            <a:solidFill>
              <a:schemeClr val="dk1"/>
            </a:solidFill>
            <a:prstDash val="solid"/>
            <a:round/>
            <a:headEnd len="sm" w="sm" type="none"/>
            <a:tailEnd len="med" w="med" type="triangle"/>
          </a:ln>
        </p:spPr>
      </p:cxn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7" name="Shape 2057"/>
        <p:cNvGrpSpPr/>
        <p:nvPr/>
      </p:nvGrpSpPr>
      <p:grpSpPr>
        <a:xfrm>
          <a:off x="0" y="0"/>
          <a:ext cx="0" cy="0"/>
          <a:chOff x="0" y="0"/>
          <a:chExt cx="0" cy="0"/>
        </a:xfrm>
      </p:grpSpPr>
      <p:sp>
        <p:nvSpPr>
          <p:cNvPr id="2058" name="Google Shape;2058;p85"/>
          <p:cNvSpPr txBox="1"/>
          <p:nvPr>
            <p:ph type="title"/>
          </p:nvPr>
        </p:nvSpPr>
        <p:spPr>
          <a:xfrm>
            <a:off x="696913" y="592138"/>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Building a Tree</a:t>
            </a:r>
            <a:endParaRPr/>
          </a:p>
        </p:txBody>
      </p:sp>
      <p:sp>
        <p:nvSpPr>
          <p:cNvPr id="2059" name="Google Shape;2059;p85"/>
          <p:cNvSpPr/>
          <p:nvPr/>
        </p:nvSpPr>
        <p:spPr>
          <a:xfrm>
            <a:off x="152400" y="1790700"/>
            <a:ext cx="8001000" cy="438150"/>
          </a:xfrm>
          <a:prstGeom prst="rect">
            <a:avLst/>
          </a:prstGeom>
          <a:solidFill>
            <a:schemeClr val="lt1"/>
          </a:solidFill>
          <a:ln cap="flat" cmpd="sng" w="952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cxnSp>
        <p:nvCxnSpPr>
          <p:cNvPr id="2060" name="Google Shape;2060;p85"/>
          <p:cNvCxnSpPr/>
          <p:nvPr/>
        </p:nvCxnSpPr>
        <p:spPr>
          <a:xfrm>
            <a:off x="1524000" y="1790700"/>
            <a:ext cx="0" cy="438150"/>
          </a:xfrm>
          <a:prstGeom prst="straightConnector1">
            <a:avLst/>
          </a:prstGeom>
          <a:noFill/>
          <a:ln cap="flat" cmpd="sng" w="9525">
            <a:solidFill>
              <a:srgbClr val="FF0000"/>
            </a:solidFill>
            <a:prstDash val="solid"/>
            <a:round/>
            <a:headEnd len="sm" w="sm" type="none"/>
            <a:tailEnd len="sm" w="sm" type="none"/>
          </a:ln>
        </p:spPr>
      </p:cxnSp>
      <p:cxnSp>
        <p:nvCxnSpPr>
          <p:cNvPr id="2061" name="Google Shape;2061;p85"/>
          <p:cNvCxnSpPr/>
          <p:nvPr/>
        </p:nvCxnSpPr>
        <p:spPr>
          <a:xfrm>
            <a:off x="2787650" y="1790700"/>
            <a:ext cx="0" cy="438150"/>
          </a:xfrm>
          <a:prstGeom prst="straightConnector1">
            <a:avLst/>
          </a:prstGeom>
          <a:noFill/>
          <a:ln cap="flat" cmpd="sng" w="9525">
            <a:solidFill>
              <a:srgbClr val="FF0000"/>
            </a:solidFill>
            <a:prstDash val="solid"/>
            <a:round/>
            <a:headEnd len="sm" w="sm" type="none"/>
            <a:tailEnd len="sm" w="sm" type="none"/>
          </a:ln>
        </p:spPr>
      </p:cxnSp>
      <p:cxnSp>
        <p:nvCxnSpPr>
          <p:cNvPr id="2062" name="Google Shape;2062;p85"/>
          <p:cNvCxnSpPr/>
          <p:nvPr/>
        </p:nvCxnSpPr>
        <p:spPr>
          <a:xfrm>
            <a:off x="4052888" y="1790700"/>
            <a:ext cx="0" cy="438150"/>
          </a:xfrm>
          <a:prstGeom prst="straightConnector1">
            <a:avLst/>
          </a:prstGeom>
          <a:noFill/>
          <a:ln cap="flat" cmpd="sng" w="9525">
            <a:solidFill>
              <a:srgbClr val="FF0000"/>
            </a:solidFill>
            <a:prstDash val="solid"/>
            <a:round/>
            <a:headEnd len="sm" w="sm" type="none"/>
            <a:tailEnd len="sm" w="sm" type="none"/>
          </a:ln>
        </p:spPr>
      </p:cxnSp>
      <p:cxnSp>
        <p:nvCxnSpPr>
          <p:cNvPr id="2063" name="Google Shape;2063;p85"/>
          <p:cNvCxnSpPr/>
          <p:nvPr/>
        </p:nvCxnSpPr>
        <p:spPr>
          <a:xfrm>
            <a:off x="5318125" y="1790700"/>
            <a:ext cx="0" cy="438150"/>
          </a:xfrm>
          <a:prstGeom prst="straightConnector1">
            <a:avLst/>
          </a:prstGeom>
          <a:noFill/>
          <a:ln cap="flat" cmpd="sng" w="9525">
            <a:solidFill>
              <a:srgbClr val="FF0000"/>
            </a:solidFill>
            <a:prstDash val="solid"/>
            <a:round/>
            <a:headEnd len="sm" w="sm" type="none"/>
            <a:tailEnd len="sm" w="sm" type="none"/>
          </a:ln>
        </p:spPr>
      </p:cxnSp>
      <p:cxnSp>
        <p:nvCxnSpPr>
          <p:cNvPr id="2064" name="Google Shape;2064;p85"/>
          <p:cNvCxnSpPr/>
          <p:nvPr/>
        </p:nvCxnSpPr>
        <p:spPr>
          <a:xfrm>
            <a:off x="6583363" y="1790700"/>
            <a:ext cx="0" cy="438150"/>
          </a:xfrm>
          <a:prstGeom prst="straightConnector1">
            <a:avLst/>
          </a:prstGeom>
          <a:noFill/>
          <a:ln cap="flat" cmpd="sng" w="9525">
            <a:solidFill>
              <a:srgbClr val="FF0000"/>
            </a:solidFill>
            <a:prstDash val="solid"/>
            <a:round/>
            <a:headEnd len="sm" w="sm" type="none"/>
            <a:tailEnd len="sm" w="sm" type="none"/>
          </a:ln>
        </p:spPr>
      </p:cxnSp>
      <p:cxnSp>
        <p:nvCxnSpPr>
          <p:cNvPr id="2065" name="Google Shape;2065;p85"/>
          <p:cNvCxnSpPr/>
          <p:nvPr/>
        </p:nvCxnSpPr>
        <p:spPr>
          <a:xfrm rot="2537517">
            <a:off x="5678488" y="3459163"/>
            <a:ext cx="141287" cy="269875"/>
          </a:xfrm>
          <a:prstGeom prst="straightConnector1">
            <a:avLst/>
          </a:prstGeom>
          <a:noFill/>
          <a:ln cap="flat" cmpd="sng" w="9525">
            <a:solidFill>
              <a:schemeClr val="dk1"/>
            </a:solidFill>
            <a:prstDash val="solid"/>
            <a:round/>
            <a:headEnd len="sm" w="sm" type="none"/>
            <a:tailEnd len="med" w="med" type="triangle"/>
          </a:ln>
        </p:spPr>
      </p:cxnSp>
      <p:sp>
        <p:nvSpPr>
          <p:cNvPr id="2066" name="Google Shape;2066;p85"/>
          <p:cNvSpPr txBox="1"/>
          <p:nvPr/>
        </p:nvSpPr>
        <p:spPr>
          <a:xfrm>
            <a:off x="5391150" y="3724275"/>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E</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067" name="Google Shape;2067;p85"/>
          <p:cNvSpPr txBox="1"/>
          <p:nvPr/>
        </p:nvSpPr>
        <p:spPr>
          <a:xfrm>
            <a:off x="5857875" y="3724275"/>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i</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068" name="Google Shape;2068;p85"/>
          <p:cNvSpPr txBox="1"/>
          <p:nvPr/>
        </p:nvSpPr>
        <p:spPr>
          <a:xfrm>
            <a:off x="1962150" y="2678113"/>
            <a:ext cx="514350" cy="78898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sp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sp>
        <p:nvSpPr>
          <p:cNvPr id="2069" name="Google Shape;2069;p85"/>
          <p:cNvSpPr txBox="1"/>
          <p:nvPr/>
        </p:nvSpPr>
        <p:spPr>
          <a:xfrm>
            <a:off x="7581900" y="2659063"/>
            <a:ext cx="400050" cy="78898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8</a:t>
            </a:r>
            <a:endParaRPr b="0" i="0" sz="1400" u="none" cap="none" strike="noStrike">
              <a:solidFill>
                <a:srgbClr val="000000"/>
              </a:solidFill>
              <a:latin typeface="Arial"/>
              <a:ea typeface="Arial"/>
              <a:cs typeface="Arial"/>
              <a:sym typeface="Arial"/>
            </a:endParaRPr>
          </a:p>
        </p:txBody>
      </p:sp>
      <p:cxnSp>
        <p:nvCxnSpPr>
          <p:cNvPr id="2070" name="Google Shape;2070;p85"/>
          <p:cNvCxnSpPr/>
          <p:nvPr/>
        </p:nvCxnSpPr>
        <p:spPr>
          <a:xfrm flipH="1" rot="-2537517">
            <a:off x="5965825" y="3470275"/>
            <a:ext cx="130175" cy="236538"/>
          </a:xfrm>
          <a:prstGeom prst="straightConnector1">
            <a:avLst/>
          </a:prstGeom>
          <a:noFill/>
          <a:ln cap="flat" cmpd="sng" w="9525">
            <a:solidFill>
              <a:schemeClr val="dk1"/>
            </a:solidFill>
            <a:prstDash val="solid"/>
            <a:round/>
            <a:headEnd len="sm" w="sm" type="none"/>
            <a:tailEnd len="med" w="med" type="triangle"/>
          </a:ln>
        </p:spPr>
      </p:cxnSp>
      <p:sp>
        <p:nvSpPr>
          <p:cNvPr id="2071" name="Google Shape;2071;p85"/>
          <p:cNvSpPr txBox="1"/>
          <p:nvPr/>
        </p:nvSpPr>
        <p:spPr>
          <a:xfrm>
            <a:off x="5767388" y="3071813"/>
            <a:ext cx="400050" cy="376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cxnSp>
        <p:nvCxnSpPr>
          <p:cNvPr id="2072" name="Google Shape;2072;p85"/>
          <p:cNvCxnSpPr/>
          <p:nvPr/>
        </p:nvCxnSpPr>
        <p:spPr>
          <a:xfrm rot="2537517">
            <a:off x="6527800" y="3454400"/>
            <a:ext cx="117475" cy="276225"/>
          </a:xfrm>
          <a:prstGeom prst="straightConnector1">
            <a:avLst/>
          </a:prstGeom>
          <a:noFill/>
          <a:ln cap="flat" cmpd="sng" w="9525">
            <a:solidFill>
              <a:schemeClr val="dk1"/>
            </a:solidFill>
            <a:prstDash val="solid"/>
            <a:round/>
            <a:headEnd len="sm" w="sm" type="none"/>
            <a:tailEnd len="med" w="med" type="triangle"/>
          </a:ln>
        </p:spPr>
      </p:cxnSp>
      <p:sp>
        <p:nvSpPr>
          <p:cNvPr id="2073" name="Google Shape;2073;p85"/>
          <p:cNvSpPr txBox="1"/>
          <p:nvPr/>
        </p:nvSpPr>
        <p:spPr>
          <a:xfrm>
            <a:off x="6348413" y="3729038"/>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y</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074" name="Google Shape;2074;p85"/>
          <p:cNvSpPr txBox="1"/>
          <p:nvPr/>
        </p:nvSpPr>
        <p:spPr>
          <a:xfrm>
            <a:off x="6800850" y="3724275"/>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l</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075" name="Google Shape;2075;p85"/>
          <p:cNvSpPr txBox="1"/>
          <p:nvPr/>
        </p:nvSpPr>
        <p:spPr>
          <a:xfrm>
            <a:off x="6491288" y="3071813"/>
            <a:ext cx="400050" cy="376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cxnSp>
        <p:nvCxnSpPr>
          <p:cNvPr id="2076" name="Google Shape;2076;p85"/>
          <p:cNvCxnSpPr/>
          <p:nvPr/>
        </p:nvCxnSpPr>
        <p:spPr>
          <a:xfrm flipH="1" rot="-2537517">
            <a:off x="6823075" y="3478213"/>
            <a:ext cx="152400" cy="227012"/>
          </a:xfrm>
          <a:prstGeom prst="straightConnector1">
            <a:avLst/>
          </a:prstGeom>
          <a:noFill/>
          <a:ln cap="flat" cmpd="sng" w="9525">
            <a:solidFill>
              <a:schemeClr val="dk1"/>
            </a:solidFill>
            <a:prstDash val="solid"/>
            <a:round/>
            <a:headEnd len="sm" w="sm" type="none"/>
            <a:tailEnd len="med" w="med" type="triangle"/>
          </a:ln>
        </p:spPr>
      </p:cxnSp>
      <p:cxnSp>
        <p:nvCxnSpPr>
          <p:cNvPr id="2077" name="Google Shape;2077;p85"/>
          <p:cNvCxnSpPr/>
          <p:nvPr/>
        </p:nvCxnSpPr>
        <p:spPr>
          <a:xfrm rot="2537517">
            <a:off x="685800" y="3001963"/>
            <a:ext cx="125413" cy="312737"/>
          </a:xfrm>
          <a:prstGeom prst="straightConnector1">
            <a:avLst/>
          </a:prstGeom>
          <a:noFill/>
          <a:ln cap="flat" cmpd="sng" w="9525">
            <a:solidFill>
              <a:schemeClr val="dk1"/>
            </a:solidFill>
            <a:prstDash val="solid"/>
            <a:round/>
            <a:headEnd len="sm" w="sm" type="none"/>
            <a:tailEnd len="med" w="med" type="triangle"/>
          </a:ln>
        </p:spPr>
      </p:cxnSp>
      <p:sp>
        <p:nvSpPr>
          <p:cNvPr id="2078" name="Google Shape;2078;p85"/>
          <p:cNvSpPr txBox="1"/>
          <p:nvPr/>
        </p:nvSpPr>
        <p:spPr>
          <a:xfrm>
            <a:off x="485775" y="3305175"/>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k</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079" name="Google Shape;2079;p85"/>
          <p:cNvSpPr txBox="1"/>
          <p:nvPr/>
        </p:nvSpPr>
        <p:spPr>
          <a:xfrm>
            <a:off x="938213" y="3305175"/>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080" name="Google Shape;2080;p85"/>
          <p:cNvSpPr txBox="1"/>
          <p:nvPr/>
        </p:nvSpPr>
        <p:spPr>
          <a:xfrm>
            <a:off x="742950" y="2609850"/>
            <a:ext cx="400050" cy="37623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cxnSp>
        <p:nvCxnSpPr>
          <p:cNvPr id="2081" name="Google Shape;2081;p85"/>
          <p:cNvCxnSpPr/>
          <p:nvPr/>
        </p:nvCxnSpPr>
        <p:spPr>
          <a:xfrm flipH="1" rot="-2537517">
            <a:off x="1028700" y="2992438"/>
            <a:ext cx="125413" cy="312737"/>
          </a:xfrm>
          <a:prstGeom prst="straightConnector1">
            <a:avLst/>
          </a:prstGeom>
          <a:noFill/>
          <a:ln cap="flat" cmpd="sng" w="9525">
            <a:solidFill>
              <a:schemeClr val="dk1"/>
            </a:solidFill>
            <a:prstDash val="solid"/>
            <a:round/>
            <a:headEnd len="sm" w="sm" type="none"/>
            <a:tailEnd len="med" w="med" type="triangle"/>
          </a:ln>
        </p:spPr>
      </p:cxnSp>
      <p:cxnSp>
        <p:nvCxnSpPr>
          <p:cNvPr id="2082" name="Google Shape;2082;p85"/>
          <p:cNvCxnSpPr/>
          <p:nvPr/>
        </p:nvCxnSpPr>
        <p:spPr>
          <a:xfrm rot="2537517">
            <a:off x="3157538" y="2916238"/>
            <a:ext cx="125412" cy="312737"/>
          </a:xfrm>
          <a:prstGeom prst="straightConnector1">
            <a:avLst/>
          </a:prstGeom>
          <a:noFill/>
          <a:ln cap="flat" cmpd="sng" w="9525">
            <a:solidFill>
              <a:schemeClr val="dk1"/>
            </a:solidFill>
            <a:prstDash val="solid"/>
            <a:round/>
            <a:headEnd len="sm" w="sm" type="none"/>
            <a:tailEnd len="med" w="med" type="triangle"/>
          </a:ln>
        </p:spPr>
      </p:cxnSp>
      <p:sp>
        <p:nvSpPr>
          <p:cNvPr id="2083" name="Google Shape;2083;p85"/>
          <p:cNvSpPr txBox="1"/>
          <p:nvPr/>
        </p:nvSpPr>
        <p:spPr>
          <a:xfrm>
            <a:off x="2957513" y="3219450"/>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r</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2000" u="none" cap="none" strike="noStrike">
              <a:solidFill>
                <a:srgbClr val="003399"/>
              </a:solidFill>
              <a:latin typeface="Times New Roman"/>
              <a:ea typeface="Times New Roman"/>
              <a:cs typeface="Times New Roman"/>
              <a:sym typeface="Times New Roman"/>
            </a:endParaRPr>
          </a:p>
        </p:txBody>
      </p:sp>
      <p:sp>
        <p:nvSpPr>
          <p:cNvPr id="2084" name="Google Shape;2084;p85"/>
          <p:cNvSpPr txBox="1"/>
          <p:nvPr/>
        </p:nvSpPr>
        <p:spPr>
          <a:xfrm>
            <a:off x="3409950" y="3219450"/>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s</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2000" u="none" cap="none" strike="noStrike">
              <a:solidFill>
                <a:srgbClr val="003399"/>
              </a:solidFill>
              <a:latin typeface="Times New Roman"/>
              <a:ea typeface="Times New Roman"/>
              <a:cs typeface="Times New Roman"/>
              <a:sym typeface="Times New Roman"/>
            </a:endParaRPr>
          </a:p>
        </p:txBody>
      </p:sp>
      <p:sp>
        <p:nvSpPr>
          <p:cNvPr id="2085" name="Google Shape;2085;p85"/>
          <p:cNvSpPr txBox="1"/>
          <p:nvPr/>
        </p:nvSpPr>
        <p:spPr>
          <a:xfrm>
            <a:off x="3214688" y="2524125"/>
            <a:ext cx="400050" cy="37623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cxnSp>
        <p:nvCxnSpPr>
          <p:cNvPr id="2086" name="Google Shape;2086;p85"/>
          <p:cNvCxnSpPr/>
          <p:nvPr/>
        </p:nvCxnSpPr>
        <p:spPr>
          <a:xfrm flipH="1" rot="-2537517">
            <a:off x="3500438" y="2906713"/>
            <a:ext cx="125412" cy="312737"/>
          </a:xfrm>
          <a:prstGeom prst="straightConnector1">
            <a:avLst/>
          </a:prstGeom>
          <a:noFill/>
          <a:ln cap="flat" cmpd="sng" w="9525">
            <a:solidFill>
              <a:schemeClr val="dk1"/>
            </a:solidFill>
            <a:prstDash val="solid"/>
            <a:round/>
            <a:headEnd len="sm" w="sm" type="none"/>
            <a:tailEnd len="med" w="med" type="triangle"/>
          </a:ln>
        </p:spPr>
      </p:cxnSp>
      <p:cxnSp>
        <p:nvCxnSpPr>
          <p:cNvPr id="2087" name="Google Shape;2087;p85"/>
          <p:cNvCxnSpPr/>
          <p:nvPr/>
        </p:nvCxnSpPr>
        <p:spPr>
          <a:xfrm rot="2537517">
            <a:off x="4514850" y="2924175"/>
            <a:ext cx="125413" cy="312738"/>
          </a:xfrm>
          <a:prstGeom prst="straightConnector1">
            <a:avLst/>
          </a:prstGeom>
          <a:noFill/>
          <a:ln cap="flat" cmpd="sng" w="9525">
            <a:solidFill>
              <a:schemeClr val="dk1"/>
            </a:solidFill>
            <a:prstDash val="solid"/>
            <a:round/>
            <a:headEnd len="sm" w="sm" type="none"/>
            <a:tailEnd len="med" w="med" type="triangle"/>
          </a:ln>
        </p:spPr>
      </p:cxnSp>
      <p:sp>
        <p:nvSpPr>
          <p:cNvPr id="2088" name="Google Shape;2088;p85"/>
          <p:cNvSpPr txBox="1"/>
          <p:nvPr/>
        </p:nvSpPr>
        <p:spPr>
          <a:xfrm>
            <a:off x="4314825" y="3227388"/>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n</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2000" u="none" cap="none" strike="noStrike">
              <a:solidFill>
                <a:srgbClr val="003399"/>
              </a:solidFill>
              <a:latin typeface="Times New Roman"/>
              <a:ea typeface="Times New Roman"/>
              <a:cs typeface="Times New Roman"/>
              <a:sym typeface="Times New Roman"/>
            </a:endParaRPr>
          </a:p>
        </p:txBody>
      </p:sp>
      <p:sp>
        <p:nvSpPr>
          <p:cNvPr id="2089" name="Google Shape;2089;p85"/>
          <p:cNvSpPr txBox="1"/>
          <p:nvPr/>
        </p:nvSpPr>
        <p:spPr>
          <a:xfrm>
            <a:off x="4767263" y="3227388"/>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a</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2000" u="none" cap="none" strike="noStrike">
              <a:solidFill>
                <a:srgbClr val="003399"/>
              </a:solidFill>
              <a:latin typeface="Times New Roman"/>
              <a:ea typeface="Times New Roman"/>
              <a:cs typeface="Times New Roman"/>
              <a:sym typeface="Times New Roman"/>
            </a:endParaRPr>
          </a:p>
        </p:txBody>
      </p:sp>
      <p:sp>
        <p:nvSpPr>
          <p:cNvPr id="2090" name="Google Shape;2090;p85"/>
          <p:cNvSpPr txBox="1"/>
          <p:nvPr/>
        </p:nvSpPr>
        <p:spPr>
          <a:xfrm>
            <a:off x="4572000" y="2532063"/>
            <a:ext cx="400050" cy="376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cxnSp>
        <p:nvCxnSpPr>
          <p:cNvPr id="2091" name="Google Shape;2091;p85"/>
          <p:cNvCxnSpPr/>
          <p:nvPr/>
        </p:nvCxnSpPr>
        <p:spPr>
          <a:xfrm flipH="1" rot="-2537517">
            <a:off x="4857750" y="2914650"/>
            <a:ext cx="125413" cy="312738"/>
          </a:xfrm>
          <a:prstGeom prst="straightConnector1">
            <a:avLst/>
          </a:prstGeom>
          <a:noFill/>
          <a:ln cap="flat" cmpd="sng" w="9525">
            <a:solidFill>
              <a:schemeClr val="dk1"/>
            </a:solidFill>
            <a:prstDash val="solid"/>
            <a:round/>
            <a:headEnd len="sm" w="sm" type="none"/>
            <a:tailEnd len="med" w="med" type="triangle"/>
          </a:ln>
        </p:spPr>
      </p:cxnSp>
      <p:cxnSp>
        <p:nvCxnSpPr>
          <p:cNvPr id="2092" name="Google Shape;2092;p85"/>
          <p:cNvCxnSpPr/>
          <p:nvPr/>
        </p:nvCxnSpPr>
        <p:spPr>
          <a:xfrm>
            <a:off x="971550" y="2076450"/>
            <a:ext cx="0" cy="552450"/>
          </a:xfrm>
          <a:prstGeom prst="straightConnector1">
            <a:avLst/>
          </a:prstGeom>
          <a:noFill/>
          <a:ln cap="flat" cmpd="sng" w="9525">
            <a:solidFill>
              <a:schemeClr val="dk1"/>
            </a:solidFill>
            <a:prstDash val="solid"/>
            <a:round/>
            <a:headEnd len="sm" w="sm" type="none"/>
            <a:tailEnd len="med" w="med" type="triangle"/>
          </a:ln>
        </p:spPr>
      </p:cxnSp>
      <p:cxnSp>
        <p:nvCxnSpPr>
          <p:cNvPr id="2093" name="Google Shape;2093;p85"/>
          <p:cNvCxnSpPr/>
          <p:nvPr/>
        </p:nvCxnSpPr>
        <p:spPr>
          <a:xfrm>
            <a:off x="2190750" y="2133600"/>
            <a:ext cx="0" cy="552450"/>
          </a:xfrm>
          <a:prstGeom prst="straightConnector1">
            <a:avLst/>
          </a:prstGeom>
          <a:noFill/>
          <a:ln cap="flat" cmpd="sng" w="9525">
            <a:solidFill>
              <a:schemeClr val="dk1"/>
            </a:solidFill>
            <a:prstDash val="solid"/>
            <a:round/>
            <a:headEnd len="sm" w="sm" type="none"/>
            <a:tailEnd len="med" w="med" type="triangle"/>
          </a:ln>
        </p:spPr>
      </p:cxnSp>
      <p:cxnSp>
        <p:nvCxnSpPr>
          <p:cNvPr id="2094" name="Google Shape;2094;p85"/>
          <p:cNvCxnSpPr/>
          <p:nvPr/>
        </p:nvCxnSpPr>
        <p:spPr>
          <a:xfrm>
            <a:off x="3409950" y="2000250"/>
            <a:ext cx="0" cy="552450"/>
          </a:xfrm>
          <a:prstGeom prst="straightConnector1">
            <a:avLst/>
          </a:prstGeom>
          <a:noFill/>
          <a:ln cap="flat" cmpd="sng" w="9525">
            <a:solidFill>
              <a:schemeClr val="dk1"/>
            </a:solidFill>
            <a:prstDash val="solid"/>
            <a:round/>
            <a:headEnd len="sm" w="sm" type="none"/>
            <a:tailEnd len="med" w="med" type="triangle"/>
          </a:ln>
        </p:spPr>
      </p:cxnSp>
      <p:cxnSp>
        <p:nvCxnSpPr>
          <p:cNvPr id="2095" name="Google Shape;2095;p85"/>
          <p:cNvCxnSpPr/>
          <p:nvPr/>
        </p:nvCxnSpPr>
        <p:spPr>
          <a:xfrm>
            <a:off x="7734300" y="2125663"/>
            <a:ext cx="0" cy="552450"/>
          </a:xfrm>
          <a:prstGeom prst="straightConnector1">
            <a:avLst/>
          </a:prstGeom>
          <a:noFill/>
          <a:ln cap="flat" cmpd="sng" w="9525">
            <a:solidFill>
              <a:schemeClr val="dk1"/>
            </a:solidFill>
            <a:prstDash val="solid"/>
            <a:round/>
            <a:headEnd len="sm" w="sm" type="none"/>
            <a:tailEnd len="med" w="med" type="triangle"/>
          </a:ln>
        </p:spPr>
      </p:cxnSp>
      <p:cxnSp>
        <p:nvCxnSpPr>
          <p:cNvPr id="2096" name="Google Shape;2096;p85"/>
          <p:cNvCxnSpPr/>
          <p:nvPr/>
        </p:nvCxnSpPr>
        <p:spPr>
          <a:xfrm>
            <a:off x="4781550" y="1981200"/>
            <a:ext cx="0" cy="552450"/>
          </a:xfrm>
          <a:prstGeom prst="straightConnector1">
            <a:avLst/>
          </a:prstGeom>
          <a:noFill/>
          <a:ln cap="flat" cmpd="sng" w="9525">
            <a:solidFill>
              <a:schemeClr val="dk1"/>
            </a:solidFill>
            <a:prstDash val="solid"/>
            <a:round/>
            <a:headEnd len="sm" w="sm" type="none"/>
            <a:tailEnd len="med" w="med" type="triangle"/>
          </a:ln>
        </p:spPr>
      </p:cxnSp>
      <p:sp>
        <p:nvSpPr>
          <p:cNvPr id="2097" name="Google Shape;2097;p85"/>
          <p:cNvSpPr txBox="1"/>
          <p:nvPr/>
        </p:nvSpPr>
        <p:spPr>
          <a:xfrm>
            <a:off x="6115050" y="2490788"/>
            <a:ext cx="400050" cy="376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cxnSp>
        <p:nvCxnSpPr>
          <p:cNvPr id="2098" name="Google Shape;2098;p85"/>
          <p:cNvCxnSpPr/>
          <p:nvPr/>
        </p:nvCxnSpPr>
        <p:spPr>
          <a:xfrm rot="2537517">
            <a:off x="6103938" y="2855913"/>
            <a:ext cx="39687" cy="233362"/>
          </a:xfrm>
          <a:prstGeom prst="straightConnector1">
            <a:avLst/>
          </a:prstGeom>
          <a:noFill/>
          <a:ln cap="flat" cmpd="sng" w="9525">
            <a:solidFill>
              <a:schemeClr val="dk1"/>
            </a:solidFill>
            <a:prstDash val="solid"/>
            <a:round/>
            <a:headEnd len="sm" w="sm" type="none"/>
            <a:tailEnd len="med" w="med" type="triangle"/>
          </a:ln>
        </p:spPr>
      </p:cxnSp>
      <p:cxnSp>
        <p:nvCxnSpPr>
          <p:cNvPr id="2099" name="Google Shape;2099;p85"/>
          <p:cNvCxnSpPr/>
          <p:nvPr/>
        </p:nvCxnSpPr>
        <p:spPr>
          <a:xfrm flipH="1" rot="-2537517">
            <a:off x="6508750" y="2846388"/>
            <a:ext cx="39688" cy="233362"/>
          </a:xfrm>
          <a:prstGeom prst="straightConnector1">
            <a:avLst/>
          </a:prstGeom>
          <a:noFill/>
          <a:ln cap="flat" cmpd="sng" w="9525">
            <a:solidFill>
              <a:schemeClr val="dk1"/>
            </a:solidFill>
            <a:prstDash val="solid"/>
            <a:round/>
            <a:headEnd len="sm" w="sm" type="none"/>
            <a:tailEnd len="med" w="med" type="triangle"/>
          </a:ln>
        </p:spPr>
      </p:cxnSp>
      <p:cxnSp>
        <p:nvCxnSpPr>
          <p:cNvPr id="2100" name="Google Shape;2100;p85"/>
          <p:cNvCxnSpPr/>
          <p:nvPr/>
        </p:nvCxnSpPr>
        <p:spPr>
          <a:xfrm>
            <a:off x="6267450" y="1916113"/>
            <a:ext cx="0" cy="552450"/>
          </a:xfrm>
          <a:prstGeom prst="straightConnector1">
            <a:avLst/>
          </a:prstGeom>
          <a:noFill/>
          <a:ln cap="flat" cmpd="sng" w="9525">
            <a:solidFill>
              <a:schemeClr val="dk1"/>
            </a:solidFill>
            <a:prstDash val="solid"/>
            <a:round/>
            <a:headEnd len="sm" w="sm" type="none"/>
            <a:tailEnd len="med" w="med" type="triangle"/>
          </a:ln>
        </p:spPr>
      </p:cxn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8" name="Shape 2108"/>
        <p:cNvGrpSpPr/>
        <p:nvPr/>
      </p:nvGrpSpPr>
      <p:grpSpPr>
        <a:xfrm>
          <a:off x="0" y="0"/>
          <a:ext cx="0" cy="0"/>
          <a:chOff x="0" y="0"/>
          <a:chExt cx="0" cy="0"/>
        </a:xfrm>
      </p:grpSpPr>
      <p:sp>
        <p:nvSpPr>
          <p:cNvPr id="2109" name="Google Shape;2109;p86"/>
          <p:cNvSpPr txBox="1"/>
          <p:nvPr>
            <p:ph type="title"/>
          </p:nvPr>
        </p:nvSpPr>
        <p:spPr>
          <a:xfrm>
            <a:off x="696913" y="592138"/>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Building a Tree</a:t>
            </a:r>
            <a:endParaRPr/>
          </a:p>
        </p:txBody>
      </p:sp>
      <p:sp>
        <p:nvSpPr>
          <p:cNvPr id="2110" name="Google Shape;2110;p86"/>
          <p:cNvSpPr/>
          <p:nvPr/>
        </p:nvSpPr>
        <p:spPr>
          <a:xfrm>
            <a:off x="247650" y="1790700"/>
            <a:ext cx="5181600" cy="438150"/>
          </a:xfrm>
          <a:prstGeom prst="rect">
            <a:avLst/>
          </a:prstGeom>
          <a:solidFill>
            <a:schemeClr val="lt1"/>
          </a:solidFill>
          <a:ln cap="flat" cmpd="sng" w="952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cxnSp>
        <p:nvCxnSpPr>
          <p:cNvPr id="2111" name="Google Shape;2111;p86"/>
          <p:cNvCxnSpPr/>
          <p:nvPr/>
        </p:nvCxnSpPr>
        <p:spPr>
          <a:xfrm>
            <a:off x="1524000" y="1790700"/>
            <a:ext cx="0" cy="438150"/>
          </a:xfrm>
          <a:prstGeom prst="straightConnector1">
            <a:avLst/>
          </a:prstGeom>
          <a:noFill/>
          <a:ln cap="flat" cmpd="sng" w="9525">
            <a:solidFill>
              <a:srgbClr val="FF0000"/>
            </a:solidFill>
            <a:prstDash val="solid"/>
            <a:round/>
            <a:headEnd len="sm" w="sm" type="none"/>
            <a:tailEnd len="sm" w="sm" type="none"/>
          </a:ln>
        </p:spPr>
      </p:cxnSp>
      <p:cxnSp>
        <p:nvCxnSpPr>
          <p:cNvPr id="2112" name="Google Shape;2112;p86"/>
          <p:cNvCxnSpPr/>
          <p:nvPr/>
        </p:nvCxnSpPr>
        <p:spPr>
          <a:xfrm>
            <a:off x="2787650" y="1790700"/>
            <a:ext cx="0" cy="438150"/>
          </a:xfrm>
          <a:prstGeom prst="straightConnector1">
            <a:avLst/>
          </a:prstGeom>
          <a:noFill/>
          <a:ln cap="flat" cmpd="sng" w="9525">
            <a:solidFill>
              <a:srgbClr val="FF0000"/>
            </a:solidFill>
            <a:prstDash val="solid"/>
            <a:round/>
            <a:headEnd len="sm" w="sm" type="none"/>
            <a:tailEnd len="sm" w="sm" type="none"/>
          </a:ln>
        </p:spPr>
      </p:cxnSp>
      <p:cxnSp>
        <p:nvCxnSpPr>
          <p:cNvPr id="2113" name="Google Shape;2113;p86"/>
          <p:cNvCxnSpPr/>
          <p:nvPr/>
        </p:nvCxnSpPr>
        <p:spPr>
          <a:xfrm>
            <a:off x="4052888" y="1790700"/>
            <a:ext cx="0" cy="438150"/>
          </a:xfrm>
          <a:prstGeom prst="straightConnector1">
            <a:avLst/>
          </a:prstGeom>
          <a:noFill/>
          <a:ln cap="flat" cmpd="sng" w="9525">
            <a:solidFill>
              <a:srgbClr val="FF0000"/>
            </a:solidFill>
            <a:prstDash val="solid"/>
            <a:round/>
            <a:headEnd len="sm" w="sm" type="none"/>
            <a:tailEnd len="sm" w="sm" type="none"/>
          </a:ln>
        </p:spPr>
      </p:cxnSp>
      <p:cxnSp>
        <p:nvCxnSpPr>
          <p:cNvPr id="2114" name="Google Shape;2114;p86"/>
          <p:cNvCxnSpPr/>
          <p:nvPr/>
        </p:nvCxnSpPr>
        <p:spPr>
          <a:xfrm rot="2537517">
            <a:off x="3163888" y="3382963"/>
            <a:ext cx="141287" cy="269875"/>
          </a:xfrm>
          <a:prstGeom prst="straightConnector1">
            <a:avLst/>
          </a:prstGeom>
          <a:noFill/>
          <a:ln cap="flat" cmpd="sng" w="9525">
            <a:solidFill>
              <a:schemeClr val="dk1"/>
            </a:solidFill>
            <a:prstDash val="solid"/>
            <a:round/>
            <a:headEnd len="sm" w="sm" type="none"/>
            <a:tailEnd len="med" w="med" type="triangle"/>
          </a:ln>
        </p:spPr>
      </p:cxnSp>
      <p:sp>
        <p:nvSpPr>
          <p:cNvPr id="2115" name="Google Shape;2115;p86"/>
          <p:cNvSpPr txBox="1"/>
          <p:nvPr/>
        </p:nvSpPr>
        <p:spPr>
          <a:xfrm>
            <a:off x="2876550" y="3648075"/>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E</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116" name="Google Shape;2116;p86"/>
          <p:cNvSpPr txBox="1"/>
          <p:nvPr/>
        </p:nvSpPr>
        <p:spPr>
          <a:xfrm>
            <a:off x="3343275" y="3648075"/>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i</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117" name="Google Shape;2117;p86"/>
          <p:cNvSpPr txBox="1"/>
          <p:nvPr/>
        </p:nvSpPr>
        <p:spPr>
          <a:xfrm>
            <a:off x="2633663" y="5054600"/>
            <a:ext cx="5143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sp</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sp>
        <p:nvSpPr>
          <p:cNvPr id="2118" name="Google Shape;2118;p86"/>
          <p:cNvSpPr txBox="1"/>
          <p:nvPr/>
        </p:nvSpPr>
        <p:spPr>
          <a:xfrm>
            <a:off x="4781550" y="2582863"/>
            <a:ext cx="400050" cy="78898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8</a:t>
            </a:r>
            <a:endParaRPr b="0" i="0" sz="1400" u="none" cap="none" strike="noStrike">
              <a:solidFill>
                <a:srgbClr val="000000"/>
              </a:solidFill>
              <a:latin typeface="Arial"/>
              <a:ea typeface="Arial"/>
              <a:cs typeface="Arial"/>
              <a:sym typeface="Arial"/>
            </a:endParaRPr>
          </a:p>
        </p:txBody>
      </p:sp>
      <p:cxnSp>
        <p:nvCxnSpPr>
          <p:cNvPr id="2119" name="Google Shape;2119;p86"/>
          <p:cNvCxnSpPr/>
          <p:nvPr/>
        </p:nvCxnSpPr>
        <p:spPr>
          <a:xfrm flipH="1" rot="-2537517">
            <a:off x="3451225" y="3394075"/>
            <a:ext cx="130175" cy="236538"/>
          </a:xfrm>
          <a:prstGeom prst="straightConnector1">
            <a:avLst/>
          </a:prstGeom>
          <a:noFill/>
          <a:ln cap="flat" cmpd="sng" w="9525">
            <a:solidFill>
              <a:schemeClr val="dk1"/>
            </a:solidFill>
            <a:prstDash val="solid"/>
            <a:round/>
            <a:headEnd len="sm" w="sm" type="none"/>
            <a:tailEnd len="med" w="med" type="triangle"/>
          </a:ln>
        </p:spPr>
      </p:cxnSp>
      <p:sp>
        <p:nvSpPr>
          <p:cNvPr id="2120" name="Google Shape;2120;p86"/>
          <p:cNvSpPr txBox="1"/>
          <p:nvPr/>
        </p:nvSpPr>
        <p:spPr>
          <a:xfrm>
            <a:off x="3252788" y="2995613"/>
            <a:ext cx="400050" cy="376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cxnSp>
        <p:nvCxnSpPr>
          <p:cNvPr id="2121" name="Google Shape;2121;p86"/>
          <p:cNvCxnSpPr/>
          <p:nvPr/>
        </p:nvCxnSpPr>
        <p:spPr>
          <a:xfrm rot="2537517">
            <a:off x="4013200" y="3378200"/>
            <a:ext cx="117475" cy="276225"/>
          </a:xfrm>
          <a:prstGeom prst="straightConnector1">
            <a:avLst/>
          </a:prstGeom>
          <a:noFill/>
          <a:ln cap="flat" cmpd="sng" w="9525">
            <a:solidFill>
              <a:schemeClr val="dk1"/>
            </a:solidFill>
            <a:prstDash val="solid"/>
            <a:round/>
            <a:headEnd len="sm" w="sm" type="none"/>
            <a:tailEnd len="med" w="med" type="triangle"/>
          </a:ln>
        </p:spPr>
      </p:cxnSp>
      <p:sp>
        <p:nvSpPr>
          <p:cNvPr id="2122" name="Google Shape;2122;p86"/>
          <p:cNvSpPr txBox="1"/>
          <p:nvPr/>
        </p:nvSpPr>
        <p:spPr>
          <a:xfrm>
            <a:off x="3833813" y="3652838"/>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y</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123" name="Google Shape;2123;p86"/>
          <p:cNvSpPr txBox="1"/>
          <p:nvPr/>
        </p:nvSpPr>
        <p:spPr>
          <a:xfrm>
            <a:off x="4286250" y="3648075"/>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l</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124" name="Google Shape;2124;p86"/>
          <p:cNvSpPr txBox="1"/>
          <p:nvPr/>
        </p:nvSpPr>
        <p:spPr>
          <a:xfrm>
            <a:off x="3976688" y="2995613"/>
            <a:ext cx="400050" cy="376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cxnSp>
        <p:nvCxnSpPr>
          <p:cNvPr id="2125" name="Google Shape;2125;p86"/>
          <p:cNvCxnSpPr/>
          <p:nvPr/>
        </p:nvCxnSpPr>
        <p:spPr>
          <a:xfrm flipH="1" rot="-2537517">
            <a:off x="4308475" y="3402013"/>
            <a:ext cx="152400" cy="227012"/>
          </a:xfrm>
          <a:prstGeom prst="straightConnector1">
            <a:avLst/>
          </a:prstGeom>
          <a:noFill/>
          <a:ln cap="flat" cmpd="sng" w="9525">
            <a:solidFill>
              <a:schemeClr val="dk1"/>
            </a:solidFill>
            <a:prstDash val="solid"/>
            <a:round/>
            <a:headEnd len="sm" w="sm" type="none"/>
            <a:tailEnd len="med" w="med" type="triangle"/>
          </a:ln>
        </p:spPr>
      </p:cxnSp>
      <p:cxnSp>
        <p:nvCxnSpPr>
          <p:cNvPr id="2126" name="Google Shape;2126;p86"/>
          <p:cNvCxnSpPr/>
          <p:nvPr/>
        </p:nvCxnSpPr>
        <p:spPr>
          <a:xfrm rot="2537517">
            <a:off x="1966913" y="5421313"/>
            <a:ext cx="36512" cy="214312"/>
          </a:xfrm>
          <a:prstGeom prst="straightConnector1">
            <a:avLst/>
          </a:prstGeom>
          <a:noFill/>
          <a:ln cap="flat" cmpd="sng" w="9525">
            <a:solidFill>
              <a:schemeClr val="dk1"/>
            </a:solidFill>
            <a:prstDash val="solid"/>
            <a:round/>
            <a:headEnd len="sm" w="sm" type="none"/>
            <a:tailEnd len="med" w="med" type="triangle"/>
          </a:ln>
        </p:spPr>
      </p:cxnSp>
      <p:sp>
        <p:nvSpPr>
          <p:cNvPr id="2127" name="Google Shape;2127;p86"/>
          <p:cNvSpPr txBox="1"/>
          <p:nvPr/>
        </p:nvSpPr>
        <p:spPr>
          <a:xfrm>
            <a:off x="1724025" y="5610225"/>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k</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128" name="Google Shape;2128;p86"/>
          <p:cNvSpPr txBox="1"/>
          <p:nvPr/>
        </p:nvSpPr>
        <p:spPr>
          <a:xfrm>
            <a:off x="2176463" y="5610225"/>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129" name="Google Shape;2129;p86"/>
          <p:cNvSpPr txBox="1"/>
          <p:nvPr/>
        </p:nvSpPr>
        <p:spPr>
          <a:xfrm>
            <a:off x="1938338" y="5067300"/>
            <a:ext cx="400050" cy="37623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cxnSp>
        <p:nvCxnSpPr>
          <p:cNvPr id="2130" name="Google Shape;2130;p86"/>
          <p:cNvCxnSpPr/>
          <p:nvPr/>
        </p:nvCxnSpPr>
        <p:spPr>
          <a:xfrm flipH="1" rot="-2537517">
            <a:off x="2374900" y="5418138"/>
            <a:ext cx="14288" cy="214312"/>
          </a:xfrm>
          <a:prstGeom prst="straightConnector1">
            <a:avLst/>
          </a:prstGeom>
          <a:noFill/>
          <a:ln cap="flat" cmpd="sng" w="9525">
            <a:solidFill>
              <a:schemeClr val="dk1"/>
            </a:solidFill>
            <a:prstDash val="solid"/>
            <a:round/>
            <a:headEnd len="sm" w="sm" type="none"/>
            <a:tailEnd len="med" w="med" type="triangle"/>
          </a:ln>
        </p:spPr>
      </p:cxnSp>
      <p:cxnSp>
        <p:nvCxnSpPr>
          <p:cNvPr id="2131" name="Google Shape;2131;p86"/>
          <p:cNvCxnSpPr/>
          <p:nvPr/>
        </p:nvCxnSpPr>
        <p:spPr>
          <a:xfrm rot="2537517">
            <a:off x="642938" y="2840038"/>
            <a:ext cx="125412" cy="312737"/>
          </a:xfrm>
          <a:prstGeom prst="straightConnector1">
            <a:avLst/>
          </a:prstGeom>
          <a:noFill/>
          <a:ln cap="flat" cmpd="sng" w="9525">
            <a:solidFill>
              <a:schemeClr val="dk1"/>
            </a:solidFill>
            <a:prstDash val="solid"/>
            <a:round/>
            <a:headEnd len="sm" w="sm" type="none"/>
            <a:tailEnd len="med" w="med" type="triangle"/>
          </a:ln>
        </p:spPr>
      </p:cxnSp>
      <p:sp>
        <p:nvSpPr>
          <p:cNvPr id="2132" name="Google Shape;2132;p86"/>
          <p:cNvSpPr txBox="1"/>
          <p:nvPr/>
        </p:nvSpPr>
        <p:spPr>
          <a:xfrm>
            <a:off x="442913" y="3143250"/>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r</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2000" u="none" cap="none" strike="noStrike">
              <a:solidFill>
                <a:srgbClr val="003399"/>
              </a:solidFill>
              <a:latin typeface="Times New Roman"/>
              <a:ea typeface="Times New Roman"/>
              <a:cs typeface="Times New Roman"/>
              <a:sym typeface="Times New Roman"/>
            </a:endParaRPr>
          </a:p>
        </p:txBody>
      </p:sp>
      <p:sp>
        <p:nvSpPr>
          <p:cNvPr id="2133" name="Google Shape;2133;p86"/>
          <p:cNvSpPr txBox="1"/>
          <p:nvPr/>
        </p:nvSpPr>
        <p:spPr>
          <a:xfrm>
            <a:off x="895350" y="3143250"/>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s</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2000" u="none" cap="none" strike="noStrike">
              <a:solidFill>
                <a:srgbClr val="003399"/>
              </a:solidFill>
              <a:latin typeface="Times New Roman"/>
              <a:ea typeface="Times New Roman"/>
              <a:cs typeface="Times New Roman"/>
              <a:sym typeface="Times New Roman"/>
            </a:endParaRPr>
          </a:p>
        </p:txBody>
      </p:sp>
      <p:sp>
        <p:nvSpPr>
          <p:cNvPr id="2134" name="Google Shape;2134;p86"/>
          <p:cNvSpPr txBox="1"/>
          <p:nvPr/>
        </p:nvSpPr>
        <p:spPr>
          <a:xfrm>
            <a:off x="700088" y="2447925"/>
            <a:ext cx="400050" cy="37623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cxnSp>
        <p:nvCxnSpPr>
          <p:cNvPr id="2135" name="Google Shape;2135;p86"/>
          <p:cNvCxnSpPr/>
          <p:nvPr/>
        </p:nvCxnSpPr>
        <p:spPr>
          <a:xfrm flipH="1" rot="-2537517">
            <a:off x="985838" y="2830513"/>
            <a:ext cx="125412" cy="312737"/>
          </a:xfrm>
          <a:prstGeom prst="straightConnector1">
            <a:avLst/>
          </a:prstGeom>
          <a:noFill/>
          <a:ln cap="flat" cmpd="sng" w="9525">
            <a:solidFill>
              <a:schemeClr val="dk1"/>
            </a:solidFill>
            <a:prstDash val="solid"/>
            <a:round/>
            <a:headEnd len="sm" w="sm" type="none"/>
            <a:tailEnd len="med" w="med" type="triangle"/>
          </a:ln>
        </p:spPr>
      </p:cxnSp>
      <p:cxnSp>
        <p:nvCxnSpPr>
          <p:cNvPr id="2136" name="Google Shape;2136;p86"/>
          <p:cNvCxnSpPr/>
          <p:nvPr/>
        </p:nvCxnSpPr>
        <p:spPr>
          <a:xfrm rot="2537517">
            <a:off x="2000250" y="2847975"/>
            <a:ext cx="125413" cy="312738"/>
          </a:xfrm>
          <a:prstGeom prst="straightConnector1">
            <a:avLst/>
          </a:prstGeom>
          <a:noFill/>
          <a:ln cap="flat" cmpd="sng" w="9525">
            <a:solidFill>
              <a:schemeClr val="dk1"/>
            </a:solidFill>
            <a:prstDash val="solid"/>
            <a:round/>
            <a:headEnd len="sm" w="sm" type="none"/>
            <a:tailEnd len="med" w="med" type="triangle"/>
          </a:ln>
        </p:spPr>
      </p:cxnSp>
      <p:sp>
        <p:nvSpPr>
          <p:cNvPr id="2137" name="Google Shape;2137;p86"/>
          <p:cNvSpPr txBox="1"/>
          <p:nvPr/>
        </p:nvSpPr>
        <p:spPr>
          <a:xfrm>
            <a:off x="1800225" y="3151188"/>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n</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2000" u="none" cap="none" strike="noStrike">
              <a:solidFill>
                <a:srgbClr val="003399"/>
              </a:solidFill>
              <a:latin typeface="Times New Roman"/>
              <a:ea typeface="Times New Roman"/>
              <a:cs typeface="Times New Roman"/>
              <a:sym typeface="Times New Roman"/>
            </a:endParaRPr>
          </a:p>
        </p:txBody>
      </p:sp>
      <p:sp>
        <p:nvSpPr>
          <p:cNvPr id="2138" name="Google Shape;2138;p86"/>
          <p:cNvSpPr txBox="1"/>
          <p:nvPr/>
        </p:nvSpPr>
        <p:spPr>
          <a:xfrm>
            <a:off x="2252663" y="3151188"/>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a</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2000" u="none" cap="none" strike="noStrike">
              <a:solidFill>
                <a:srgbClr val="003399"/>
              </a:solidFill>
              <a:latin typeface="Times New Roman"/>
              <a:ea typeface="Times New Roman"/>
              <a:cs typeface="Times New Roman"/>
              <a:sym typeface="Times New Roman"/>
            </a:endParaRPr>
          </a:p>
        </p:txBody>
      </p:sp>
      <p:sp>
        <p:nvSpPr>
          <p:cNvPr id="2139" name="Google Shape;2139;p86"/>
          <p:cNvSpPr txBox="1"/>
          <p:nvPr/>
        </p:nvSpPr>
        <p:spPr>
          <a:xfrm>
            <a:off x="2057400" y="2455863"/>
            <a:ext cx="400050" cy="376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cxnSp>
        <p:nvCxnSpPr>
          <p:cNvPr id="2140" name="Google Shape;2140;p86"/>
          <p:cNvCxnSpPr/>
          <p:nvPr/>
        </p:nvCxnSpPr>
        <p:spPr>
          <a:xfrm flipH="1" rot="-2537517">
            <a:off x="2343150" y="2838450"/>
            <a:ext cx="125413" cy="312738"/>
          </a:xfrm>
          <a:prstGeom prst="straightConnector1">
            <a:avLst/>
          </a:prstGeom>
          <a:noFill/>
          <a:ln cap="flat" cmpd="sng" w="9525">
            <a:solidFill>
              <a:schemeClr val="dk1"/>
            </a:solidFill>
            <a:prstDash val="solid"/>
            <a:round/>
            <a:headEnd len="sm" w="sm" type="none"/>
            <a:tailEnd len="med" w="med" type="triangle"/>
          </a:ln>
        </p:spPr>
      </p:cxnSp>
      <p:cxnSp>
        <p:nvCxnSpPr>
          <p:cNvPr id="2141" name="Google Shape;2141;p86"/>
          <p:cNvCxnSpPr/>
          <p:nvPr/>
        </p:nvCxnSpPr>
        <p:spPr>
          <a:xfrm>
            <a:off x="2709863" y="4948238"/>
            <a:ext cx="138112" cy="104775"/>
          </a:xfrm>
          <a:prstGeom prst="straightConnector1">
            <a:avLst/>
          </a:prstGeom>
          <a:noFill/>
          <a:ln cap="flat" cmpd="sng" w="9525">
            <a:solidFill>
              <a:schemeClr val="dk1"/>
            </a:solidFill>
            <a:prstDash val="solid"/>
            <a:round/>
            <a:headEnd len="sm" w="sm" type="none"/>
            <a:tailEnd len="med" w="med" type="triangle"/>
          </a:ln>
        </p:spPr>
      </p:cxnSp>
      <p:cxnSp>
        <p:nvCxnSpPr>
          <p:cNvPr id="2142" name="Google Shape;2142;p86"/>
          <p:cNvCxnSpPr/>
          <p:nvPr/>
        </p:nvCxnSpPr>
        <p:spPr>
          <a:xfrm>
            <a:off x="895350" y="1924050"/>
            <a:ext cx="0" cy="552450"/>
          </a:xfrm>
          <a:prstGeom prst="straightConnector1">
            <a:avLst/>
          </a:prstGeom>
          <a:noFill/>
          <a:ln cap="flat" cmpd="sng" w="9525">
            <a:solidFill>
              <a:schemeClr val="dk1"/>
            </a:solidFill>
            <a:prstDash val="solid"/>
            <a:round/>
            <a:headEnd len="sm" w="sm" type="none"/>
            <a:tailEnd len="med" w="med" type="triangle"/>
          </a:ln>
        </p:spPr>
      </p:cxnSp>
      <p:cxnSp>
        <p:nvCxnSpPr>
          <p:cNvPr id="2143" name="Google Shape;2143;p86"/>
          <p:cNvCxnSpPr/>
          <p:nvPr/>
        </p:nvCxnSpPr>
        <p:spPr>
          <a:xfrm>
            <a:off x="4933950" y="2049463"/>
            <a:ext cx="0" cy="552450"/>
          </a:xfrm>
          <a:prstGeom prst="straightConnector1">
            <a:avLst/>
          </a:prstGeom>
          <a:noFill/>
          <a:ln cap="flat" cmpd="sng" w="9525">
            <a:solidFill>
              <a:schemeClr val="dk1"/>
            </a:solidFill>
            <a:prstDash val="solid"/>
            <a:round/>
            <a:headEnd len="sm" w="sm" type="none"/>
            <a:tailEnd len="med" w="med" type="triangle"/>
          </a:ln>
        </p:spPr>
      </p:cxnSp>
      <p:cxnSp>
        <p:nvCxnSpPr>
          <p:cNvPr id="2144" name="Google Shape;2144;p86"/>
          <p:cNvCxnSpPr/>
          <p:nvPr/>
        </p:nvCxnSpPr>
        <p:spPr>
          <a:xfrm>
            <a:off x="2266950" y="1905000"/>
            <a:ext cx="0" cy="552450"/>
          </a:xfrm>
          <a:prstGeom prst="straightConnector1">
            <a:avLst/>
          </a:prstGeom>
          <a:noFill/>
          <a:ln cap="flat" cmpd="sng" w="9525">
            <a:solidFill>
              <a:schemeClr val="dk1"/>
            </a:solidFill>
            <a:prstDash val="solid"/>
            <a:round/>
            <a:headEnd len="sm" w="sm" type="none"/>
            <a:tailEnd len="med" w="med" type="triangle"/>
          </a:ln>
        </p:spPr>
      </p:cxnSp>
      <p:sp>
        <p:nvSpPr>
          <p:cNvPr id="2145" name="Google Shape;2145;p86"/>
          <p:cNvSpPr txBox="1"/>
          <p:nvPr/>
        </p:nvSpPr>
        <p:spPr>
          <a:xfrm>
            <a:off x="3600450" y="2414588"/>
            <a:ext cx="400050" cy="376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cxnSp>
        <p:nvCxnSpPr>
          <p:cNvPr id="2146" name="Google Shape;2146;p86"/>
          <p:cNvCxnSpPr/>
          <p:nvPr/>
        </p:nvCxnSpPr>
        <p:spPr>
          <a:xfrm rot="2537517">
            <a:off x="3589338" y="2779713"/>
            <a:ext cx="39687" cy="233362"/>
          </a:xfrm>
          <a:prstGeom prst="straightConnector1">
            <a:avLst/>
          </a:prstGeom>
          <a:noFill/>
          <a:ln cap="flat" cmpd="sng" w="9525">
            <a:solidFill>
              <a:schemeClr val="dk1"/>
            </a:solidFill>
            <a:prstDash val="solid"/>
            <a:round/>
            <a:headEnd len="sm" w="sm" type="none"/>
            <a:tailEnd len="med" w="med" type="triangle"/>
          </a:ln>
        </p:spPr>
      </p:cxnSp>
      <p:cxnSp>
        <p:nvCxnSpPr>
          <p:cNvPr id="2147" name="Google Shape;2147;p86"/>
          <p:cNvCxnSpPr/>
          <p:nvPr/>
        </p:nvCxnSpPr>
        <p:spPr>
          <a:xfrm flipH="1" rot="-2537517">
            <a:off x="3994150" y="2770188"/>
            <a:ext cx="39688" cy="233362"/>
          </a:xfrm>
          <a:prstGeom prst="straightConnector1">
            <a:avLst/>
          </a:prstGeom>
          <a:noFill/>
          <a:ln cap="flat" cmpd="sng" w="9525">
            <a:solidFill>
              <a:schemeClr val="dk1"/>
            </a:solidFill>
            <a:prstDash val="solid"/>
            <a:round/>
            <a:headEnd len="sm" w="sm" type="none"/>
            <a:tailEnd len="med" w="med" type="triangle"/>
          </a:ln>
        </p:spPr>
      </p:cxnSp>
      <p:cxnSp>
        <p:nvCxnSpPr>
          <p:cNvPr id="2148" name="Google Shape;2148;p86"/>
          <p:cNvCxnSpPr/>
          <p:nvPr/>
        </p:nvCxnSpPr>
        <p:spPr>
          <a:xfrm>
            <a:off x="3752850" y="1839913"/>
            <a:ext cx="0" cy="552450"/>
          </a:xfrm>
          <a:prstGeom prst="straightConnector1">
            <a:avLst/>
          </a:prstGeom>
          <a:noFill/>
          <a:ln cap="flat" cmpd="sng" w="9525">
            <a:solidFill>
              <a:schemeClr val="dk1"/>
            </a:solidFill>
            <a:prstDash val="solid"/>
            <a:round/>
            <a:headEnd len="sm" w="sm" type="none"/>
            <a:tailEnd len="med" w="med" type="triangle"/>
          </a:ln>
        </p:spPr>
      </p:cxnSp>
      <p:sp>
        <p:nvSpPr>
          <p:cNvPr id="2149" name="Google Shape;2149;p86"/>
          <p:cNvSpPr txBox="1"/>
          <p:nvPr/>
        </p:nvSpPr>
        <p:spPr>
          <a:xfrm>
            <a:off x="2352675" y="4562475"/>
            <a:ext cx="400050" cy="37623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6</a:t>
            </a:r>
            <a:endParaRPr b="0" i="0" sz="1400" u="none" cap="none" strike="noStrike">
              <a:solidFill>
                <a:srgbClr val="000000"/>
              </a:solidFill>
              <a:latin typeface="Arial"/>
              <a:ea typeface="Arial"/>
              <a:cs typeface="Arial"/>
              <a:sym typeface="Arial"/>
            </a:endParaRPr>
          </a:p>
        </p:txBody>
      </p:sp>
      <p:cxnSp>
        <p:nvCxnSpPr>
          <p:cNvPr id="2150" name="Google Shape;2150;p86"/>
          <p:cNvCxnSpPr/>
          <p:nvPr/>
        </p:nvCxnSpPr>
        <p:spPr>
          <a:xfrm flipH="1" rot="2537517">
            <a:off x="2309813" y="4892675"/>
            <a:ext cx="53975" cy="214313"/>
          </a:xfrm>
          <a:prstGeom prst="straightConnector1">
            <a:avLst/>
          </a:prstGeom>
          <a:noFill/>
          <a:ln cap="flat" cmpd="sng" w="9525">
            <a:solidFill>
              <a:schemeClr val="dk1"/>
            </a:solidFill>
            <a:prstDash val="solid"/>
            <a:round/>
            <a:headEnd len="sm" w="sm" type="none"/>
            <a:tailEnd len="med" w="med" type="triangle"/>
          </a:ln>
        </p:spPr>
      </p:cxn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8" name="Shape 2158"/>
        <p:cNvGrpSpPr/>
        <p:nvPr/>
      </p:nvGrpSpPr>
      <p:grpSpPr>
        <a:xfrm>
          <a:off x="0" y="0"/>
          <a:ext cx="0" cy="0"/>
          <a:chOff x="0" y="0"/>
          <a:chExt cx="0" cy="0"/>
        </a:xfrm>
      </p:grpSpPr>
      <p:sp>
        <p:nvSpPr>
          <p:cNvPr id="2159" name="Google Shape;2159;p87"/>
          <p:cNvSpPr txBox="1"/>
          <p:nvPr>
            <p:ph type="title"/>
          </p:nvPr>
        </p:nvSpPr>
        <p:spPr>
          <a:xfrm>
            <a:off x="696913" y="592138"/>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Building a Tree</a:t>
            </a:r>
            <a:endParaRPr/>
          </a:p>
        </p:txBody>
      </p:sp>
      <p:sp>
        <p:nvSpPr>
          <p:cNvPr id="2160" name="Google Shape;2160;p87"/>
          <p:cNvSpPr/>
          <p:nvPr/>
        </p:nvSpPr>
        <p:spPr>
          <a:xfrm>
            <a:off x="247650" y="1790700"/>
            <a:ext cx="8667750" cy="438150"/>
          </a:xfrm>
          <a:prstGeom prst="rect">
            <a:avLst/>
          </a:prstGeom>
          <a:solidFill>
            <a:schemeClr val="lt1"/>
          </a:solidFill>
          <a:ln cap="flat" cmpd="sng" w="952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cxnSp>
        <p:nvCxnSpPr>
          <p:cNvPr id="2161" name="Google Shape;2161;p87"/>
          <p:cNvCxnSpPr/>
          <p:nvPr/>
        </p:nvCxnSpPr>
        <p:spPr>
          <a:xfrm>
            <a:off x="1524000" y="1800225"/>
            <a:ext cx="0" cy="438150"/>
          </a:xfrm>
          <a:prstGeom prst="straightConnector1">
            <a:avLst/>
          </a:prstGeom>
          <a:noFill/>
          <a:ln cap="flat" cmpd="sng" w="9525">
            <a:solidFill>
              <a:srgbClr val="FF0000"/>
            </a:solidFill>
            <a:prstDash val="solid"/>
            <a:round/>
            <a:headEnd len="sm" w="sm" type="none"/>
            <a:tailEnd len="sm" w="sm" type="none"/>
          </a:ln>
        </p:spPr>
      </p:cxnSp>
      <p:cxnSp>
        <p:nvCxnSpPr>
          <p:cNvPr id="2162" name="Google Shape;2162;p87"/>
          <p:cNvCxnSpPr/>
          <p:nvPr/>
        </p:nvCxnSpPr>
        <p:spPr>
          <a:xfrm>
            <a:off x="3771900" y="1800225"/>
            <a:ext cx="0" cy="438150"/>
          </a:xfrm>
          <a:prstGeom prst="straightConnector1">
            <a:avLst/>
          </a:prstGeom>
          <a:noFill/>
          <a:ln cap="flat" cmpd="sng" w="9525">
            <a:solidFill>
              <a:srgbClr val="FF0000"/>
            </a:solidFill>
            <a:prstDash val="solid"/>
            <a:round/>
            <a:headEnd len="sm" w="sm" type="none"/>
            <a:tailEnd len="sm" w="sm" type="none"/>
          </a:ln>
        </p:spPr>
      </p:cxnSp>
      <p:cxnSp>
        <p:nvCxnSpPr>
          <p:cNvPr id="2163" name="Google Shape;2163;p87"/>
          <p:cNvCxnSpPr/>
          <p:nvPr/>
        </p:nvCxnSpPr>
        <p:spPr>
          <a:xfrm>
            <a:off x="5830888" y="1800225"/>
            <a:ext cx="0" cy="438150"/>
          </a:xfrm>
          <a:prstGeom prst="straightConnector1">
            <a:avLst/>
          </a:prstGeom>
          <a:noFill/>
          <a:ln cap="flat" cmpd="sng" w="9525">
            <a:solidFill>
              <a:srgbClr val="FF0000"/>
            </a:solidFill>
            <a:prstDash val="solid"/>
            <a:round/>
            <a:headEnd len="sm" w="sm" type="none"/>
            <a:tailEnd len="sm" w="sm" type="none"/>
          </a:ln>
        </p:spPr>
      </p:cxnSp>
      <p:cxnSp>
        <p:nvCxnSpPr>
          <p:cNvPr id="2164" name="Google Shape;2164;p87"/>
          <p:cNvCxnSpPr/>
          <p:nvPr/>
        </p:nvCxnSpPr>
        <p:spPr>
          <a:xfrm>
            <a:off x="7985125" y="1800225"/>
            <a:ext cx="0" cy="438150"/>
          </a:xfrm>
          <a:prstGeom prst="straightConnector1">
            <a:avLst/>
          </a:prstGeom>
          <a:noFill/>
          <a:ln cap="flat" cmpd="sng" w="9525">
            <a:solidFill>
              <a:srgbClr val="FF0000"/>
            </a:solidFill>
            <a:prstDash val="solid"/>
            <a:round/>
            <a:headEnd len="sm" w="sm" type="none"/>
            <a:tailEnd len="sm" w="sm" type="none"/>
          </a:ln>
        </p:spPr>
      </p:cxnSp>
      <p:cxnSp>
        <p:nvCxnSpPr>
          <p:cNvPr id="2165" name="Google Shape;2165;p87"/>
          <p:cNvCxnSpPr/>
          <p:nvPr/>
        </p:nvCxnSpPr>
        <p:spPr>
          <a:xfrm rot="2537517">
            <a:off x="4192588" y="3611563"/>
            <a:ext cx="141287" cy="269875"/>
          </a:xfrm>
          <a:prstGeom prst="straightConnector1">
            <a:avLst/>
          </a:prstGeom>
          <a:noFill/>
          <a:ln cap="flat" cmpd="sng" w="9525">
            <a:solidFill>
              <a:schemeClr val="dk1"/>
            </a:solidFill>
            <a:prstDash val="solid"/>
            <a:round/>
            <a:headEnd len="sm" w="sm" type="none"/>
            <a:tailEnd len="med" w="med" type="triangle"/>
          </a:ln>
        </p:spPr>
      </p:cxnSp>
      <p:sp>
        <p:nvSpPr>
          <p:cNvPr id="2166" name="Google Shape;2166;p87"/>
          <p:cNvSpPr txBox="1"/>
          <p:nvPr/>
        </p:nvSpPr>
        <p:spPr>
          <a:xfrm>
            <a:off x="3905250" y="3876675"/>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E</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167" name="Google Shape;2167;p87"/>
          <p:cNvSpPr txBox="1"/>
          <p:nvPr/>
        </p:nvSpPr>
        <p:spPr>
          <a:xfrm>
            <a:off x="4371975" y="3876675"/>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i</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168" name="Google Shape;2168;p87"/>
          <p:cNvSpPr txBox="1"/>
          <p:nvPr/>
        </p:nvSpPr>
        <p:spPr>
          <a:xfrm>
            <a:off x="7200900" y="3140075"/>
            <a:ext cx="5143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sp</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sp>
        <p:nvSpPr>
          <p:cNvPr id="2169" name="Google Shape;2169;p87"/>
          <p:cNvSpPr txBox="1"/>
          <p:nvPr/>
        </p:nvSpPr>
        <p:spPr>
          <a:xfrm>
            <a:off x="8439150" y="2640013"/>
            <a:ext cx="400050" cy="78898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8</a:t>
            </a:r>
            <a:endParaRPr b="0" i="0" sz="1400" u="none" cap="none" strike="noStrike">
              <a:solidFill>
                <a:srgbClr val="000000"/>
              </a:solidFill>
              <a:latin typeface="Arial"/>
              <a:ea typeface="Arial"/>
              <a:cs typeface="Arial"/>
              <a:sym typeface="Arial"/>
            </a:endParaRPr>
          </a:p>
        </p:txBody>
      </p:sp>
      <p:cxnSp>
        <p:nvCxnSpPr>
          <p:cNvPr id="2170" name="Google Shape;2170;p87"/>
          <p:cNvCxnSpPr/>
          <p:nvPr/>
        </p:nvCxnSpPr>
        <p:spPr>
          <a:xfrm flipH="1" rot="-2537517">
            <a:off x="4479925" y="3622675"/>
            <a:ext cx="130175" cy="236538"/>
          </a:xfrm>
          <a:prstGeom prst="straightConnector1">
            <a:avLst/>
          </a:prstGeom>
          <a:noFill/>
          <a:ln cap="flat" cmpd="sng" w="9525">
            <a:solidFill>
              <a:schemeClr val="dk1"/>
            </a:solidFill>
            <a:prstDash val="solid"/>
            <a:round/>
            <a:headEnd len="sm" w="sm" type="none"/>
            <a:tailEnd len="med" w="med" type="triangle"/>
          </a:ln>
        </p:spPr>
      </p:cxnSp>
      <p:sp>
        <p:nvSpPr>
          <p:cNvPr id="2171" name="Google Shape;2171;p87"/>
          <p:cNvSpPr txBox="1"/>
          <p:nvPr/>
        </p:nvSpPr>
        <p:spPr>
          <a:xfrm>
            <a:off x="4281488" y="3224213"/>
            <a:ext cx="400050" cy="376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cxnSp>
        <p:nvCxnSpPr>
          <p:cNvPr id="2172" name="Google Shape;2172;p87"/>
          <p:cNvCxnSpPr/>
          <p:nvPr/>
        </p:nvCxnSpPr>
        <p:spPr>
          <a:xfrm rot="2537517">
            <a:off x="5041900" y="3606800"/>
            <a:ext cx="117475" cy="276225"/>
          </a:xfrm>
          <a:prstGeom prst="straightConnector1">
            <a:avLst/>
          </a:prstGeom>
          <a:noFill/>
          <a:ln cap="flat" cmpd="sng" w="9525">
            <a:solidFill>
              <a:schemeClr val="dk1"/>
            </a:solidFill>
            <a:prstDash val="solid"/>
            <a:round/>
            <a:headEnd len="sm" w="sm" type="none"/>
            <a:tailEnd len="med" w="med" type="triangle"/>
          </a:ln>
        </p:spPr>
      </p:cxnSp>
      <p:sp>
        <p:nvSpPr>
          <p:cNvPr id="2173" name="Google Shape;2173;p87"/>
          <p:cNvSpPr txBox="1"/>
          <p:nvPr/>
        </p:nvSpPr>
        <p:spPr>
          <a:xfrm>
            <a:off x="4862513" y="3881438"/>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y</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174" name="Google Shape;2174;p87"/>
          <p:cNvSpPr txBox="1"/>
          <p:nvPr/>
        </p:nvSpPr>
        <p:spPr>
          <a:xfrm>
            <a:off x="5314950" y="3876675"/>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l</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175" name="Google Shape;2175;p87"/>
          <p:cNvSpPr txBox="1"/>
          <p:nvPr/>
        </p:nvSpPr>
        <p:spPr>
          <a:xfrm>
            <a:off x="5005388" y="3224213"/>
            <a:ext cx="400050" cy="376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cxnSp>
        <p:nvCxnSpPr>
          <p:cNvPr id="2176" name="Google Shape;2176;p87"/>
          <p:cNvCxnSpPr/>
          <p:nvPr/>
        </p:nvCxnSpPr>
        <p:spPr>
          <a:xfrm flipH="1" rot="-2537517">
            <a:off x="5337175" y="3630613"/>
            <a:ext cx="152400" cy="227012"/>
          </a:xfrm>
          <a:prstGeom prst="straightConnector1">
            <a:avLst/>
          </a:prstGeom>
          <a:noFill/>
          <a:ln cap="flat" cmpd="sng" w="9525">
            <a:solidFill>
              <a:schemeClr val="dk1"/>
            </a:solidFill>
            <a:prstDash val="solid"/>
            <a:round/>
            <a:headEnd len="sm" w="sm" type="none"/>
            <a:tailEnd len="med" w="med" type="triangle"/>
          </a:ln>
        </p:spPr>
      </p:cxnSp>
      <p:cxnSp>
        <p:nvCxnSpPr>
          <p:cNvPr id="2177" name="Google Shape;2177;p87"/>
          <p:cNvCxnSpPr/>
          <p:nvPr/>
        </p:nvCxnSpPr>
        <p:spPr>
          <a:xfrm rot="2537517">
            <a:off x="6386513" y="3406775"/>
            <a:ext cx="36512" cy="214313"/>
          </a:xfrm>
          <a:prstGeom prst="straightConnector1">
            <a:avLst/>
          </a:prstGeom>
          <a:noFill/>
          <a:ln cap="flat" cmpd="sng" w="9525">
            <a:solidFill>
              <a:schemeClr val="dk1"/>
            </a:solidFill>
            <a:prstDash val="solid"/>
            <a:round/>
            <a:headEnd len="sm" w="sm" type="none"/>
            <a:tailEnd len="med" w="med" type="triangle"/>
          </a:ln>
        </p:spPr>
      </p:cxnSp>
      <p:sp>
        <p:nvSpPr>
          <p:cNvPr id="2178" name="Google Shape;2178;p87"/>
          <p:cNvSpPr txBox="1"/>
          <p:nvPr/>
        </p:nvSpPr>
        <p:spPr>
          <a:xfrm>
            <a:off x="6143625" y="3595688"/>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k</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179" name="Google Shape;2179;p87"/>
          <p:cNvSpPr txBox="1"/>
          <p:nvPr/>
        </p:nvSpPr>
        <p:spPr>
          <a:xfrm>
            <a:off x="6596063" y="3595688"/>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180" name="Google Shape;2180;p87"/>
          <p:cNvSpPr txBox="1"/>
          <p:nvPr/>
        </p:nvSpPr>
        <p:spPr>
          <a:xfrm>
            <a:off x="6357938" y="3052763"/>
            <a:ext cx="400050" cy="376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cxnSp>
        <p:nvCxnSpPr>
          <p:cNvPr id="2181" name="Google Shape;2181;p87"/>
          <p:cNvCxnSpPr/>
          <p:nvPr/>
        </p:nvCxnSpPr>
        <p:spPr>
          <a:xfrm flipH="1" rot="-2537517">
            <a:off x="6794500" y="3403600"/>
            <a:ext cx="14288" cy="214313"/>
          </a:xfrm>
          <a:prstGeom prst="straightConnector1">
            <a:avLst/>
          </a:prstGeom>
          <a:noFill/>
          <a:ln cap="flat" cmpd="sng" w="9525">
            <a:solidFill>
              <a:schemeClr val="dk1"/>
            </a:solidFill>
            <a:prstDash val="solid"/>
            <a:round/>
            <a:headEnd len="sm" w="sm" type="none"/>
            <a:tailEnd len="med" w="med" type="triangle"/>
          </a:ln>
        </p:spPr>
      </p:cxnSp>
      <p:cxnSp>
        <p:nvCxnSpPr>
          <p:cNvPr id="2182" name="Google Shape;2182;p87"/>
          <p:cNvCxnSpPr/>
          <p:nvPr/>
        </p:nvCxnSpPr>
        <p:spPr>
          <a:xfrm rot="2537517">
            <a:off x="814388" y="2992438"/>
            <a:ext cx="125412" cy="312737"/>
          </a:xfrm>
          <a:prstGeom prst="straightConnector1">
            <a:avLst/>
          </a:prstGeom>
          <a:noFill/>
          <a:ln cap="flat" cmpd="sng" w="9525">
            <a:solidFill>
              <a:schemeClr val="dk1"/>
            </a:solidFill>
            <a:prstDash val="solid"/>
            <a:round/>
            <a:headEnd len="sm" w="sm" type="none"/>
            <a:tailEnd len="med" w="med" type="triangle"/>
          </a:ln>
        </p:spPr>
      </p:cxnSp>
      <p:sp>
        <p:nvSpPr>
          <p:cNvPr id="2183" name="Google Shape;2183;p87"/>
          <p:cNvSpPr txBox="1"/>
          <p:nvPr/>
        </p:nvSpPr>
        <p:spPr>
          <a:xfrm>
            <a:off x="614363" y="3295650"/>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r</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2000" u="none" cap="none" strike="noStrike">
              <a:solidFill>
                <a:srgbClr val="003399"/>
              </a:solidFill>
              <a:latin typeface="Times New Roman"/>
              <a:ea typeface="Times New Roman"/>
              <a:cs typeface="Times New Roman"/>
              <a:sym typeface="Times New Roman"/>
            </a:endParaRPr>
          </a:p>
        </p:txBody>
      </p:sp>
      <p:sp>
        <p:nvSpPr>
          <p:cNvPr id="2184" name="Google Shape;2184;p87"/>
          <p:cNvSpPr txBox="1"/>
          <p:nvPr/>
        </p:nvSpPr>
        <p:spPr>
          <a:xfrm>
            <a:off x="1066800" y="3295650"/>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s</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2000" u="none" cap="none" strike="noStrike">
              <a:solidFill>
                <a:srgbClr val="003399"/>
              </a:solidFill>
              <a:latin typeface="Times New Roman"/>
              <a:ea typeface="Times New Roman"/>
              <a:cs typeface="Times New Roman"/>
              <a:sym typeface="Times New Roman"/>
            </a:endParaRPr>
          </a:p>
        </p:txBody>
      </p:sp>
      <p:sp>
        <p:nvSpPr>
          <p:cNvPr id="2185" name="Google Shape;2185;p87"/>
          <p:cNvSpPr txBox="1"/>
          <p:nvPr/>
        </p:nvSpPr>
        <p:spPr>
          <a:xfrm>
            <a:off x="871538" y="2600325"/>
            <a:ext cx="400050" cy="37623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cxnSp>
        <p:nvCxnSpPr>
          <p:cNvPr id="2186" name="Google Shape;2186;p87"/>
          <p:cNvCxnSpPr/>
          <p:nvPr/>
        </p:nvCxnSpPr>
        <p:spPr>
          <a:xfrm flipH="1" rot="-2537517">
            <a:off x="1157288" y="2982913"/>
            <a:ext cx="125412" cy="312737"/>
          </a:xfrm>
          <a:prstGeom prst="straightConnector1">
            <a:avLst/>
          </a:prstGeom>
          <a:noFill/>
          <a:ln cap="flat" cmpd="sng" w="9525">
            <a:solidFill>
              <a:schemeClr val="dk1"/>
            </a:solidFill>
            <a:prstDash val="solid"/>
            <a:round/>
            <a:headEnd len="sm" w="sm" type="none"/>
            <a:tailEnd len="med" w="med" type="triangle"/>
          </a:ln>
        </p:spPr>
      </p:cxnSp>
      <p:cxnSp>
        <p:nvCxnSpPr>
          <p:cNvPr id="2187" name="Google Shape;2187;p87"/>
          <p:cNvCxnSpPr/>
          <p:nvPr/>
        </p:nvCxnSpPr>
        <p:spPr>
          <a:xfrm rot="2537517">
            <a:off x="2571750" y="2981325"/>
            <a:ext cx="125413" cy="312738"/>
          </a:xfrm>
          <a:prstGeom prst="straightConnector1">
            <a:avLst/>
          </a:prstGeom>
          <a:noFill/>
          <a:ln cap="flat" cmpd="sng" w="9525">
            <a:solidFill>
              <a:schemeClr val="dk1"/>
            </a:solidFill>
            <a:prstDash val="solid"/>
            <a:round/>
            <a:headEnd len="sm" w="sm" type="none"/>
            <a:tailEnd len="med" w="med" type="triangle"/>
          </a:ln>
        </p:spPr>
      </p:cxnSp>
      <p:sp>
        <p:nvSpPr>
          <p:cNvPr id="2188" name="Google Shape;2188;p87"/>
          <p:cNvSpPr txBox="1"/>
          <p:nvPr/>
        </p:nvSpPr>
        <p:spPr>
          <a:xfrm>
            <a:off x="2371725" y="3284538"/>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n</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2000" u="none" cap="none" strike="noStrike">
              <a:solidFill>
                <a:srgbClr val="003399"/>
              </a:solidFill>
              <a:latin typeface="Times New Roman"/>
              <a:ea typeface="Times New Roman"/>
              <a:cs typeface="Times New Roman"/>
              <a:sym typeface="Times New Roman"/>
            </a:endParaRPr>
          </a:p>
        </p:txBody>
      </p:sp>
      <p:sp>
        <p:nvSpPr>
          <p:cNvPr id="2189" name="Google Shape;2189;p87"/>
          <p:cNvSpPr txBox="1"/>
          <p:nvPr/>
        </p:nvSpPr>
        <p:spPr>
          <a:xfrm>
            <a:off x="2824163" y="3284538"/>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a</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2000" u="none" cap="none" strike="noStrike">
              <a:solidFill>
                <a:srgbClr val="003399"/>
              </a:solidFill>
              <a:latin typeface="Times New Roman"/>
              <a:ea typeface="Times New Roman"/>
              <a:cs typeface="Times New Roman"/>
              <a:sym typeface="Times New Roman"/>
            </a:endParaRPr>
          </a:p>
        </p:txBody>
      </p:sp>
      <p:sp>
        <p:nvSpPr>
          <p:cNvPr id="2190" name="Google Shape;2190;p87"/>
          <p:cNvSpPr txBox="1"/>
          <p:nvPr/>
        </p:nvSpPr>
        <p:spPr>
          <a:xfrm>
            <a:off x="2628900" y="2589213"/>
            <a:ext cx="400050" cy="376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cxnSp>
        <p:nvCxnSpPr>
          <p:cNvPr id="2191" name="Google Shape;2191;p87"/>
          <p:cNvCxnSpPr/>
          <p:nvPr/>
        </p:nvCxnSpPr>
        <p:spPr>
          <a:xfrm flipH="1" rot="-2537517">
            <a:off x="2914650" y="2971800"/>
            <a:ext cx="125413" cy="312738"/>
          </a:xfrm>
          <a:prstGeom prst="straightConnector1">
            <a:avLst/>
          </a:prstGeom>
          <a:noFill/>
          <a:ln cap="flat" cmpd="sng" w="9525">
            <a:solidFill>
              <a:schemeClr val="dk1"/>
            </a:solidFill>
            <a:prstDash val="solid"/>
            <a:round/>
            <a:headEnd len="sm" w="sm" type="none"/>
            <a:tailEnd len="med" w="med" type="triangle"/>
          </a:ln>
        </p:spPr>
      </p:cxnSp>
      <p:cxnSp>
        <p:nvCxnSpPr>
          <p:cNvPr id="2192" name="Google Shape;2192;p87"/>
          <p:cNvCxnSpPr/>
          <p:nvPr/>
        </p:nvCxnSpPr>
        <p:spPr>
          <a:xfrm>
            <a:off x="7129463" y="2933700"/>
            <a:ext cx="233362" cy="195263"/>
          </a:xfrm>
          <a:prstGeom prst="straightConnector1">
            <a:avLst/>
          </a:prstGeom>
          <a:noFill/>
          <a:ln cap="flat" cmpd="sng" w="9525">
            <a:solidFill>
              <a:schemeClr val="dk1"/>
            </a:solidFill>
            <a:prstDash val="solid"/>
            <a:round/>
            <a:headEnd len="sm" w="sm" type="none"/>
            <a:tailEnd len="med" w="med" type="triangle"/>
          </a:ln>
        </p:spPr>
      </p:cxnSp>
      <p:cxnSp>
        <p:nvCxnSpPr>
          <p:cNvPr id="2193" name="Google Shape;2193;p87"/>
          <p:cNvCxnSpPr/>
          <p:nvPr/>
        </p:nvCxnSpPr>
        <p:spPr>
          <a:xfrm>
            <a:off x="1066800" y="2076450"/>
            <a:ext cx="0" cy="552450"/>
          </a:xfrm>
          <a:prstGeom prst="straightConnector1">
            <a:avLst/>
          </a:prstGeom>
          <a:noFill/>
          <a:ln cap="flat" cmpd="sng" w="9525">
            <a:solidFill>
              <a:schemeClr val="dk1"/>
            </a:solidFill>
            <a:prstDash val="solid"/>
            <a:round/>
            <a:headEnd len="sm" w="sm" type="none"/>
            <a:tailEnd len="med" w="med" type="triangle"/>
          </a:ln>
        </p:spPr>
      </p:cxnSp>
      <p:cxnSp>
        <p:nvCxnSpPr>
          <p:cNvPr id="2194" name="Google Shape;2194;p87"/>
          <p:cNvCxnSpPr/>
          <p:nvPr/>
        </p:nvCxnSpPr>
        <p:spPr>
          <a:xfrm>
            <a:off x="8591550" y="2106613"/>
            <a:ext cx="0" cy="552450"/>
          </a:xfrm>
          <a:prstGeom prst="straightConnector1">
            <a:avLst/>
          </a:prstGeom>
          <a:noFill/>
          <a:ln cap="flat" cmpd="sng" w="9525">
            <a:solidFill>
              <a:schemeClr val="dk1"/>
            </a:solidFill>
            <a:prstDash val="solid"/>
            <a:round/>
            <a:headEnd len="sm" w="sm" type="none"/>
            <a:tailEnd len="med" w="med" type="triangle"/>
          </a:ln>
        </p:spPr>
      </p:cxnSp>
      <p:cxnSp>
        <p:nvCxnSpPr>
          <p:cNvPr id="2195" name="Google Shape;2195;p87"/>
          <p:cNvCxnSpPr/>
          <p:nvPr/>
        </p:nvCxnSpPr>
        <p:spPr>
          <a:xfrm>
            <a:off x="2838450" y="2038350"/>
            <a:ext cx="0" cy="552450"/>
          </a:xfrm>
          <a:prstGeom prst="straightConnector1">
            <a:avLst/>
          </a:prstGeom>
          <a:noFill/>
          <a:ln cap="flat" cmpd="sng" w="9525">
            <a:solidFill>
              <a:schemeClr val="dk1"/>
            </a:solidFill>
            <a:prstDash val="solid"/>
            <a:round/>
            <a:headEnd len="sm" w="sm" type="none"/>
            <a:tailEnd len="med" w="med" type="triangle"/>
          </a:ln>
        </p:spPr>
      </p:cxnSp>
      <p:sp>
        <p:nvSpPr>
          <p:cNvPr id="2196" name="Google Shape;2196;p87"/>
          <p:cNvSpPr txBox="1"/>
          <p:nvPr/>
        </p:nvSpPr>
        <p:spPr>
          <a:xfrm>
            <a:off x="4629150" y="2643188"/>
            <a:ext cx="400050" cy="376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cxnSp>
        <p:nvCxnSpPr>
          <p:cNvPr id="2197" name="Google Shape;2197;p87"/>
          <p:cNvCxnSpPr/>
          <p:nvPr/>
        </p:nvCxnSpPr>
        <p:spPr>
          <a:xfrm rot="2537517">
            <a:off x="4618038" y="3008313"/>
            <a:ext cx="39687" cy="233362"/>
          </a:xfrm>
          <a:prstGeom prst="straightConnector1">
            <a:avLst/>
          </a:prstGeom>
          <a:noFill/>
          <a:ln cap="flat" cmpd="sng" w="9525">
            <a:solidFill>
              <a:schemeClr val="dk1"/>
            </a:solidFill>
            <a:prstDash val="solid"/>
            <a:round/>
            <a:headEnd len="sm" w="sm" type="none"/>
            <a:tailEnd len="med" w="med" type="triangle"/>
          </a:ln>
        </p:spPr>
      </p:cxnSp>
      <p:cxnSp>
        <p:nvCxnSpPr>
          <p:cNvPr id="2198" name="Google Shape;2198;p87"/>
          <p:cNvCxnSpPr/>
          <p:nvPr/>
        </p:nvCxnSpPr>
        <p:spPr>
          <a:xfrm flipH="1" rot="-2537517">
            <a:off x="5022850" y="2998788"/>
            <a:ext cx="39688" cy="233362"/>
          </a:xfrm>
          <a:prstGeom prst="straightConnector1">
            <a:avLst/>
          </a:prstGeom>
          <a:noFill/>
          <a:ln cap="flat" cmpd="sng" w="9525">
            <a:solidFill>
              <a:schemeClr val="dk1"/>
            </a:solidFill>
            <a:prstDash val="solid"/>
            <a:round/>
            <a:headEnd len="sm" w="sm" type="none"/>
            <a:tailEnd len="med" w="med" type="triangle"/>
          </a:ln>
        </p:spPr>
      </p:cxnSp>
      <p:cxnSp>
        <p:nvCxnSpPr>
          <p:cNvPr id="2199" name="Google Shape;2199;p87"/>
          <p:cNvCxnSpPr/>
          <p:nvPr/>
        </p:nvCxnSpPr>
        <p:spPr>
          <a:xfrm>
            <a:off x="4781550" y="2068513"/>
            <a:ext cx="0" cy="552450"/>
          </a:xfrm>
          <a:prstGeom prst="straightConnector1">
            <a:avLst/>
          </a:prstGeom>
          <a:noFill/>
          <a:ln cap="flat" cmpd="sng" w="9525">
            <a:solidFill>
              <a:schemeClr val="dk1"/>
            </a:solidFill>
            <a:prstDash val="solid"/>
            <a:round/>
            <a:headEnd len="sm" w="sm" type="none"/>
            <a:tailEnd len="med" w="med" type="triangle"/>
          </a:ln>
        </p:spPr>
      </p:cxnSp>
      <p:sp>
        <p:nvSpPr>
          <p:cNvPr id="2200" name="Google Shape;2200;p87"/>
          <p:cNvSpPr txBox="1"/>
          <p:nvPr/>
        </p:nvSpPr>
        <p:spPr>
          <a:xfrm>
            <a:off x="6772275" y="2547938"/>
            <a:ext cx="400050" cy="376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6</a:t>
            </a:r>
            <a:endParaRPr b="0" i="0" sz="1400" u="none" cap="none" strike="noStrike">
              <a:solidFill>
                <a:srgbClr val="000000"/>
              </a:solidFill>
              <a:latin typeface="Arial"/>
              <a:ea typeface="Arial"/>
              <a:cs typeface="Arial"/>
              <a:sym typeface="Arial"/>
            </a:endParaRPr>
          </a:p>
        </p:txBody>
      </p:sp>
      <p:cxnSp>
        <p:nvCxnSpPr>
          <p:cNvPr id="2201" name="Google Shape;2201;p87"/>
          <p:cNvCxnSpPr/>
          <p:nvPr/>
        </p:nvCxnSpPr>
        <p:spPr>
          <a:xfrm flipH="1" rot="2537517">
            <a:off x="6729413" y="2878138"/>
            <a:ext cx="53975" cy="214312"/>
          </a:xfrm>
          <a:prstGeom prst="straightConnector1">
            <a:avLst/>
          </a:prstGeom>
          <a:noFill/>
          <a:ln cap="flat" cmpd="sng" w="9525">
            <a:solidFill>
              <a:schemeClr val="dk1"/>
            </a:solidFill>
            <a:prstDash val="solid"/>
            <a:round/>
            <a:headEnd len="sm" w="sm" type="none"/>
            <a:tailEnd len="med" w="med" type="triangle"/>
          </a:ln>
        </p:spPr>
      </p:cxnSp>
      <p:cxnSp>
        <p:nvCxnSpPr>
          <p:cNvPr id="2202" name="Google Shape;2202;p87"/>
          <p:cNvCxnSpPr/>
          <p:nvPr/>
        </p:nvCxnSpPr>
        <p:spPr>
          <a:xfrm>
            <a:off x="7029450" y="2011363"/>
            <a:ext cx="0" cy="552450"/>
          </a:xfrm>
          <a:prstGeom prst="straightConnector1">
            <a:avLst/>
          </a:prstGeom>
          <a:noFill/>
          <a:ln cap="flat" cmpd="sng" w="9525">
            <a:solidFill>
              <a:schemeClr val="dk1"/>
            </a:solidFill>
            <a:prstDash val="solid"/>
            <a:round/>
            <a:headEnd len="sm" w="sm" type="none"/>
            <a:tailEnd len="med" w="med" type="triangle"/>
          </a:ln>
        </p:spPr>
      </p:cxnSp>
      <p:sp>
        <p:nvSpPr>
          <p:cNvPr id="2203" name="Google Shape;2203;p87"/>
          <p:cNvSpPr txBox="1"/>
          <p:nvPr/>
        </p:nvSpPr>
        <p:spPr>
          <a:xfrm>
            <a:off x="403225" y="4897438"/>
            <a:ext cx="8159750" cy="9461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3399"/>
                </a:solidFill>
                <a:latin typeface="Times New Roman"/>
                <a:ea typeface="Times New Roman"/>
                <a:cs typeface="Times New Roman"/>
                <a:sym typeface="Times New Roman"/>
              </a:rPr>
              <a:t>What is happening to the characters with a low number of occurrences?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1" name="Shape 2211"/>
        <p:cNvGrpSpPr/>
        <p:nvPr/>
      </p:nvGrpSpPr>
      <p:grpSpPr>
        <a:xfrm>
          <a:off x="0" y="0"/>
          <a:ext cx="0" cy="0"/>
          <a:chOff x="0" y="0"/>
          <a:chExt cx="0" cy="0"/>
        </a:xfrm>
      </p:grpSpPr>
      <p:sp>
        <p:nvSpPr>
          <p:cNvPr id="2212" name="Google Shape;2212;p88"/>
          <p:cNvSpPr txBox="1"/>
          <p:nvPr>
            <p:ph type="title"/>
          </p:nvPr>
        </p:nvSpPr>
        <p:spPr>
          <a:xfrm>
            <a:off x="696913" y="592138"/>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Building a Tree</a:t>
            </a:r>
            <a:endParaRPr/>
          </a:p>
        </p:txBody>
      </p:sp>
      <p:sp>
        <p:nvSpPr>
          <p:cNvPr id="2213" name="Google Shape;2213;p88"/>
          <p:cNvSpPr/>
          <p:nvPr/>
        </p:nvSpPr>
        <p:spPr>
          <a:xfrm>
            <a:off x="247650" y="1790700"/>
            <a:ext cx="5638800" cy="438150"/>
          </a:xfrm>
          <a:prstGeom prst="rect">
            <a:avLst/>
          </a:prstGeom>
          <a:solidFill>
            <a:schemeClr val="lt1"/>
          </a:solidFill>
          <a:ln cap="flat" cmpd="sng" w="952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cxnSp>
        <p:nvCxnSpPr>
          <p:cNvPr id="2214" name="Google Shape;2214;p88"/>
          <p:cNvCxnSpPr/>
          <p:nvPr/>
        </p:nvCxnSpPr>
        <p:spPr>
          <a:xfrm>
            <a:off x="1524000" y="1800225"/>
            <a:ext cx="0" cy="438150"/>
          </a:xfrm>
          <a:prstGeom prst="straightConnector1">
            <a:avLst/>
          </a:prstGeom>
          <a:noFill/>
          <a:ln cap="flat" cmpd="sng" w="9525">
            <a:solidFill>
              <a:srgbClr val="FF0000"/>
            </a:solidFill>
            <a:prstDash val="solid"/>
            <a:round/>
            <a:headEnd len="sm" w="sm" type="none"/>
            <a:tailEnd len="sm" w="sm" type="none"/>
          </a:ln>
        </p:spPr>
      </p:cxnSp>
      <p:cxnSp>
        <p:nvCxnSpPr>
          <p:cNvPr id="2215" name="Google Shape;2215;p88"/>
          <p:cNvCxnSpPr/>
          <p:nvPr/>
        </p:nvCxnSpPr>
        <p:spPr>
          <a:xfrm>
            <a:off x="3771900" y="1800225"/>
            <a:ext cx="0" cy="438150"/>
          </a:xfrm>
          <a:prstGeom prst="straightConnector1">
            <a:avLst/>
          </a:prstGeom>
          <a:noFill/>
          <a:ln cap="flat" cmpd="sng" w="9525">
            <a:solidFill>
              <a:srgbClr val="FF0000"/>
            </a:solidFill>
            <a:prstDash val="solid"/>
            <a:round/>
            <a:headEnd len="sm" w="sm" type="none"/>
            <a:tailEnd len="sm" w="sm" type="none"/>
          </a:ln>
        </p:spPr>
      </p:cxnSp>
      <p:cxnSp>
        <p:nvCxnSpPr>
          <p:cNvPr id="2216" name="Google Shape;2216;p88"/>
          <p:cNvCxnSpPr/>
          <p:nvPr/>
        </p:nvCxnSpPr>
        <p:spPr>
          <a:xfrm rot="2537517">
            <a:off x="554038" y="3440113"/>
            <a:ext cx="141287" cy="269875"/>
          </a:xfrm>
          <a:prstGeom prst="straightConnector1">
            <a:avLst/>
          </a:prstGeom>
          <a:noFill/>
          <a:ln cap="flat" cmpd="sng" w="9525">
            <a:solidFill>
              <a:schemeClr val="dk1"/>
            </a:solidFill>
            <a:prstDash val="solid"/>
            <a:round/>
            <a:headEnd len="sm" w="sm" type="none"/>
            <a:tailEnd len="med" w="med" type="triangle"/>
          </a:ln>
        </p:spPr>
      </p:cxnSp>
      <p:sp>
        <p:nvSpPr>
          <p:cNvPr id="2217" name="Google Shape;2217;p88"/>
          <p:cNvSpPr txBox="1"/>
          <p:nvPr/>
        </p:nvSpPr>
        <p:spPr>
          <a:xfrm>
            <a:off x="266700" y="3705225"/>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E</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218" name="Google Shape;2218;p88"/>
          <p:cNvSpPr txBox="1"/>
          <p:nvPr/>
        </p:nvSpPr>
        <p:spPr>
          <a:xfrm>
            <a:off x="733425" y="3705225"/>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i</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219" name="Google Shape;2219;p88"/>
          <p:cNvSpPr txBox="1"/>
          <p:nvPr/>
        </p:nvSpPr>
        <p:spPr>
          <a:xfrm>
            <a:off x="3429000" y="3178175"/>
            <a:ext cx="5143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sp</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sp>
        <p:nvSpPr>
          <p:cNvPr id="2220" name="Google Shape;2220;p88"/>
          <p:cNvSpPr txBox="1"/>
          <p:nvPr/>
        </p:nvSpPr>
        <p:spPr>
          <a:xfrm>
            <a:off x="4914900" y="2640013"/>
            <a:ext cx="400050" cy="78898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8</a:t>
            </a:r>
            <a:endParaRPr b="0" i="0" sz="1400" u="none" cap="none" strike="noStrike">
              <a:solidFill>
                <a:srgbClr val="000000"/>
              </a:solidFill>
              <a:latin typeface="Arial"/>
              <a:ea typeface="Arial"/>
              <a:cs typeface="Arial"/>
              <a:sym typeface="Arial"/>
            </a:endParaRPr>
          </a:p>
        </p:txBody>
      </p:sp>
      <p:cxnSp>
        <p:nvCxnSpPr>
          <p:cNvPr id="2221" name="Google Shape;2221;p88"/>
          <p:cNvCxnSpPr/>
          <p:nvPr/>
        </p:nvCxnSpPr>
        <p:spPr>
          <a:xfrm flipH="1" rot="-2537517">
            <a:off x="841375" y="3451225"/>
            <a:ext cx="130175" cy="236538"/>
          </a:xfrm>
          <a:prstGeom prst="straightConnector1">
            <a:avLst/>
          </a:prstGeom>
          <a:noFill/>
          <a:ln cap="flat" cmpd="sng" w="9525">
            <a:solidFill>
              <a:schemeClr val="dk1"/>
            </a:solidFill>
            <a:prstDash val="solid"/>
            <a:round/>
            <a:headEnd len="sm" w="sm" type="none"/>
            <a:tailEnd len="med" w="med" type="triangle"/>
          </a:ln>
        </p:spPr>
      </p:cxnSp>
      <p:sp>
        <p:nvSpPr>
          <p:cNvPr id="2222" name="Google Shape;2222;p88"/>
          <p:cNvSpPr txBox="1"/>
          <p:nvPr/>
        </p:nvSpPr>
        <p:spPr>
          <a:xfrm>
            <a:off x="642938" y="3052763"/>
            <a:ext cx="400050" cy="376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cxnSp>
        <p:nvCxnSpPr>
          <p:cNvPr id="2223" name="Google Shape;2223;p88"/>
          <p:cNvCxnSpPr/>
          <p:nvPr/>
        </p:nvCxnSpPr>
        <p:spPr>
          <a:xfrm rot="2537517">
            <a:off x="1403350" y="3435350"/>
            <a:ext cx="117475" cy="276225"/>
          </a:xfrm>
          <a:prstGeom prst="straightConnector1">
            <a:avLst/>
          </a:prstGeom>
          <a:noFill/>
          <a:ln cap="flat" cmpd="sng" w="9525">
            <a:solidFill>
              <a:schemeClr val="dk1"/>
            </a:solidFill>
            <a:prstDash val="solid"/>
            <a:round/>
            <a:headEnd len="sm" w="sm" type="none"/>
            <a:tailEnd len="med" w="med" type="triangle"/>
          </a:ln>
        </p:spPr>
      </p:cxnSp>
      <p:sp>
        <p:nvSpPr>
          <p:cNvPr id="2224" name="Google Shape;2224;p88"/>
          <p:cNvSpPr txBox="1"/>
          <p:nvPr/>
        </p:nvSpPr>
        <p:spPr>
          <a:xfrm>
            <a:off x="1223963" y="3709988"/>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y</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225" name="Google Shape;2225;p88"/>
          <p:cNvSpPr txBox="1"/>
          <p:nvPr/>
        </p:nvSpPr>
        <p:spPr>
          <a:xfrm>
            <a:off x="1676400" y="3705225"/>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l</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226" name="Google Shape;2226;p88"/>
          <p:cNvSpPr txBox="1"/>
          <p:nvPr/>
        </p:nvSpPr>
        <p:spPr>
          <a:xfrm>
            <a:off x="1366838" y="3052763"/>
            <a:ext cx="400050" cy="376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cxnSp>
        <p:nvCxnSpPr>
          <p:cNvPr id="2227" name="Google Shape;2227;p88"/>
          <p:cNvCxnSpPr/>
          <p:nvPr/>
        </p:nvCxnSpPr>
        <p:spPr>
          <a:xfrm flipH="1" rot="-2537517">
            <a:off x="1698625" y="3459163"/>
            <a:ext cx="152400" cy="227012"/>
          </a:xfrm>
          <a:prstGeom prst="straightConnector1">
            <a:avLst/>
          </a:prstGeom>
          <a:noFill/>
          <a:ln cap="flat" cmpd="sng" w="9525">
            <a:solidFill>
              <a:schemeClr val="dk1"/>
            </a:solidFill>
            <a:prstDash val="solid"/>
            <a:round/>
            <a:headEnd len="sm" w="sm" type="none"/>
            <a:tailEnd len="med" w="med" type="triangle"/>
          </a:ln>
        </p:spPr>
      </p:cxnSp>
      <p:cxnSp>
        <p:nvCxnSpPr>
          <p:cNvPr id="2228" name="Google Shape;2228;p88"/>
          <p:cNvCxnSpPr/>
          <p:nvPr/>
        </p:nvCxnSpPr>
        <p:spPr>
          <a:xfrm rot="2537517">
            <a:off x="2614613" y="3444875"/>
            <a:ext cx="36512" cy="214313"/>
          </a:xfrm>
          <a:prstGeom prst="straightConnector1">
            <a:avLst/>
          </a:prstGeom>
          <a:noFill/>
          <a:ln cap="flat" cmpd="sng" w="9525">
            <a:solidFill>
              <a:schemeClr val="dk1"/>
            </a:solidFill>
            <a:prstDash val="solid"/>
            <a:round/>
            <a:headEnd len="sm" w="sm" type="none"/>
            <a:tailEnd len="med" w="med" type="triangle"/>
          </a:ln>
        </p:spPr>
      </p:cxnSp>
      <p:sp>
        <p:nvSpPr>
          <p:cNvPr id="2229" name="Google Shape;2229;p88"/>
          <p:cNvSpPr txBox="1"/>
          <p:nvPr/>
        </p:nvSpPr>
        <p:spPr>
          <a:xfrm>
            <a:off x="2371725" y="3633788"/>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k</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230" name="Google Shape;2230;p88"/>
          <p:cNvSpPr txBox="1"/>
          <p:nvPr/>
        </p:nvSpPr>
        <p:spPr>
          <a:xfrm>
            <a:off x="2824163" y="3633788"/>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231" name="Google Shape;2231;p88"/>
          <p:cNvSpPr txBox="1"/>
          <p:nvPr/>
        </p:nvSpPr>
        <p:spPr>
          <a:xfrm>
            <a:off x="2586038" y="3090863"/>
            <a:ext cx="400050" cy="376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cxnSp>
        <p:nvCxnSpPr>
          <p:cNvPr id="2232" name="Google Shape;2232;p88"/>
          <p:cNvCxnSpPr/>
          <p:nvPr/>
        </p:nvCxnSpPr>
        <p:spPr>
          <a:xfrm flipH="1" rot="-2537517">
            <a:off x="3022600" y="3441700"/>
            <a:ext cx="14288" cy="214313"/>
          </a:xfrm>
          <a:prstGeom prst="straightConnector1">
            <a:avLst/>
          </a:prstGeom>
          <a:noFill/>
          <a:ln cap="flat" cmpd="sng" w="9525">
            <a:solidFill>
              <a:schemeClr val="dk1"/>
            </a:solidFill>
            <a:prstDash val="solid"/>
            <a:round/>
            <a:headEnd len="sm" w="sm" type="none"/>
            <a:tailEnd len="med" w="med" type="triangle"/>
          </a:ln>
        </p:spPr>
      </p:cxnSp>
      <p:cxnSp>
        <p:nvCxnSpPr>
          <p:cNvPr id="2233" name="Google Shape;2233;p88"/>
          <p:cNvCxnSpPr/>
          <p:nvPr/>
        </p:nvCxnSpPr>
        <p:spPr>
          <a:xfrm rot="2537517">
            <a:off x="6091238" y="5049838"/>
            <a:ext cx="125412" cy="312737"/>
          </a:xfrm>
          <a:prstGeom prst="straightConnector1">
            <a:avLst/>
          </a:prstGeom>
          <a:noFill/>
          <a:ln cap="flat" cmpd="sng" w="9525">
            <a:solidFill>
              <a:schemeClr val="dk1"/>
            </a:solidFill>
            <a:prstDash val="solid"/>
            <a:round/>
            <a:headEnd len="sm" w="sm" type="none"/>
            <a:tailEnd len="med" w="med" type="triangle"/>
          </a:ln>
        </p:spPr>
      </p:cxnSp>
      <p:sp>
        <p:nvSpPr>
          <p:cNvPr id="2234" name="Google Shape;2234;p88"/>
          <p:cNvSpPr txBox="1"/>
          <p:nvPr/>
        </p:nvSpPr>
        <p:spPr>
          <a:xfrm>
            <a:off x="5891213" y="5353050"/>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r</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2000" u="none" cap="none" strike="noStrike">
              <a:solidFill>
                <a:srgbClr val="003399"/>
              </a:solidFill>
              <a:latin typeface="Times New Roman"/>
              <a:ea typeface="Times New Roman"/>
              <a:cs typeface="Times New Roman"/>
              <a:sym typeface="Times New Roman"/>
            </a:endParaRPr>
          </a:p>
        </p:txBody>
      </p:sp>
      <p:sp>
        <p:nvSpPr>
          <p:cNvPr id="2235" name="Google Shape;2235;p88"/>
          <p:cNvSpPr txBox="1"/>
          <p:nvPr/>
        </p:nvSpPr>
        <p:spPr>
          <a:xfrm>
            <a:off x="6343650" y="5353050"/>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s</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2000" u="none" cap="none" strike="noStrike">
              <a:solidFill>
                <a:srgbClr val="003399"/>
              </a:solidFill>
              <a:latin typeface="Times New Roman"/>
              <a:ea typeface="Times New Roman"/>
              <a:cs typeface="Times New Roman"/>
              <a:sym typeface="Times New Roman"/>
            </a:endParaRPr>
          </a:p>
        </p:txBody>
      </p:sp>
      <p:sp>
        <p:nvSpPr>
          <p:cNvPr id="2236" name="Google Shape;2236;p88"/>
          <p:cNvSpPr txBox="1"/>
          <p:nvPr/>
        </p:nvSpPr>
        <p:spPr>
          <a:xfrm>
            <a:off x="6148388" y="4657725"/>
            <a:ext cx="400050" cy="37623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cxnSp>
        <p:nvCxnSpPr>
          <p:cNvPr id="2237" name="Google Shape;2237;p88"/>
          <p:cNvCxnSpPr/>
          <p:nvPr/>
        </p:nvCxnSpPr>
        <p:spPr>
          <a:xfrm flipH="1" rot="-2537517">
            <a:off x="6434138" y="5040313"/>
            <a:ext cx="125412" cy="312737"/>
          </a:xfrm>
          <a:prstGeom prst="straightConnector1">
            <a:avLst/>
          </a:prstGeom>
          <a:noFill/>
          <a:ln cap="flat" cmpd="sng" w="9525">
            <a:solidFill>
              <a:schemeClr val="dk1"/>
            </a:solidFill>
            <a:prstDash val="solid"/>
            <a:round/>
            <a:headEnd len="sm" w="sm" type="none"/>
            <a:tailEnd len="med" w="med" type="triangle"/>
          </a:ln>
        </p:spPr>
      </p:cxnSp>
      <p:cxnSp>
        <p:nvCxnSpPr>
          <p:cNvPr id="2238" name="Google Shape;2238;p88"/>
          <p:cNvCxnSpPr/>
          <p:nvPr/>
        </p:nvCxnSpPr>
        <p:spPr>
          <a:xfrm rot="2537517">
            <a:off x="7067550" y="5038725"/>
            <a:ext cx="125413" cy="312738"/>
          </a:xfrm>
          <a:prstGeom prst="straightConnector1">
            <a:avLst/>
          </a:prstGeom>
          <a:noFill/>
          <a:ln cap="flat" cmpd="sng" w="9525">
            <a:solidFill>
              <a:schemeClr val="dk1"/>
            </a:solidFill>
            <a:prstDash val="solid"/>
            <a:round/>
            <a:headEnd len="sm" w="sm" type="none"/>
            <a:tailEnd len="med" w="med" type="triangle"/>
          </a:ln>
        </p:spPr>
      </p:cxnSp>
      <p:sp>
        <p:nvSpPr>
          <p:cNvPr id="2239" name="Google Shape;2239;p88"/>
          <p:cNvSpPr txBox="1"/>
          <p:nvPr/>
        </p:nvSpPr>
        <p:spPr>
          <a:xfrm>
            <a:off x="6867525" y="5341938"/>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n</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2000" u="none" cap="none" strike="noStrike">
              <a:solidFill>
                <a:srgbClr val="003399"/>
              </a:solidFill>
              <a:latin typeface="Times New Roman"/>
              <a:ea typeface="Times New Roman"/>
              <a:cs typeface="Times New Roman"/>
              <a:sym typeface="Times New Roman"/>
            </a:endParaRPr>
          </a:p>
        </p:txBody>
      </p:sp>
      <p:sp>
        <p:nvSpPr>
          <p:cNvPr id="2240" name="Google Shape;2240;p88"/>
          <p:cNvSpPr txBox="1"/>
          <p:nvPr/>
        </p:nvSpPr>
        <p:spPr>
          <a:xfrm>
            <a:off x="7319963" y="5341938"/>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a</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2000" u="none" cap="none" strike="noStrike">
              <a:solidFill>
                <a:srgbClr val="003399"/>
              </a:solidFill>
              <a:latin typeface="Times New Roman"/>
              <a:ea typeface="Times New Roman"/>
              <a:cs typeface="Times New Roman"/>
              <a:sym typeface="Times New Roman"/>
            </a:endParaRPr>
          </a:p>
        </p:txBody>
      </p:sp>
      <p:sp>
        <p:nvSpPr>
          <p:cNvPr id="2241" name="Google Shape;2241;p88"/>
          <p:cNvSpPr txBox="1"/>
          <p:nvPr/>
        </p:nvSpPr>
        <p:spPr>
          <a:xfrm>
            <a:off x="7124700" y="4646613"/>
            <a:ext cx="400050" cy="376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cxnSp>
        <p:nvCxnSpPr>
          <p:cNvPr id="2242" name="Google Shape;2242;p88"/>
          <p:cNvCxnSpPr/>
          <p:nvPr/>
        </p:nvCxnSpPr>
        <p:spPr>
          <a:xfrm flipH="1" rot="-2537517">
            <a:off x="7410450" y="5029200"/>
            <a:ext cx="125413" cy="312738"/>
          </a:xfrm>
          <a:prstGeom prst="straightConnector1">
            <a:avLst/>
          </a:prstGeom>
          <a:noFill/>
          <a:ln cap="flat" cmpd="sng" w="9525">
            <a:solidFill>
              <a:schemeClr val="dk1"/>
            </a:solidFill>
            <a:prstDash val="solid"/>
            <a:round/>
            <a:headEnd len="sm" w="sm" type="none"/>
            <a:tailEnd len="med" w="med" type="triangle"/>
          </a:ln>
        </p:spPr>
      </p:cxnSp>
      <p:cxnSp>
        <p:nvCxnSpPr>
          <p:cNvPr id="2243" name="Google Shape;2243;p88"/>
          <p:cNvCxnSpPr/>
          <p:nvPr/>
        </p:nvCxnSpPr>
        <p:spPr>
          <a:xfrm>
            <a:off x="3357563" y="2971800"/>
            <a:ext cx="233362" cy="195263"/>
          </a:xfrm>
          <a:prstGeom prst="straightConnector1">
            <a:avLst/>
          </a:prstGeom>
          <a:noFill/>
          <a:ln cap="flat" cmpd="sng" w="9525">
            <a:solidFill>
              <a:schemeClr val="dk1"/>
            </a:solidFill>
            <a:prstDash val="solid"/>
            <a:round/>
            <a:headEnd len="sm" w="sm" type="none"/>
            <a:tailEnd len="med" w="med" type="triangle"/>
          </a:ln>
        </p:spPr>
      </p:cxnSp>
      <p:cxnSp>
        <p:nvCxnSpPr>
          <p:cNvPr id="2244" name="Google Shape;2244;p88"/>
          <p:cNvCxnSpPr/>
          <p:nvPr/>
        </p:nvCxnSpPr>
        <p:spPr>
          <a:xfrm flipH="1">
            <a:off x="6348413" y="4352925"/>
            <a:ext cx="352425" cy="304800"/>
          </a:xfrm>
          <a:prstGeom prst="straightConnector1">
            <a:avLst/>
          </a:prstGeom>
          <a:noFill/>
          <a:ln cap="flat" cmpd="sng" w="9525">
            <a:solidFill>
              <a:schemeClr val="dk1"/>
            </a:solidFill>
            <a:prstDash val="solid"/>
            <a:round/>
            <a:headEnd len="sm" w="sm" type="none"/>
            <a:tailEnd len="med" w="med" type="triangle"/>
          </a:ln>
        </p:spPr>
      </p:cxnSp>
      <p:cxnSp>
        <p:nvCxnSpPr>
          <p:cNvPr id="2245" name="Google Shape;2245;p88"/>
          <p:cNvCxnSpPr/>
          <p:nvPr/>
        </p:nvCxnSpPr>
        <p:spPr>
          <a:xfrm>
            <a:off x="5067300" y="2106613"/>
            <a:ext cx="0" cy="552450"/>
          </a:xfrm>
          <a:prstGeom prst="straightConnector1">
            <a:avLst/>
          </a:prstGeom>
          <a:noFill/>
          <a:ln cap="flat" cmpd="sng" w="9525">
            <a:solidFill>
              <a:schemeClr val="dk1"/>
            </a:solidFill>
            <a:prstDash val="solid"/>
            <a:round/>
            <a:headEnd len="sm" w="sm" type="none"/>
            <a:tailEnd len="med" w="med" type="triangle"/>
          </a:ln>
        </p:spPr>
      </p:cxnSp>
      <p:cxnSp>
        <p:nvCxnSpPr>
          <p:cNvPr id="2246" name="Google Shape;2246;p88"/>
          <p:cNvCxnSpPr/>
          <p:nvPr/>
        </p:nvCxnSpPr>
        <p:spPr>
          <a:xfrm>
            <a:off x="6981825" y="4348163"/>
            <a:ext cx="352425" cy="300037"/>
          </a:xfrm>
          <a:prstGeom prst="straightConnector1">
            <a:avLst/>
          </a:prstGeom>
          <a:noFill/>
          <a:ln cap="flat" cmpd="sng" w="9525">
            <a:solidFill>
              <a:schemeClr val="dk1"/>
            </a:solidFill>
            <a:prstDash val="solid"/>
            <a:round/>
            <a:headEnd len="sm" w="sm" type="none"/>
            <a:tailEnd len="med" w="med" type="triangle"/>
          </a:ln>
        </p:spPr>
      </p:cxnSp>
      <p:sp>
        <p:nvSpPr>
          <p:cNvPr id="2247" name="Google Shape;2247;p88"/>
          <p:cNvSpPr txBox="1"/>
          <p:nvPr/>
        </p:nvSpPr>
        <p:spPr>
          <a:xfrm>
            <a:off x="990600" y="2471738"/>
            <a:ext cx="400050" cy="376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cxnSp>
        <p:nvCxnSpPr>
          <p:cNvPr id="2248" name="Google Shape;2248;p88"/>
          <p:cNvCxnSpPr/>
          <p:nvPr/>
        </p:nvCxnSpPr>
        <p:spPr>
          <a:xfrm rot="2537517">
            <a:off x="979488" y="2836863"/>
            <a:ext cx="39687" cy="233362"/>
          </a:xfrm>
          <a:prstGeom prst="straightConnector1">
            <a:avLst/>
          </a:prstGeom>
          <a:noFill/>
          <a:ln cap="flat" cmpd="sng" w="9525">
            <a:solidFill>
              <a:schemeClr val="dk1"/>
            </a:solidFill>
            <a:prstDash val="solid"/>
            <a:round/>
            <a:headEnd len="sm" w="sm" type="none"/>
            <a:tailEnd len="med" w="med" type="triangle"/>
          </a:ln>
        </p:spPr>
      </p:cxnSp>
      <p:cxnSp>
        <p:nvCxnSpPr>
          <p:cNvPr id="2249" name="Google Shape;2249;p88"/>
          <p:cNvCxnSpPr/>
          <p:nvPr/>
        </p:nvCxnSpPr>
        <p:spPr>
          <a:xfrm flipH="1" rot="-2537517">
            <a:off x="1384300" y="2827338"/>
            <a:ext cx="39688" cy="233362"/>
          </a:xfrm>
          <a:prstGeom prst="straightConnector1">
            <a:avLst/>
          </a:prstGeom>
          <a:noFill/>
          <a:ln cap="flat" cmpd="sng" w="9525">
            <a:solidFill>
              <a:schemeClr val="dk1"/>
            </a:solidFill>
            <a:prstDash val="solid"/>
            <a:round/>
            <a:headEnd len="sm" w="sm" type="none"/>
            <a:tailEnd len="med" w="med" type="triangle"/>
          </a:ln>
        </p:spPr>
      </p:cxnSp>
      <p:cxnSp>
        <p:nvCxnSpPr>
          <p:cNvPr id="2250" name="Google Shape;2250;p88"/>
          <p:cNvCxnSpPr/>
          <p:nvPr/>
        </p:nvCxnSpPr>
        <p:spPr>
          <a:xfrm>
            <a:off x="1143000" y="1897063"/>
            <a:ext cx="0" cy="552450"/>
          </a:xfrm>
          <a:prstGeom prst="straightConnector1">
            <a:avLst/>
          </a:prstGeom>
          <a:noFill/>
          <a:ln cap="flat" cmpd="sng" w="9525">
            <a:solidFill>
              <a:schemeClr val="dk1"/>
            </a:solidFill>
            <a:prstDash val="solid"/>
            <a:round/>
            <a:headEnd len="sm" w="sm" type="none"/>
            <a:tailEnd len="med" w="med" type="triangle"/>
          </a:ln>
        </p:spPr>
      </p:cxnSp>
      <p:sp>
        <p:nvSpPr>
          <p:cNvPr id="2251" name="Google Shape;2251;p88"/>
          <p:cNvSpPr txBox="1"/>
          <p:nvPr/>
        </p:nvSpPr>
        <p:spPr>
          <a:xfrm>
            <a:off x="3000375" y="2586038"/>
            <a:ext cx="400050" cy="376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6</a:t>
            </a:r>
            <a:endParaRPr b="0" i="0" sz="1400" u="none" cap="none" strike="noStrike">
              <a:solidFill>
                <a:srgbClr val="000000"/>
              </a:solidFill>
              <a:latin typeface="Arial"/>
              <a:ea typeface="Arial"/>
              <a:cs typeface="Arial"/>
              <a:sym typeface="Arial"/>
            </a:endParaRPr>
          </a:p>
        </p:txBody>
      </p:sp>
      <p:cxnSp>
        <p:nvCxnSpPr>
          <p:cNvPr id="2252" name="Google Shape;2252;p88"/>
          <p:cNvCxnSpPr/>
          <p:nvPr/>
        </p:nvCxnSpPr>
        <p:spPr>
          <a:xfrm flipH="1" rot="2537517">
            <a:off x="2957513" y="2916238"/>
            <a:ext cx="53975" cy="214312"/>
          </a:xfrm>
          <a:prstGeom prst="straightConnector1">
            <a:avLst/>
          </a:prstGeom>
          <a:noFill/>
          <a:ln cap="flat" cmpd="sng" w="9525">
            <a:solidFill>
              <a:schemeClr val="dk1"/>
            </a:solidFill>
            <a:prstDash val="solid"/>
            <a:round/>
            <a:headEnd len="sm" w="sm" type="none"/>
            <a:tailEnd len="med" w="med" type="triangle"/>
          </a:ln>
        </p:spPr>
      </p:cxnSp>
      <p:cxnSp>
        <p:nvCxnSpPr>
          <p:cNvPr id="2253" name="Google Shape;2253;p88"/>
          <p:cNvCxnSpPr/>
          <p:nvPr/>
        </p:nvCxnSpPr>
        <p:spPr>
          <a:xfrm>
            <a:off x="3257550" y="2049463"/>
            <a:ext cx="0" cy="552450"/>
          </a:xfrm>
          <a:prstGeom prst="straightConnector1">
            <a:avLst/>
          </a:prstGeom>
          <a:noFill/>
          <a:ln cap="flat" cmpd="sng" w="9525">
            <a:solidFill>
              <a:schemeClr val="dk1"/>
            </a:solidFill>
            <a:prstDash val="solid"/>
            <a:round/>
            <a:headEnd len="sm" w="sm" type="none"/>
            <a:tailEnd len="med" w="med" type="triangle"/>
          </a:ln>
        </p:spPr>
      </p:cxnSp>
      <p:sp>
        <p:nvSpPr>
          <p:cNvPr id="2254" name="Google Shape;2254;p88"/>
          <p:cNvSpPr txBox="1"/>
          <p:nvPr/>
        </p:nvSpPr>
        <p:spPr>
          <a:xfrm>
            <a:off x="6643688" y="3971925"/>
            <a:ext cx="400050" cy="37623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8</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2" name="Shape 2262"/>
        <p:cNvGrpSpPr/>
        <p:nvPr/>
      </p:nvGrpSpPr>
      <p:grpSpPr>
        <a:xfrm>
          <a:off x="0" y="0"/>
          <a:ext cx="0" cy="0"/>
          <a:chOff x="0" y="0"/>
          <a:chExt cx="0" cy="0"/>
        </a:xfrm>
      </p:grpSpPr>
      <p:sp>
        <p:nvSpPr>
          <p:cNvPr id="2263" name="Google Shape;2263;p89"/>
          <p:cNvSpPr txBox="1"/>
          <p:nvPr>
            <p:ph type="title"/>
          </p:nvPr>
        </p:nvSpPr>
        <p:spPr>
          <a:xfrm>
            <a:off x="696913" y="592138"/>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Building a Tree</a:t>
            </a:r>
            <a:endParaRPr/>
          </a:p>
        </p:txBody>
      </p:sp>
      <p:sp>
        <p:nvSpPr>
          <p:cNvPr id="2264" name="Google Shape;2264;p89"/>
          <p:cNvSpPr/>
          <p:nvPr/>
        </p:nvSpPr>
        <p:spPr>
          <a:xfrm>
            <a:off x="247650" y="1790700"/>
            <a:ext cx="7791450" cy="438150"/>
          </a:xfrm>
          <a:prstGeom prst="rect">
            <a:avLst/>
          </a:prstGeom>
          <a:solidFill>
            <a:schemeClr val="lt1"/>
          </a:solidFill>
          <a:ln cap="flat" cmpd="sng" w="952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cxnSp>
        <p:nvCxnSpPr>
          <p:cNvPr id="2265" name="Google Shape;2265;p89"/>
          <p:cNvCxnSpPr/>
          <p:nvPr/>
        </p:nvCxnSpPr>
        <p:spPr>
          <a:xfrm>
            <a:off x="1524000" y="1800225"/>
            <a:ext cx="0" cy="438150"/>
          </a:xfrm>
          <a:prstGeom prst="straightConnector1">
            <a:avLst/>
          </a:prstGeom>
          <a:noFill/>
          <a:ln cap="flat" cmpd="sng" w="9525">
            <a:solidFill>
              <a:srgbClr val="FF0000"/>
            </a:solidFill>
            <a:prstDash val="solid"/>
            <a:round/>
            <a:headEnd len="sm" w="sm" type="none"/>
            <a:tailEnd len="sm" w="sm" type="none"/>
          </a:ln>
        </p:spPr>
      </p:cxnSp>
      <p:cxnSp>
        <p:nvCxnSpPr>
          <p:cNvPr id="2266" name="Google Shape;2266;p89"/>
          <p:cNvCxnSpPr/>
          <p:nvPr/>
        </p:nvCxnSpPr>
        <p:spPr>
          <a:xfrm>
            <a:off x="3771900" y="1800225"/>
            <a:ext cx="0" cy="438150"/>
          </a:xfrm>
          <a:prstGeom prst="straightConnector1">
            <a:avLst/>
          </a:prstGeom>
          <a:noFill/>
          <a:ln cap="flat" cmpd="sng" w="9525">
            <a:solidFill>
              <a:srgbClr val="FF0000"/>
            </a:solidFill>
            <a:prstDash val="solid"/>
            <a:round/>
            <a:headEnd len="sm" w="sm" type="none"/>
            <a:tailEnd len="sm" w="sm" type="none"/>
          </a:ln>
        </p:spPr>
      </p:cxnSp>
      <p:cxnSp>
        <p:nvCxnSpPr>
          <p:cNvPr id="2267" name="Google Shape;2267;p89"/>
          <p:cNvCxnSpPr/>
          <p:nvPr/>
        </p:nvCxnSpPr>
        <p:spPr>
          <a:xfrm rot="2537517">
            <a:off x="554038" y="3440113"/>
            <a:ext cx="141287" cy="269875"/>
          </a:xfrm>
          <a:prstGeom prst="straightConnector1">
            <a:avLst/>
          </a:prstGeom>
          <a:noFill/>
          <a:ln cap="flat" cmpd="sng" w="9525">
            <a:solidFill>
              <a:schemeClr val="dk1"/>
            </a:solidFill>
            <a:prstDash val="solid"/>
            <a:round/>
            <a:headEnd len="sm" w="sm" type="none"/>
            <a:tailEnd len="med" w="med" type="triangle"/>
          </a:ln>
        </p:spPr>
      </p:cxnSp>
      <p:sp>
        <p:nvSpPr>
          <p:cNvPr id="2268" name="Google Shape;2268;p89"/>
          <p:cNvSpPr txBox="1"/>
          <p:nvPr/>
        </p:nvSpPr>
        <p:spPr>
          <a:xfrm>
            <a:off x="266700" y="3705225"/>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E</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269" name="Google Shape;2269;p89"/>
          <p:cNvSpPr txBox="1"/>
          <p:nvPr/>
        </p:nvSpPr>
        <p:spPr>
          <a:xfrm>
            <a:off x="733425" y="3705225"/>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i</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270" name="Google Shape;2270;p89"/>
          <p:cNvSpPr txBox="1"/>
          <p:nvPr/>
        </p:nvSpPr>
        <p:spPr>
          <a:xfrm>
            <a:off x="3429000" y="3178175"/>
            <a:ext cx="5143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sp</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sp>
        <p:nvSpPr>
          <p:cNvPr id="2271" name="Google Shape;2271;p89"/>
          <p:cNvSpPr txBox="1"/>
          <p:nvPr/>
        </p:nvSpPr>
        <p:spPr>
          <a:xfrm>
            <a:off x="4914900" y="2640013"/>
            <a:ext cx="400050" cy="78898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8</a:t>
            </a:r>
            <a:endParaRPr b="0" i="0" sz="1400" u="none" cap="none" strike="noStrike">
              <a:solidFill>
                <a:srgbClr val="000000"/>
              </a:solidFill>
              <a:latin typeface="Arial"/>
              <a:ea typeface="Arial"/>
              <a:cs typeface="Arial"/>
              <a:sym typeface="Arial"/>
            </a:endParaRPr>
          </a:p>
        </p:txBody>
      </p:sp>
      <p:cxnSp>
        <p:nvCxnSpPr>
          <p:cNvPr id="2272" name="Google Shape;2272;p89"/>
          <p:cNvCxnSpPr/>
          <p:nvPr/>
        </p:nvCxnSpPr>
        <p:spPr>
          <a:xfrm flipH="1" rot="-2537517">
            <a:off x="841375" y="3451225"/>
            <a:ext cx="130175" cy="236538"/>
          </a:xfrm>
          <a:prstGeom prst="straightConnector1">
            <a:avLst/>
          </a:prstGeom>
          <a:noFill/>
          <a:ln cap="flat" cmpd="sng" w="9525">
            <a:solidFill>
              <a:schemeClr val="dk1"/>
            </a:solidFill>
            <a:prstDash val="solid"/>
            <a:round/>
            <a:headEnd len="sm" w="sm" type="none"/>
            <a:tailEnd len="med" w="med" type="triangle"/>
          </a:ln>
        </p:spPr>
      </p:cxnSp>
      <p:sp>
        <p:nvSpPr>
          <p:cNvPr id="2273" name="Google Shape;2273;p89"/>
          <p:cNvSpPr txBox="1"/>
          <p:nvPr/>
        </p:nvSpPr>
        <p:spPr>
          <a:xfrm>
            <a:off x="642938" y="3052763"/>
            <a:ext cx="400050" cy="376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cxnSp>
        <p:nvCxnSpPr>
          <p:cNvPr id="2274" name="Google Shape;2274;p89"/>
          <p:cNvCxnSpPr/>
          <p:nvPr/>
        </p:nvCxnSpPr>
        <p:spPr>
          <a:xfrm rot="2537517">
            <a:off x="1403350" y="3435350"/>
            <a:ext cx="117475" cy="276225"/>
          </a:xfrm>
          <a:prstGeom prst="straightConnector1">
            <a:avLst/>
          </a:prstGeom>
          <a:noFill/>
          <a:ln cap="flat" cmpd="sng" w="9525">
            <a:solidFill>
              <a:schemeClr val="dk1"/>
            </a:solidFill>
            <a:prstDash val="solid"/>
            <a:round/>
            <a:headEnd len="sm" w="sm" type="none"/>
            <a:tailEnd len="med" w="med" type="triangle"/>
          </a:ln>
        </p:spPr>
      </p:cxnSp>
      <p:sp>
        <p:nvSpPr>
          <p:cNvPr id="2275" name="Google Shape;2275;p89"/>
          <p:cNvSpPr txBox="1"/>
          <p:nvPr/>
        </p:nvSpPr>
        <p:spPr>
          <a:xfrm>
            <a:off x="1223963" y="3709988"/>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y</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276" name="Google Shape;2276;p89"/>
          <p:cNvSpPr txBox="1"/>
          <p:nvPr/>
        </p:nvSpPr>
        <p:spPr>
          <a:xfrm>
            <a:off x="1676400" y="3705225"/>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l</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277" name="Google Shape;2277;p89"/>
          <p:cNvSpPr txBox="1"/>
          <p:nvPr/>
        </p:nvSpPr>
        <p:spPr>
          <a:xfrm>
            <a:off x="1366838" y="3052763"/>
            <a:ext cx="400050" cy="376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cxnSp>
        <p:nvCxnSpPr>
          <p:cNvPr id="2278" name="Google Shape;2278;p89"/>
          <p:cNvCxnSpPr/>
          <p:nvPr/>
        </p:nvCxnSpPr>
        <p:spPr>
          <a:xfrm flipH="1" rot="-2537517">
            <a:off x="1698625" y="3459163"/>
            <a:ext cx="152400" cy="227012"/>
          </a:xfrm>
          <a:prstGeom prst="straightConnector1">
            <a:avLst/>
          </a:prstGeom>
          <a:noFill/>
          <a:ln cap="flat" cmpd="sng" w="9525">
            <a:solidFill>
              <a:schemeClr val="dk1"/>
            </a:solidFill>
            <a:prstDash val="solid"/>
            <a:round/>
            <a:headEnd len="sm" w="sm" type="none"/>
            <a:tailEnd len="med" w="med" type="triangle"/>
          </a:ln>
        </p:spPr>
      </p:cxnSp>
      <p:cxnSp>
        <p:nvCxnSpPr>
          <p:cNvPr id="2279" name="Google Shape;2279;p89"/>
          <p:cNvCxnSpPr/>
          <p:nvPr/>
        </p:nvCxnSpPr>
        <p:spPr>
          <a:xfrm rot="2537517">
            <a:off x="2614613" y="3444875"/>
            <a:ext cx="36512" cy="214313"/>
          </a:xfrm>
          <a:prstGeom prst="straightConnector1">
            <a:avLst/>
          </a:prstGeom>
          <a:noFill/>
          <a:ln cap="flat" cmpd="sng" w="9525">
            <a:solidFill>
              <a:schemeClr val="dk1"/>
            </a:solidFill>
            <a:prstDash val="solid"/>
            <a:round/>
            <a:headEnd len="sm" w="sm" type="none"/>
            <a:tailEnd len="med" w="med" type="triangle"/>
          </a:ln>
        </p:spPr>
      </p:cxnSp>
      <p:sp>
        <p:nvSpPr>
          <p:cNvPr id="2280" name="Google Shape;2280;p89"/>
          <p:cNvSpPr txBox="1"/>
          <p:nvPr/>
        </p:nvSpPr>
        <p:spPr>
          <a:xfrm>
            <a:off x="2371725" y="3633788"/>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k</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281" name="Google Shape;2281;p89"/>
          <p:cNvSpPr txBox="1"/>
          <p:nvPr/>
        </p:nvSpPr>
        <p:spPr>
          <a:xfrm>
            <a:off x="2824163" y="3633788"/>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282" name="Google Shape;2282;p89"/>
          <p:cNvSpPr txBox="1"/>
          <p:nvPr/>
        </p:nvSpPr>
        <p:spPr>
          <a:xfrm>
            <a:off x="2586038" y="3090863"/>
            <a:ext cx="400050" cy="376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cxnSp>
        <p:nvCxnSpPr>
          <p:cNvPr id="2283" name="Google Shape;2283;p89"/>
          <p:cNvCxnSpPr/>
          <p:nvPr/>
        </p:nvCxnSpPr>
        <p:spPr>
          <a:xfrm flipH="1" rot="-2537517">
            <a:off x="3022600" y="3441700"/>
            <a:ext cx="14288" cy="214313"/>
          </a:xfrm>
          <a:prstGeom prst="straightConnector1">
            <a:avLst/>
          </a:prstGeom>
          <a:noFill/>
          <a:ln cap="flat" cmpd="sng" w="9525">
            <a:solidFill>
              <a:schemeClr val="dk1"/>
            </a:solidFill>
            <a:prstDash val="solid"/>
            <a:round/>
            <a:headEnd len="sm" w="sm" type="none"/>
            <a:tailEnd len="med" w="med" type="triangle"/>
          </a:ln>
        </p:spPr>
      </p:cxnSp>
      <p:cxnSp>
        <p:nvCxnSpPr>
          <p:cNvPr id="2284" name="Google Shape;2284;p89"/>
          <p:cNvCxnSpPr/>
          <p:nvPr/>
        </p:nvCxnSpPr>
        <p:spPr>
          <a:xfrm rot="2537517">
            <a:off x="6091238" y="3697288"/>
            <a:ext cx="125412" cy="312737"/>
          </a:xfrm>
          <a:prstGeom prst="straightConnector1">
            <a:avLst/>
          </a:prstGeom>
          <a:noFill/>
          <a:ln cap="flat" cmpd="sng" w="9525">
            <a:solidFill>
              <a:schemeClr val="dk1"/>
            </a:solidFill>
            <a:prstDash val="solid"/>
            <a:round/>
            <a:headEnd len="sm" w="sm" type="none"/>
            <a:tailEnd len="med" w="med" type="triangle"/>
          </a:ln>
        </p:spPr>
      </p:cxnSp>
      <p:sp>
        <p:nvSpPr>
          <p:cNvPr id="2285" name="Google Shape;2285;p89"/>
          <p:cNvSpPr txBox="1"/>
          <p:nvPr/>
        </p:nvSpPr>
        <p:spPr>
          <a:xfrm>
            <a:off x="5891213" y="4000500"/>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r</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2000" u="none" cap="none" strike="noStrike">
              <a:solidFill>
                <a:srgbClr val="003399"/>
              </a:solidFill>
              <a:latin typeface="Times New Roman"/>
              <a:ea typeface="Times New Roman"/>
              <a:cs typeface="Times New Roman"/>
              <a:sym typeface="Times New Roman"/>
            </a:endParaRPr>
          </a:p>
        </p:txBody>
      </p:sp>
      <p:sp>
        <p:nvSpPr>
          <p:cNvPr id="2286" name="Google Shape;2286;p89"/>
          <p:cNvSpPr txBox="1"/>
          <p:nvPr/>
        </p:nvSpPr>
        <p:spPr>
          <a:xfrm>
            <a:off x="6343650" y="4000500"/>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s</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2000" u="none" cap="none" strike="noStrike">
              <a:solidFill>
                <a:srgbClr val="003399"/>
              </a:solidFill>
              <a:latin typeface="Times New Roman"/>
              <a:ea typeface="Times New Roman"/>
              <a:cs typeface="Times New Roman"/>
              <a:sym typeface="Times New Roman"/>
            </a:endParaRPr>
          </a:p>
        </p:txBody>
      </p:sp>
      <p:sp>
        <p:nvSpPr>
          <p:cNvPr id="2287" name="Google Shape;2287;p89"/>
          <p:cNvSpPr txBox="1"/>
          <p:nvPr/>
        </p:nvSpPr>
        <p:spPr>
          <a:xfrm>
            <a:off x="6148388" y="3305175"/>
            <a:ext cx="400050" cy="37623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cxnSp>
        <p:nvCxnSpPr>
          <p:cNvPr id="2288" name="Google Shape;2288;p89"/>
          <p:cNvCxnSpPr/>
          <p:nvPr/>
        </p:nvCxnSpPr>
        <p:spPr>
          <a:xfrm flipH="1" rot="-2537517">
            <a:off x="6434138" y="3687763"/>
            <a:ext cx="125412" cy="312737"/>
          </a:xfrm>
          <a:prstGeom prst="straightConnector1">
            <a:avLst/>
          </a:prstGeom>
          <a:noFill/>
          <a:ln cap="flat" cmpd="sng" w="9525">
            <a:solidFill>
              <a:schemeClr val="dk1"/>
            </a:solidFill>
            <a:prstDash val="solid"/>
            <a:round/>
            <a:headEnd len="sm" w="sm" type="none"/>
            <a:tailEnd len="med" w="med" type="triangle"/>
          </a:ln>
        </p:spPr>
      </p:cxnSp>
      <p:cxnSp>
        <p:nvCxnSpPr>
          <p:cNvPr id="2289" name="Google Shape;2289;p89"/>
          <p:cNvCxnSpPr/>
          <p:nvPr/>
        </p:nvCxnSpPr>
        <p:spPr>
          <a:xfrm rot="2537517">
            <a:off x="7067550" y="3686175"/>
            <a:ext cx="125413" cy="312738"/>
          </a:xfrm>
          <a:prstGeom prst="straightConnector1">
            <a:avLst/>
          </a:prstGeom>
          <a:noFill/>
          <a:ln cap="flat" cmpd="sng" w="9525">
            <a:solidFill>
              <a:schemeClr val="dk1"/>
            </a:solidFill>
            <a:prstDash val="solid"/>
            <a:round/>
            <a:headEnd len="sm" w="sm" type="none"/>
            <a:tailEnd len="med" w="med" type="triangle"/>
          </a:ln>
        </p:spPr>
      </p:cxnSp>
      <p:sp>
        <p:nvSpPr>
          <p:cNvPr id="2290" name="Google Shape;2290;p89"/>
          <p:cNvSpPr txBox="1"/>
          <p:nvPr/>
        </p:nvSpPr>
        <p:spPr>
          <a:xfrm>
            <a:off x="6867525" y="3989388"/>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n</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2000" u="none" cap="none" strike="noStrike">
              <a:solidFill>
                <a:srgbClr val="003399"/>
              </a:solidFill>
              <a:latin typeface="Times New Roman"/>
              <a:ea typeface="Times New Roman"/>
              <a:cs typeface="Times New Roman"/>
              <a:sym typeface="Times New Roman"/>
            </a:endParaRPr>
          </a:p>
        </p:txBody>
      </p:sp>
      <p:sp>
        <p:nvSpPr>
          <p:cNvPr id="2291" name="Google Shape;2291;p89"/>
          <p:cNvSpPr txBox="1"/>
          <p:nvPr/>
        </p:nvSpPr>
        <p:spPr>
          <a:xfrm>
            <a:off x="7319963" y="3989388"/>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a</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2000" u="none" cap="none" strike="noStrike">
              <a:solidFill>
                <a:srgbClr val="003399"/>
              </a:solidFill>
              <a:latin typeface="Times New Roman"/>
              <a:ea typeface="Times New Roman"/>
              <a:cs typeface="Times New Roman"/>
              <a:sym typeface="Times New Roman"/>
            </a:endParaRPr>
          </a:p>
        </p:txBody>
      </p:sp>
      <p:sp>
        <p:nvSpPr>
          <p:cNvPr id="2292" name="Google Shape;2292;p89"/>
          <p:cNvSpPr txBox="1"/>
          <p:nvPr/>
        </p:nvSpPr>
        <p:spPr>
          <a:xfrm>
            <a:off x="7124700" y="3294063"/>
            <a:ext cx="400050" cy="376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cxnSp>
        <p:nvCxnSpPr>
          <p:cNvPr id="2293" name="Google Shape;2293;p89"/>
          <p:cNvCxnSpPr/>
          <p:nvPr/>
        </p:nvCxnSpPr>
        <p:spPr>
          <a:xfrm flipH="1" rot="-2537517">
            <a:off x="7410450" y="3676650"/>
            <a:ext cx="125413" cy="312738"/>
          </a:xfrm>
          <a:prstGeom prst="straightConnector1">
            <a:avLst/>
          </a:prstGeom>
          <a:noFill/>
          <a:ln cap="flat" cmpd="sng" w="9525">
            <a:solidFill>
              <a:schemeClr val="dk1"/>
            </a:solidFill>
            <a:prstDash val="solid"/>
            <a:round/>
            <a:headEnd len="sm" w="sm" type="none"/>
            <a:tailEnd len="med" w="med" type="triangle"/>
          </a:ln>
        </p:spPr>
      </p:cxnSp>
      <p:cxnSp>
        <p:nvCxnSpPr>
          <p:cNvPr id="2294" name="Google Shape;2294;p89"/>
          <p:cNvCxnSpPr/>
          <p:nvPr/>
        </p:nvCxnSpPr>
        <p:spPr>
          <a:xfrm>
            <a:off x="3357563" y="2971800"/>
            <a:ext cx="233362" cy="195263"/>
          </a:xfrm>
          <a:prstGeom prst="straightConnector1">
            <a:avLst/>
          </a:prstGeom>
          <a:noFill/>
          <a:ln cap="flat" cmpd="sng" w="9525">
            <a:solidFill>
              <a:schemeClr val="dk1"/>
            </a:solidFill>
            <a:prstDash val="solid"/>
            <a:round/>
            <a:headEnd len="sm" w="sm" type="none"/>
            <a:tailEnd len="med" w="med" type="triangle"/>
          </a:ln>
        </p:spPr>
      </p:cxnSp>
      <p:cxnSp>
        <p:nvCxnSpPr>
          <p:cNvPr id="2295" name="Google Shape;2295;p89"/>
          <p:cNvCxnSpPr/>
          <p:nvPr/>
        </p:nvCxnSpPr>
        <p:spPr>
          <a:xfrm flipH="1">
            <a:off x="6348413" y="3000375"/>
            <a:ext cx="352425" cy="304800"/>
          </a:xfrm>
          <a:prstGeom prst="straightConnector1">
            <a:avLst/>
          </a:prstGeom>
          <a:noFill/>
          <a:ln cap="flat" cmpd="sng" w="9525">
            <a:solidFill>
              <a:schemeClr val="dk1"/>
            </a:solidFill>
            <a:prstDash val="solid"/>
            <a:round/>
            <a:headEnd len="sm" w="sm" type="none"/>
            <a:tailEnd len="med" w="med" type="triangle"/>
          </a:ln>
        </p:spPr>
      </p:cxnSp>
      <p:cxnSp>
        <p:nvCxnSpPr>
          <p:cNvPr id="2296" name="Google Shape;2296;p89"/>
          <p:cNvCxnSpPr/>
          <p:nvPr/>
        </p:nvCxnSpPr>
        <p:spPr>
          <a:xfrm>
            <a:off x="5067300" y="2106613"/>
            <a:ext cx="0" cy="552450"/>
          </a:xfrm>
          <a:prstGeom prst="straightConnector1">
            <a:avLst/>
          </a:prstGeom>
          <a:noFill/>
          <a:ln cap="flat" cmpd="sng" w="9525">
            <a:solidFill>
              <a:schemeClr val="dk1"/>
            </a:solidFill>
            <a:prstDash val="solid"/>
            <a:round/>
            <a:headEnd len="sm" w="sm" type="none"/>
            <a:tailEnd len="med" w="med" type="triangle"/>
          </a:ln>
        </p:spPr>
      </p:cxnSp>
      <p:cxnSp>
        <p:nvCxnSpPr>
          <p:cNvPr id="2297" name="Google Shape;2297;p89"/>
          <p:cNvCxnSpPr/>
          <p:nvPr/>
        </p:nvCxnSpPr>
        <p:spPr>
          <a:xfrm>
            <a:off x="6981825" y="2995613"/>
            <a:ext cx="352425" cy="300037"/>
          </a:xfrm>
          <a:prstGeom prst="straightConnector1">
            <a:avLst/>
          </a:prstGeom>
          <a:noFill/>
          <a:ln cap="flat" cmpd="sng" w="9525">
            <a:solidFill>
              <a:schemeClr val="dk1"/>
            </a:solidFill>
            <a:prstDash val="solid"/>
            <a:round/>
            <a:headEnd len="sm" w="sm" type="none"/>
            <a:tailEnd len="med" w="med" type="triangle"/>
          </a:ln>
        </p:spPr>
      </p:cxnSp>
      <p:sp>
        <p:nvSpPr>
          <p:cNvPr id="2298" name="Google Shape;2298;p89"/>
          <p:cNvSpPr txBox="1"/>
          <p:nvPr/>
        </p:nvSpPr>
        <p:spPr>
          <a:xfrm>
            <a:off x="990600" y="2471738"/>
            <a:ext cx="400050" cy="376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cxnSp>
        <p:nvCxnSpPr>
          <p:cNvPr id="2299" name="Google Shape;2299;p89"/>
          <p:cNvCxnSpPr/>
          <p:nvPr/>
        </p:nvCxnSpPr>
        <p:spPr>
          <a:xfrm rot="2537517">
            <a:off x="979488" y="2836863"/>
            <a:ext cx="39687" cy="233362"/>
          </a:xfrm>
          <a:prstGeom prst="straightConnector1">
            <a:avLst/>
          </a:prstGeom>
          <a:noFill/>
          <a:ln cap="flat" cmpd="sng" w="9525">
            <a:solidFill>
              <a:schemeClr val="dk1"/>
            </a:solidFill>
            <a:prstDash val="solid"/>
            <a:round/>
            <a:headEnd len="sm" w="sm" type="none"/>
            <a:tailEnd len="med" w="med" type="triangle"/>
          </a:ln>
        </p:spPr>
      </p:cxnSp>
      <p:cxnSp>
        <p:nvCxnSpPr>
          <p:cNvPr id="2300" name="Google Shape;2300;p89"/>
          <p:cNvCxnSpPr/>
          <p:nvPr/>
        </p:nvCxnSpPr>
        <p:spPr>
          <a:xfrm flipH="1" rot="-2537517">
            <a:off x="1384300" y="2827338"/>
            <a:ext cx="39688" cy="233362"/>
          </a:xfrm>
          <a:prstGeom prst="straightConnector1">
            <a:avLst/>
          </a:prstGeom>
          <a:noFill/>
          <a:ln cap="flat" cmpd="sng" w="9525">
            <a:solidFill>
              <a:schemeClr val="dk1"/>
            </a:solidFill>
            <a:prstDash val="solid"/>
            <a:round/>
            <a:headEnd len="sm" w="sm" type="none"/>
            <a:tailEnd len="med" w="med" type="triangle"/>
          </a:ln>
        </p:spPr>
      </p:cxnSp>
      <p:cxnSp>
        <p:nvCxnSpPr>
          <p:cNvPr id="2301" name="Google Shape;2301;p89"/>
          <p:cNvCxnSpPr/>
          <p:nvPr/>
        </p:nvCxnSpPr>
        <p:spPr>
          <a:xfrm>
            <a:off x="1143000" y="1897063"/>
            <a:ext cx="0" cy="552450"/>
          </a:xfrm>
          <a:prstGeom prst="straightConnector1">
            <a:avLst/>
          </a:prstGeom>
          <a:noFill/>
          <a:ln cap="flat" cmpd="sng" w="9525">
            <a:solidFill>
              <a:schemeClr val="dk1"/>
            </a:solidFill>
            <a:prstDash val="solid"/>
            <a:round/>
            <a:headEnd len="sm" w="sm" type="none"/>
            <a:tailEnd len="med" w="med" type="triangle"/>
          </a:ln>
        </p:spPr>
      </p:cxnSp>
      <p:sp>
        <p:nvSpPr>
          <p:cNvPr id="2302" name="Google Shape;2302;p89"/>
          <p:cNvSpPr txBox="1"/>
          <p:nvPr/>
        </p:nvSpPr>
        <p:spPr>
          <a:xfrm>
            <a:off x="3000375" y="2586038"/>
            <a:ext cx="400050" cy="376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6</a:t>
            </a:r>
            <a:endParaRPr b="0" i="0" sz="1400" u="none" cap="none" strike="noStrike">
              <a:solidFill>
                <a:srgbClr val="000000"/>
              </a:solidFill>
              <a:latin typeface="Arial"/>
              <a:ea typeface="Arial"/>
              <a:cs typeface="Arial"/>
              <a:sym typeface="Arial"/>
            </a:endParaRPr>
          </a:p>
        </p:txBody>
      </p:sp>
      <p:cxnSp>
        <p:nvCxnSpPr>
          <p:cNvPr id="2303" name="Google Shape;2303;p89"/>
          <p:cNvCxnSpPr/>
          <p:nvPr/>
        </p:nvCxnSpPr>
        <p:spPr>
          <a:xfrm flipH="1" rot="2537517">
            <a:off x="2957513" y="2916238"/>
            <a:ext cx="53975" cy="214312"/>
          </a:xfrm>
          <a:prstGeom prst="straightConnector1">
            <a:avLst/>
          </a:prstGeom>
          <a:noFill/>
          <a:ln cap="flat" cmpd="sng" w="9525">
            <a:solidFill>
              <a:schemeClr val="dk1"/>
            </a:solidFill>
            <a:prstDash val="solid"/>
            <a:round/>
            <a:headEnd len="sm" w="sm" type="none"/>
            <a:tailEnd len="med" w="med" type="triangle"/>
          </a:ln>
        </p:spPr>
      </p:cxnSp>
      <p:cxnSp>
        <p:nvCxnSpPr>
          <p:cNvPr id="2304" name="Google Shape;2304;p89"/>
          <p:cNvCxnSpPr/>
          <p:nvPr/>
        </p:nvCxnSpPr>
        <p:spPr>
          <a:xfrm>
            <a:off x="3257550" y="2049463"/>
            <a:ext cx="0" cy="552450"/>
          </a:xfrm>
          <a:prstGeom prst="straightConnector1">
            <a:avLst/>
          </a:prstGeom>
          <a:noFill/>
          <a:ln cap="flat" cmpd="sng" w="9525">
            <a:solidFill>
              <a:schemeClr val="dk1"/>
            </a:solidFill>
            <a:prstDash val="solid"/>
            <a:round/>
            <a:headEnd len="sm" w="sm" type="none"/>
            <a:tailEnd len="med" w="med" type="triangle"/>
          </a:ln>
        </p:spPr>
      </p:cxnSp>
      <p:sp>
        <p:nvSpPr>
          <p:cNvPr id="2305" name="Google Shape;2305;p89"/>
          <p:cNvSpPr txBox="1"/>
          <p:nvPr/>
        </p:nvSpPr>
        <p:spPr>
          <a:xfrm>
            <a:off x="6643688" y="2619375"/>
            <a:ext cx="400050" cy="37623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8</a:t>
            </a:r>
            <a:endParaRPr b="0" i="0" sz="1400" u="none" cap="none" strike="noStrike">
              <a:solidFill>
                <a:srgbClr val="000000"/>
              </a:solidFill>
              <a:latin typeface="Arial"/>
              <a:ea typeface="Arial"/>
              <a:cs typeface="Arial"/>
              <a:sym typeface="Arial"/>
            </a:endParaRPr>
          </a:p>
        </p:txBody>
      </p:sp>
      <p:cxnSp>
        <p:nvCxnSpPr>
          <p:cNvPr id="2306" name="Google Shape;2306;p89"/>
          <p:cNvCxnSpPr/>
          <p:nvPr/>
        </p:nvCxnSpPr>
        <p:spPr>
          <a:xfrm>
            <a:off x="5886450" y="1819275"/>
            <a:ext cx="0" cy="438150"/>
          </a:xfrm>
          <a:prstGeom prst="straightConnector1">
            <a:avLst/>
          </a:prstGeom>
          <a:noFill/>
          <a:ln cap="flat" cmpd="sng" w="9525">
            <a:solidFill>
              <a:srgbClr val="FF0000"/>
            </a:solidFill>
            <a:prstDash val="solid"/>
            <a:round/>
            <a:headEnd len="sm" w="sm" type="none"/>
            <a:tailEnd len="sm" w="sm" type="none"/>
          </a:ln>
        </p:spPr>
      </p:cxnSp>
      <p:cxnSp>
        <p:nvCxnSpPr>
          <p:cNvPr id="2307" name="Google Shape;2307;p89"/>
          <p:cNvCxnSpPr/>
          <p:nvPr/>
        </p:nvCxnSpPr>
        <p:spPr>
          <a:xfrm>
            <a:off x="6858000" y="2068513"/>
            <a:ext cx="0" cy="552450"/>
          </a:xfrm>
          <a:prstGeom prst="straightConnector1">
            <a:avLst/>
          </a:prstGeom>
          <a:noFill/>
          <a:ln cap="flat" cmpd="sng" w="9525">
            <a:solidFill>
              <a:schemeClr val="dk1"/>
            </a:solidFill>
            <a:prstDash val="solid"/>
            <a:round/>
            <a:headEnd len="sm" w="sm" type="none"/>
            <a:tailEnd len="med" w="med" type="triangle"/>
          </a:ln>
        </p:spPr>
      </p:cxn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5" name="Shape 2315"/>
        <p:cNvGrpSpPr/>
        <p:nvPr/>
      </p:nvGrpSpPr>
      <p:grpSpPr>
        <a:xfrm>
          <a:off x="0" y="0"/>
          <a:ext cx="0" cy="0"/>
          <a:chOff x="0" y="0"/>
          <a:chExt cx="0" cy="0"/>
        </a:xfrm>
      </p:grpSpPr>
      <p:sp>
        <p:nvSpPr>
          <p:cNvPr id="2316" name="Google Shape;2316;p90"/>
          <p:cNvSpPr txBox="1"/>
          <p:nvPr>
            <p:ph type="title"/>
          </p:nvPr>
        </p:nvSpPr>
        <p:spPr>
          <a:xfrm>
            <a:off x="696913" y="592138"/>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Building a Tree</a:t>
            </a:r>
            <a:endParaRPr/>
          </a:p>
        </p:txBody>
      </p:sp>
      <p:sp>
        <p:nvSpPr>
          <p:cNvPr id="2317" name="Google Shape;2317;p90"/>
          <p:cNvSpPr/>
          <p:nvPr/>
        </p:nvSpPr>
        <p:spPr>
          <a:xfrm>
            <a:off x="247650" y="1790700"/>
            <a:ext cx="3524250" cy="438150"/>
          </a:xfrm>
          <a:prstGeom prst="rect">
            <a:avLst/>
          </a:prstGeom>
          <a:solidFill>
            <a:schemeClr val="lt1"/>
          </a:solidFill>
          <a:ln cap="flat" cmpd="sng" w="952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cxnSp>
        <p:nvCxnSpPr>
          <p:cNvPr id="2318" name="Google Shape;2318;p90"/>
          <p:cNvCxnSpPr/>
          <p:nvPr/>
        </p:nvCxnSpPr>
        <p:spPr>
          <a:xfrm>
            <a:off x="1524000" y="1800225"/>
            <a:ext cx="0" cy="438150"/>
          </a:xfrm>
          <a:prstGeom prst="straightConnector1">
            <a:avLst/>
          </a:prstGeom>
          <a:noFill/>
          <a:ln cap="flat" cmpd="sng" w="9525">
            <a:solidFill>
              <a:srgbClr val="FF0000"/>
            </a:solidFill>
            <a:prstDash val="solid"/>
            <a:round/>
            <a:headEnd len="sm" w="sm" type="none"/>
            <a:tailEnd len="sm" w="sm" type="none"/>
          </a:ln>
        </p:spPr>
      </p:cxnSp>
      <p:cxnSp>
        <p:nvCxnSpPr>
          <p:cNvPr id="2319" name="Google Shape;2319;p90"/>
          <p:cNvCxnSpPr/>
          <p:nvPr/>
        </p:nvCxnSpPr>
        <p:spPr>
          <a:xfrm>
            <a:off x="3771900" y="1800225"/>
            <a:ext cx="0" cy="438150"/>
          </a:xfrm>
          <a:prstGeom prst="straightConnector1">
            <a:avLst/>
          </a:prstGeom>
          <a:noFill/>
          <a:ln cap="flat" cmpd="sng" w="9525">
            <a:solidFill>
              <a:srgbClr val="FF0000"/>
            </a:solidFill>
            <a:prstDash val="solid"/>
            <a:round/>
            <a:headEnd len="sm" w="sm" type="none"/>
            <a:tailEnd len="sm" w="sm" type="none"/>
          </a:ln>
        </p:spPr>
      </p:cxnSp>
      <p:cxnSp>
        <p:nvCxnSpPr>
          <p:cNvPr id="2320" name="Google Shape;2320;p90"/>
          <p:cNvCxnSpPr/>
          <p:nvPr/>
        </p:nvCxnSpPr>
        <p:spPr>
          <a:xfrm rot="2537517">
            <a:off x="4935538" y="4983163"/>
            <a:ext cx="141287" cy="269875"/>
          </a:xfrm>
          <a:prstGeom prst="straightConnector1">
            <a:avLst/>
          </a:prstGeom>
          <a:noFill/>
          <a:ln cap="flat" cmpd="sng" w="9525">
            <a:solidFill>
              <a:schemeClr val="dk1"/>
            </a:solidFill>
            <a:prstDash val="solid"/>
            <a:round/>
            <a:headEnd len="sm" w="sm" type="none"/>
            <a:tailEnd len="med" w="med" type="triangle"/>
          </a:ln>
        </p:spPr>
      </p:cxnSp>
      <p:sp>
        <p:nvSpPr>
          <p:cNvPr id="2321" name="Google Shape;2321;p90"/>
          <p:cNvSpPr txBox="1"/>
          <p:nvPr/>
        </p:nvSpPr>
        <p:spPr>
          <a:xfrm>
            <a:off x="4648200" y="5248275"/>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E</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322" name="Google Shape;2322;p90"/>
          <p:cNvSpPr txBox="1"/>
          <p:nvPr/>
        </p:nvSpPr>
        <p:spPr>
          <a:xfrm>
            <a:off x="5114925" y="5248275"/>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i</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323" name="Google Shape;2323;p90"/>
          <p:cNvSpPr txBox="1"/>
          <p:nvPr/>
        </p:nvSpPr>
        <p:spPr>
          <a:xfrm>
            <a:off x="7581900" y="4797425"/>
            <a:ext cx="5143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sp</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sp>
        <p:nvSpPr>
          <p:cNvPr id="2324" name="Google Shape;2324;p90"/>
          <p:cNvSpPr txBox="1"/>
          <p:nvPr/>
        </p:nvSpPr>
        <p:spPr>
          <a:xfrm>
            <a:off x="762000" y="2620963"/>
            <a:ext cx="400050" cy="78898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8</a:t>
            </a:r>
            <a:endParaRPr b="0" i="0" sz="1400" u="none" cap="none" strike="noStrike">
              <a:solidFill>
                <a:srgbClr val="000000"/>
              </a:solidFill>
              <a:latin typeface="Arial"/>
              <a:ea typeface="Arial"/>
              <a:cs typeface="Arial"/>
              <a:sym typeface="Arial"/>
            </a:endParaRPr>
          </a:p>
        </p:txBody>
      </p:sp>
      <p:cxnSp>
        <p:nvCxnSpPr>
          <p:cNvPr id="2325" name="Google Shape;2325;p90"/>
          <p:cNvCxnSpPr/>
          <p:nvPr/>
        </p:nvCxnSpPr>
        <p:spPr>
          <a:xfrm flipH="1" rot="-2537517">
            <a:off x="5222875" y="4994275"/>
            <a:ext cx="130175" cy="236538"/>
          </a:xfrm>
          <a:prstGeom prst="straightConnector1">
            <a:avLst/>
          </a:prstGeom>
          <a:noFill/>
          <a:ln cap="flat" cmpd="sng" w="9525">
            <a:solidFill>
              <a:schemeClr val="dk1"/>
            </a:solidFill>
            <a:prstDash val="solid"/>
            <a:round/>
            <a:headEnd len="sm" w="sm" type="none"/>
            <a:tailEnd len="med" w="med" type="triangle"/>
          </a:ln>
        </p:spPr>
      </p:cxnSp>
      <p:sp>
        <p:nvSpPr>
          <p:cNvPr id="2326" name="Google Shape;2326;p90"/>
          <p:cNvSpPr txBox="1"/>
          <p:nvPr/>
        </p:nvSpPr>
        <p:spPr>
          <a:xfrm>
            <a:off x="5024438" y="4595813"/>
            <a:ext cx="400050" cy="376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cxnSp>
        <p:nvCxnSpPr>
          <p:cNvPr id="2327" name="Google Shape;2327;p90"/>
          <p:cNvCxnSpPr/>
          <p:nvPr/>
        </p:nvCxnSpPr>
        <p:spPr>
          <a:xfrm rot="2537517">
            <a:off x="5784850" y="4978400"/>
            <a:ext cx="117475" cy="276225"/>
          </a:xfrm>
          <a:prstGeom prst="straightConnector1">
            <a:avLst/>
          </a:prstGeom>
          <a:noFill/>
          <a:ln cap="flat" cmpd="sng" w="9525">
            <a:solidFill>
              <a:schemeClr val="dk1"/>
            </a:solidFill>
            <a:prstDash val="solid"/>
            <a:round/>
            <a:headEnd len="sm" w="sm" type="none"/>
            <a:tailEnd len="med" w="med" type="triangle"/>
          </a:ln>
        </p:spPr>
      </p:cxnSp>
      <p:sp>
        <p:nvSpPr>
          <p:cNvPr id="2328" name="Google Shape;2328;p90"/>
          <p:cNvSpPr txBox="1"/>
          <p:nvPr/>
        </p:nvSpPr>
        <p:spPr>
          <a:xfrm>
            <a:off x="5605463" y="5253038"/>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y</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329" name="Google Shape;2329;p90"/>
          <p:cNvSpPr txBox="1"/>
          <p:nvPr/>
        </p:nvSpPr>
        <p:spPr>
          <a:xfrm>
            <a:off x="6057900" y="5248275"/>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l</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330" name="Google Shape;2330;p90"/>
          <p:cNvSpPr txBox="1"/>
          <p:nvPr/>
        </p:nvSpPr>
        <p:spPr>
          <a:xfrm>
            <a:off x="5748338" y="4595813"/>
            <a:ext cx="400050" cy="376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cxnSp>
        <p:nvCxnSpPr>
          <p:cNvPr id="2331" name="Google Shape;2331;p90"/>
          <p:cNvCxnSpPr/>
          <p:nvPr/>
        </p:nvCxnSpPr>
        <p:spPr>
          <a:xfrm flipH="1" rot="-2537517">
            <a:off x="6080125" y="5002213"/>
            <a:ext cx="152400" cy="227012"/>
          </a:xfrm>
          <a:prstGeom prst="straightConnector1">
            <a:avLst/>
          </a:prstGeom>
          <a:noFill/>
          <a:ln cap="flat" cmpd="sng" w="9525">
            <a:solidFill>
              <a:schemeClr val="dk1"/>
            </a:solidFill>
            <a:prstDash val="solid"/>
            <a:round/>
            <a:headEnd len="sm" w="sm" type="none"/>
            <a:tailEnd len="med" w="med" type="triangle"/>
          </a:ln>
        </p:spPr>
      </p:cxnSp>
      <p:cxnSp>
        <p:nvCxnSpPr>
          <p:cNvPr id="2332" name="Google Shape;2332;p90"/>
          <p:cNvCxnSpPr/>
          <p:nvPr/>
        </p:nvCxnSpPr>
        <p:spPr>
          <a:xfrm rot="2537517">
            <a:off x="6767513" y="5064125"/>
            <a:ext cx="36512" cy="214313"/>
          </a:xfrm>
          <a:prstGeom prst="straightConnector1">
            <a:avLst/>
          </a:prstGeom>
          <a:noFill/>
          <a:ln cap="flat" cmpd="sng" w="9525">
            <a:solidFill>
              <a:schemeClr val="dk1"/>
            </a:solidFill>
            <a:prstDash val="solid"/>
            <a:round/>
            <a:headEnd len="sm" w="sm" type="none"/>
            <a:tailEnd len="med" w="med" type="triangle"/>
          </a:ln>
        </p:spPr>
      </p:cxnSp>
      <p:sp>
        <p:nvSpPr>
          <p:cNvPr id="2333" name="Google Shape;2333;p90"/>
          <p:cNvSpPr txBox="1"/>
          <p:nvPr/>
        </p:nvSpPr>
        <p:spPr>
          <a:xfrm>
            <a:off x="6524625" y="5253038"/>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k</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334" name="Google Shape;2334;p90"/>
          <p:cNvSpPr txBox="1"/>
          <p:nvPr/>
        </p:nvSpPr>
        <p:spPr>
          <a:xfrm>
            <a:off x="6977063" y="5253038"/>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335" name="Google Shape;2335;p90"/>
          <p:cNvSpPr txBox="1"/>
          <p:nvPr/>
        </p:nvSpPr>
        <p:spPr>
          <a:xfrm>
            <a:off x="6738938" y="4710113"/>
            <a:ext cx="400050" cy="376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cxnSp>
        <p:nvCxnSpPr>
          <p:cNvPr id="2336" name="Google Shape;2336;p90"/>
          <p:cNvCxnSpPr/>
          <p:nvPr/>
        </p:nvCxnSpPr>
        <p:spPr>
          <a:xfrm flipH="1" rot="-2537517">
            <a:off x="7175500" y="5060950"/>
            <a:ext cx="14288" cy="214313"/>
          </a:xfrm>
          <a:prstGeom prst="straightConnector1">
            <a:avLst/>
          </a:prstGeom>
          <a:noFill/>
          <a:ln cap="flat" cmpd="sng" w="9525">
            <a:solidFill>
              <a:schemeClr val="dk1"/>
            </a:solidFill>
            <a:prstDash val="solid"/>
            <a:round/>
            <a:headEnd len="sm" w="sm" type="none"/>
            <a:tailEnd len="med" w="med" type="triangle"/>
          </a:ln>
        </p:spPr>
      </p:cxnSp>
      <p:cxnSp>
        <p:nvCxnSpPr>
          <p:cNvPr id="2337" name="Google Shape;2337;p90"/>
          <p:cNvCxnSpPr/>
          <p:nvPr/>
        </p:nvCxnSpPr>
        <p:spPr>
          <a:xfrm rot="2537517">
            <a:off x="2071688" y="3563938"/>
            <a:ext cx="125412" cy="312737"/>
          </a:xfrm>
          <a:prstGeom prst="straightConnector1">
            <a:avLst/>
          </a:prstGeom>
          <a:noFill/>
          <a:ln cap="flat" cmpd="sng" w="9525">
            <a:solidFill>
              <a:schemeClr val="dk1"/>
            </a:solidFill>
            <a:prstDash val="solid"/>
            <a:round/>
            <a:headEnd len="sm" w="sm" type="none"/>
            <a:tailEnd len="med" w="med" type="triangle"/>
          </a:ln>
        </p:spPr>
      </p:cxnSp>
      <p:sp>
        <p:nvSpPr>
          <p:cNvPr id="2338" name="Google Shape;2338;p90"/>
          <p:cNvSpPr txBox="1"/>
          <p:nvPr/>
        </p:nvSpPr>
        <p:spPr>
          <a:xfrm>
            <a:off x="1871663" y="3867150"/>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r</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2000" u="none" cap="none" strike="noStrike">
              <a:solidFill>
                <a:srgbClr val="003399"/>
              </a:solidFill>
              <a:latin typeface="Times New Roman"/>
              <a:ea typeface="Times New Roman"/>
              <a:cs typeface="Times New Roman"/>
              <a:sym typeface="Times New Roman"/>
            </a:endParaRPr>
          </a:p>
        </p:txBody>
      </p:sp>
      <p:sp>
        <p:nvSpPr>
          <p:cNvPr id="2339" name="Google Shape;2339;p90"/>
          <p:cNvSpPr txBox="1"/>
          <p:nvPr/>
        </p:nvSpPr>
        <p:spPr>
          <a:xfrm>
            <a:off x="2324100" y="3867150"/>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s</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2000" u="none" cap="none" strike="noStrike">
              <a:solidFill>
                <a:srgbClr val="003399"/>
              </a:solidFill>
              <a:latin typeface="Times New Roman"/>
              <a:ea typeface="Times New Roman"/>
              <a:cs typeface="Times New Roman"/>
              <a:sym typeface="Times New Roman"/>
            </a:endParaRPr>
          </a:p>
        </p:txBody>
      </p:sp>
      <p:sp>
        <p:nvSpPr>
          <p:cNvPr id="2340" name="Google Shape;2340;p90"/>
          <p:cNvSpPr txBox="1"/>
          <p:nvPr/>
        </p:nvSpPr>
        <p:spPr>
          <a:xfrm>
            <a:off x="2128838" y="3171825"/>
            <a:ext cx="400050" cy="37623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cxnSp>
        <p:nvCxnSpPr>
          <p:cNvPr id="2341" name="Google Shape;2341;p90"/>
          <p:cNvCxnSpPr/>
          <p:nvPr/>
        </p:nvCxnSpPr>
        <p:spPr>
          <a:xfrm flipH="1" rot="-2537517">
            <a:off x="2414588" y="3554413"/>
            <a:ext cx="125412" cy="312737"/>
          </a:xfrm>
          <a:prstGeom prst="straightConnector1">
            <a:avLst/>
          </a:prstGeom>
          <a:noFill/>
          <a:ln cap="flat" cmpd="sng" w="9525">
            <a:solidFill>
              <a:schemeClr val="dk1"/>
            </a:solidFill>
            <a:prstDash val="solid"/>
            <a:round/>
            <a:headEnd len="sm" w="sm" type="none"/>
            <a:tailEnd len="med" w="med" type="triangle"/>
          </a:ln>
        </p:spPr>
      </p:cxnSp>
      <p:cxnSp>
        <p:nvCxnSpPr>
          <p:cNvPr id="2342" name="Google Shape;2342;p90"/>
          <p:cNvCxnSpPr/>
          <p:nvPr/>
        </p:nvCxnSpPr>
        <p:spPr>
          <a:xfrm rot="2537517">
            <a:off x="3048000" y="3552825"/>
            <a:ext cx="125413" cy="312738"/>
          </a:xfrm>
          <a:prstGeom prst="straightConnector1">
            <a:avLst/>
          </a:prstGeom>
          <a:noFill/>
          <a:ln cap="flat" cmpd="sng" w="9525">
            <a:solidFill>
              <a:schemeClr val="dk1"/>
            </a:solidFill>
            <a:prstDash val="solid"/>
            <a:round/>
            <a:headEnd len="sm" w="sm" type="none"/>
            <a:tailEnd len="med" w="med" type="triangle"/>
          </a:ln>
        </p:spPr>
      </p:cxnSp>
      <p:sp>
        <p:nvSpPr>
          <p:cNvPr id="2343" name="Google Shape;2343;p90"/>
          <p:cNvSpPr txBox="1"/>
          <p:nvPr/>
        </p:nvSpPr>
        <p:spPr>
          <a:xfrm>
            <a:off x="2847975" y="3856038"/>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n</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2000" u="none" cap="none" strike="noStrike">
              <a:solidFill>
                <a:srgbClr val="003399"/>
              </a:solidFill>
              <a:latin typeface="Times New Roman"/>
              <a:ea typeface="Times New Roman"/>
              <a:cs typeface="Times New Roman"/>
              <a:sym typeface="Times New Roman"/>
            </a:endParaRPr>
          </a:p>
        </p:txBody>
      </p:sp>
      <p:sp>
        <p:nvSpPr>
          <p:cNvPr id="2344" name="Google Shape;2344;p90"/>
          <p:cNvSpPr txBox="1"/>
          <p:nvPr/>
        </p:nvSpPr>
        <p:spPr>
          <a:xfrm>
            <a:off x="3300413" y="3856038"/>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a</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2000" u="none" cap="none" strike="noStrike">
              <a:solidFill>
                <a:srgbClr val="003399"/>
              </a:solidFill>
              <a:latin typeface="Times New Roman"/>
              <a:ea typeface="Times New Roman"/>
              <a:cs typeface="Times New Roman"/>
              <a:sym typeface="Times New Roman"/>
            </a:endParaRPr>
          </a:p>
        </p:txBody>
      </p:sp>
      <p:sp>
        <p:nvSpPr>
          <p:cNvPr id="2345" name="Google Shape;2345;p90"/>
          <p:cNvSpPr txBox="1"/>
          <p:nvPr/>
        </p:nvSpPr>
        <p:spPr>
          <a:xfrm>
            <a:off x="3105150" y="3160713"/>
            <a:ext cx="400050" cy="376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cxnSp>
        <p:nvCxnSpPr>
          <p:cNvPr id="2346" name="Google Shape;2346;p90"/>
          <p:cNvCxnSpPr/>
          <p:nvPr/>
        </p:nvCxnSpPr>
        <p:spPr>
          <a:xfrm flipH="1" rot="-2537517">
            <a:off x="3390900" y="3543300"/>
            <a:ext cx="125413" cy="312738"/>
          </a:xfrm>
          <a:prstGeom prst="straightConnector1">
            <a:avLst/>
          </a:prstGeom>
          <a:noFill/>
          <a:ln cap="flat" cmpd="sng" w="9525">
            <a:solidFill>
              <a:schemeClr val="dk1"/>
            </a:solidFill>
            <a:prstDash val="solid"/>
            <a:round/>
            <a:headEnd len="sm" w="sm" type="none"/>
            <a:tailEnd len="med" w="med" type="triangle"/>
          </a:ln>
        </p:spPr>
      </p:cxnSp>
      <p:cxnSp>
        <p:nvCxnSpPr>
          <p:cNvPr id="2347" name="Google Shape;2347;p90"/>
          <p:cNvCxnSpPr/>
          <p:nvPr/>
        </p:nvCxnSpPr>
        <p:spPr>
          <a:xfrm>
            <a:off x="7510463" y="4591050"/>
            <a:ext cx="233362" cy="195263"/>
          </a:xfrm>
          <a:prstGeom prst="straightConnector1">
            <a:avLst/>
          </a:prstGeom>
          <a:noFill/>
          <a:ln cap="flat" cmpd="sng" w="9525">
            <a:solidFill>
              <a:schemeClr val="dk1"/>
            </a:solidFill>
            <a:prstDash val="solid"/>
            <a:round/>
            <a:headEnd len="sm" w="sm" type="none"/>
            <a:tailEnd len="med" w="med" type="triangle"/>
          </a:ln>
        </p:spPr>
      </p:cxnSp>
      <p:cxnSp>
        <p:nvCxnSpPr>
          <p:cNvPr id="2348" name="Google Shape;2348;p90"/>
          <p:cNvCxnSpPr/>
          <p:nvPr/>
        </p:nvCxnSpPr>
        <p:spPr>
          <a:xfrm flipH="1">
            <a:off x="2328863" y="2867025"/>
            <a:ext cx="352425" cy="304800"/>
          </a:xfrm>
          <a:prstGeom prst="straightConnector1">
            <a:avLst/>
          </a:prstGeom>
          <a:noFill/>
          <a:ln cap="flat" cmpd="sng" w="9525">
            <a:solidFill>
              <a:schemeClr val="dk1"/>
            </a:solidFill>
            <a:prstDash val="solid"/>
            <a:round/>
            <a:headEnd len="sm" w="sm" type="none"/>
            <a:tailEnd len="med" w="med" type="triangle"/>
          </a:ln>
        </p:spPr>
      </p:cxnSp>
      <p:cxnSp>
        <p:nvCxnSpPr>
          <p:cNvPr id="2349" name="Google Shape;2349;p90"/>
          <p:cNvCxnSpPr/>
          <p:nvPr/>
        </p:nvCxnSpPr>
        <p:spPr>
          <a:xfrm>
            <a:off x="914400" y="2087563"/>
            <a:ext cx="0" cy="552450"/>
          </a:xfrm>
          <a:prstGeom prst="straightConnector1">
            <a:avLst/>
          </a:prstGeom>
          <a:noFill/>
          <a:ln cap="flat" cmpd="sng" w="9525">
            <a:solidFill>
              <a:schemeClr val="dk1"/>
            </a:solidFill>
            <a:prstDash val="solid"/>
            <a:round/>
            <a:headEnd len="sm" w="sm" type="none"/>
            <a:tailEnd len="med" w="med" type="triangle"/>
          </a:ln>
        </p:spPr>
      </p:cxnSp>
      <p:cxnSp>
        <p:nvCxnSpPr>
          <p:cNvPr id="2350" name="Google Shape;2350;p90"/>
          <p:cNvCxnSpPr/>
          <p:nvPr/>
        </p:nvCxnSpPr>
        <p:spPr>
          <a:xfrm>
            <a:off x="2962275" y="2862263"/>
            <a:ext cx="352425" cy="300037"/>
          </a:xfrm>
          <a:prstGeom prst="straightConnector1">
            <a:avLst/>
          </a:prstGeom>
          <a:noFill/>
          <a:ln cap="flat" cmpd="sng" w="9525">
            <a:solidFill>
              <a:schemeClr val="dk1"/>
            </a:solidFill>
            <a:prstDash val="solid"/>
            <a:round/>
            <a:headEnd len="sm" w="sm" type="none"/>
            <a:tailEnd len="med" w="med" type="triangle"/>
          </a:ln>
        </p:spPr>
      </p:cxnSp>
      <p:sp>
        <p:nvSpPr>
          <p:cNvPr id="2351" name="Google Shape;2351;p90"/>
          <p:cNvSpPr txBox="1"/>
          <p:nvPr/>
        </p:nvSpPr>
        <p:spPr>
          <a:xfrm>
            <a:off x="5372100" y="4014788"/>
            <a:ext cx="400050" cy="376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cxnSp>
        <p:nvCxnSpPr>
          <p:cNvPr id="2352" name="Google Shape;2352;p90"/>
          <p:cNvCxnSpPr/>
          <p:nvPr/>
        </p:nvCxnSpPr>
        <p:spPr>
          <a:xfrm rot="2537517">
            <a:off x="5360988" y="4379913"/>
            <a:ext cx="39687" cy="233362"/>
          </a:xfrm>
          <a:prstGeom prst="straightConnector1">
            <a:avLst/>
          </a:prstGeom>
          <a:noFill/>
          <a:ln cap="flat" cmpd="sng" w="9525">
            <a:solidFill>
              <a:schemeClr val="dk1"/>
            </a:solidFill>
            <a:prstDash val="solid"/>
            <a:round/>
            <a:headEnd len="sm" w="sm" type="none"/>
            <a:tailEnd len="med" w="med" type="triangle"/>
          </a:ln>
        </p:spPr>
      </p:cxnSp>
      <p:cxnSp>
        <p:nvCxnSpPr>
          <p:cNvPr id="2353" name="Google Shape;2353;p90"/>
          <p:cNvCxnSpPr/>
          <p:nvPr/>
        </p:nvCxnSpPr>
        <p:spPr>
          <a:xfrm flipH="1" rot="-2537517">
            <a:off x="5765800" y="4370388"/>
            <a:ext cx="39688" cy="233362"/>
          </a:xfrm>
          <a:prstGeom prst="straightConnector1">
            <a:avLst/>
          </a:prstGeom>
          <a:noFill/>
          <a:ln cap="flat" cmpd="sng" w="9525">
            <a:solidFill>
              <a:schemeClr val="dk1"/>
            </a:solidFill>
            <a:prstDash val="solid"/>
            <a:round/>
            <a:headEnd len="sm" w="sm" type="none"/>
            <a:tailEnd len="med" w="med" type="triangle"/>
          </a:ln>
        </p:spPr>
      </p:cxnSp>
      <p:cxnSp>
        <p:nvCxnSpPr>
          <p:cNvPr id="2354" name="Google Shape;2354;p90"/>
          <p:cNvCxnSpPr/>
          <p:nvPr/>
        </p:nvCxnSpPr>
        <p:spPr>
          <a:xfrm flipH="1">
            <a:off x="5762625" y="3806825"/>
            <a:ext cx="333375" cy="214313"/>
          </a:xfrm>
          <a:prstGeom prst="straightConnector1">
            <a:avLst/>
          </a:prstGeom>
          <a:noFill/>
          <a:ln cap="flat" cmpd="sng" w="9525">
            <a:solidFill>
              <a:schemeClr val="dk1"/>
            </a:solidFill>
            <a:prstDash val="solid"/>
            <a:round/>
            <a:headEnd len="sm" w="sm" type="none"/>
            <a:tailEnd len="med" w="med" type="triangle"/>
          </a:ln>
        </p:spPr>
      </p:cxnSp>
      <p:sp>
        <p:nvSpPr>
          <p:cNvPr id="2355" name="Google Shape;2355;p90"/>
          <p:cNvSpPr txBox="1"/>
          <p:nvPr/>
        </p:nvSpPr>
        <p:spPr>
          <a:xfrm>
            <a:off x="7153275" y="4205288"/>
            <a:ext cx="400050" cy="376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6</a:t>
            </a:r>
            <a:endParaRPr b="0" i="0" sz="1400" u="none" cap="none" strike="noStrike">
              <a:solidFill>
                <a:srgbClr val="000000"/>
              </a:solidFill>
              <a:latin typeface="Arial"/>
              <a:ea typeface="Arial"/>
              <a:cs typeface="Arial"/>
              <a:sym typeface="Arial"/>
            </a:endParaRPr>
          </a:p>
        </p:txBody>
      </p:sp>
      <p:cxnSp>
        <p:nvCxnSpPr>
          <p:cNvPr id="2356" name="Google Shape;2356;p90"/>
          <p:cNvCxnSpPr/>
          <p:nvPr/>
        </p:nvCxnSpPr>
        <p:spPr>
          <a:xfrm flipH="1" rot="2537517">
            <a:off x="7110413" y="4535488"/>
            <a:ext cx="53975" cy="214312"/>
          </a:xfrm>
          <a:prstGeom prst="straightConnector1">
            <a:avLst/>
          </a:prstGeom>
          <a:noFill/>
          <a:ln cap="flat" cmpd="sng" w="9525">
            <a:solidFill>
              <a:schemeClr val="dk1"/>
            </a:solidFill>
            <a:prstDash val="solid"/>
            <a:round/>
            <a:headEnd len="sm" w="sm" type="none"/>
            <a:tailEnd len="med" w="med" type="triangle"/>
          </a:ln>
        </p:spPr>
      </p:cxnSp>
      <p:cxnSp>
        <p:nvCxnSpPr>
          <p:cNvPr id="2357" name="Google Shape;2357;p90"/>
          <p:cNvCxnSpPr/>
          <p:nvPr/>
        </p:nvCxnSpPr>
        <p:spPr>
          <a:xfrm>
            <a:off x="6634163" y="3811588"/>
            <a:ext cx="528637" cy="409575"/>
          </a:xfrm>
          <a:prstGeom prst="straightConnector1">
            <a:avLst/>
          </a:prstGeom>
          <a:noFill/>
          <a:ln cap="flat" cmpd="sng" w="9525">
            <a:solidFill>
              <a:schemeClr val="dk1"/>
            </a:solidFill>
            <a:prstDash val="solid"/>
            <a:round/>
            <a:headEnd len="sm" w="sm" type="none"/>
            <a:tailEnd len="med" w="med" type="triangle"/>
          </a:ln>
        </p:spPr>
      </p:cxnSp>
      <p:sp>
        <p:nvSpPr>
          <p:cNvPr id="2358" name="Google Shape;2358;p90"/>
          <p:cNvSpPr txBox="1"/>
          <p:nvPr/>
        </p:nvSpPr>
        <p:spPr>
          <a:xfrm>
            <a:off x="2624138" y="2486025"/>
            <a:ext cx="400050" cy="37623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8</a:t>
            </a:r>
            <a:endParaRPr b="0" i="0" sz="1400" u="none" cap="none" strike="noStrike">
              <a:solidFill>
                <a:srgbClr val="000000"/>
              </a:solidFill>
              <a:latin typeface="Arial"/>
              <a:ea typeface="Arial"/>
              <a:cs typeface="Arial"/>
              <a:sym typeface="Arial"/>
            </a:endParaRPr>
          </a:p>
        </p:txBody>
      </p:sp>
      <p:cxnSp>
        <p:nvCxnSpPr>
          <p:cNvPr id="2359" name="Google Shape;2359;p90"/>
          <p:cNvCxnSpPr/>
          <p:nvPr/>
        </p:nvCxnSpPr>
        <p:spPr>
          <a:xfrm>
            <a:off x="2838450" y="1935163"/>
            <a:ext cx="0" cy="552450"/>
          </a:xfrm>
          <a:prstGeom prst="straightConnector1">
            <a:avLst/>
          </a:prstGeom>
          <a:noFill/>
          <a:ln cap="flat" cmpd="sng" w="9525">
            <a:solidFill>
              <a:schemeClr val="dk1"/>
            </a:solidFill>
            <a:prstDash val="solid"/>
            <a:round/>
            <a:headEnd len="sm" w="sm" type="none"/>
            <a:tailEnd len="med" w="med" type="triangle"/>
          </a:ln>
        </p:spPr>
      </p:cxnSp>
      <p:sp>
        <p:nvSpPr>
          <p:cNvPr id="2360" name="Google Shape;2360;p90"/>
          <p:cNvSpPr txBox="1"/>
          <p:nvPr/>
        </p:nvSpPr>
        <p:spPr>
          <a:xfrm>
            <a:off x="6096000" y="3448050"/>
            <a:ext cx="533400" cy="37623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10</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8" name="Shape 2368"/>
        <p:cNvGrpSpPr/>
        <p:nvPr/>
      </p:nvGrpSpPr>
      <p:grpSpPr>
        <a:xfrm>
          <a:off x="0" y="0"/>
          <a:ext cx="0" cy="0"/>
          <a:chOff x="0" y="0"/>
          <a:chExt cx="0" cy="0"/>
        </a:xfrm>
      </p:grpSpPr>
      <p:sp>
        <p:nvSpPr>
          <p:cNvPr id="2369" name="Google Shape;2369;p91"/>
          <p:cNvSpPr txBox="1"/>
          <p:nvPr>
            <p:ph type="title"/>
          </p:nvPr>
        </p:nvSpPr>
        <p:spPr>
          <a:xfrm>
            <a:off x="696913" y="592138"/>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Building a Tree</a:t>
            </a:r>
            <a:endParaRPr/>
          </a:p>
        </p:txBody>
      </p:sp>
      <p:sp>
        <p:nvSpPr>
          <p:cNvPr id="2370" name="Google Shape;2370;p91"/>
          <p:cNvSpPr/>
          <p:nvPr/>
        </p:nvSpPr>
        <p:spPr>
          <a:xfrm>
            <a:off x="247650" y="1790700"/>
            <a:ext cx="6343650" cy="438150"/>
          </a:xfrm>
          <a:prstGeom prst="rect">
            <a:avLst/>
          </a:prstGeom>
          <a:solidFill>
            <a:schemeClr val="lt1"/>
          </a:solidFill>
          <a:ln cap="flat" cmpd="sng" w="952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cxnSp>
        <p:nvCxnSpPr>
          <p:cNvPr id="2371" name="Google Shape;2371;p91"/>
          <p:cNvCxnSpPr/>
          <p:nvPr/>
        </p:nvCxnSpPr>
        <p:spPr>
          <a:xfrm>
            <a:off x="1524000" y="1800225"/>
            <a:ext cx="0" cy="438150"/>
          </a:xfrm>
          <a:prstGeom prst="straightConnector1">
            <a:avLst/>
          </a:prstGeom>
          <a:noFill/>
          <a:ln cap="flat" cmpd="sng" w="9525">
            <a:solidFill>
              <a:srgbClr val="FF0000"/>
            </a:solidFill>
            <a:prstDash val="solid"/>
            <a:round/>
            <a:headEnd len="sm" w="sm" type="none"/>
            <a:tailEnd len="sm" w="sm" type="none"/>
          </a:ln>
        </p:spPr>
      </p:cxnSp>
      <p:cxnSp>
        <p:nvCxnSpPr>
          <p:cNvPr id="2372" name="Google Shape;2372;p91"/>
          <p:cNvCxnSpPr/>
          <p:nvPr/>
        </p:nvCxnSpPr>
        <p:spPr>
          <a:xfrm>
            <a:off x="3771900" y="1800225"/>
            <a:ext cx="0" cy="438150"/>
          </a:xfrm>
          <a:prstGeom prst="straightConnector1">
            <a:avLst/>
          </a:prstGeom>
          <a:noFill/>
          <a:ln cap="flat" cmpd="sng" w="9525">
            <a:solidFill>
              <a:srgbClr val="FF0000"/>
            </a:solidFill>
            <a:prstDash val="solid"/>
            <a:round/>
            <a:headEnd len="sm" w="sm" type="none"/>
            <a:tailEnd len="sm" w="sm" type="none"/>
          </a:ln>
        </p:spPr>
      </p:cxnSp>
      <p:cxnSp>
        <p:nvCxnSpPr>
          <p:cNvPr id="2373" name="Google Shape;2373;p91"/>
          <p:cNvCxnSpPr/>
          <p:nvPr/>
        </p:nvCxnSpPr>
        <p:spPr>
          <a:xfrm rot="2537517">
            <a:off x="4173538" y="4106863"/>
            <a:ext cx="141287" cy="269875"/>
          </a:xfrm>
          <a:prstGeom prst="straightConnector1">
            <a:avLst/>
          </a:prstGeom>
          <a:noFill/>
          <a:ln cap="flat" cmpd="sng" w="9525">
            <a:solidFill>
              <a:schemeClr val="dk1"/>
            </a:solidFill>
            <a:prstDash val="solid"/>
            <a:round/>
            <a:headEnd len="sm" w="sm" type="none"/>
            <a:tailEnd len="med" w="med" type="triangle"/>
          </a:ln>
        </p:spPr>
      </p:cxnSp>
      <p:sp>
        <p:nvSpPr>
          <p:cNvPr id="2374" name="Google Shape;2374;p91"/>
          <p:cNvSpPr txBox="1"/>
          <p:nvPr/>
        </p:nvSpPr>
        <p:spPr>
          <a:xfrm>
            <a:off x="3886200" y="4371975"/>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E</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375" name="Google Shape;2375;p91"/>
          <p:cNvSpPr txBox="1"/>
          <p:nvPr/>
        </p:nvSpPr>
        <p:spPr>
          <a:xfrm>
            <a:off x="4352925" y="4371975"/>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i</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376" name="Google Shape;2376;p91"/>
          <p:cNvSpPr txBox="1"/>
          <p:nvPr/>
        </p:nvSpPr>
        <p:spPr>
          <a:xfrm>
            <a:off x="6819900" y="3921125"/>
            <a:ext cx="5143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sp</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sp>
        <p:nvSpPr>
          <p:cNvPr id="2377" name="Google Shape;2377;p91"/>
          <p:cNvSpPr txBox="1"/>
          <p:nvPr/>
        </p:nvSpPr>
        <p:spPr>
          <a:xfrm>
            <a:off x="762000" y="2620963"/>
            <a:ext cx="400050" cy="78898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8</a:t>
            </a:r>
            <a:endParaRPr b="0" i="0" sz="1400" u="none" cap="none" strike="noStrike">
              <a:solidFill>
                <a:srgbClr val="000000"/>
              </a:solidFill>
              <a:latin typeface="Arial"/>
              <a:ea typeface="Arial"/>
              <a:cs typeface="Arial"/>
              <a:sym typeface="Arial"/>
            </a:endParaRPr>
          </a:p>
        </p:txBody>
      </p:sp>
      <p:cxnSp>
        <p:nvCxnSpPr>
          <p:cNvPr id="2378" name="Google Shape;2378;p91"/>
          <p:cNvCxnSpPr/>
          <p:nvPr/>
        </p:nvCxnSpPr>
        <p:spPr>
          <a:xfrm flipH="1" rot="-2537517">
            <a:off x="4460875" y="4117975"/>
            <a:ext cx="130175" cy="236538"/>
          </a:xfrm>
          <a:prstGeom prst="straightConnector1">
            <a:avLst/>
          </a:prstGeom>
          <a:noFill/>
          <a:ln cap="flat" cmpd="sng" w="9525">
            <a:solidFill>
              <a:schemeClr val="dk1"/>
            </a:solidFill>
            <a:prstDash val="solid"/>
            <a:round/>
            <a:headEnd len="sm" w="sm" type="none"/>
            <a:tailEnd len="med" w="med" type="triangle"/>
          </a:ln>
        </p:spPr>
      </p:cxnSp>
      <p:sp>
        <p:nvSpPr>
          <p:cNvPr id="2379" name="Google Shape;2379;p91"/>
          <p:cNvSpPr txBox="1"/>
          <p:nvPr/>
        </p:nvSpPr>
        <p:spPr>
          <a:xfrm>
            <a:off x="4262438" y="3719513"/>
            <a:ext cx="400050" cy="376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cxnSp>
        <p:nvCxnSpPr>
          <p:cNvPr id="2380" name="Google Shape;2380;p91"/>
          <p:cNvCxnSpPr/>
          <p:nvPr/>
        </p:nvCxnSpPr>
        <p:spPr>
          <a:xfrm rot="2537517">
            <a:off x="5022850" y="4102100"/>
            <a:ext cx="117475" cy="276225"/>
          </a:xfrm>
          <a:prstGeom prst="straightConnector1">
            <a:avLst/>
          </a:prstGeom>
          <a:noFill/>
          <a:ln cap="flat" cmpd="sng" w="9525">
            <a:solidFill>
              <a:schemeClr val="dk1"/>
            </a:solidFill>
            <a:prstDash val="solid"/>
            <a:round/>
            <a:headEnd len="sm" w="sm" type="none"/>
            <a:tailEnd len="med" w="med" type="triangle"/>
          </a:ln>
        </p:spPr>
      </p:cxnSp>
      <p:sp>
        <p:nvSpPr>
          <p:cNvPr id="2381" name="Google Shape;2381;p91"/>
          <p:cNvSpPr txBox="1"/>
          <p:nvPr/>
        </p:nvSpPr>
        <p:spPr>
          <a:xfrm>
            <a:off x="4843463" y="4376738"/>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y</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382" name="Google Shape;2382;p91"/>
          <p:cNvSpPr txBox="1"/>
          <p:nvPr/>
        </p:nvSpPr>
        <p:spPr>
          <a:xfrm>
            <a:off x="5295900" y="4371975"/>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l</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383" name="Google Shape;2383;p91"/>
          <p:cNvSpPr txBox="1"/>
          <p:nvPr/>
        </p:nvSpPr>
        <p:spPr>
          <a:xfrm>
            <a:off x="4986338" y="3719513"/>
            <a:ext cx="400050" cy="376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cxnSp>
        <p:nvCxnSpPr>
          <p:cNvPr id="2384" name="Google Shape;2384;p91"/>
          <p:cNvCxnSpPr/>
          <p:nvPr/>
        </p:nvCxnSpPr>
        <p:spPr>
          <a:xfrm flipH="1" rot="-2537517">
            <a:off x="5318125" y="4125913"/>
            <a:ext cx="152400" cy="227012"/>
          </a:xfrm>
          <a:prstGeom prst="straightConnector1">
            <a:avLst/>
          </a:prstGeom>
          <a:noFill/>
          <a:ln cap="flat" cmpd="sng" w="9525">
            <a:solidFill>
              <a:schemeClr val="dk1"/>
            </a:solidFill>
            <a:prstDash val="solid"/>
            <a:round/>
            <a:headEnd len="sm" w="sm" type="none"/>
            <a:tailEnd len="med" w="med" type="triangle"/>
          </a:ln>
        </p:spPr>
      </p:cxnSp>
      <p:cxnSp>
        <p:nvCxnSpPr>
          <p:cNvPr id="2385" name="Google Shape;2385;p91"/>
          <p:cNvCxnSpPr/>
          <p:nvPr/>
        </p:nvCxnSpPr>
        <p:spPr>
          <a:xfrm rot="2537517">
            <a:off x="6005513" y="4187825"/>
            <a:ext cx="36512" cy="214313"/>
          </a:xfrm>
          <a:prstGeom prst="straightConnector1">
            <a:avLst/>
          </a:prstGeom>
          <a:noFill/>
          <a:ln cap="flat" cmpd="sng" w="9525">
            <a:solidFill>
              <a:schemeClr val="dk1"/>
            </a:solidFill>
            <a:prstDash val="solid"/>
            <a:round/>
            <a:headEnd len="sm" w="sm" type="none"/>
            <a:tailEnd len="med" w="med" type="triangle"/>
          </a:ln>
        </p:spPr>
      </p:cxnSp>
      <p:sp>
        <p:nvSpPr>
          <p:cNvPr id="2386" name="Google Shape;2386;p91"/>
          <p:cNvSpPr txBox="1"/>
          <p:nvPr/>
        </p:nvSpPr>
        <p:spPr>
          <a:xfrm>
            <a:off x="5762625" y="4376738"/>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k</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387" name="Google Shape;2387;p91"/>
          <p:cNvSpPr txBox="1"/>
          <p:nvPr/>
        </p:nvSpPr>
        <p:spPr>
          <a:xfrm>
            <a:off x="6215063" y="4376738"/>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388" name="Google Shape;2388;p91"/>
          <p:cNvSpPr txBox="1"/>
          <p:nvPr/>
        </p:nvSpPr>
        <p:spPr>
          <a:xfrm>
            <a:off x="5976938" y="3833813"/>
            <a:ext cx="400050" cy="376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cxnSp>
        <p:nvCxnSpPr>
          <p:cNvPr id="2389" name="Google Shape;2389;p91"/>
          <p:cNvCxnSpPr/>
          <p:nvPr/>
        </p:nvCxnSpPr>
        <p:spPr>
          <a:xfrm flipH="1" rot="-2537517">
            <a:off x="6413500" y="4184650"/>
            <a:ext cx="14288" cy="214313"/>
          </a:xfrm>
          <a:prstGeom prst="straightConnector1">
            <a:avLst/>
          </a:prstGeom>
          <a:noFill/>
          <a:ln cap="flat" cmpd="sng" w="9525">
            <a:solidFill>
              <a:schemeClr val="dk1"/>
            </a:solidFill>
            <a:prstDash val="solid"/>
            <a:round/>
            <a:headEnd len="sm" w="sm" type="none"/>
            <a:tailEnd len="med" w="med" type="triangle"/>
          </a:ln>
        </p:spPr>
      </p:cxnSp>
      <p:cxnSp>
        <p:nvCxnSpPr>
          <p:cNvPr id="2390" name="Google Shape;2390;p91"/>
          <p:cNvCxnSpPr/>
          <p:nvPr/>
        </p:nvCxnSpPr>
        <p:spPr>
          <a:xfrm rot="2537517">
            <a:off x="2071688" y="3563938"/>
            <a:ext cx="125412" cy="312737"/>
          </a:xfrm>
          <a:prstGeom prst="straightConnector1">
            <a:avLst/>
          </a:prstGeom>
          <a:noFill/>
          <a:ln cap="flat" cmpd="sng" w="9525">
            <a:solidFill>
              <a:schemeClr val="dk1"/>
            </a:solidFill>
            <a:prstDash val="solid"/>
            <a:round/>
            <a:headEnd len="sm" w="sm" type="none"/>
            <a:tailEnd len="med" w="med" type="triangle"/>
          </a:ln>
        </p:spPr>
      </p:cxnSp>
      <p:sp>
        <p:nvSpPr>
          <p:cNvPr id="2391" name="Google Shape;2391;p91"/>
          <p:cNvSpPr txBox="1"/>
          <p:nvPr/>
        </p:nvSpPr>
        <p:spPr>
          <a:xfrm>
            <a:off x="1871663" y="3867150"/>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r</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2000" u="none" cap="none" strike="noStrike">
              <a:solidFill>
                <a:srgbClr val="003399"/>
              </a:solidFill>
              <a:latin typeface="Times New Roman"/>
              <a:ea typeface="Times New Roman"/>
              <a:cs typeface="Times New Roman"/>
              <a:sym typeface="Times New Roman"/>
            </a:endParaRPr>
          </a:p>
        </p:txBody>
      </p:sp>
      <p:sp>
        <p:nvSpPr>
          <p:cNvPr id="2392" name="Google Shape;2392;p91"/>
          <p:cNvSpPr txBox="1"/>
          <p:nvPr/>
        </p:nvSpPr>
        <p:spPr>
          <a:xfrm>
            <a:off x="2324100" y="3867150"/>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s</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2000" u="none" cap="none" strike="noStrike">
              <a:solidFill>
                <a:srgbClr val="003399"/>
              </a:solidFill>
              <a:latin typeface="Times New Roman"/>
              <a:ea typeface="Times New Roman"/>
              <a:cs typeface="Times New Roman"/>
              <a:sym typeface="Times New Roman"/>
            </a:endParaRPr>
          </a:p>
        </p:txBody>
      </p:sp>
      <p:sp>
        <p:nvSpPr>
          <p:cNvPr id="2393" name="Google Shape;2393;p91"/>
          <p:cNvSpPr txBox="1"/>
          <p:nvPr/>
        </p:nvSpPr>
        <p:spPr>
          <a:xfrm>
            <a:off x="2128838" y="3171825"/>
            <a:ext cx="400050" cy="37623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cxnSp>
        <p:nvCxnSpPr>
          <p:cNvPr id="2394" name="Google Shape;2394;p91"/>
          <p:cNvCxnSpPr/>
          <p:nvPr/>
        </p:nvCxnSpPr>
        <p:spPr>
          <a:xfrm flipH="1" rot="-2537517">
            <a:off x="2414588" y="3554413"/>
            <a:ext cx="125412" cy="312737"/>
          </a:xfrm>
          <a:prstGeom prst="straightConnector1">
            <a:avLst/>
          </a:prstGeom>
          <a:noFill/>
          <a:ln cap="flat" cmpd="sng" w="9525">
            <a:solidFill>
              <a:schemeClr val="dk1"/>
            </a:solidFill>
            <a:prstDash val="solid"/>
            <a:round/>
            <a:headEnd len="sm" w="sm" type="none"/>
            <a:tailEnd len="med" w="med" type="triangle"/>
          </a:ln>
        </p:spPr>
      </p:cxnSp>
      <p:cxnSp>
        <p:nvCxnSpPr>
          <p:cNvPr id="2395" name="Google Shape;2395;p91"/>
          <p:cNvCxnSpPr/>
          <p:nvPr/>
        </p:nvCxnSpPr>
        <p:spPr>
          <a:xfrm rot="2537517">
            <a:off x="3048000" y="3552825"/>
            <a:ext cx="125413" cy="312738"/>
          </a:xfrm>
          <a:prstGeom prst="straightConnector1">
            <a:avLst/>
          </a:prstGeom>
          <a:noFill/>
          <a:ln cap="flat" cmpd="sng" w="9525">
            <a:solidFill>
              <a:schemeClr val="dk1"/>
            </a:solidFill>
            <a:prstDash val="solid"/>
            <a:round/>
            <a:headEnd len="sm" w="sm" type="none"/>
            <a:tailEnd len="med" w="med" type="triangle"/>
          </a:ln>
        </p:spPr>
      </p:cxnSp>
      <p:sp>
        <p:nvSpPr>
          <p:cNvPr id="2396" name="Google Shape;2396;p91"/>
          <p:cNvSpPr txBox="1"/>
          <p:nvPr/>
        </p:nvSpPr>
        <p:spPr>
          <a:xfrm>
            <a:off x="2847975" y="3856038"/>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n</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2000" u="none" cap="none" strike="noStrike">
              <a:solidFill>
                <a:srgbClr val="003399"/>
              </a:solidFill>
              <a:latin typeface="Times New Roman"/>
              <a:ea typeface="Times New Roman"/>
              <a:cs typeface="Times New Roman"/>
              <a:sym typeface="Times New Roman"/>
            </a:endParaRPr>
          </a:p>
        </p:txBody>
      </p:sp>
      <p:sp>
        <p:nvSpPr>
          <p:cNvPr id="2397" name="Google Shape;2397;p91"/>
          <p:cNvSpPr txBox="1"/>
          <p:nvPr/>
        </p:nvSpPr>
        <p:spPr>
          <a:xfrm>
            <a:off x="3300413" y="3856038"/>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a</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2000" u="none" cap="none" strike="noStrike">
              <a:solidFill>
                <a:srgbClr val="003399"/>
              </a:solidFill>
              <a:latin typeface="Times New Roman"/>
              <a:ea typeface="Times New Roman"/>
              <a:cs typeface="Times New Roman"/>
              <a:sym typeface="Times New Roman"/>
            </a:endParaRPr>
          </a:p>
        </p:txBody>
      </p:sp>
      <p:sp>
        <p:nvSpPr>
          <p:cNvPr id="2398" name="Google Shape;2398;p91"/>
          <p:cNvSpPr txBox="1"/>
          <p:nvPr/>
        </p:nvSpPr>
        <p:spPr>
          <a:xfrm>
            <a:off x="3105150" y="3160713"/>
            <a:ext cx="400050" cy="376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cxnSp>
        <p:nvCxnSpPr>
          <p:cNvPr id="2399" name="Google Shape;2399;p91"/>
          <p:cNvCxnSpPr/>
          <p:nvPr/>
        </p:nvCxnSpPr>
        <p:spPr>
          <a:xfrm flipH="1" rot="-2537517">
            <a:off x="3390900" y="3543300"/>
            <a:ext cx="125413" cy="312738"/>
          </a:xfrm>
          <a:prstGeom prst="straightConnector1">
            <a:avLst/>
          </a:prstGeom>
          <a:noFill/>
          <a:ln cap="flat" cmpd="sng" w="9525">
            <a:solidFill>
              <a:schemeClr val="dk1"/>
            </a:solidFill>
            <a:prstDash val="solid"/>
            <a:round/>
            <a:headEnd len="sm" w="sm" type="none"/>
            <a:tailEnd len="med" w="med" type="triangle"/>
          </a:ln>
        </p:spPr>
      </p:cxnSp>
      <p:cxnSp>
        <p:nvCxnSpPr>
          <p:cNvPr id="2400" name="Google Shape;2400;p91"/>
          <p:cNvCxnSpPr/>
          <p:nvPr/>
        </p:nvCxnSpPr>
        <p:spPr>
          <a:xfrm>
            <a:off x="6748463" y="3714750"/>
            <a:ext cx="233362" cy="195263"/>
          </a:xfrm>
          <a:prstGeom prst="straightConnector1">
            <a:avLst/>
          </a:prstGeom>
          <a:noFill/>
          <a:ln cap="flat" cmpd="sng" w="9525">
            <a:solidFill>
              <a:schemeClr val="dk1"/>
            </a:solidFill>
            <a:prstDash val="solid"/>
            <a:round/>
            <a:headEnd len="sm" w="sm" type="none"/>
            <a:tailEnd len="med" w="med" type="triangle"/>
          </a:ln>
        </p:spPr>
      </p:cxnSp>
      <p:cxnSp>
        <p:nvCxnSpPr>
          <p:cNvPr id="2401" name="Google Shape;2401;p91"/>
          <p:cNvCxnSpPr/>
          <p:nvPr/>
        </p:nvCxnSpPr>
        <p:spPr>
          <a:xfrm flipH="1">
            <a:off x="2328863" y="2867025"/>
            <a:ext cx="352425" cy="304800"/>
          </a:xfrm>
          <a:prstGeom prst="straightConnector1">
            <a:avLst/>
          </a:prstGeom>
          <a:noFill/>
          <a:ln cap="flat" cmpd="sng" w="9525">
            <a:solidFill>
              <a:schemeClr val="dk1"/>
            </a:solidFill>
            <a:prstDash val="solid"/>
            <a:round/>
            <a:headEnd len="sm" w="sm" type="none"/>
            <a:tailEnd len="med" w="med" type="triangle"/>
          </a:ln>
        </p:spPr>
      </p:cxnSp>
      <p:cxnSp>
        <p:nvCxnSpPr>
          <p:cNvPr id="2402" name="Google Shape;2402;p91"/>
          <p:cNvCxnSpPr/>
          <p:nvPr/>
        </p:nvCxnSpPr>
        <p:spPr>
          <a:xfrm>
            <a:off x="914400" y="2087563"/>
            <a:ext cx="0" cy="552450"/>
          </a:xfrm>
          <a:prstGeom prst="straightConnector1">
            <a:avLst/>
          </a:prstGeom>
          <a:noFill/>
          <a:ln cap="flat" cmpd="sng" w="9525">
            <a:solidFill>
              <a:schemeClr val="dk1"/>
            </a:solidFill>
            <a:prstDash val="solid"/>
            <a:round/>
            <a:headEnd len="sm" w="sm" type="none"/>
            <a:tailEnd len="med" w="med" type="triangle"/>
          </a:ln>
        </p:spPr>
      </p:cxnSp>
      <p:cxnSp>
        <p:nvCxnSpPr>
          <p:cNvPr id="2403" name="Google Shape;2403;p91"/>
          <p:cNvCxnSpPr/>
          <p:nvPr/>
        </p:nvCxnSpPr>
        <p:spPr>
          <a:xfrm>
            <a:off x="2962275" y="2862263"/>
            <a:ext cx="352425" cy="300037"/>
          </a:xfrm>
          <a:prstGeom prst="straightConnector1">
            <a:avLst/>
          </a:prstGeom>
          <a:noFill/>
          <a:ln cap="flat" cmpd="sng" w="9525">
            <a:solidFill>
              <a:schemeClr val="dk1"/>
            </a:solidFill>
            <a:prstDash val="solid"/>
            <a:round/>
            <a:headEnd len="sm" w="sm" type="none"/>
            <a:tailEnd len="med" w="med" type="triangle"/>
          </a:ln>
        </p:spPr>
      </p:cxnSp>
      <p:sp>
        <p:nvSpPr>
          <p:cNvPr id="2404" name="Google Shape;2404;p91"/>
          <p:cNvSpPr txBox="1"/>
          <p:nvPr/>
        </p:nvSpPr>
        <p:spPr>
          <a:xfrm>
            <a:off x="4610100" y="3138488"/>
            <a:ext cx="400050" cy="376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cxnSp>
        <p:nvCxnSpPr>
          <p:cNvPr id="2405" name="Google Shape;2405;p91"/>
          <p:cNvCxnSpPr/>
          <p:nvPr/>
        </p:nvCxnSpPr>
        <p:spPr>
          <a:xfrm rot="2537517">
            <a:off x="4598988" y="3503613"/>
            <a:ext cx="39687" cy="233362"/>
          </a:xfrm>
          <a:prstGeom prst="straightConnector1">
            <a:avLst/>
          </a:prstGeom>
          <a:noFill/>
          <a:ln cap="flat" cmpd="sng" w="9525">
            <a:solidFill>
              <a:schemeClr val="dk1"/>
            </a:solidFill>
            <a:prstDash val="solid"/>
            <a:round/>
            <a:headEnd len="sm" w="sm" type="none"/>
            <a:tailEnd len="med" w="med" type="triangle"/>
          </a:ln>
        </p:spPr>
      </p:cxnSp>
      <p:cxnSp>
        <p:nvCxnSpPr>
          <p:cNvPr id="2406" name="Google Shape;2406;p91"/>
          <p:cNvCxnSpPr/>
          <p:nvPr/>
        </p:nvCxnSpPr>
        <p:spPr>
          <a:xfrm flipH="1" rot="-2537517">
            <a:off x="5003800" y="3494088"/>
            <a:ext cx="39688" cy="233362"/>
          </a:xfrm>
          <a:prstGeom prst="straightConnector1">
            <a:avLst/>
          </a:prstGeom>
          <a:noFill/>
          <a:ln cap="flat" cmpd="sng" w="9525">
            <a:solidFill>
              <a:schemeClr val="dk1"/>
            </a:solidFill>
            <a:prstDash val="solid"/>
            <a:round/>
            <a:headEnd len="sm" w="sm" type="none"/>
            <a:tailEnd len="med" w="med" type="triangle"/>
          </a:ln>
        </p:spPr>
      </p:cxnSp>
      <p:cxnSp>
        <p:nvCxnSpPr>
          <p:cNvPr id="2407" name="Google Shape;2407;p91"/>
          <p:cNvCxnSpPr/>
          <p:nvPr/>
        </p:nvCxnSpPr>
        <p:spPr>
          <a:xfrm flipH="1">
            <a:off x="5000625" y="2930525"/>
            <a:ext cx="333375" cy="214313"/>
          </a:xfrm>
          <a:prstGeom prst="straightConnector1">
            <a:avLst/>
          </a:prstGeom>
          <a:noFill/>
          <a:ln cap="flat" cmpd="sng" w="9525">
            <a:solidFill>
              <a:schemeClr val="dk1"/>
            </a:solidFill>
            <a:prstDash val="solid"/>
            <a:round/>
            <a:headEnd len="sm" w="sm" type="none"/>
            <a:tailEnd len="med" w="med" type="triangle"/>
          </a:ln>
        </p:spPr>
      </p:cxnSp>
      <p:sp>
        <p:nvSpPr>
          <p:cNvPr id="2408" name="Google Shape;2408;p91"/>
          <p:cNvSpPr txBox="1"/>
          <p:nvPr/>
        </p:nvSpPr>
        <p:spPr>
          <a:xfrm>
            <a:off x="6391275" y="3328988"/>
            <a:ext cx="400050" cy="376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6</a:t>
            </a:r>
            <a:endParaRPr b="0" i="0" sz="1400" u="none" cap="none" strike="noStrike">
              <a:solidFill>
                <a:srgbClr val="000000"/>
              </a:solidFill>
              <a:latin typeface="Arial"/>
              <a:ea typeface="Arial"/>
              <a:cs typeface="Arial"/>
              <a:sym typeface="Arial"/>
            </a:endParaRPr>
          </a:p>
        </p:txBody>
      </p:sp>
      <p:cxnSp>
        <p:nvCxnSpPr>
          <p:cNvPr id="2409" name="Google Shape;2409;p91"/>
          <p:cNvCxnSpPr/>
          <p:nvPr/>
        </p:nvCxnSpPr>
        <p:spPr>
          <a:xfrm flipH="1" rot="2537517">
            <a:off x="6348413" y="3659188"/>
            <a:ext cx="53975" cy="214312"/>
          </a:xfrm>
          <a:prstGeom prst="straightConnector1">
            <a:avLst/>
          </a:prstGeom>
          <a:noFill/>
          <a:ln cap="flat" cmpd="sng" w="9525">
            <a:solidFill>
              <a:schemeClr val="dk1"/>
            </a:solidFill>
            <a:prstDash val="solid"/>
            <a:round/>
            <a:headEnd len="sm" w="sm" type="none"/>
            <a:tailEnd len="med" w="med" type="triangle"/>
          </a:ln>
        </p:spPr>
      </p:cxnSp>
      <p:cxnSp>
        <p:nvCxnSpPr>
          <p:cNvPr id="2410" name="Google Shape;2410;p91"/>
          <p:cNvCxnSpPr/>
          <p:nvPr/>
        </p:nvCxnSpPr>
        <p:spPr>
          <a:xfrm>
            <a:off x="5872163" y="2935288"/>
            <a:ext cx="528637" cy="409575"/>
          </a:xfrm>
          <a:prstGeom prst="straightConnector1">
            <a:avLst/>
          </a:prstGeom>
          <a:noFill/>
          <a:ln cap="flat" cmpd="sng" w="9525">
            <a:solidFill>
              <a:schemeClr val="dk1"/>
            </a:solidFill>
            <a:prstDash val="solid"/>
            <a:round/>
            <a:headEnd len="sm" w="sm" type="none"/>
            <a:tailEnd len="med" w="med" type="triangle"/>
          </a:ln>
        </p:spPr>
      </p:cxnSp>
      <p:sp>
        <p:nvSpPr>
          <p:cNvPr id="2411" name="Google Shape;2411;p91"/>
          <p:cNvSpPr txBox="1"/>
          <p:nvPr/>
        </p:nvSpPr>
        <p:spPr>
          <a:xfrm>
            <a:off x="2624138" y="2486025"/>
            <a:ext cx="400050" cy="37623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8</a:t>
            </a:r>
            <a:endParaRPr b="0" i="0" sz="1400" u="none" cap="none" strike="noStrike">
              <a:solidFill>
                <a:srgbClr val="000000"/>
              </a:solidFill>
              <a:latin typeface="Arial"/>
              <a:ea typeface="Arial"/>
              <a:cs typeface="Arial"/>
              <a:sym typeface="Arial"/>
            </a:endParaRPr>
          </a:p>
        </p:txBody>
      </p:sp>
      <p:cxnSp>
        <p:nvCxnSpPr>
          <p:cNvPr id="2412" name="Google Shape;2412;p91"/>
          <p:cNvCxnSpPr/>
          <p:nvPr/>
        </p:nvCxnSpPr>
        <p:spPr>
          <a:xfrm>
            <a:off x="2838450" y="1935163"/>
            <a:ext cx="0" cy="552450"/>
          </a:xfrm>
          <a:prstGeom prst="straightConnector1">
            <a:avLst/>
          </a:prstGeom>
          <a:noFill/>
          <a:ln cap="flat" cmpd="sng" w="9525">
            <a:solidFill>
              <a:schemeClr val="dk1"/>
            </a:solidFill>
            <a:prstDash val="solid"/>
            <a:round/>
            <a:headEnd len="sm" w="sm" type="none"/>
            <a:tailEnd len="med" w="med" type="triangle"/>
          </a:ln>
        </p:spPr>
      </p:cxnSp>
      <p:sp>
        <p:nvSpPr>
          <p:cNvPr id="2413" name="Google Shape;2413;p91"/>
          <p:cNvSpPr txBox="1"/>
          <p:nvPr/>
        </p:nvSpPr>
        <p:spPr>
          <a:xfrm>
            <a:off x="5334000" y="2571750"/>
            <a:ext cx="533400" cy="37623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10</a:t>
            </a:r>
            <a:endParaRPr b="0" i="0" sz="1400" u="none" cap="none" strike="noStrike">
              <a:solidFill>
                <a:srgbClr val="000000"/>
              </a:solidFill>
              <a:latin typeface="Arial"/>
              <a:ea typeface="Arial"/>
              <a:cs typeface="Arial"/>
              <a:sym typeface="Arial"/>
            </a:endParaRPr>
          </a:p>
        </p:txBody>
      </p:sp>
      <p:cxnSp>
        <p:nvCxnSpPr>
          <p:cNvPr id="2414" name="Google Shape;2414;p91"/>
          <p:cNvCxnSpPr/>
          <p:nvPr/>
        </p:nvCxnSpPr>
        <p:spPr>
          <a:xfrm>
            <a:off x="5619750" y="2030413"/>
            <a:ext cx="0" cy="552450"/>
          </a:xfrm>
          <a:prstGeom prst="straightConnector1">
            <a:avLst/>
          </a:prstGeom>
          <a:noFill/>
          <a:ln cap="flat" cmpd="sng" w="9525">
            <a:solidFill>
              <a:schemeClr val="dk1"/>
            </a:solidFill>
            <a:prstDash val="solid"/>
            <a:round/>
            <a:headEnd len="sm" w="sm" type="none"/>
            <a:tailEnd len="med" w="med" type="triangle"/>
          </a:ln>
        </p:spPr>
      </p:cxn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2" name="Shape 2422"/>
        <p:cNvGrpSpPr/>
        <p:nvPr/>
      </p:nvGrpSpPr>
      <p:grpSpPr>
        <a:xfrm>
          <a:off x="0" y="0"/>
          <a:ext cx="0" cy="0"/>
          <a:chOff x="0" y="0"/>
          <a:chExt cx="0" cy="0"/>
        </a:xfrm>
      </p:grpSpPr>
      <p:sp>
        <p:nvSpPr>
          <p:cNvPr id="2423" name="Google Shape;2423;p92"/>
          <p:cNvSpPr txBox="1"/>
          <p:nvPr>
            <p:ph type="title"/>
          </p:nvPr>
        </p:nvSpPr>
        <p:spPr>
          <a:xfrm>
            <a:off x="696913" y="592138"/>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Building a Tree</a:t>
            </a:r>
            <a:endParaRPr/>
          </a:p>
        </p:txBody>
      </p:sp>
      <p:sp>
        <p:nvSpPr>
          <p:cNvPr id="2424" name="Google Shape;2424;p92"/>
          <p:cNvSpPr/>
          <p:nvPr/>
        </p:nvSpPr>
        <p:spPr>
          <a:xfrm>
            <a:off x="247650" y="1790700"/>
            <a:ext cx="3505200" cy="438150"/>
          </a:xfrm>
          <a:prstGeom prst="rect">
            <a:avLst/>
          </a:prstGeom>
          <a:solidFill>
            <a:schemeClr val="lt1"/>
          </a:solidFill>
          <a:ln cap="flat" cmpd="sng" w="952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cxnSp>
        <p:nvCxnSpPr>
          <p:cNvPr id="2425" name="Google Shape;2425;p92"/>
          <p:cNvCxnSpPr/>
          <p:nvPr/>
        </p:nvCxnSpPr>
        <p:spPr>
          <a:xfrm>
            <a:off x="3771900" y="1800225"/>
            <a:ext cx="0" cy="438150"/>
          </a:xfrm>
          <a:prstGeom prst="straightConnector1">
            <a:avLst/>
          </a:prstGeom>
          <a:noFill/>
          <a:ln cap="flat" cmpd="sng" w="9525">
            <a:solidFill>
              <a:srgbClr val="FF0000"/>
            </a:solidFill>
            <a:prstDash val="solid"/>
            <a:round/>
            <a:headEnd len="sm" w="sm" type="none"/>
            <a:tailEnd len="sm" w="sm" type="none"/>
          </a:ln>
        </p:spPr>
      </p:cxnSp>
      <p:cxnSp>
        <p:nvCxnSpPr>
          <p:cNvPr id="2426" name="Google Shape;2426;p92"/>
          <p:cNvCxnSpPr/>
          <p:nvPr/>
        </p:nvCxnSpPr>
        <p:spPr>
          <a:xfrm rot="2537517">
            <a:off x="592138" y="4068763"/>
            <a:ext cx="141287" cy="269875"/>
          </a:xfrm>
          <a:prstGeom prst="straightConnector1">
            <a:avLst/>
          </a:prstGeom>
          <a:noFill/>
          <a:ln cap="flat" cmpd="sng" w="9525">
            <a:solidFill>
              <a:schemeClr val="dk1"/>
            </a:solidFill>
            <a:prstDash val="solid"/>
            <a:round/>
            <a:headEnd len="sm" w="sm" type="none"/>
            <a:tailEnd len="med" w="med" type="triangle"/>
          </a:ln>
        </p:spPr>
      </p:cxnSp>
      <p:sp>
        <p:nvSpPr>
          <p:cNvPr id="2427" name="Google Shape;2427;p92"/>
          <p:cNvSpPr txBox="1"/>
          <p:nvPr/>
        </p:nvSpPr>
        <p:spPr>
          <a:xfrm>
            <a:off x="304800" y="4333875"/>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E</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428" name="Google Shape;2428;p92"/>
          <p:cNvSpPr txBox="1"/>
          <p:nvPr/>
        </p:nvSpPr>
        <p:spPr>
          <a:xfrm>
            <a:off x="771525" y="4333875"/>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i</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429" name="Google Shape;2429;p92"/>
          <p:cNvSpPr txBox="1"/>
          <p:nvPr/>
        </p:nvSpPr>
        <p:spPr>
          <a:xfrm>
            <a:off x="3238500" y="3883025"/>
            <a:ext cx="5143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sp</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sp>
        <p:nvSpPr>
          <p:cNvPr id="2430" name="Google Shape;2430;p92"/>
          <p:cNvSpPr txBox="1"/>
          <p:nvPr/>
        </p:nvSpPr>
        <p:spPr>
          <a:xfrm>
            <a:off x="5524500" y="3687763"/>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e</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8</a:t>
            </a:r>
            <a:endParaRPr b="0" i="0" sz="1400" u="none" cap="none" strike="noStrike">
              <a:solidFill>
                <a:srgbClr val="000000"/>
              </a:solidFill>
              <a:latin typeface="Arial"/>
              <a:ea typeface="Arial"/>
              <a:cs typeface="Arial"/>
              <a:sym typeface="Arial"/>
            </a:endParaRPr>
          </a:p>
        </p:txBody>
      </p:sp>
      <p:cxnSp>
        <p:nvCxnSpPr>
          <p:cNvPr id="2431" name="Google Shape;2431;p92"/>
          <p:cNvCxnSpPr/>
          <p:nvPr/>
        </p:nvCxnSpPr>
        <p:spPr>
          <a:xfrm flipH="1" rot="-2537517">
            <a:off x="879475" y="4079875"/>
            <a:ext cx="130175" cy="236538"/>
          </a:xfrm>
          <a:prstGeom prst="straightConnector1">
            <a:avLst/>
          </a:prstGeom>
          <a:noFill/>
          <a:ln cap="flat" cmpd="sng" w="9525">
            <a:solidFill>
              <a:schemeClr val="dk1"/>
            </a:solidFill>
            <a:prstDash val="solid"/>
            <a:round/>
            <a:headEnd len="sm" w="sm" type="none"/>
            <a:tailEnd len="med" w="med" type="triangle"/>
          </a:ln>
        </p:spPr>
      </p:cxnSp>
      <p:sp>
        <p:nvSpPr>
          <p:cNvPr id="2432" name="Google Shape;2432;p92"/>
          <p:cNvSpPr txBox="1"/>
          <p:nvPr/>
        </p:nvSpPr>
        <p:spPr>
          <a:xfrm>
            <a:off x="681038" y="3681413"/>
            <a:ext cx="400050" cy="376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cxnSp>
        <p:nvCxnSpPr>
          <p:cNvPr id="2433" name="Google Shape;2433;p92"/>
          <p:cNvCxnSpPr/>
          <p:nvPr/>
        </p:nvCxnSpPr>
        <p:spPr>
          <a:xfrm rot="2537517">
            <a:off x="1441450" y="4064000"/>
            <a:ext cx="117475" cy="276225"/>
          </a:xfrm>
          <a:prstGeom prst="straightConnector1">
            <a:avLst/>
          </a:prstGeom>
          <a:noFill/>
          <a:ln cap="flat" cmpd="sng" w="9525">
            <a:solidFill>
              <a:schemeClr val="dk1"/>
            </a:solidFill>
            <a:prstDash val="solid"/>
            <a:round/>
            <a:headEnd len="sm" w="sm" type="none"/>
            <a:tailEnd len="med" w="med" type="triangle"/>
          </a:ln>
        </p:spPr>
      </p:cxnSp>
      <p:sp>
        <p:nvSpPr>
          <p:cNvPr id="2434" name="Google Shape;2434;p92"/>
          <p:cNvSpPr txBox="1"/>
          <p:nvPr/>
        </p:nvSpPr>
        <p:spPr>
          <a:xfrm>
            <a:off x="1262063" y="4338638"/>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y</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435" name="Google Shape;2435;p92"/>
          <p:cNvSpPr txBox="1"/>
          <p:nvPr/>
        </p:nvSpPr>
        <p:spPr>
          <a:xfrm>
            <a:off x="1714500" y="4333875"/>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l</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436" name="Google Shape;2436;p92"/>
          <p:cNvSpPr txBox="1"/>
          <p:nvPr/>
        </p:nvSpPr>
        <p:spPr>
          <a:xfrm>
            <a:off x="1404938" y="3681413"/>
            <a:ext cx="400050" cy="376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cxnSp>
        <p:nvCxnSpPr>
          <p:cNvPr id="2437" name="Google Shape;2437;p92"/>
          <p:cNvCxnSpPr/>
          <p:nvPr/>
        </p:nvCxnSpPr>
        <p:spPr>
          <a:xfrm flipH="1" rot="-2537517">
            <a:off x="1736725" y="4087813"/>
            <a:ext cx="152400" cy="227012"/>
          </a:xfrm>
          <a:prstGeom prst="straightConnector1">
            <a:avLst/>
          </a:prstGeom>
          <a:noFill/>
          <a:ln cap="flat" cmpd="sng" w="9525">
            <a:solidFill>
              <a:schemeClr val="dk1"/>
            </a:solidFill>
            <a:prstDash val="solid"/>
            <a:round/>
            <a:headEnd len="sm" w="sm" type="none"/>
            <a:tailEnd len="med" w="med" type="triangle"/>
          </a:ln>
        </p:spPr>
      </p:cxnSp>
      <p:cxnSp>
        <p:nvCxnSpPr>
          <p:cNvPr id="2438" name="Google Shape;2438;p92"/>
          <p:cNvCxnSpPr/>
          <p:nvPr/>
        </p:nvCxnSpPr>
        <p:spPr>
          <a:xfrm rot="2537517">
            <a:off x="2424113" y="4149725"/>
            <a:ext cx="36512" cy="214313"/>
          </a:xfrm>
          <a:prstGeom prst="straightConnector1">
            <a:avLst/>
          </a:prstGeom>
          <a:noFill/>
          <a:ln cap="flat" cmpd="sng" w="9525">
            <a:solidFill>
              <a:schemeClr val="dk1"/>
            </a:solidFill>
            <a:prstDash val="solid"/>
            <a:round/>
            <a:headEnd len="sm" w="sm" type="none"/>
            <a:tailEnd len="med" w="med" type="triangle"/>
          </a:ln>
        </p:spPr>
      </p:cxnSp>
      <p:sp>
        <p:nvSpPr>
          <p:cNvPr id="2439" name="Google Shape;2439;p92"/>
          <p:cNvSpPr txBox="1"/>
          <p:nvPr/>
        </p:nvSpPr>
        <p:spPr>
          <a:xfrm>
            <a:off x="2181225" y="4338638"/>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k</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440" name="Google Shape;2440;p92"/>
          <p:cNvSpPr txBox="1"/>
          <p:nvPr/>
        </p:nvSpPr>
        <p:spPr>
          <a:xfrm>
            <a:off x="2633663" y="4338638"/>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441" name="Google Shape;2441;p92"/>
          <p:cNvSpPr txBox="1"/>
          <p:nvPr/>
        </p:nvSpPr>
        <p:spPr>
          <a:xfrm>
            <a:off x="2395538" y="3795713"/>
            <a:ext cx="400050" cy="376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cxnSp>
        <p:nvCxnSpPr>
          <p:cNvPr id="2442" name="Google Shape;2442;p92"/>
          <p:cNvCxnSpPr/>
          <p:nvPr/>
        </p:nvCxnSpPr>
        <p:spPr>
          <a:xfrm flipH="1" rot="-2537517">
            <a:off x="2832100" y="4146550"/>
            <a:ext cx="14288" cy="214313"/>
          </a:xfrm>
          <a:prstGeom prst="straightConnector1">
            <a:avLst/>
          </a:prstGeom>
          <a:noFill/>
          <a:ln cap="flat" cmpd="sng" w="9525">
            <a:solidFill>
              <a:schemeClr val="dk1"/>
            </a:solidFill>
            <a:prstDash val="solid"/>
            <a:round/>
            <a:headEnd len="sm" w="sm" type="none"/>
            <a:tailEnd len="med" w="med" type="triangle"/>
          </a:ln>
        </p:spPr>
      </p:cxnSp>
      <p:cxnSp>
        <p:nvCxnSpPr>
          <p:cNvPr id="2443" name="Google Shape;2443;p92"/>
          <p:cNvCxnSpPr/>
          <p:nvPr/>
        </p:nvCxnSpPr>
        <p:spPr>
          <a:xfrm rot="2537517">
            <a:off x="5919788" y="4783138"/>
            <a:ext cx="125412" cy="312737"/>
          </a:xfrm>
          <a:prstGeom prst="straightConnector1">
            <a:avLst/>
          </a:prstGeom>
          <a:noFill/>
          <a:ln cap="flat" cmpd="sng" w="9525">
            <a:solidFill>
              <a:schemeClr val="dk1"/>
            </a:solidFill>
            <a:prstDash val="solid"/>
            <a:round/>
            <a:headEnd len="sm" w="sm" type="none"/>
            <a:tailEnd len="med" w="med" type="triangle"/>
          </a:ln>
        </p:spPr>
      </p:cxnSp>
      <p:sp>
        <p:nvSpPr>
          <p:cNvPr id="2444" name="Google Shape;2444;p92"/>
          <p:cNvSpPr txBox="1"/>
          <p:nvPr/>
        </p:nvSpPr>
        <p:spPr>
          <a:xfrm>
            <a:off x="5719763" y="5086350"/>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r</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2000" u="none" cap="none" strike="noStrike">
              <a:solidFill>
                <a:srgbClr val="003399"/>
              </a:solidFill>
              <a:latin typeface="Times New Roman"/>
              <a:ea typeface="Times New Roman"/>
              <a:cs typeface="Times New Roman"/>
              <a:sym typeface="Times New Roman"/>
            </a:endParaRPr>
          </a:p>
        </p:txBody>
      </p:sp>
      <p:sp>
        <p:nvSpPr>
          <p:cNvPr id="2445" name="Google Shape;2445;p92"/>
          <p:cNvSpPr txBox="1"/>
          <p:nvPr/>
        </p:nvSpPr>
        <p:spPr>
          <a:xfrm>
            <a:off x="6172200" y="5086350"/>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s</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2000" u="none" cap="none" strike="noStrike">
              <a:solidFill>
                <a:srgbClr val="003399"/>
              </a:solidFill>
              <a:latin typeface="Times New Roman"/>
              <a:ea typeface="Times New Roman"/>
              <a:cs typeface="Times New Roman"/>
              <a:sym typeface="Times New Roman"/>
            </a:endParaRPr>
          </a:p>
        </p:txBody>
      </p:sp>
      <p:sp>
        <p:nvSpPr>
          <p:cNvPr id="2446" name="Google Shape;2446;p92"/>
          <p:cNvSpPr txBox="1"/>
          <p:nvPr/>
        </p:nvSpPr>
        <p:spPr>
          <a:xfrm>
            <a:off x="5976938" y="4391025"/>
            <a:ext cx="400050" cy="37623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cxnSp>
        <p:nvCxnSpPr>
          <p:cNvPr id="2447" name="Google Shape;2447;p92"/>
          <p:cNvCxnSpPr/>
          <p:nvPr/>
        </p:nvCxnSpPr>
        <p:spPr>
          <a:xfrm flipH="1" rot="-2537517">
            <a:off x="6262688" y="4773613"/>
            <a:ext cx="125412" cy="312737"/>
          </a:xfrm>
          <a:prstGeom prst="straightConnector1">
            <a:avLst/>
          </a:prstGeom>
          <a:noFill/>
          <a:ln cap="flat" cmpd="sng" w="9525">
            <a:solidFill>
              <a:schemeClr val="dk1"/>
            </a:solidFill>
            <a:prstDash val="solid"/>
            <a:round/>
            <a:headEnd len="sm" w="sm" type="none"/>
            <a:tailEnd len="med" w="med" type="triangle"/>
          </a:ln>
        </p:spPr>
      </p:cxnSp>
      <p:cxnSp>
        <p:nvCxnSpPr>
          <p:cNvPr id="2448" name="Google Shape;2448;p92"/>
          <p:cNvCxnSpPr/>
          <p:nvPr/>
        </p:nvCxnSpPr>
        <p:spPr>
          <a:xfrm rot="2537517">
            <a:off x="6896100" y="4772025"/>
            <a:ext cx="125413" cy="312738"/>
          </a:xfrm>
          <a:prstGeom prst="straightConnector1">
            <a:avLst/>
          </a:prstGeom>
          <a:noFill/>
          <a:ln cap="flat" cmpd="sng" w="9525">
            <a:solidFill>
              <a:schemeClr val="dk1"/>
            </a:solidFill>
            <a:prstDash val="solid"/>
            <a:round/>
            <a:headEnd len="sm" w="sm" type="none"/>
            <a:tailEnd len="med" w="med" type="triangle"/>
          </a:ln>
        </p:spPr>
      </p:cxnSp>
      <p:sp>
        <p:nvSpPr>
          <p:cNvPr id="2449" name="Google Shape;2449;p92"/>
          <p:cNvSpPr txBox="1"/>
          <p:nvPr/>
        </p:nvSpPr>
        <p:spPr>
          <a:xfrm>
            <a:off x="6696075" y="5075238"/>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n</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2000" u="none" cap="none" strike="noStrike">
              <a:solidFill>
                <a:srgbClr val="003399"/>
              </a:solidFill>
              <a:latin typeface="Times New Roman"/>
              <a:ea typeface="Times New Roman"/>
              <a:cs typeface="Times New Roman"/>
              <a:sym typeface="Times New Roman"/>
            </a:endParaRPr>
          </a:p>
        </p:txBody>
      </p:sp>
      <p:sp>
        <p:nvSpPr>
          <p:cNvPr id="2450" name="Google Shape;2450;p92"/>
          <p:cNvSpPr txBox="1"/>
          <p:nvPr/>
        </p:nvSpPr>
        <p:spPr>
          <a:xfrm>
            <a:off x="7148513" y="5075238"/>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a</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2000" u="none" cap="none" strike="noStrike">
              <a:solidFill>
                <a:srgbClr val="003399"/>
              </a:solidFill>
              <a:latin typeface="Times New Roman"/>
              <a:ea typeface="Times New Roman"/>
              <a:cs typeface="Times New Roman"/>
              <a:sym typeface="Times New Roman"/>
            </a:endParaRPr>
          </a:p>
        </p:txBody>
      </p:sp>
      <p:sp>
        <p:nvSpPr>
          <p:cNvPr id="2451" name="Google Shape;2451;p92"/>
          <p:cNvSpPr txBox="1"/>
          <p:nvPr/>
        </p:nvSpPr>
        <p:spPr>
          <a:xfrm>
            <a:off x="6953250" y="4379913"/>
            <a:ext cx="400050" cy="376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cxnSp>
        <p:nvCxnSpPr>
          <p:cNvPr id="2452" name="Google Shape;2452;p92"/>
          <p:cNvCxnSpPr/>
          <p:nvPr/>
        </p:nvCxnSpPr>
        <p:spPr>
          <a:xfrm flipH="1" rot="-2537517">
            <a:off x="7239000" y="4762500"/>
            <a:ext cx="125413" cy="312738"/>
          </a:xfrm>
          <a:prstGeom prst="straightConnector1">
            <a:avLst/>
          </a:prstGeom>
          <a:noFill/>
          <a:ln cap="flat" cmpd="sng" w="9525">
            <a:solidFill>
              <a:schemeClr val="dk1"/>
            </a:solidFill>
            <a:prstDash val="solid"/>
            <a:round/>
            <a:headEnd len="sm" w="sm" type="none"/>
            <a:tailEnd len="med" w="med" type="triangle"/>
          </a:ln>
        </p:spPr>
      </p:cxnSp>
      <p:cxnSp>
        <p:nvCxnSpPr>
          <p:cNvPr id="2453" name="Google Shape;2453;p92"/>
          <p:cNvCxnSpPr/>
          <p:nvPr/>
        </p:nvCxnSpPr>
        <p:spPr>
          <a:xfrm>
            <a:off x="3167063" y="3676650"/>
            <a:ext cx="233362" cy="195263"/>
          </a:xfrm>
          <a:prstGeom prst="straightConnector1">
            <a:avLst/>
          </a:prstGeom>
          <a:noFill/>
          <a:ln cap="flat" cmpd="sng" w="9525">
            <a:solidFill>
              <a:schemeClr val="dk1"/>
            </a:solidFill>
            <a:prstDash val="solid"/>
            <a:round/>
            <a:headEnd len="sm" w="sm" type="none"/>
            <a:tailEnd len="med" w="med" type="triangle"/>
          </a:ln>
        </p:spPr>
      </p:cxnSp>
      <p:cxnSp>
        <p:nvCxnSpPr>
          <p:cNvPr id="2454" name="Google Shape;2454;p92"/>
          <p:cNvCxnSpPr/>
          <p:nvPr/>
        </p:nvCxnSpPr>
        <p:spPr>
          <a:xfrm flipH="1">
            <a:off x="6176963" y="4086225"/>
            <a:ext cx="352425" cy="304800"/>
          </a:xfrm>
          <a:prstGeom prst="straightConnector1">
            <a:avLst/>
          </a:prstGeom>
          <a:noFill/>
          <a:ln cap="flat" cmpd="sng" w="9525">
            <a:solidFill>
              <a:schemeClr val="dk1"/>
            </a:solidFill>
            <a:prstDash val="solid"/>
            <a:round/>
            <a:headEnd len="sm" w="sm" type="none"/>
            <a:tailEnd len="med" w="med" type="triangle"/>
          </a:ln>
        </p:spPr>
      </p:cxnSp>
      <p:cxnSp>
        <p:nvCxnSpPr>
          <p:cNvPr id="2455" name="Google Shape;2455;p92"/>
          <p:cNvCxnSpPr/>
          <p:nvPr/>
        </p:nvCxnSpPr>
        <p:spPr>
          <a:xfrm flipH="1">
            <a:off x="5676900" y="3295650"/>
            <a:ext cx="352425" cy="411163"/>
          </a:xfrm>
          <a:prstGeom prst="straightConnector1">
            <a:avLst/>
          </a:prstGeom>
          <a:noFill/>
          <a:ln cap="flat" cmpd="sng" w="9525">
            <a:solidFill>
              <a:schemeClr val="dk1"/>
            </a:solidFill>
            <a:prstDash val="solid"/>
            <a:round/>
            <a:headEnd len="sm" w="sm" type="none"/>
            <a:tailEnd len="med" w="med" type="triangle"/>
          </a:ln>
        </p:spPr>
      </p:cxnSp>
      <p:cxnSp>
        <p:nvCxnSpPr>
          <p:cNvPr id="2456" name="Google Shape;2456;p92"/>
          <p:cNvCxnSpPr/>
          <p:nvPr/>
        </p:nvCxnSpPr>
        <p:spPr>
          <a:xfrm>
            <a:off x="6810375" y="4081463"/>
            <a:ext cx="352425" cy="300037"/>
          </a:xfrm>
          <a:prstGeom prst="straightConnector1">
            <a:avLst/>
          </a:prstGeom>
          <a:noFill/>
          <a:ln cap="flat" cmpd="sng" w="9525">
            <a:solidFill>
              <a:schemeClr val="dk1"/>
            </a:solidFill>
            <a:prstDash val="solid"/>
            <a:round/>
            <a:headEnd len="sm" w="sm" type="none"/>
            <a:tailEnd len="med" w="med" type="triangle"/>
          </a:ln>
        </p:spPr>
      </p:cxnSp>
      <p:sp>
        <p:nvSpPr>
          <p:cNvPr id="2457" name="Google Shape;2457;p92"/>
          <p:cNvSpPr txBox="1"/>
          <p:nvPr/>
        </p:nvSpPr>
        <p:spPr>
          <a:xfrm>
            <a:off x="1028700" y="3100388"/>
            <a:ext cx="400050" cy="376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cxnSp>
        <p:nvCxnSpPr>
          <p:cNvPr id="2458" name="Google Shape;2458;p92"/>
          <p:cNvCxnSpPr/>
          <p:nvPr/>
        </p:nvCxnSpPr>
        <p:spPr>
          <a:xfrm rot="2537517">
            <a:off x="1017588" y="3465513"/>
            <a:ext cx="39687" cy="233362"/>
          </a:xfrm>
          <a:prstGeom prst="straightConnector1">
            <a:avLst/>
          </a:prstGeom>
          <a:noFill/>
          <a:ln cap="flat" cmpd="sng" w="9525">
            <a:solidFill>
              <a:schemeClr val="dk1"/>
            </a:solidFill>
            <a:prstDash val="solid"/>
            <a:round/>
            <a:headEnd len="sm" w="sm" type="none"/>
            <a:tailEnd len="med" w="med" type="triangle"/>
          </a:ln>
        </p:spPr>
      </p:cxnSp>
      <p:cxnSp>
        <p:nvCxnSpPr>
          <p:cNvPr id="2459" name="Google Shape;2459;p92"/>
          <p:cNvCxnSpPr/>
          <p:nvPr/>
        </p:nvCxnSpPr>
        <p:spPr>
          <a:xfrm flipH="1" rot="-2537517">
            <a:off x="1422400" y="3455988"/>
            <a:ext cx="39688" cy="233362"/>
          </a:xfrm>
          <a:prstGeom prst="straightConnector1">
            <a:avLst/>
          </a:prstGeom>
          <a:noFill/>
          <a:ln cap="flat" cmpd="sng" w="9525">
            <a:solidFill>
              <a:schemeClr val="dk1"/>
            </a:solidFill>
            <a:prstDash val="solid"/>
            <a:round/>
            <a:headEnd len="sm" w="sm" type="none"/>
            <a:tailEnd len="med" w="med" type="triangle"/>
          </a:ln>
        </p:spPr>
      </p:cxnSp>
      <p:cxnSp>
        <p:nvCxnSpPr>
          <p:cNvPr id="2460" name="Google Shape;2460;p92"/>
          <p:cNvCxnSpPr/>
          <p:nvPr/>
        </p:nvCxnSpPr>
        <p:spPr>
          <a:xfrm flipH="1">
            <a:off x="1419225" y="2892425"/>
            <a:ext cx="333375" cy="214313"/>
          </a:xfrm>
          <a:prstGeom prst="straightConnector1">
            <a:avLst/>
          </a:prstGeom>
          <a:noFill/>
          <a:ln cap="flat" cmpd="sng" w="9525">
            <a:solidFill>
              <a:schemeClr val="dk1"/>
            </a:solidFill>
            <a:prstDash val="solid"/>
            <a:round/>
            <a:headEnd len="sm" w="sm" type="none"/>
            <a:tailEnd len="med" w="med" type="triangle"/>
          </a:ln>
        </p:spPr>
      </p:cxnSp>
      <p:sp>
        <p:nvSpPr>
          <p:cNvPr id="2461" name="Google Shape;2461;p92"/>
          <p:cNvSpPr txBox="1"/>
          <p:nvPr/>
        </p:nvSpPr>
        <p:spPr>
          <a:xfrm>
            <a:off x="2809875" y="3290888"/>
            <a:ext cx="400050" cy="376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6</a:t>
            </a:r>
            <a:endParaRPr b="0" i="0" sz="1400" u="none" cap="none" strike="noStrike">
              <a:solidFill>
                <a:srgbClr val="000000"/>
              </a:solidFill>
              <a:latin typeface="Arial"/>
              <a:ea typeface="Arial"/>
              <a:cs typeface="Arial"/>
              <a:sym typeface="Arial"/>
            </a:endParaRPr>
          </a:p>
        </p:txBody>
      </p:sp>
      <p:cxnSp>
        <p:nvCxnSpPr>
          <p:cNvPr id="2462" name="Google Shape;2462;p92"/>
          <p:cNvCxnSpPr/>
          <p:nvPr/>
        </p:nvCxnSpPr>
        <p:spPr>
          <a:xfrm flipH="1" rot="2537517">
            <a:off x="2767013" y="3621088"/>
            <a:ext cx="53975" cy="214312"/>
          </a:xfrm>
          <a:prstGeom prst="straightConnector1">
            <a:avLst/>
          </a:prstGeom>
          <a:noFill/>
          <a:ln cap="flat" cmpd="sng" w="9525">
            <a:solidFill>
              <a:schemeClr val="dk1"/>
            </a:solidFill>
            <a:prstDash val="solid"/>
            <a:round/>
            <a:headEnd len="sm" w="sm" type="none"/>
            <a:tailEnd len="med" w="med" type="triangle"/>
          </a:ln>
        </p:spPr>
      </p:cxnSp>
      <p:cxnSp>
        <p:nvCxnSpPr>
          <p:cNvPr id="2463" name="Google Shape;2463;p92"/>
          <p:cNvCxnSpPr/>
          <p:nvPr/>
        </p:nvCxnSpPr>
        <p:spPr>
          <a:xfrm>
            <a:off x="2290763" y="2897188"/>
            <a:ext cx="528637" cy="409575"/>
          </a:xfrm>
          <a:prstGeom prst="straightConnector1">
            <a:avLst/>
          </a:prstGeom>
          <a:noFill/>
          <a:ln cap="flat" cmpd="sng" w="9525">
            <a:solidFill>
              <a:schemeClr val="dk1"/>
            </a:solidFill>
            <a:prstDash val="solid"/>
            <a:round/>
            <a:headEnd len="sm" w="sm" type="none"/>
            <a:tailEnd len="med" w="med" type="triangle"/>
          </a:ln>
        </p:spPr>
      </p:cxnSp>
      <p:sp>
        <p:nvSpPr>
          <p:cNvPr id="2464" name="Google Shape;2464;p92"/>
          <p:cNvSpPr txBox="1"/>
          <p:nvPr/>
        </p:nvSpPr>
        <p:spPr>
          <a:xfrm>
            <a:off x="6472238" y="3705225"/>
            <a:ext cx="400050" cy="37623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8</a:t>
            </a:r>
            <a:endParaRPr b="0" i="0" sz="1400" u="none" cap="none" strike="noStrike">
              <a:solidFill>
                <a:srgbClr val="000000"/>
              </a:solidFill>
              <a:latin typeface="Arial"/>
              <a:ea typeface="Arial"/>
              <a:cs typeface="Arial"/>
              <a:sym typeface="Arial"/>
            </a:endParaRPr>
          </a:p>
        </p:txBody>
      </p:sp>
      <p:cxnSp>
        <p:nvCxnSpPr>
          <p:cNvPr id="2465" name="Google Shape;2465;p92"/>
          <p:cNvCxnSpPr/>
          <p:nvPr/>
        </p:nvCxnSpPr>
        <p:spPr>
          <a:xfrm>
            <a:off x="6491288" y="3295650"/>
            <a:ext cx="195262" cy="411163"/>
          </a:xfrm>
          <a:prstGeom prst="straightConnector1">
            <a:avLst/>
          </a:prstGeom>
          <a:noFill/>
          <a:ln cap="flat" cmpd="sng" w="9525">
            <a:solidFill>
              <a:schemeClr val="dk1"/>
            </a:solidFill>
            <a:prstDash val="solid"/>
            <a:round/>
            <a:headEnd len="sm" w="sm" type="none"/>
            <a:tailEnd len="med" w="med" type="triangle"/>
          </a:ln>
        </p:spPr>
      </p:cxnSp>
      <p:sp>
        <p:nvSpPr>
          <p:cNvPr id="2466" name="Google Shape;2466;p92"/>
          <p:cNvSpPr txBox="1"/>
          <p:nvPr/>
        </p:nvSpPr>
        <p:spPr>
          <a:xfrm>
            <a:off x="1752600" y="2533650"/>
            <a:ext cx="533400" cy="37623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10</a:t>
            </a:r>
            <a:endParaRPr b="0" i="0" sz="1400" u="none" cap="none" strike="noStrike">
              <a:solidFill>
                <a:srgbClr val="000000"/>
              </a:solidFill>
              <a:latin typeface="Arial"/>
              <a:ea typeface="Arial"/>
              <a:cs typeface="Arial"/>
              <a:sym typeface="Arial"/>
            </a:endParaRPr>
          </a:p>
        </p:txBody>
      </p:sp>
      <p:cxnSp>
        <p:nvCxnSpPr>
          <p:cNvPr id="2467" name="Google Shape;2467;p92"/>
          <p:cNvCxnSpPr/>
          <p:nvPr/>
        </p:nvCxnSpPr>
        <p:spPr>
          <a:xfrm>
            <a:off x="2076450" y="1973263"/>
            <a:ext cx="0" cy="552450"/>
          </a:xfrm>
          <a:prstGeom prst="straightConnector1">
            <a:avLst/>
          </a:prstGeom>
          <a:noFill/>
          <a:ln cap="flat" cmpd="sng" w="9525">
            <a:solidFill>
              <a:schemeClr val="dk1"/>
            </a:solidFill>
            <a:prstDash val="solid"/>
            <a:round/>
            <a:headEnd len="sm" w="sm" type="none"/>
            <a:tailEnd len="med" w="med" type="triangle"/>
          </a:ln>
        </p:spPr>
      </p:cxnSp>
      <p:sp>
        <p:nvSpPr>
          <p:cNvPr id="2468" name="Google Shape;2468;p92"/>
          <p:cNvSpPr txBox="1"/>
          <p:nvPr/>
        </p:nvSpPr>
        <p:spPr>
          <a:xfrm>
            <a:off x="6015038" y="2919413"/>
            <a:ext cx="552450" cy="376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16</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6" name="Shape 2476"/>
        <p:cNvGrpSpPr/>
        <p:nvPr/>
      </p:nvGrpSpPr>
      <p:grpSpPr>
        <a:xfrm>
          <a:off x="0" y="0"/>
          <a:ext cx="0" cy="0"/>
          <a:chOff x="0" y="0"/>
          <a:chExt cx="0" cy="0"/>
        </a:xfrm>
      </p:grpSpPr>
      <p:sp>
        <p:nvSpPr>
          <p:cNvPr id="2477" name="Google Shape;2477;p93"/>
          <p:cNvSpPr txBox="1"/>
          <p:nvPr>
            <p:ph type="title"/>
          </p:nvPr>
        </p:nvSpPr>
        <p:spPr>
          <a:xfrm>
            <a:off x="696913" y="592138"/>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Building a Tree</a:t>
            </a:r>
            <a:endParaRPr/>
          </a:p>
        </p:txBody>
      </p:sp>
      <p:sp>
        <p:nvSpPr>
          <p:cNvPr id="2478" name="Google Shape;2478;p93"/>
          <p:cNvSpPr/>
          <p:nvPr/>
        </p:nvSpPr>
        <p:spPr>
          <a:xfrm>
            <a:off x="247650" y="1790700"/>
            <a:ext cx="6800850" cy="438150"/>
          </a:xfrm>
          <a:prstGeom prst="rect">
            <a:avLst/>
          </a:prstGeom>
          <a:solidFill>
            <a:schemeClr val="lt1"/>
          </a:solidFill>
          <a:ln cap="flat" cmpd="sng" w="952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cxnSp>
        <p:nvCxnSpPr>
          <p:cNvPr id="2479" name="Google Shape;2479;p93"/>
          <p:cNvCxnSpPr/>
          <p:nvPr/>
        </p:nvCxnSpPr>
        <p:spPr>
          <a:xfrm>
            <a:off x="3771900" y="1800225"/>
            <a:ext cx="0" cy="438150"/>
          </a:xfrm>
          <a:prstGeom prst="straightConnector1">
            <a:avLst/>
          </a:prstGeom>
          <a:noFill/>
          <a:ln cap="flat" cmpd="sng" w="9525">
            <a:solidFill>
              <a:srgbClr val="FF0000"/>
            </a:solidFill>
            <a:prstDash val="solid"/>
            <a:round/>
            <a:headEnd len="sm" w="sm" type="none"/>
            <a:tailEnd len="sm" w="sm" type="none"/>
          </a:ln>
        </p:spPr>
      </p:cxnSp>
      <p:cxnSp>
        <p:nvCxnSpPr>
          <p:cNvPr id="2480" name="Google Shape;2480;p93"/>
          <p:cNvCxnSpPr/>
          <p:nvPr/>
        </p:nvCxnSpPr>
        <p:spPr>
          <a:xfrm rot="2537517">
            <a:off x="592138" y="4068763"/>
            <a:ext cx="141287" cy="269875"/>
          </a:xfrm>
          <a:prstGeom prst="straightConnector1">
            <a:avLst/>
          </a:prstGeom>
          <a:noFill/>
          <a:ln cap="flat" cmpd="sng" w="9525">
            <a:solidFill>
              <a:schemeClr val="dk1"/>
            </a:solidFill>
            <a:prstDash val="solid"/>
            <a:round/>
            <a:headEnd len="sm" w="sm" type="none"/>
            <a:tailEnd len="med" w="med" type="triangle"/>
          </a:ln>
        </p:spPr>
      </p:cxnSp>
      <p:sp>
        <p:nvSpPr>
          <p:cNvPr id="2481" name="Google Shape;2481;p93"/>
          <p:cNvSpPr txBox="1"/>
          <p:nvPr/>
        </p:nvSpPr>
        <p:spPr>
          <a:xfrm>
            <a:off x="304800" y="4333875"/>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E</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482" name="Google Shape;2482;p93"/>
          <p:cNvSpPr txBox="1"/>
          <p:nvPr/>
        </p:nvSpPr>
        <p:spPr>
          <a:xfrm>
            <a:off x="771525" y="4333875"/>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i</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483" name="Google Shape;2483;p93"/>
          <p:cNvSpPr txBox="1"/>
          <p:nvPr/>
        </p:nvSpPr>
        <p:spPr>
          <a:xfrm>
            <a:off x="3238500" y="3883025"/>
            <a:ext cx="5143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sp</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sp>
        <p:nvSpPr>
          <p:cNvPr id="2484" name="Google Shape;2484;p93"/>
          <p:cNvSpPr txBox="1"/>
          <p:nvPr/>
        </p:nvSpPr>
        <p:spPr>
          <a:xfrm>
            <a:off x="4591050" y="3411538"/>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e</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8</a:t>
            </a:r>
            <a:endParaRPr b="0" i="0" sz="1400" u="none" cap="none" strike="noStrike">
              <a:solidFill>
                <a:srgbClr val="000000"/>
              </a:solidFill>
              <a:latin typeface="Arial"/>
              <a:ea typeface="Arial"/>
              <a:cs typeface="Arial"/>
              <a:sym typeface="Arial"/>
            </a:endParaRPr>
          </a:p>
        </p:txBody>
      </p:sp>
      <p:cxnSp>
        <p:nvCxnSpPr>
          <p:cNvPr id="2485" name="Google Shape;2485;p93"/>
          <p:cNvCxnSpPr/>
          <p:nvPr/>
        </p:nvCxnSpPr>
        <p:spPr>
          <a:xfrm flipH="1" rot="-2537517">
            <a:off x="879475" y="4079875"/>
            <a:ext cx="130175" cy="236538"/>
          </a:xfrm>
          <a:prstGeom prst="straightConnector1">
            <a:avLst/>
          </a:prstGeom>
          <a:noFill/>
          <a:ln cap="flat" cmpd="sng" w="9525">
            <a:solidFill>
              <a:schemeClr val="dk1"/>
            </a:solidFill>
            <a:prstDash val="solid"/>
            <a:round/>
            <a:headEnd len="sm" w="sm" type="none"/>
            <a:tailEnd len="med" w="med" type="triangle"/>
          </a:ln>
        </p:spPr>
      </p:cxnSp>
      <p:sp>
        <p:nvSpPr>
          <p:cNvPr id="2486" name="Google Shape;2486;p93"/>
          <p:cNvSpPr txBox="1"/>
          <p:nvPr/>
        </p:nvSpPr>
        <p:spPr>
          <a:xfrm>
            <a:off x="681038" y="3681413"/>
            <a:ext cx="400050" cy="376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cxnSp>
        <p:nvCxnSpPr>
          <p:cNvPr id="2487" name="Google Shape;2487;p93"/>
          <p:cNvCxnSpPr/>
          <p:nvPr/>
        </p:nvCxnSpPr>
        <p:spPr>
          <a:xfrm rot="2537517">
            <a:off x="1441450" y="4064000"/>
            <a:ext cx="117475" cy="276225"/>
          </a:xfrm>
          <a:prstGeom prst="straightConnector1">
            <a:avLst/>
          </a:prstGeom>
          <a:noFill/>
          <a:ln cap="flat" cmpd="sng" w="9525">
            <a:solidFill>
              <a:schemeClr val="dk1"/>
            </a:solidFill>
            <a:prstDash val="solid"/>
            <a:round/>
            <a:headEnd len="sm" w="sm" type="none"/>
            <a:tailEnd len="med" w="med" type="triangle"/>
          </a:ln>
        </p:spPr>
      </p:cxnSp>
      <p:sp>
        <p:nvSpPr>
          <p:cNvPr id="2488" name="Google Shape;2488;p93"/>
          <p:cNvSpPr txBox="1"/>
          <p:nvPr/>
        </p:nvSpPr>
        <p:spPr>
          <a:xfrm>
            <a:off x="1262063" y="4338638"/>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y</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489" name="Google Shape;2489;p93"/>
          <p:cNvSpPr txBox="1"/>
          <p:nvPr/>
        </p:nvSpPr>
        <p:spPr>
          <a:xfrm>
            <a:off x="1714500" y="4333875"/>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l</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490" name="Google Shape;2490;p93"/>
          <p:cNvSpPr txBox="1"/>
          <p:nvPr/>
        </p:nvSpPr>
        <p:spPr>
          <a:xfrm>
            <a:off x="1404938" y="3681413"/>
            <a:ext cx="400050" cy="376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cxnSp>
        <p:nvCxnSpPr>
          <p:cNvPr id="2491" name="Google Shape;2491;p93"/>
          <p:cNvCxnSpPr/>
          <p:nvPr/>
        </p:nvCxnSpPr>
        <p:spPr>
          <a:xfrm flipH="1" rot="-2537517">
            <a:off x="1736725" y="4087813"/>
            <a:ext cx="152400" cy="227012"/>
          </a:xfrm>
          <a:prstGeom prst="straightConnector1">
            <a:avLst/>
          </a:prstGeom>
          <a:noFill/>
          <a:ln cap="flat" cmpd="sng" w="9525">
            <a:solidFill>
              <a:schemeClr val="dk1"/>
            </a:solidFill>
            <a:prstDash val="solid"/>
            <a:round/>
            <a:headEnd len="sm" w="sm" type="none"/>
            <a:tailEnd len="med" w="med" type="triangle"/>
          </a:ln>
        </p:spPr>
      </p:cxnSp>
      <p:cxnSp>
        <p:nvCxnSpPr>
          <p:cNvPr id="2492" name="Google Shape;2492;p93"/>
          <p:cNvCxnSpPr/>
          <p:nvPr/>
        </p:nvCxnSpPr>
        <p:spPr>
          <a:xfrm rot="2537517">
            <a:off x="2424113" y="4149725"/>
            <a:ext cx="36512" cy="214313"/>
          </a:xfrm>
          <a:prstGeom prst="straightConnector1">
            <a:avLst/>
          </a:prstGeom>
          <a:noFill/>
          <a:ln cap="flat" cmpd="sng" w="9525">
            <a:solidFill>
              <a:schemeClr val="dk1"/>
            </a:solidFill>
            <a:prstDash val="solid"/>
            <a:round/>
            <a:headEnd len="sm" w="sm" type="none"/>
            <a:tailEnd len="med" w="med" type="triangle"/>
          </a:ln>
        </p:spPr>
      </p:cxnSp>
      <p:sp>
        <p:nvSpPr>
          <p:cNvPr id="2493" name="Google Shape;2493;p93"/>
          <p:cNvSpPr txBox="1"/>
          <p:nvPr/>
        </p:nvSpPr>
        <p:spPr>
          <a:xfrm>
            <a:off x="2181225" y="4338638"/>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k</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494" name="Google Shape;2494;p93"/>
          <p:cNvSpPr txBox="1"/>
          <p:nvPr/>
        </p:nvSpPr>
        <p:spPr>
          <a:xfrm>
            <a:off x="2633663" y="4338638"/>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495" name="Google Shape;2495;p93"/>
          <p:cNvSpPr txBox="1"/>
          <p:nvPr/>
        </p:nvSpPr>
        <p:spPr>
          <a:xfrm>
            <a:off x="2395538" y="3795713"/>
            <a:ext cx="400050" cy="376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cxnSp>
        <p:nvCxnSpPr>
          <p:cNvPr id="2496" name="Google Shape;2496;p93"/>
          <p:cNvCxnSpPr/>
          <p:nvPr/>
        </p:nvCxnSpPr>
        <p:spPr>
          <a:xfrm flipH="1" rot="-2537517">
            <a:off x="2832100" y="4146550"/>
            <a:ext cx="14288" cy="214313"/>
          </a:xfrm>
          <a:prstGeom prst="straightConnector1">
            <a:avLst/>
          </a:prstGeom>
          <a:noFill/>
          <a:ln cap="flat" cmpd="sng" w="9525">
            <a:solidFill>
              <a:schemeClr val="dk1"/>
            </a:solidFill>
            <a:prstDash val="solid"/>
            <a:round/>
            <a:headEnd len="sm" w="sm" type="none"/>
            <a:tailEnd len="med" w="med" type="triangle"/>
          </a:ln>
        </p:spPr>
      </p:cxnSp>
      <p:cxnSp>
        <p:nvCxnSpPr>
          <p:cNvPr id="2497" name="Google Shape;2497;p93"/>
          <p:cNvCxnSpPr/>
          <p:nvPr/>
        </p:nvCxnSpPr>
        <p:spPr>
          <a:xfrm rot="2537517">
            <a:off x="4986338" y="4506913"/>
            <a:ext cx="125412" cy="312737"/>
          </a:xfrm>
          <a:prstGeom prst="straightConnector1">
            <a:avLst/>
          </a:prstGeom>
          <a:noFill/>
          <a:ln cap="flat" cmpd="sng" w="9525">
            <a:solidFill>
              <a:schemeClr val="dk1"/>
            </a:solidFill>
            <a:prstDash val="solid"/>
            <a:round/>
            <a:headEnd len="sm" w="sm" type="none"/>
            <a:tailEnd len="med" w="med" type="triangle"/>
          </a:ln>
        </p:spPr>
      </p:cxnSp>
      <p:sp>
        <p:nvSpPr>
          <p:cNvPr id="2498" name="Google Shape;2498;p93"/>
          <p:cNvSpPr txBox="1"/>
          <p:nvPr/>
        </p:nvSpPr>
        <p:spPr>
          <a:xfrm>
            <a:off x="4786313" y="4810125"/>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r</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2000" u="none" cap="none" strike="noStrike">
              <a:solidFill>
                <a:srgbClr val="003399"/>
              </a:solidFill>
              <a:latin typeface="Times New Roman"/>
              <a:ea typeface="Times New Roman"/>
              <a:cs typeface="Times New Roman"/>
              <a:sym typeface="Times New Roman"/>
            </a:endParaRPr>
          </a:p>
        </p:txBody>
      </p:sp>
      <p:sp>
        <p:nvSpPr>
          <p:cNvPr id="2499" name="Google Shape;2499;p93"/>
          <p:cNvSpPr txBox="1"/>
          <p:nvPr/>
        </p:nvSpPr>
        <p:spPr>
          <a:xfrm>
            <a:off x="5238750" y="4810125"/>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s</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2000" u="none" cap="none" strike="noStrike">
              <a:solidFill>
                <a:srgbClr val="003399"/>
              </a:solidFill>
              <a:latin typeface="Times New Roman"/>
              <a:ea typeface="Times New Roman"/>
              <a:cs typeface="Times New Roman"/>
              <a:sym typeface="Times New Roman"/>
            </a:endParaRPr>
          </a:p>
        </p:txBody>
      </p:sp>
      <p:sp>
        <p:nvSpPr>
          <p:cNvPr id="2500" name="Google Shape;2500;p93"/>
          <p:cNvSpPr txBox="1"/>
          <p:nvPr/>
        </p:nvSpPr>
        <p:spPr>
          <a:xfrm>
            <a:off x="5043488" y="4114800"/>
            <a:ext cx="400050" cy="37623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cxnSp>
        <p:nvCxnSpPr>
          <p:cNvPr id="2501" name="Google Shape;2501;p93"/>
          <p:cNvCxnSpPr/>
          <p:nvPr/>
        </p:nvCxnSpPr>
        <p:spPr>
          <a:xfrm flipH="1" rot="-2537517">
            <a:off x="5329238" y="4497388"/>
            <a:ext cx="125412" cy="312737"/>
          </a:xfrm>
          <a:prstGeom prst="straightConnector1">
            <a:avLst/>
          </a:prstGeom>
          <a:noFill/>
          <a:ln cap="flat" cmpd="sng" w="9525">
            <a:solidFill>
              <a:schemeClr val="dk1"/>
            </a:solidFill>
            <a:prstDash val="solid"/>
            <a:round/>
            <a:headEnd len="sm" w="sm" type="none"/>
            <a:tailEnd len="med" w="med" type="triangle"/>
          </a:ln>
        </p:spPr>
      </p:cxnSp>
      <p:cxnSp>
        <p:nvCxnSpPr>
          <p:cNvPr id="2502" name="Google Shape;2502;p93"/>
          <p:cNvCxnSpPr/>
          <p:nvPr/>
        </p:nvCxnSpPr>
        <p:spPr>
          <a:xfrm rot="2537517">
            <a:off x="5962650" y="4495800"/>
            <a:ext cx="125413" cy="312738"/>
          </a:xfrm>
          <a:prstGeom prst="straightConnector1">
            <a:avLst/>
          </a:prstGeom>
          <a:noFill/>
          <a:ln cap="flat" cmpd="sng" w="9525">
            <a:solidFill>
              <a:schemeClr val="dk1"/>
            </a:solidFill>
            <a:prstDash val="solid"/>
            <a:round/>
            <a:headEnd len="sm" w="sm" type="none"/>
            <a:tailEnd len="med" w="med" type="triangle"/>
          </a:ln>
        </p:spPr>
      </p:cxnSp>
      <p:sp>
        <p:nvSpPr>
          <p:cNvPr id="2503" name="Google Shape;2503;p93"/>
          <p:cNvSpPr txBox="1"/>
          <p:nvPr/>
        </p:nvSpPr>
        <p:spPr>
          <a:xfrm>
            <a:off x="5762625" y="4799013"/>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n</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2000" u="none" cap="none" strike="noStrike">
              <a:solidFill>
                <a:srgbClr val="003399"/>
              </a:solidFill>
              <a:latin typeface="Times New Roman"/>
              <a:ea typeface="Times New Roman"/>
              <a:cs typeface="Times New Roman"/>
              <a:sym typeface="Times New Roman"/>
            </a:endParaRPr>
          </a:p>
        </p:txBody>
      </p:sp>
      <p:sp>
        <p:nvSpPr>
          <p:cNvPr id="2504" name="Google Shape;2504;p93"/>
          <p:cNvSpPr txBox="1"/>
          <p:nvPr/>
        </p:nvSpPr>
        <p:spPr>
          <a:xfrm>
            <a:off x="6215063" y="4799013"/>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a</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2000" u="none" cap="none" strike="noStrike">
              <a:solidFill>
                <a:srgbClr val="003399"/>
              </a:solidFill>
              <a:latin typeface="Times New Roman"/>
              <a:ea typeface="Times New Roman"/>
              <a:cs typeface="Times New Roman"/>
              <a:sym typeface="Times New Roman"/>
            </a:endParaRPr>
          </a:p>
        </p:txBody>
      </p:sp>
      <p:sp>
        <p:nvSpPr>
          <p:cNvPr id="2505" name="Google Shape;2505;p93"/>
          <p:cNvSpPr txBox="1"/>
          <p:nvPr/>
        </p:nvSpPr>
        <p:spPr>
          <a:xfrm>
            <a:off x="6019800" y="4103688"/>
            <a:ext cx="400050" cy="376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cxnSp>
        <p:nvCxnSpPr>
          <p:cNvPr id="2506" name="Google Shape;2506;p93"/>
          <p:cNvCxnSpPr/>
          <p:nvPr/>
        </p:nvCxnSpPr>
        <p:spPr>
          <a:xfrm flipH="1" rot="-2537517">
            <a:off x="6305550" y="4486275"/>
            <a:ext cx="125413" cy="312738"/>
          </a:xfrm>
          <a:prstGeom prst="straightConnector1">
            <a:avLst/>
          </a:prstGeom>
          <a:noFill/>
          <a:ln cap="flat" cmpd="sng" w="9525">
            <a:solidFill>
              <a:schemeClr val="dk1"/>
            </a:solidFill>
            <a:prstDash val="solid"/>
            <a:round/>
            <a:headEnd len="sm" w="sm" type="none"/>
            <a:tailEnd len="med" w="med" type="triangle"/>
          </a:ln>
        </p:spPr>
      </p:cxnSp>
      <p:cxnSp>
        <p:nvCxnSpPr>
          <p:cNvPr id="2507" name="Google Shape;2507;p93"/>
          <p:cNvCxnSpPr/>
          <p:nvPr/>
        </p:nvCxnSpPr>
        <p:spPr>
          <a:xfrm>
            <a:off x="3167063" y="3676650"/>
            <a:ext cx="233362" cy="195263"/>
          </a:xfrm>
          <a:prstGeom prst="straightConnector1">
            <a:avLst/>
          </a:prstGeom>
          <a:noFill/>
          <a:ln cap="flat" cmpd="sng" w="9525">
            <a:solidFill>
              <a:schemeClr val="dk1"/>
            </a:solidFill>
            <a:prstDash val="solid"/>
            <a:round/>
            <a:headEnd len="sm" w="sm" type="none"/>
            <a:tailEnd len="med" w="med" type="triangle"/>
          </a:ln>
        </p:spPr>
      </p:cxnSp>
      <p:cxnSp>
        <p:nvCxnSpPr>
          <p:cNvPr id="2508" name="Google Shape;2508;p93"/>
          <p:cNvCxnSpPr/>
          <p:nvPr/>
        </p:nvCxnSpPr>
        <p:spPr>
          <a:xfrm flipH="1">
            <a:off x="5243513" y="3810000"/>
            <a:ext cx="352425" cy="304800"/>
          </a:xfrm>
          <a:prstGeom prst="straightConnector1">
            <a:avLst/>
          </a:prstGeom>
          <a:noFill/>
          <a:ln cap="flat" cmpd="sng" w="9525">
            <a:solidFill>
              <a:schemeClr val="dk1"/>
            </a:solidFill>
            <a:prstDash val="solid"/>
            <a:round/>
            <a:headEnd len="sm" w="sm" type="none"/>
            <a:tailEnd len="med" w="med" type="triangle"/>
          </a:ln>
        </p:spPr>
      </p:cxnSp>
      <p:cxnSp>
        <p:nvCxnSpPr>
          <p:cNvPr id="2509" name="Google Shape;2509;p93"/>
          <p:cNvCxnSpPr/>
          <p:nvPr/>
        </p:nvCxnSpPr>
        <p:spPr>
          <a:xfrm flipH="1">
            <a:off x="4743450" y="3019425"/>
            <a:ext cx="352425" cy="411163"/>
          </a:xfrm>
          <a:prstGeom prst="straightConnector1">
            <a:avLst/>
          </a:prstGeom>
          <a:noFill/>
          <a:ln cap="flat" cmpd="sng" w="9525">
            <a:solidFill>
              <a:schemeClr val="dk1"/>
            </a:solidFill>
            <a:prstDash val="solid"/>
            <a:round/>
            <a:headEnd len="sm" w="sm" type="none"/>
            <a:tailEnd len="med" w="med" type="triangle"/>
          </a:ln>
        </p:spPr>
      </p:cxnSp>
      <p:cxnSp>
        <p:nvCxnSpPr>
          <p:cNvPr id="2510" name="Google Shape;2510;p93"/>
          <p:cNvCxnSpPr/>
          <p:nvPr/>
        </p:nvCxnSpPr>
        <p:spPr>
          <a:xfrm>
            <a:off x="5876925" y="3805238"/>
            <a:ext cx="352425" cy="300037"/>
          </a:xfrm>
          <a:prstGeom prst="straightConnector1">
            <a:avLst/>
          </a:prstGeom>
          <a:noFill/>
          <a:ln cap="flat" cmpd="sng" w="9525">
            <a:solidFill>
              <a:schemeClr val="dk1"/>
            </a:solidFill>
            <a:prstDash val="solid"/>
            <a:round/>
            <a:headEnd len="sm" w="sm" type="none"/>
            <a:tailEnd len="med" w="med" type="triangle"/>
          </a:ln>
        </p:spPr>
      </p:cxnSp>
      <p:sp>
        <p:nvSpPr>
          <p:cNvPr id="2511" name="Google Shape;2511;p93"/>
          <p:cNvSpPr txBox="1"/>
          <p:nvPr/>
        </p:nvSpPr>
        <p:spPr>
          <a:xfrm>
            <a:off x="1028700" y="3100388"/>
            <a:ext cx="400050" cy="376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cxnSp>
        <p:nvCxnSpPr>
          <p:cNvPr id="2512" name="Google Shape;2512;p93"/>
          <p:cNvCxnSpPr/>
          <p:nvPr/>
        </p:nvCxnSpPr>
        <p:spPr>
          <a:xfrm rot="2537517">
            <a:off x="1017588" y="3465513"/>
            <a:ext cx="39687" cy="233362"/>
          </a:xfrm>
          <a:prstGeom prst="straightConnector1">
            <a:avLst/>
          </a:prstGeom>
          <a:noFill/>
          <a:ln cap="flat" cmpd="sng" w="9525">
            <a:solidFill>
              <a:schemeClr val="dk1"/>
            </a:solidFill>
            <a:prstDash val="solid"/>
            <a:round/>
            <a:headEnd len="sm" w="sm" type="none"/>
            <a:tailEnd len="med" w="med" type="triangle"/>
          </a:ln>
        </p:spPr>
      </p:cxnSp>
      <p:cxnSp>
        <p:nvCxnSpPr>
          <p:cNvPr id="2513" name="Google Shape;2513;p93"/>
          <p:cNvCxnSpPr/>
          <p:nvPr/>
        </p:nvCxnSpPr>
        <p:spPr>
          <a:xfrm flipH="1" rot="-2537517">
            <a:off x="1422400" y="3455988"/>
            <a:ext cx="39688" cy="233362"/>
          </a:xfrm>
          <a:prstGeom prst="straightConnector1">
            <a:avLst/>
          </a:prstGeom>
          <a:noFill/>
          <a:ln cap="flat" cmpd="sng" w="9525">
            <a:solidFill>
              <a:schemeClr val="dk1"/>
            </a:solidFill>
            <a:prstDash val="solid"/>
            <a:round/>
            <a:headEnd len="sm" w="sm" type="none"/>
            <a:tailEnd len="med" w="med" type="triangle"/>
          </a:ln>
        </p:spPr>
      </p:cxnSp>
      <p:cxnSp>
        <p:nvCxnSpPr>
          <p:cNvPr id="2514" name="Google Shape;2514;p93"/>
          <p:cNvCxnSpPr/>
          <p:nvPr/>
        </p:nvCxnSpPr>
        <p:spPr>
          <a:xfrm flipH="1">
            <a:off x="1419225" y="2892425"/>
            <a:ext cx="333375" cy="214313"/>
          </a:xfrm>
          <a:prstGeom prst="straightConnector1">
            <a:avLst/>
          </a:prstGeom>
          <a:noFill/>
          <a:ln cap="flat" cmpd="sng" w="9525">
            <a:solidFill>
              <a:schemeClr val="dk1"/>
            </a:solidFill>
            <a:prstDash val="solid"/>
            <a:round/>
            <a:headEnd len="sm" w="sm" type="none"/>
            <a:tailEnd len="med" w="med" type="triangle"/>
          </a:ln>
        </p:spPr>
      </p:cxnSp>
      <p:sp>
        <p:nvSpPr>
          <p:cNvPr id="2515" name="Google Shape;2515;p93"/>
          <p:cNvSpPr txBox="1"/>
          <p:nvPr/>
        </p:nvSpPr>
        <p:spPr>
          <a:xfrm>
            <a:off x="2809875" y="3290888"/>
            <a:ext cx="400050" cy="376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6</a:t>
            </a:r>
            <a:endParaRPr b="0" i="0" sz="1400" u="none" cap="none" strike="noStrike">
              <a:solidFill>
                <a:srgbClr val="000000"/>
              </a:solidFill>
              <a:latin typeface="Arial"/>
              <a:ea typeface="Arial"/>
              <a:cs typeface="Arial"/>
              <a:sym typeface="Arial"/>
            </a:endParaRPr>
          </a:p>
        </p:txBody>
      </p:sp>
      <p:cxnSp>
        <p:nvCxnSpPr>
          <p:cNvPr id="2516" name="Google Shape;2516;p93"/>
          <p:cNvCxnSpPr/>
          <p:nvPr/>
        </p:nvCxnSpPr>
        <p:spPr>
          <a:xfrm flipH="1" rot="2537517">
            <a:off x="2767013" y="3621088"/>
            <a:ext cx="53975" cy="214312"/>
          </a:xfrm>
          <a:prstGeom prst="straightConnector1">
            <a:avLst/>
          </a:prstGeom>
          <a:noFill/>
          <a:ln cap="flat" cmpd="sng" w="9525">
            <a:solidFill>
              <a:schemeClr val="dk1"/>
            </a:solidFill>
            <a:prstDash val="solid"/>
            <a:round/>
            <a:headEnd len="sm" w="sm" type="none"/>
            <a:tailEnd len="med" w="med" type="triangle"/>
          </a:ln>
        </p:spPr>
      </p:cxnSp>
      <p:cxnSp>
        <p:nvCxnSpPr>
          <p:cNvPr id="2517" name="Google Shape;2517;p93"/>
          <p:cNvCxnSpPr/>
          <p:nvPr/>
        </p:nvCxnSpPr>
        <p:spPr>
          <a:xfrm>
            <a:off x="2290763" y="2897188"/>
            <a:ext cx="528637" cy="409575"/>
          </a:xfrm>
          <a:prstGeom prst="straightConnector1">
            <a:avLst/>
          </a:prstGeom>
          <a:noFill/>
          <a:ln cap="flat" cmpd="sng" w="9525">
            <a:solidFill>
              <a:schemeClr val="dk1"/>
            </a:solidFill>
            <a:prstDash val="solid"/>
            <a:round/>
            <a:headEnd len="sm" w="sm" type="none"/>
            <a:tailEnd len="med" w="med" type="triangle"/>
          </a:ln>
        </p:spPr>
      </p:cxnSp>
      <p:sp>
        <p:nvSpPr>
          <p:cNvPr id="2518" name="Google Shape;2518;p93"/>
          <p:cNvSpPr txBox="1"/>
          <p:nvPr/>
        </p:nvSpPr>
        <p:spPr>
          <a:xfrm>
            <a:off x="5538788" y="3429000"/>
            <a:ext cx="400050" cy="37623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8</a:t>
            </a:r>
            <a:endParaRPr b="0" i="0" sz="1400" u="none" cap="none" strike="noStrike">
              <a:solidFill>
                <a:srgbClr val="000000"/>
              </a:solidFill>
              <a:latin typeface="Arial"/>
              <a:ea typeface="Arial"/>
              <a:cs typeface="Arial"/>
              <a:sym typeface="Arial"/>
            </a:endParaRPr>
          </a:p>
        </p:txBody>
      </p:sp>
      <p:cxnSp>
        <p:nvCxnSpPr>
          <p:cNvPr id="2519" name="Google Shape;2519;p93"/>
          <p:cNvCxnSpPr/>
          <p:nvPr/>
        </p:nvCxnSpPr>
        <p:spPr>
          <a:xfrm>
            <a:off x="5557838" y="3019425"/>
            <a:ext cx="195262" cy="411163"/>
          </a:xfrm>
          <a:prstGeom prst="straightConnector1">
            <a:avLst/>
          </a:prstGeom>
          <a:noFill/>
          <a:ln cap="flat" cmpd="sng" w="9525">
            <a:solidFill>
              <a:schemeClr val="dk1"/>
            </a:solidFill>
            <a:prstDash val="solid"/>
            <a:round/>
            <a:headEnd len="sm" w="sm" type="none"/>
            <a:tailEnd len="med" w="med" type="triangle"/>
          </a:ln>
        </p:spPr>
      </p:cxnSp>
      <p:sp>
        <p:nvSpPr>
          <p:cNvPr id="2520" name="Google Shape;2520;p93"/>
          <p:cNvSpPr txBox="1"/>
          <p:nvPr/>
        </p:nvSpPr>
        <p:spPr>
          <a:xfrm>
            <a:off x="1752600" y="2533650"/>
            <a:ext cx="533400" cy="37623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10</a:t>
            </a:r>
            <a:endParaRPr b="0" i="0" sz="1400" u="none" cap="none" strike="noStrike">
              <a:solidFill>
                <a:srgbClr val="000000"/>
              </a:solidFill>
              <a:latin typeface="Arial"/>
              <a:ea typeface="Arial"/>
              <a:cs typeface="Arial"/>
              <a:sym typeface="Arial"/>
            </a:endParaRPr>
          </a:p>
        </p:txBody>
      </p:sp>
      <p:cxnSp>
        <p:nvCxnSpPr>
          <p:cNvPr id="2521" name="Google Shape;2521;p93"/>
          <p:cNvCxnSpPr/>
          <p:nvPr/>
        </p:nvCxnSpPr>
        <p:spPr>
          <a:xfrm>
            <a:off x="2076450" y="1973263"/>
            <a:ext cx="0" cy="552450"/>
          </a:xfrm>
          <a:prstGeom prst="straightConnector1">
            <a:avLst/>
          </a:prstGeom>
          <a:noFill/>
          <a:ln cap="flat" cmpd="sng" w="9525">
            <a:solidFill>
              <a:schemeClr val="dk1"/>
            </a:solidFill>
            <a:prstDash val="solid"/>
            <a:round/>
            <a:headEnd len="sm" w="sm" type="none"/>
            <a:tailEnd len="med" w="med" type="triangle"/>
          </a:ln>
        </p:spPr>
      </p:cxnSp>
      <p:sp>
        <p:nvSpPr>
          <p:cNvPr id="2522" name="Google Shape;2522;p93"/>
          <p:cNvSpPr txBox="1"/>
          <p:nvPr/>
        </p:nvSpPr>
        <p:spPr>
          <a:xfrm>
            <a:off x="5081588" y="2643188"/>
            <a:ext cx="552450" cy="376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16</a:t>
            </a:r>
            <a:endParaRPr b="0" i="0" sz="1400" u="none" cap="none" strike="noStrike">
              <a:solidFill>
                <a:srgbClr val="000000"/>
              </a:solidFill>
              <a:latin typeface="Arial"/>
              <a:ea typeface="Arial"/>
              <a:cs typeface="Arial"/>
              <a:sym typeface="Arial"/>
            </a:endParaRPr>
          </a:p>
        </p:txBody>
      </p:sp>
      <p:cxnSp>
        <p:nvCxnSpPr>
          <p:cNvPr id="2523" name="Google Shape;2523;p93"/>
          <p:cNvCxnSpPr/>
          <p:nvPr/>
        </p:nvCxnSpPr>
        <p:spPr>
          <a:xfrm>
            <a:off x="5372100" y="2087563"/>
            <a:ext cx="0" cy="552450"/>
          </a:xfrm>
          <a:prstGeom prst="straightConnector1">
            <a:avLst/>
          </a:prstGeom>
          <a:noFill/>
          <a:ln cap="flat" cmpd="sng" w="9525">
            <a:solidFill>
              <a:schemeClr val="dk1"/>
            </a:solidFill>
            <a:prstDash val="solid"/>
            <a:round/>
            <a:headEnd len="sm" w="sm" type="none"/>
            <a:tailEnd len="med" w="med" type="triangle"/>
          </a:ln>
        </p:spPr>
      </p:cxn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1" name="Shape 2531"/>
        <p:cNvGrpSpPr/>
        <p:nvPr/>
      </p:nvGrpSpPr>
      <p:grpSpPr>
        <a:xfrm>
          <a:off x="0" y="0"/>
          <a:ext cx="0" cy="0"/>
          <a:chOff x="0" y="0"/>
          <a:chExt cx="0" cy="0"/>
        </a:xfrm>
      </p:grpSpPr>
      <p:sp>
        <p:nvSpPr>
          <p:cNvPr id="2532" name="Google Shape;2532;p94"/>
          <p:cNvSpPr txBox="1"/>
          <p:nvPr>
            <p:ph type="title"/>
          </p:nvPr>
        </p:nvSpPr>
        <p:spPr>
          <a:xfrm>
            <a:off x="696913" y="592138"/>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Building a Tree</a:t>
            </a:r>
            <a:endParaRPr/>
          </a:p>
        </p:txBody>
      </p:sp>
      <p:cxnSp>
        <p:nvCxnSpPr>
          <p:cNvPr id="2533" name="Google Shape;2533;p94"/>
          <p:cNvCxnSpPr/>
          <p:nvPr/>
        </p:nvCxnSpPr>
        <p:spPr>
          <a:xfrm rot="2537517">
            <a:off x="1316038" y="4335463"/>
            <a:ext cx="141287" cy="269875"/>
          </a:xfrm>
          <a:prstGeom prst="straightConnector1">
            <a:avLst/>
          </a:prstGeom>
          <a:noFill/>
          <a:ln cap="flat" cmpd="sng" w="9525">
            <a:solidFill>
              <a:schemeClr val="dk1"/>
            </a:solidFill>
            <a:prstDash val="solid"/>
            <a:round/>
            <a:headEnd len="sm" w="sm" type="none"/>
            <a:tailEnd len="med" w="med" type="triangle"/>
          </a:ln>
        </p:spPr>
      </p:cxnSp>
      <p:sp>
        <p:nvSpPr>
          <p:cNvPr id="2534" name="Google Shape;2534;p94"/>
          <p:cNvSpPr txBox="1"/>
          <p:nvPr/>
        </p:nvSpPr>
        <p:spPr>
          <a:xfrm>
            <a:off x="1028700" y="4600575"/>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E</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535" name="Google Shape;2535;p94"/>
          <p:cNvSpPr txBox="1"/>
          <p:nvPr/>
        </p:nvSpPr>
        <p:spPr>
          <a:xfrm>
            <a:off x="1495425" y="4600575"/>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i</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536" name="Google Shape;2536;p94"/>
          <p:cNvSpPr txBox="1"/>
          <p:nvPr/>
        </p:nvSpPr>
        <p:spPr>
          <a:xfrm>
            <a:off x="3962400" y="4149725"/>
            <a:ext cx="5143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sp</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sp>
        <p:nvSpPr>
          <p:cNvPr id="2537" name="Google Shape;2537;p94"/>
          <p:cNvSpPr txBox="1"/>
          <p:nvPr/>
        </p:nvSpPr>
        <p:spPr>
          <a:xfrm>
            <a:off x="4591050" y="3411538"/>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e</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8</a:t>
            </a:r>
            <a:endParaRPr b="0" i="0" sz="1400" u="none" cap="none" strike="noStrike">
              <a:solidFill>
                <a:srgbClr val="000000"/>
              </a:solidFill>
              <a:latin typeface="Arial"/>
              <a:ea typeface="Arial"/>
              <a:cs typeface="Arial"/>
              <a:sym typeface="Arial"/>
            </a:endParaRPr>
          </a:p>
        </p:txBody>
      </p:sp>
      <p:cxnSp>
        <p:nvCxnSpPr>
          <p:cNvPr id="2538" name="Google Shape;2538;p94"/>
          <p:cNvCxnSpPr/>
          <p:nvPr/>
        </p:nvCxnSpPr>
        <p:spPr>
          <a:xfrm flipH="1" rot="-2537517">
            <a:off x="1603375" y="4346575"/>
            <a:ext cx="130175" cy="236538"/>
          </a:xfrm>
          <a:prstGeom prst="straightConnector1">
            <a:avLst/>
          </a:prstGeom>
          <a:noFill/>
          <a:ln cap="flat" cmpd="sng" w="9525">
            <a:solidFill>
              <a:schemeClr val="dk1"/>
            </a:solidFill>
            <a:prstDash val="solid"/>
            <a:round/>
            <a:headEnd len="sm" w="sm" type="none"/>
            <a:tailEnd len="med" w="med" type="triangle"/>
          </a:ln>
        </p:spPr>
      </p:cxnSp>
      <p:sp>
        <p:nvSpPr>
          <p:cNvPr id="2539" name="Google Shape;2539;p94"/>
          <p:cNvSpPr txBox="1"/>
          <p:nvPr/>
        </p:nvSpPr>
        <p:spPr>
          <a:xfrm>
            <a:off x="1404938" y="3948113"/>
            <a:ext cx="400050" cy="376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cxnSp>
        <p:nvCxnSpPr>
          <p:cNvPr id="2540" name="Google Shape;2540;p94"/>
          <p:cNvCxnSpPr/>
          <p:nvPr/>
        </p:nvCxnSpPr>
        <p:spPr>
          <a:xfrm rot="2537517">
            <a:off x="2165350" y="4330700"/>
            <a:ext cx="117475" cy="276225"/>
          </a:xfrm>
          <a:prstGeom prst="straightConnector1">
            <a:avLst/>
          </a:prstGeom>
          <a:noFill/>
          <a:ln cap="flat" cmpd="sng" w="9525">
            <a:solidFill>
              <a:schemeClr val="dk1"/>
            </a:solidFill>
            <a:prstDash val="solid"/>
            <a:round/>
            <a:headEnd len="sm" w="sm" type="none"/>
            <a:tailEnd len="med" w="med" type="triangle"/>
          </a:ln>
        </p:spPr>
      </p:cxnSp>
      <p:sp>
        <p:nvSpPr>
          <p:cNvPr id="2541" name="Google Shape;2541;p94"/>
          <p:cNvSpPr txBox="1"/>
          <p:nvPr/>
        </p:nvSpPr>
        <p:spPr>
          <a:xfrm>
            <a:off x="1985963" y="4605338"/>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y</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542" name="Google Shape;2542;p94"/>
          <p:cNvSpPr txBox="1"/>
          <p:nvPr/>
        </p:nvSpPr>
        <p:spPr>
          <a:xfrm>
            <a:off x="2438400" y="4600575"/>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l</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543" name="Google Shape;2543;p94"/>
          <p:cNvSpPr txBox="1"/>
          <p:nvPr/>
        </p:nvSpPr>
        <p:spPr>
          <a:xfrm>
            <a:off x="2128838" y="3948113"/>
            <a:ext cx="400050" cy="376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cxnSp>
        <p:nvCxnSpPr>
          <p:cNvPr id="2544" name="Google Shape;2544;p94"/>
          <p:cNvCxnSpPr/>
          <p:nvPr/>
        </p:nvCxnSpPr>
        <p:spPr>
          <a:xfrm flipH="1" rot="-2537517">
            <a:off x="2460625" y="4354513"/>
            <a:ext cx="152400" cy="227012"/>
          </a:xfrm>
          <a:prstGeom prst="straightConnector1">
            <a:avLst/>
          </a:prstGeom>
          <a:noFill/>
          <a:ln cap="flat" cmpd="sng" w="9525">
            <a:solidFill>
              <a:schemeClr val="dk1"/>
            </a:solidFill>
            <a:prstDash val="solid"/>
            <a:round/>
            <a:headEnd len="sm" w="sm" type="none"/>
            <a:tailEnd len="med" w="med" type="triangle"/>
          </a:ln>
        </p:spPr>
      </p:cxnSp>
      <p:cxnSp>
        <p:nvCxnSpPr>
          <p:cNvPr id="2545" name="Google Shape;2545;p94"/>
          <p:cNvCxnSpPr/>
          <p:nvPr/>
        </p:nvCxnSpPr>
        <p:spPr>
          <a:xfrm rot="2537517">
            <a:off x="3148013" y="4416425"/>
            <a:ext cx="36512" cy="214313"/>
          </a:xfrm>
          <a:prstGeom prst="straightConnector1">
            <a:avLst/>
          </a:prstGeom>
          <a:noFill/>
          <a:ln cap="flat" cmpd="sng" w="9525">
            <a:solidFill>
              <a:schemeClr val="dk1"/>
            </a:solidFill>
            <a:prstDash val="solid"/>
            <a:round/>
            <a:headEnd len="sm" w="sm" type="none"/>
            <a:tailEnd len="med" w="med" type="triangle"/>
          </a:ln>
        </p:spPr>
      </p:cxnSp>
      <p:sp>
        <p:nvSpPr>
          <p:cNvPr id="2546" name="Google Shape;2546;p94"/>
          <p:cNvSpPr txBox="1"/>
          <p:nvPr/>
        </p:nvSpPr>
        <p:spPr>
          <a:xfrm>
            <a:off x="2905125" y="4605338"/>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k</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547" name="Google Shape;2547;p94"/>
          <p:cNvSpPr txBox="1"/>
          <p:nvPr/>
        </p:nvSpPr>
        <p:spPr>
          <a:xfrm>
            <a:off x="3357563" y="4605338"/>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548" name="Google Shape;2548;p94"/>
          <p:cNvSpPr txBox="1"/>
          <p:nvPr/>
        </p:nvSpPr>
        <p:spPr>
          <a:xfrm>
            <a:off x="3119438" y="4062413"/>
            <a:ext cx="400050" cy="376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cxnSp>
        <p:nvCxnSpPr>
          <p:cNvPr id="2549" name="Google Shape;2549;p94"/>
          <p:cNvCxnSpPr/>
          <p:nvPr/>
        </p:nvCxnSpPr>
        <p:spPr>
          <a:xfrm flipH="1" rot="-2537517">
            <a:off x="3556000" y="4413250"/>
            <a:ext cx="14288" cy="214313"/>
          </a:xfrm>
          <a:prstGeom prst="straightConnector1">
            <a:avLst/>
          </a:prstGeom>
          <a:noFill/>
          <a:ln cap="flat" cmpd="sng" w="9525">
            <a:solidFill>
              <a:schemeClr val="dk1"/>
            </a:solidFill>
            <a:prstDash val="solid"/>
            <a:round/>
            <a:headEnd len="sm" w="sm" type="none"/>
            <a:tailEnd len="med" w="med" type="triangle"/>
          </a:ln>
        </p:spPr>
      </p:cxnSp>
      <p:cxnSp>
        <p:nvCxnSpPr>
          <p:cNvPr id="2550" name="Google Shape;2550;p94"/>
          <p:cNvCxnSpPr/>
          <p:nvPr/>
        </p:nvCxnSpPr>
        <p:spPr>
          <a:xfrm rot="2537517">
            <a:off x="4986338" y="4506913"/>
            <a:ext cx="125412" cy="312737"/>
          </a:xfrm>
          <a:prstGeom prst="straightConnector1">
            <a:avLst/>
          </a:prstGeom>
          <a:noFill/>
          <a:ln cap="flat" cmpd="sng" w="9525">
            <a:solidFill>
              <a:schemeClr val="dk1"/>
            </a:solidFill>
            <a:prstDash val="solid"/>
            <a:round/>
            <a:headEnd len="sm" w="sm" type="none"/>
            <a:tailEnd len="med" w="med" type="triangle"/>
          </a:ln>
        </p:spPr>
      </p:cxnSp>
      <p:sp>
        <p:nvSpPr>
          <p:cNvPr id="2551" name="Google Shape;2551;p94"/>
          <p:cNvSpPr txBox="1"/>
          <p:nvPr/>
        </p:nvSpPr>
        <p:spPr>
          <a:xfrm>
            <a:off x="4786313" y="4810125"/>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r</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2000" u="none" cap="none" strike="noStrike">
              <a:solidFill>
                <a:srgbClr val="003399"/>
              </a:solidFill>
              <a:latin typeface="Times New Roman"/>
              <a:ea typeface="Times New Roman"/>
              <a:cs typeface="Times New Roman"/>
              <a:sym typeface="Times New Roman"/>
            </a:endParaRPr>
          </a:p>
        </p:txBody>
      </p:sp>
      <p:sp>
        <p:nvSpPr>
          <p:cNvPr id="2552" name="Google Shape;2552;p94"/>
          <p:cNvSpPr txBox="1"/>
          <p:nvPr/>
        </p:nvSpPr>
        <p:spPr>
          <a:xfrm>
            <a:off x="5238750" y="4810125"/>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s</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2000" u="none" cap="none" strike="noStrike">
              <a:solidFill>
                <a:srgbClr val="003399"/>
              </a:solidFill>
              <a:latin typeface="Times New Roman"/>
              <a:ea typeface="Times New Roman"/>
              <a:cs typeface="Times New Roman"/>
              <a:sym typeface="Times New Roman"/>
            </a:endParaRPr>
          </a:p>
        </p:txBody>
      </p:sp>
      <p:sp>
        <p:nvSpPr>
          <p:cNvPr id="2553" name="Google Shape;2553;p94"/>
          <p:cNvSpPr txBox="1"/>
          <p:nvPr/>
        </p:nvSpPr>
        <p:spPr>
          <a:xfrm>
            <a:off x="5043488" y="4114800"/>
            <a:ext cx="400050" cy="37623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cxnSp>
        <p:nvCxnSpPr>
          <p:cNvPr id="2554" name="Google Shape;2554;p94"/>
          <p:cNvCxnSpPr/>
          <p:nvPr/>
        </p:nvCxnSpPr>
        <p:spPr>
          <a:xfrm flipH="1" rot="-2537517">
            <a:off x="5329238" y="4497388"/>
            <a:ext cx="125412" cy="312737"/>
          </a:xfrm>
          <a:prstGeom prst="straightConnector1">
            <a:avLst/>
          </a:prstGeom>
          <a:noFill/>
          <a:ln cap="flat" cmpd="sng" w="9525">
            <a:solidFill>
              <a:schemeClr val="dk1"/>
            </a:solidFill>
            <a:prstDash val="solid"/>
            <a:round/>
            <a:headEnd len="sm" w="sm" type="none"/>
            <a:tailEnd len="med" w="med" type="triangle"/>
          </a:ln>
        </p:spPr>
      </p:cxnSp>
      <p:cxnSp>
        <p:nvCxnSpPr>
          <p:cNvPr id="2555" name="Google Shape;2555;p94"/>
          <p:cNvCxnSpPr/>
          <p:nvPr/>
        </p:nvCxnSpPr>
        <p:spPr>
          <a:xfrm rot="2537517">
            <a:off x="5962650" y="4495800"/>
            <a:ext cx="125413" cy="312738"/>
          </a:xfrm>
          <a:prstGeom prst="straightConnector1">
            <a:avLst/>
          </a:prstGeom>
          <a:noFill/>
          <a:ln cap="flat" cmpd="sng" w="9525">
            <a:solidFill>
              <a:schemeClr val="dk1"/>
            </a:solidFill>
            <a:prstDash val="solid"/>
            <a:round/>
            <a:headEnd len="sm" w="sm" type="none"/>
            <a:tailEnd len="med" w="med" type="triangle"/>
          </a:ln>
        </p:spPr>
      </p:cxnSp>
      <p:sp>
        <p:nvSpPr>
          <p:cNvPr id="2556" name="Google Shape;2556;p94"/>
          <p:cNvSpPr txBox="1"/>
          <p:nvPr/>
        </p:nvSpPr>
        <p:spPr>
          <a:xfrm>
            <a:off x="5762625" y="4799013"/>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n</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2000" u="none" cap="none" strike="noStrike">
              <a:solidFill>
                <a:srgbClr val="003399"/>
              </a:solidFill>
              <a:latin typeface="Times New Roman"/>
              <a:ea typeface="Times New Roman"/>
              <a:cs typeface="Times New Roman"/>
              <a:sym typeface="Times New Roman"/>
            </a:endParaRPr>
          </a:p>
        </p:txBody>
      </p:sp>
      <p:sp>
        <p:nvSpPr>
          <p:cNvPr id="2557" name="Google Shape;2557;p94"/>
          <p:cNvSpPr txBox="1"/>
          <p:nvPr/>
        </p:nvSpPr>
        <p:spPr>
          <a:xfrm>
            <a:off x="6215063" y="4799013"/>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a</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2000" u="none" cap="none" strike="noStrike">
              <a:solidFill>
                <a:srgbClr val="003399"/>
              </a:solidFill>
              <a:latin typeface="Times New Roman"/>
              <a:ea typeface="Times New Roman"/>
              <a:cs typeface="Times New Roman"/>
              <a:sym typeface="Times New Roman"/>
            </a:endParaRPr>
          </a:p>
        </p:txBody>
      </p:sp>
      <p:sp>
        <p:nvSpPr>
          <p:cNvPr id="2558" name="Google Shape;2558;p94"/>
          <p:cNvSpPr txBox="1"/>
          <p:nvPr/>
        </p:nvSpPr>
        <p:spPr>
          <a:xfrm>
            <a:off x="6019800" y="4103688"/>
            <a:ext cx="400050" cy="376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cxnSp>
        <p:nvCxnSpPr>
          <p:cNvPr id="2559" name="Google Shape;2559;p94"/>
          <p:cNvCxnSpPr/>
          <p:nvPr/>
        </p:nvCxnSpPr>
        <p:spPr>
          <a:xfrm flipH="1" rot="-2537517">
            <a:off x="6305550" y="4486275"/>
            <a:ext cx="125413" cy="312738"/>
          </a:xfrm>
          <a:prstGeom prst="straightConnector1">
            <a:avLst/>
          </a:prstGeom>
          <a:noFill/>
          <a:ln cap="flat" cmpd="sng" w="9525">
            <a:solidFill>
              <a:schemeClr val="dk1"/>
            </a:solidFill>
            <a:prstDash val="solid"/>
            <a:round/>
            <a:headEnd len="sm" w="sm" type="none"/>
            <a:tailEnd len="med" w="med" type="triangle"/>
          </a:ln>
        </p:spPr>
      </p:cxnSp>
      <p:cxnSp>
        <p:nvCxnSpPr>
          <p:cNvPr id="2560" name="Google Shape;2560;p94"/>
          <p:cNvCxnSpPr/>
          <p:nvPr/>
        </p:nvCxnSpPr>
        <p:spPr>
          <a:xfrm>
            <a:off x="3890963" y="3943350"/>
            <a:ext cx="233362" cy="195263"/>
          </a:xfrm>
          <a:prstGeom prst="straightConnector1">
            <a:avLst/>
          </a:prstGeom>
          <a:noFill/>
          <a:ln cap="flat" cmpd="sng" w="9525">
            <a:solidFill>
              <a:schemeClr val="dk1"/>
            </a:solidFill>
            <a:prstDash val="solid"/>
            <a:round/>
            <a:headEnd len="sm" w="sm" type="none"/>
            <a:tailEnd len="med" w="med" type="triangle"/>
          </a:ln>
        </p:spPr>
      </p:cxnSp>
      <p:cxnSp>
        <p:nvCxnSpPr>
          <p:cNvPr id="2561" name="Google Shape;2561;p94"/>
          <p:cNvCxnSpPr/>
          <p:nvPr/>
        </p:nvCxnSpPr>
        <p:spPr>
          <a:xfrm flipH="1">
            <a:off x="5243513" y="3810000"/>
            <a:ext cx="352425" cy="304800"/>
          </a:xfrm>
          <a:prstGeom prst="straightConnector1">
            <a:avLst/>
          </a:prstGeom>
          <a:noFill/>
          <a:ln cap="flat" cmpd="sng" w="9525">
            <a:solidFill>
              <a:schemeClr val="dk1"/>
            </a:solidFill>
            <a:prstDash val="solid"/>
            <a:round/>
            <a:headEnd len="sm" w="sm" type="none"/>
            <a:tailEnd len="med" w="med" type="triangle"/>
          </a:ln>
        </p:spPr>
      </p:cxnSp>
      <p:cxnSp>
        <p:nvCxnSpPr>
          <p:cNvPr id="2562" name="Google Shape;2562;p94"/>
          <p:cNvCxnSpPr/>
          <p:nvPr/>
        </p:nvCxnSpPr>
        <p:spPr>
          <a:xfrm flipH="1">
            <a:off x="4743450" y="3019425"/>
            <a:ext cx="352425" cy="411163"/>
          </a:xfrm>
          <a:prstGeom prst="straightConnector1">
            <a:avLst/>
          </a:prstGeom>
          <a:noFill/>
          <a:ln cap="flat" cmpd="sng" w="9525">
            <a:solidFill>
              <a:schemeClr val="dk1"/>
            </a:solidFill>
            <a:prstDash val="solid"/>
            <a:round/>
            <a:headEnd len="sm" w="sm" type="none"/>
            <a:tailEnd len="med" w="med" type="triangle"/>
          </a:ln>
        </p:spPr>
      </p:cxnSp>
      <p:cxnSp>
        <p:nvCxnSpPr>
          <p:cNvPr id="2563" name="Google Shape;2563;p94"/>
          <p:cNvCxnSpPr/>
          <p:nvPr/>
        </p:nvCxnSpPr>
        <p:spPr>
          <a:xfrm>
            <a:off x="5876925" y="3805238"/>
            <a:ext cx="352425" cy="300037"/>
          </a:xfrm>
          <a:prstGeom prst="straightConnector1">
            <a:avLst/>
          </a:prstGeom>
          <a:noFill/>
          <a:ln cap="flat" cmpd="sng" w="9525">
            <a:solidFill>
              <a:schemeClr val="dk1"/>
            </a:solidFill>
            <a:prstDash val="solid"/>
            <a:round/>
            <a:headEnd len="sm" w="sm" type="none"/>
            <a:tailEnd len="med" w="med" type="triangle"/>
          </a:ln>
        </p:spPr>
      </p:cxnSp>
      <p:sp>
        <p:nvSpPr>
          <p:cNvPr id="2564" name="Google Shape;2564;p94"/>
          <p:cNvSpPr txBox="1"/>
          <p:nvPr/>
        </p:nvSpPr>
        <p:spPr>
          <a:xfrm>
            <a:off x="1752600" y="3367088"/>
            <a:ext cx="400050" cy="376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cxnSp>
        <p:nvCxnSpPr>
          <p:cNvPr id="2565" name="Google Shape;2565;p94"/>
          <p:cNvCxnSpPr/>
          <p:nvPr/>
        </p:nvCxnSpPr>
        <p:spPr>
          <a:xfrm rot="2537517">
            <a:off x="1741488" y="3732213"/>
            <a:ext cx="39687" cy="233362"/>
          </a:xfrm>
          <a:prstGeom prst="straightConnector1">
            <a:avLst/>
          </a:prstGeom>
          <a:noFill/>
          <a:ln cap="flat" cmpd="sng" w="9525">
            <a:solidFill>
              <a:schemeClr val="dk1"/>
            </a:solidFill>
            <a:prstDash val="solid"/>
            <a:round/>
            <a:headEnd len="sm" w="sm" type="none"/>
            <a:tailEnd len="med" w="med" type="triangle"/>
          </a:ln>
        </p:spPr>
      </p:cxnSp>
      <p:cxnSp>
        <p:nvCxnSpPr>
          <p:cNvPr id="2566" name="Google Shape;2566;p94"/>
          <p:cNvCxnSpPr/>
          <p:nvPr/>
        </p:nvCxnSpPr>
        <p:spPr>
          <a:xfrm flipH="1" rot="-2537517">
            <a:off x="2146300" y="3722688"/>
            <a:ext cx="39688" cy="233362"/>
          </a:xfrm>
          <a:prstGeom prst="straightConnector1">
            <a:avLst/>
          </a:prstGeom>
          <a:noFill/>
          <a:ln cap="flat" cmpd="sng" w="9525">
            <a:solidFill>
              <a:schemeClr val="dk1"/>
            </a:solidFill>
            <a:prstDash val="solid"/>
            <a:round/>
            <a:headEnd len="sm" w="sm" type="none"/>
            <a:tailEnd len="med" w="med" type="triangle"/>
          </a:ln>
        </p:spPr>
      </p:cxnSp>
      <p:cxnSp>
        <p:nvCxnSpPr>
          <p:cNvPr id="2567" name="Google Shape;2567;p94"/>
          <p:cNvCxnSpPr/>
          <p:nvPr/>
        </p:nvCxnSpPr>
        <p:spPr>
          <a:xfrm flipH="1">
            <a:off x="2143125" y="3159125"/>
            <a:ext cx="333375" cy="214313"/>
          </a:xfrm>
          <a:prstGeom prst="straightConnector1">
            <a:avLst/>
          </a:prstGeom>
          <a:noFill/>
          <a:ln cap="flat" cmpd="sng" w="9525">
            <a:solidFill>
              <a:schemeClr val="dk1"/>
            </a:solidFill>
            <a:prstDash val="solid"/>
            <a:round/>
            <a:headEnd len="sm" w="sm" type="none"/>
            <a:tailEnd len="med" w="med" type="triangle"/>
          </a:ln>
        </p:spPr>
      </p:cxnSp>
      <p:sp>
        <p:nvSpPr>
          <p:cNvPr id="2568" name="Google Shape;2568;p94"/>
          <p:cNvSpPr txBox="1"/>
          <p:nvPr/>
        </p:nvSpPr>
        <p:spPr>
          <a:xfrm>
            <a:off x="3533775" y="3557588"/>
            <a:ext cx="400050" cy="376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6</a:t>
            </a:r>
            <a:endParaRPr b="0" i="0" sz="1400" u="none" cap="none" strike="noStrike">
              <a:solidFill>
                <a:srgbClr val="000000"/>
              </a:solidFill>
              <a:latin typeface="Arial"/>
              <a:ea typeface="Arial"/>
              <a:cs typeface="Arial"/>
              <a:sym typeface="Arial"/>
            </a:endParaRPr>
          </a:p>
        </p:txBody>
      </p:sp>
      <p:cxnSp>
        <p:nvCxnSpPr>
          <p:cNvPr id="2569" name="Google Shape;2569;p94"/>
          <p:cNvCxnSpPr/>
          <p:nvPr/>
        </p:nvCxnSpPr>
        <p:spPr>
          <a:xfrm flipH="1" rot="2537517">
            <a:off x="3490913" y="3887788"/>
            <a:ext cx="53975" cy="214312"/>
          </a:xfrm>
          <a:prstGeom prst="straightConnector1">
            <a:avLst/>
          </a:prstGeom>
          <a:noFill/>
          <a:ln cap="flat" cmpd="sng" w="9525">
            <a:solidFill>
              <a:schemeClr val="dk1"/>
            </a:solidFill>
            <a:prstDash val="solid"/>
            <a:round/>
            <a:headEnd len="sm" w="sm" type="none"/>
            <a:tailEnd len="med" w="med" type="triangle"/>
          </a:ln>
        </p:spPr>
      </p:cxnSp>
      <p:cxnSp>
        <p:nvCxnSpPr>
          <p:cNvPr id="2570" name="Google Shape;2570;p94"/>
          <p:cNvCxnSpPr/>
          <p:nvPr/>
        </p:nvCxnSpPr>
        <p:spPr>
          <a:xfrm>
            <a:off x="3014663" y="3163888"/>
            <a:ext cx="528637" cy="409575"/>
          </a:xfrm>
          <a:prstGeom prst="straightConnector1">
            <a:avLst/>
          </a:prstGeom>
          <a:noFill/>
          <a:ln cap="flat" cmpd="sng" w="9525">
            <a:solidFill>
              <a:schemeClr val="dk1"/>
            </a:solidFill>
            <a:prstDash val="solid"/>
            <a:round/>
            <a:headEnd len="sm" w="sm" type="none"/>
            <a:tailEnd len="med" w="med" type="triangle"/>
          </a:ln>
        </p:spPr>
      </p:cxnSp>
      <p:sp>
        <p:nvSpPr>
          <p:cNvPr id="2571" name="Google Shape;2571;p94"/>
          <p:cNvSpPr txBox="1"/>
          <p:nvPr/>
        </p:nvSpPr>
        <p:spPr>
          <a:xfrm>
            <a:off x="5538788" y="3429000"/>
            <a:ext cx="400050" cy="37623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8</a:t>
            </a:r>
            <a:endParaRPr b="0" i="0" sz="1400" u="none" cap="none" strike="noStrike">
              <a:solidFill>
                <a:srgbClr val="000000"/>
              </a:solidFill>
              <a:latin typeface="Arial"/>
              <a:ea typeface="Arial"/>
              <a:cs typeface="Arial"/>
              <a:sym typeface="Arial"/>
            </a:endParaRPr>
          </a:p>
        </p:txBody>
      </p:sp>
      <p:cxnSp>
        <p:nvCxnSpPr>
          <p:cNvPr id="2572" name="Google Shape;2572;p94"/>
          <p:cNvCxnSpPr/>
          <p:nvPr/>
        </p:nvCxnSpPr>
        <p:spPr>
          <a:xfrm>
            <a:off x="5557838" y="3019425"/>
            <a:ext cx="195262" cy="411163"/>
          </a:xfrm>
          <a:prstGeom prst="straightConnector1">
            <a:avLst/>
          </a:prstGeom>
          <a:noFill/>
          <a:ln cap="flat" cmpd="sng" w="9525">
            <a:solidFill>
              <a:schemeClr val="dk1"/>
            </a:solidFill>
            <a:prstDash val="solid"/>
            <a:round/>
            <a:headEnd len="sm" w="sm" type="none"/>
            <a:tailEnd len="med" w="med" type="triangle"/>
          </a:ln>
        </p:spPr>
      </p:cxnSp>
      <p:sp>
        <p:nvSpPr>
          <p:cNvPr id="2573" name="Google Shape;2573;p94"/>
          <p:cNvSpPr txBox="1"/>
          <p:nvPr/>
        </p:nvSpPr>
        <p:spPr>
          <a:xfrm>
            <a:off x="2476500" y="2800350"/>
            <a:ext cx="533400" cy="37623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10</a:t>
            </a:r>
            <a:endParaRPr b="0" i="0" sz="1400" u="none" cap="none" strike="noStrike">
              <a:solidFill>
                <a:srgbClr val="000000"/>
              </a:solidFill>
              <a:latin typeface="Arial"/>
              <a:ea typeface="Arial"/>
              <a:cs typeface="Arial"/>
              <a:sym typeface="Arial"/>
            </a:endParaRPr>
          </a:p>
        </p:txBody>
      </p:sp>
      <p:cxnSp>
        <p:nvCxnSpPr>
          <p:cNvPr id="2574" name="Google Shape;2574;p94"/>
          <p:cNvCxnSpPr/>
          <p:nvPr/>
        </p:nvCxnSpPr>
        <p:spPr>
          <a:xfrm flipH="1">
            <a:off x="3000375" y="2392363"/>
            <a:ext cx="704850" cy="428625"/>
          </a:xfrm>
          <a:prstGeom prst="straightConnector1">
            <a:avLst/>
          </a:prstGeom>
          <a:noFill/>
          <a:ln cap="flat" cmpd="sng" w="9525">
            <a:solidFill>
              <a:schemeClr val="dk1"/>
            </a:solidFill>
            <a:prstDash val="solid"/>
            <a:round/>
            <a:headEnd len="sm" w="sm" type="none"/>
            <a:tailEnd len="med" w="med" type="triangle"/>
          </a:ln>
        </p:spPr>
      </p:cxnSp>
      <p:sp>
        <p:nvSpPr>
          <p:cNvPr id="2575" name="Google Shape;2575;p94"/>
          <p:cNvSpPr txBox="1"/>
          <p:nvPr/>
        </p:nvSpPr>
        <p:spPr>
          <a:xfrm>
            <a:off x="5081588" y="2643188"/>
            <a:ext cx="552450" cy="376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16</a:t>
            </a:r>
            <a:endParaRPr b="0" i="0" sz="1400" u="none" cap="none" strike="noStrike">
              <a:solidFill>
                <a:srgbClr val="000000"/>
              </a:solidFill>
              <a:latin typeface="Arial"/>
              <a:ea typeface="Arial"/>
              <a:cs typeface="Arial"/>
              <a:sym typeface="Arial"/>
            </a:endParaRPr>
          </a:p>
        </p:txBody>
      </p:sp>
      <p:cxnSp>
        <p:nvCxnSpPr>
          <p:cNvPr id="2576" name="Google Shape;2576;p94"/>
          <p:cNvCxnSpPr/>
          <p:nvPr/>
        </p:nvCxnSpPr>
        <p:spPr>
          <a:xfrm>
            <a:off x="4286250" y="2392363"/>
            <a:ext cx="809625" cy="257175"/>
          </a:xfrm>
          <a:prstGeom prst="straightConnector1">
            <a:avLst/>
          </a:prstGeom>
          <a:noFill/>
          <a:ln cap="flat" cmpd="sng" w="9525">
            <a:solidFill>
              <a:schemeClr val="dk1"/>
            </a:solidFill>
            <a:prstDash val="solid"/>
            <a:round/>
            <a:headEnd len="sm" w="sm" type="none"/>
            <a:tailEnd len="med" w="med" type="triangle"/>
          </a:ln>
        </p:spPr>
      </p:cxnSp>
      <p:sp>
        <p:nvSpPr>
          <p:cNvPr id="2577" name="Google Shape;2577;p94"/>
          <p:cNvSpPr txBox="1"/>
          <p:nvPr/>
        </p:nvSpPr>
        <p:spPr>
          <a:xfrm>
            <a:off x="3729038" y="2033588"/>
            <a:ext cx="552450" cy="376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26</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5" name="Shape 2585"/>
        <p:cNvGrpSpPr/>
        <p:nvPr/>
      </p:nvGrpSpPr>
      <p:grpSpPr>
        <a:xfrm>
          <a:off x="0" y="0"/>
          <a:ext cx="0" cy="0"/>
          <a:chOff x="0" y="0"/>
          <a:chExt cx="0" cy="0"/>
        </a:xfrm>
      </p:grpSpPr>
      <p:sp>
        <p:nvSpPr>
          <p:cNvPr id="2586" name="Google Shape;2586;p95"/>
          <p:cNvSpPr txBox="1"/>
          <p:nvPr>
            <p:ph type="title"/>
          </p:nvPr>
        </p:nvSpPr>
        <p:spPr>
          <a:xfrm>
            <a:off x="696913" y="592138"/>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Building a Tree</a:t>
            </a:r>
            <a:endParaRPr/>
          </a:p>
        </p:txBody>
      </p:sp>
      <p:cxnSp>
        <p:nvCxnSpPr>
          <p:cNvPr id="2587" name="Google Shape;2587;p95"/>
          <p:cNvCxnSpPr/>
          <p:nvPr/>
        </p:nvCxnSpPr>
        <p:spPr>
          <a:xfrm rot="2537517">
            <a:off x="763588" y="4906963"/>
            <a:ext cx="141287" cy="269875"/>
          </a:xfrm>
          <a:prstGeom prst="straightConnector1">
            <a:avLst/>
          </a:prstGeom>
          <a:noFill/>
          <a:ln cap="flat" cmpd="sng" w="9525">
            <a:solidFill>
              <a:schemeClr val="dk1"/>
            </a:solidFill>
            <a:prstDash val="solid"/>
            <a:round/>
            <a:headEnd len="sm" w="sm" type="none"/>
            <a:tailEnd len="med" w="med" type="triangle"/>
          </a:ln>
        </p:spPr>
      </p:cxnSp>
      <p:sp>
        <p:nvSpPr>
          <p:cNvPr id="2588" name="Google Shape;2588;p95"/>
          <p:cNvSpPr txBox="1"/>
          <p:nvPr/>
        </p:nvSpPr>
        <p:spPr>
          <a:xfrm>
            <a:off x="476250" y="5172075"/>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E</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589" name="Google Shape;2589;p95"/>
          <p:cNvSpPr txBox="1"/>
          <p:nvPr/>
        </p:nvSpPr>
        <p:spPr>
          <a:xfrm>
            <a:off x="942975" y="5172075"/>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i</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590" name="Google Shape;2590;p95"/>
          <p:cNvSpPr txBox="1"/>
          <p:nvPr/>
        </p:nvSpPr>
        <p:spPr>
          <a:xfrm>
            <a:off x="3409950" y="4721225"/>
            <a:ext cx="5143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sp</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sp>
        <p:nvSpPr>
          <p:cNvPr id="2591" name="Google Shape;2591;p95"/>
          <p:cNvSpPr txBox="1"/>
          <p:nvPr/>
        </p:nvSpPr>
        <p:spPr>
          <a:xfrm>
            <a:off x="4038600" y="3983038"/>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e</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8</a:t>
            </a:r>
            <a:endParaRPr b="0" i="0" sz="1400" u="none" cap="none" strike="noStrike">
              <a:solidFill>
                <a:srgbClr val="000000"/>
              </a:solidFill>
              <a:latin typeface="Arial"/>
              <a:ea typeface="Arial"/>
              <a:cs typeface="Arial"/>
              <a:sym typeface="Arial"/>
            </a:endParaRPr>
          </a:p>
        </p:txBody>
      </p:sp>
      <p:cxnSp>
        <p:nvCxnSpPr>
          <p:cNvPr id="2592" name="Google Shape;2592;p95"/>
          <p:cNvCxnSpPr/>
          <p:nvPr/>
        </p:nvCxnSpPr>
        <p:spPr>
          <a:xfrm flipH="1" rot="-2537517">
            <a:off x="1050925" y="4918075"/>
            <a:ext cx="130175" cy="236538"/>
          </a:xfrm>
          <a:prstGeom prst="straightConnector1">
            <a:avLst/>
          </a:prstGeom>
          <a:noFill/>
          <a:ln cap="flat" cmpd="sng" w="9525">
            <a:solidFill>
              <a:schemeClr val="dk1"/>
            </a:solidFill>
            <a:prstDash val="solid"/>
            <a:round/>
            <a:headEnd len="sm" w="sm" type="none"/>
            <a:tailEnd len="med" w="med" type="triangle"/>
          </a:ln>
        </p:spPr>
      </p:cxnSp>
      <p:sp>
        <p:nvSpPr>
          <p:cNvPr id="2593" name="Google Shape;2593;p95"/>
          <p:cNvSpPr txBox="1"/>
          <p:nvPr/>
        </p:nvSpPr>
        <p:spPr>
          <a:xfrm>
            <a:off x="852488" y="4519613"/>
            <a:ext cx="400050" cy="376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cxnSp>
        <p:nvCxnSpPr>
          <p:cNvPr id="2594" name="Google Shape;2594;p95"/>
          <p:cNvCxnSpPr/>
          <p:nvPr/>
        </p:nvCxnSpPr>
        <p:spPr>
          <a:xfrm rot="2537517">
            <a:off x="1612900" y="4902200"/>
            <a:ext cx="117475" cy="276225"/>
          </a:xfrm>
          <a:prstGeom prst="straightConnector1">
            <a:avLst/>
          </a:prstGeom>
          <a:noFill/>
          <a:ln cap="flat" cmpd="sng" w="9525">
            <a:solidFill>
              <a:schemeClr val="dk1"/>
            </a:solidFill>
            <a:prstDash val="solid"/>
            <a:round/>
            <a:headEnd len="sm" w="sm" type="none"/>
            <a:tailEnd len="med" w="med" type="triangle"/>
          </a:ln>
        </p:spPr>
      </p:cxnSp>
      <p:sp>
        <p:nvSpPr>
          <p:cNvPr id="2595" name="Google Shape;2595;p95"/>
          <p:cNvSpPr txBox="1"/>
          <p:nvPr/>
        </p:nvSpPr>
        <p:spPr>
          <a:xfrm>
            <a:off x="1433513" y="5176838"/>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y</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596" name="Google Shape;2596;p95"/>
          <p:cNvSpPr txBox="1"/>
          <p:nvPr/>
        </p:nvSpPr>
        <p:spPr>
          <a:xfrm>
            <a:off x="1885950" y="5172075"/>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l</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597" name="Google Shape;2597;p95"/>
          <p:cNvSpPr txBox="1"/>
          <p:nvPr/>
        </p:nvSpPr>
        <p:spPr>
          <a:xfrm>
            <a:off x="1576388" y="4519613"/>
            <a:ext cx="400050" cy="376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cxnSp>
        <p:nvCxnSpPr>
          <p:cNvPr id="2598" name="Google Shape;2598;p95"/>
          <p:cNvCxnSpPr/>
          <p:nvPr/>
        </p:nvCxnSpPr>
        <p:spPr>
          <a:xfrm flipH="1" rot="-2537517">
            <a:off x="1908175" y="4926013"/>
            <a:ext cx="152400" cy="227012"/>
          </a:xfrm>
          <a:prstGeom prst="straightConnector1">
            <a:avLst/>
          </a:prstGeom>
          <a:noFill/>
          <a:ln cap="flat" cmpd="sng" w="9525">
            <a:solidFill>
              <a:schemeClr val="dk1"/>
            </a:solidFill>
            <a:prstDash val="solid"/>
            <a:round/>
            <a:headEnd len="sm" w="sm" type="none"/>
            <a:tailEnd len="med" w="med" type="triangle"/>
          </a:ln>
        </p:spPr>
      </p:cxnSp>
      <p:cxnSp>
        <p:nvCxnSpPr>
          <p:cNvPr id="2599" name="Google Shape;2599;p95"/>
          <p:cNvCxnSpPr/>
          <p:nvPr/>
        </p:nvCxnSpPr>
        <p:spPr>
          <a:xfrm rot="2537517">
            <a:off x="2595563" y="4987925"/>
            <a:ext cx="36512" cy="214313"/>
          </a:xfrm>
          <a:prstGeom prst="straightConnector1">
            <a:avLst/>
          </a:prstGeom>
          <a:noFill/>
          <a:ln cap="flat" cmpd="sng" w="9525">
            <a:solidFill>
              <a:schemeClr val="dk1"/>
            </a:solidFill>
            <a:prstDash val="solid"/>
            <a:round/>
            <a:headEnd len="sm" w="sm" type="none"/>
            <a:tailEnd len="med" w="med" type="triangle"/>
          </a:ln>
        </p:spPr>
      </p:cxnSp>
      <p:sp>
        <p:nvSpPr>
          <p:cNvPr id="2600" name="Google Shape;2600;p95"/>
          <p:cNvSpPr txBox="1"/>
          <p:nvPr/>
        </p:nvSpPr>
        <p:spPr>
          <a:xfrm>
            <a:off x="2352675" y="5176838"/>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k</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601" name="Google Shape;2601;p95"/>
          <p:cNvSpPr txBox="1"/>
          <p:nvPr/>
        </p:nvSpPr>
        <p:spPr>
          <a:xfrm>
            <a:off x="2805113" y="5176838"/>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602" name="Google Shape;2602;p95"/>
          <p:cNvSpPr txBox="1"/>
          <p:nvPr/>
        </p:nvSpPr>
        <p:spPr>
          <a:xfrm>
            <a:off x="2566988" y="4633913"/>
            <a:ext cx="400050" cy="376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cxnSp>
        <p:nvCxnSpPr>
          <p:cNvPr id="2603" name="Google Shape;2603;p95"/>
          <p:cNvCxnSpPr/>
          <p:nvPr/>
        </p:nvCxnSpPr>
        <p:spPr>
          <a:xfrm flipH="1" rot="-2537517">
            <a:off x="3003550" y="4984750"/>
            <a:ext cx="14288" cy="214313"/>
          </a:xfrm>
          <a:prstGeom prst="straightConnector1">
            <a:avLst/>
          </a:prstGeom>
          <a:noFill/>
          <a:ln cap="flat" cmpd="sng" w="9525">
            <a:solidFill>
              <a:schemeClr val="dk1"/>
            </a:solidFill>
            <a:prstDash val="solid"/>
            <a:round/>
            <a:headEnd len="sm" w="sm" type="none"/>
            <a:tailEnd len="med" w="med" type="triangle"/>
          </a:ln>
        </p:spPr>
      </p:cxnSp>
      <p:cxnSp>
        <p:nvCxnSpPr>
          <p:cNvPr id="2604" name="Google Shape;2604;p95"/>
          <p:cNvCxnSpPr/>
          <p:nvPr/>
        </p:nvCxnSpPr>
        <p:spPr>
          <a:xfrm rot="2537517">
            <a:off x="4433888" y="5078413"/>
            <a:ext cx="125412" cy="312737"/>
          </a:xfrm>
          <a:prstGeom prst="straightConnector1">
            <a:avLst/>
          </a:prstGeom>
          <a:noFill/>
          <a:ln cap="flat" cmpd="sng" w="9525">
            <a:solidFill>
              <a:schemeClr val="dk1"/>
            </a:solidFill>
            <a:prstDash val="solid"/>
            <a:round/>
            <a:headEnd len="sm" w="sm" type="none"/>
            <a:tailEnd len="med" w="med" type="triangle"/>
          </a:ln>
        </p:spPr>
      </p:cxnSp>
      <p:sp>
        <p:nvSpPr>
          <p:cNvPr id="2605" name="Google Shape;2605;p95"/>
          <p:cNvSpPr txBox="1"/>
          <p:nvPr/>
        </p:nvSpPr>
        <p:spPr>
          <a:xfrm>
            <a:off x="4233863" y="5381625"/>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r</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2000" u="none" cap="none" strike="noStrike">
              <a:solidFill>
                <a:srgbClr val="003399"/>
              </a:solidFill>
              <a:latin typeface="Times New Roman"/>
              <a:ea typeface="Times New Roman"/>
              <a:cs typeface="Times New Roman"/>
              <a:sym typeface="Times New Roman"/>
            </a:endParaRPr>
          </a:p>
        </p:txBody>
      </p:sp>
      <p:sp>
        <p:nvSpPr>
          <p:cNvPr id="2606" name="Google Shape;2606;p95"/>
          <p:cNvSpPr txBox="1"/>
          <p:nvPr/>
        </p:nvSpPr>
        <p:spPr>
          <a:xfrm>
            <a:off x="4686300" y="5381625"/>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s</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2000" u="none" cap="none" strike="noStrike">
              <a:solidFill>
                <a:srgbClr val="003399"/>
              </a:solidFill>
              <a:latin typeface="Times New Roman"/>
              <a:ea typeface="Times New Roman"/>
              <a:cs typeface="Times New Roman"/>
              <a:sym typeface="Times New Roman"/>
            </a:endParaRPr>
          </a:p>
        </p:txBody>
      </p:sp>
      <p:sp>
        <p:nvSpPr>
          <p:cNvPr id="2607" name="Google Shape;2607;p95"/>
          <p:cNvSpPr txBox="1"/>
          <p:nvPr/>
        </p:nvSpPr>
        <p:spPr>
          <a:xfrm>
            <a:off x="4491038" y="4686300"/>
            <a:ext cx="400050" cy="37623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cxnSp>
        <p:nvCxnSpPr>
          <p:cNvPr id="2608" name="Google Shape;2608;p95"/>
          <p:cNvCxnSpPr/>
          <p:nvPr/>
        </p:nvCxnSpPr>
        <p:spPr>
          <a:xfrm flipH="1" rot="-2537517">
            <a:off x="4776788" y="5068888"/>
            <a:ext cx="125412" cy="312737"/>
          </a:xfrm>
          <a:prstGeom prst="straightConnector1">
            <a:avLst/>
          </a:prstGeom>
          <a:noFill/>
          <a:ln cap="flat" cmpd="sng" w="9525">
            <a:solidFill>
              <a:schemeClr val="dk1"/>
            </a:solidFill>
            <a:prstDash val="solid"/>
            <a:round/>
            <a:headEnd len="sm" w="sm" type="none"/>
            <a:tailEnd len="med" w="med" type="triangle"/>
          </a:ln>
        </p:spPr>
      </p:cxnSp>
      <p:cxnSp>
        <p:nvCxnSpPr>
          <p:cNvPr id="2609" name="Google Shape;2609;p95"/>
          <p:cNvCxnSpPr/>
          <p:nvPr/>
        </p:nvCxnSpPr>
        <p:spPr>
          <a:xfrm rot="2537517">
            <a:off x="5410200" y="5067300"/>
            <a:ext cx="125413" cy="312738"/>
          </a:xfrm>
          <a:prstGeom prst="straightConnector1">
            <a:avLst/>
          </a:prstGeom>
          <a:noFill/>
          <a:ln cap="flat" cmpd="sng" w="9525">
            <a:solidFill>
              <a:schemeClr val="dk1"/>
            </a:solidFill>
            <a:prstDash val="solid"/>
            <a:round/>
            <a:headEnd len="sm" w="sm" type="none"/>
            <a:tailEnd len="med" w="med" type="triangle"/>
          </a:ln>
        </p:spPr>
      </p:cxnSp>
      <p:sp>
        <p:nvSpPr>
          <p:cNvPr id="2610" name="Google Shape;2610;p95"/>
          <p:cNvSpPr txBox="1"/>
          <p:nvPr/>
        </p:nvSpPr>
        <p:spPr>
          <a:xfrm>
            <a:off x="5210175" y="5370513"/>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n</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2000" u="none" cap="none" strike="noStrike">
              <a:solidFill>
                <a:srgbClr val="003399"/>
              </a:solidFill>
              <a:latin typeface="Times New Roman"/>
              <a:ea typeface="Times New Roman"/>
              <a:cs typeface="Times New Roman"/>
              <a:sym typeface="Times New Roman"/>
            </a:endParaRPr>
          </a:p>
        </p:txBody>
      </p:sp>
      <p:sp>
        <p:nvSpPr>
          <p:cNvPr id="2611" name="Google Shape;2611;p95"/>
          <p:cNvSpPr txBox="1"/>
          <p:nvPr/>
        </p:nvSpPr>
        <p:spPr>
          <a:xfrm>
            <a:off x="5662613" y="5370513"/>
            <a:ext cx="400050" cy="514350"/>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a</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2000" u="none" cap="none" strike="noStrike">
              <a:solidFill>
                <a:srgbClr val="003399"/>
              </a:solidFill>
              <a:latin typeface="Times New Roman"/>
              <a:ea typeface="Times New Roman"/>
              <a:cs typeface="Times New Roman"/>
              <a:sym typeface="Times New Roman"/>
            </a:endParaRPr>
          </a:p>
        </p:txBody>
      </p:sp>
      <p:sp>
        <p:nvSpPr>
          <p:cNvPr id="2612" name="Google Shape;2612;p95"/>
          <p:cNvSpPr txBox="1"/>
          <p:nvPr/>
        </p:nvSpPr>
        <p:spPr>
          <a:xfrm>
            <a:off x="5467350" y="4675188"/>
            <a:ext cx="400050" cy="376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cxnSp>
        <p:nvCxnSpPr>
          <p:cNvPr id="2613" name="Google Shape;2613;p95"/>
          <p:cNvCxnSpPr/>
          <p:nvPr/>
        </p:nvCxnSpPr>
        <p:spPr>
          <a:xfrm flipH="1" rot="-2537517">
            <a:off x="5753100" y="5057775"/>
            <a:ext cx="125413" cy="312738"/>
          </a:xfrm>
          <a:prstGeom prst="straightConnector1">
            <a:avLst/>
          </a:prstGeom>
          <a:noFill/>
          <a:ln cap="flat" cmpd="sng" w="9525">
            <a:solidFill>
              <a:schemeClr val="dk1"/>
            </a:solidFill>
            <a:prstDash val="solid"/>
            <a:round/>
            <a:headEnd len="sm" w="sm" type="none"/>
            <a:tailEnd len="med" w="med" type="triangle"/>
          </a:ln>
        </p:spPr>
      </p:cxnSp>
      <p:cxnSp>
        <p:nvCxnSpPr>
          <p:cNvPr id="2614" name="Google Shape;2614;p95"/>
          <p:cNvCxnSpPr/>
          <p:nvPr/>
        </p:nvCxnSpPr>
        <p:spPr>
          <a:xfrm>
            <a:off x="3338513" y="4514850"/>
            <a:ext cx="233362" cy="195263"/>
          </a:xfrm>
          <a:prstGeom prst="straightConnector1">
            <a:avLst/>
          </a:prstGeom>
          <a:noFill/>
          <a:ln cap="flat" cmpd="sng" w="9525">
            <a:solidFill>
              <a:schemeClr val="dk1"/>
            </a:solidFill>
            <a:prstDash val="solid"/>
            <a:round/>
            <a:headEnd len="sm" w="sm" type="none"/>
            <a:tailEnd len="med" w="med" type="triangle"/>
          </a:ln>
        </p:spPr>
      </p:cxnSp>
      <p:cxnSp>
        <p:nvCxnSpPr>
          <p:cNvPr id="2615" name="Google Shape;2615;p95"/>
          <p:cNvCxnSpPr/>
          <p:nvPr/>
        </p:nvCxnSpPr>
        <p:spPr>
          <a:xfrm flipH="1">
            <a:off x="4691063" y="4381500"/>
            <a:ext cx="352425" cy="304800"/>
          </a:xfrm>
          <a:prstGeom prst="straightConnector1">
            <a:avLst/>
          </a:prstGeom>
          <a:noFill/>
          <a:ln cap="flat" cmpd="sng" w="9525">
            <a:solidFill>
              <a:schemeClr val="dk1"/>
            </a:solidFill>
            <a:prstDash val="solid"/>
            <a:round/>
            <a:headEnd len="sm" w="sm" type="none"/>
            <a:tailEnd len="med" w="med" type="triangle"/>
          </a:ln>
        </p:spPr>
      </p:cxnSp>
      <p:cxnSp>
        <p:nvCxnSpPr>
          <p:cNvPr id="2616" name="Google Shape;2616;p95"/>
          <p:cNvCxnSpPr/>
          <p:nvPr/>
        </p:nvCxnSpPr>
        <p:spPr>
          <a:xfrm flipH="1">
            <a:off x="4191000" y="3590925"/>
            <a:ext cx="352425" cy="411163"/>
          </a:xfrm>
          <a:prstGeom prst="straightConnector1">
            <a:avLst/>
          </a:prstGeom>
          <a:noFill/>
          <a:ln cap="flat" cmpd="sng" w="9525">
            <a:solidFill>
              <a:schemeClr val="dk1"/>
            </a:solidFill>
            <a:prstDash val="solid"/>
            <a:round/>
            <a:headEnd len="sm" w="sm" type="none"/>
            <a:tailEnd len="med" w="med" type="triangle"/>
          </a:ln>
        </p:spPr>
      </p:cxnSp>
      <p:cxnSp>
        <p:nvCxnSpPr>
          <p:cNvPr id="2617" name="Google Shape;2617;p95"/>
          <p:cNvCxnSpPr/>
          <p:nvPr/>
        </p:nvCxnSpPr>
        <p:spPr>
          <a:xfrm>
            <a:off x="5324475" y="4376738"/>
            <a:ext cx="352425" cy="300037"/>
          </a:xfrm>
          <a:prstGeom prst="straightConnector1">
            <a:avLst/>
          </a:prstGeom>
          <a:noFill/>
          <a:ln cap="flat" cmpd="sng" w="9525">
            <a:solidFill>
              <a:schemeClr val="dk1"/>
            </a:solidFill>
            <a:prstDash val="solid"/>
            <a:round/>
            <a:headEnd len="sm" w="sm" type="none"/>
            <a:tailEnd len="med" w="med" type="triangle"/>
          </a:ln>
        </p:spPr>
      </p:cxnSp>
      <p:sp>
        <p:nvSpPr>
          <p:cNvPr id="2618" name="Google Shape;2618;p95"/>
          <p:cNvSpPr txBox="1"/>
          <p:nvPr/>
        </p:nvSpPr>
        <p:spPr>
          <a:xfrm>
            <a:off x="1200150" y="3938588"/>
            <a:ext cx="400050" cy="376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cxnSp>
        <p:nvCxnSpPr>
          <p:cNvPr id="2619" name="Google Shape;2619;p95"/>
          <p:cNvCxnSpPr/>
          <p:nvPr/>
        </p:nvCxnSpPr>
        <p:spPr>
          <a:xfrm rot="2537517">
            <a:off x="1189038" y="4303713"/>
            <a:ext cx="39687" cy="233362"/>
          </a:xfrm>
          <a:prstGeom prst="straightConnector1">
            <a:avLst/>
          </a:prstGeom>
          <a:noFill/>
          <a:ln cap="flat" cmpd="sng" w="9525">
            <a:solidFill>
              <a:schemeClr val="dk1"/>
            </a:solidFill>
            <a:prstDash val="solid"/>
            <a:round/>
            <a:headEnd len="sm" w="sm" type="none"/>
            <a:tailEnd len="med" w="med" type="triangle"/>
          </a:ln>
        </p:spPr>
      </p:cxnSp>
      <p:cxnSp>
        <p:nvCxnSpPr>
          <p:cNvPr id="2620" name="Google Shape;2620;p95"/>
          <p:cNvCxnSpPr/>
          <p:nvPr/>
        </p:nvCxnSpPr>
        <p:spPr>
          <a:xfrm flipH="1" rot="-2537517">
            <a:off x="1593850" y="4294188"/>
            <a:ext cx="39688" cy="233362"/>
          </a:xfrm>
          <a:prstGeom prst="straightConnector1">
            <a:avLst/>
          </a:prstGeom>
          <a:noFill/>
          <a:ln cap="flat" cmpd="sng" w="9525">
            <a:solidFill>
              <a:schemeClr val="dk1"/>
            </a:solidFill>
            <a:prstDash val="solid"/>
            <a:round/>
            <a:headEnd len="sm" w="sm" type="none"/>
            <a:tailEnd len="med" w="med" type="triangle"/>
          </a:ln>
        </p:spPr>
      </p:cxnSp>
      <p:cxnSp>
        <p:nvCxnSpPr>
          <p:cNvPr id="2621" name="Google Shape;2621;p95"/>
          <p:cNvCxnSpPr/>
          <p:nvPr/>
        </p:nvCxnSpPr>
        <p:spPr>
          <a:xfrm flipH="1">
            <a:off x="1590675" y="3730625"/>
            <a:ext cx="333375" cy="214313"/>
          </a:xfrm>
          <a:prstGeom prst="straightConnector1">
            <a:avLst/>
          </a:prstGeom>
          <a:noFill/>
          <a:ln cap="flat" cmpd="sng" w="9525">
            <a:solidFill>
              <a:schemeClr val="dk1"/>
            </a:solidFill>
            <a:prstDash val="solid"/>
            <a:round/>
            <a:headEnd len="sm" w="sm" type="none"/>
            <a:tailEnd len="med" w="med" type="triangle"/>
          </a:ln>
        </p:spPr>
      </p:cxnSp>
      <p:sp>
        <p:nvSpPr>
          <p:cNvPr id="2622" name="Google Shape;2622;p95"/>
          <p:cNvSpPr txBox="1"/>
          <p:nvPr/>
        </p:nvSpPr>
        <p:spPr>
          <a:xfrm>
            <a:off x="2981325" y="4129088"/>
            <a:ext cx="400050" cy="376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6</a:t>
            </a:r>
            <a:endParaRPr b="0" i="0" sz="1400" u="none" cap="none" strike="noStrike">
              <a:solidFill>
                <a:srgbClr val="000000"/>
              </a:solidFill>
              <a:latin typeface="Arial"/>
              <a:ea typeface="Arial"/>
              <a:cs typeface="Arial"/>
              <a:sym typeface="Arial"/>
            </a:endParaRPr>
          </a:p>
        </p:txBody>
      </p:sp>
      <p:cxnSp>
        <p:nvCxnSpPr>
          <p:cNvPr id="2623" name="Google Shape;2623;p95"/>
          <p:cNvCxnSpPr/>
          <p:nvPr/>
        </p:nvCxnSpPr>
        <p:spPr>
          <a:xfrm flipH="1" rot="2537517">
            <a:off x="2938463" y="4459288"/>
            <a:ext cx="53975" cy="214312"/>
          </a:xfrm>
          <a:prstGeom prst="straightConnector1">
            <a:avLst/>
          </a:prstGeom>
          <a:noFill/>
          <a:ln cap="flat" cmpd="sng" w="9525">
            <a:solidFill>
              <a:schemeClr val="dk1"/>
            </a:solidFill>
            <a:prstDash val="solid"/>
            <a:round/>
            <a:headEnd len="sm" w="sm" type="none"/>
            <a:tailEnd len="med" w="med" type="triangle"/>
          </a:ln>
        </p:spPr>
      </p:cxnSp>
      <p:cxnSp>
        <p:nvCxnSpPr>
          <p:cNvPr id="2624" name="Google Shape;2624;p95"/>
          <p:cNvCxnSpPr/>
          <p:nvPr/>
        </p:nvCxnSpPr>
        <p:spPr>
          <a:xfrm>
            <a:off x="2462213" y="3735388"/>
            <a:ext cx="528637" cy="409575"/>
          </a:xfrm>
          <a:prstGeom prst="straightConnector1">
            <a:avLst/>
          </a:prstGeom>
          <a:noFill/>
          <a:ln cap="flat" cmpd="sng" w="9525">
            <a:solidFill>
              <a:schemeClr val="dk1"/>
            </a:solidFill>
            <a:prstDash val="solid"/>
            <a:round/>
            <a:headEnd len="sm" w="sm" type="none"/>
            <a:tailEnd len="med" w="med" type="triangle"/>
          </a:ln>
        </p:spPr>
      </p:cxnSp>
      <p:sp>
        <p:nvSpPr>
          <p:cNvPr id="2625" name="Google Shape;2625;p95"/>
          <p:cNvSpPr txBox="1"/>
          <p:nvPr/>
        </p:nvSpPr>
        <p:spPr>
          <a:xfrm>
            <a:off x="4986338" y="4000500"/>
            <a:ext cx="400050" cy="37623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8</a:t>
            </a:r>
            <a:endParaRPr b="0" i="0" sz="1400" u="none" cap="none" strike="noStrike">
              <a:solidFill>
                <a:srgbClr val="000000"/>
              </a:solidFill>
              <a:latin typeface="Arial"/>
              <a:ea typeface="Arial"/>
              <a:cs typeface="Arial"/>
              <a:sym typeface="Arial"/>
            </a:endParaRPr>
          </a:p>
        </p:txBody>
      </p:sp>
      <p:cxnSp>
        <p:nvCxnSpPr>
          <p:cNvPr id="2626" name="Google Shape;2626;p95"/>
          <p:cNvCxnSpPr/>
          <p:nvPr/>
        </p:nvCxnSpPr>
        <p:spPr>
          <a:xfrm>
            <a:off x="5005388" y="3590925"/>
            <a:ext cx="195262" cy="411163"/>
          </a:xfrm>
          <a:prstGeom prst="straightConnector1">
            <a:avLst/>
          </a:prstGeom>
          <a:noFill/>
          <a:ln cap="flat" cmpd="sng" w="9525">
            <a:solidFill>
              <a:schemeClr val="dk1"/>
            </a:solidFill>
            <a:prstDash val="solid"/>
            <a:round/>
            <a:headEnd len="sm" w="sm" type="none"/>
            <a:tailEnd len="med" w="med" type="triangle"/>
          </a:ln>
        </p:spPr>
      </p:cxnSp>
      <p:sp>
        <p:nvSpPr>
          <p:cNvPr id="2627" name="Google Shape;2627;p95"/>
          <p:cNvSpPr txBox="1"/>
          <p:nvPr/>
        </p:nvSpPr>
        <p:spPr>
          <a:xfrm>
            <a:off x="1924050" y="3371850"/>
            <a:ext cx="533400" cy="376238"/>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10</a:t>
            </a:r>
            <a:endParaRPr b="0" i="0" sz="1400" u="none" cap="none" strike="noStrike">
              <a:solidFill>
                <a:srgbClr val="000000"/>
              </a:solidFill>
              <a:latin typeface="Arial"/>
              <a:ea typeface="Arial"/>
              <a:cs typeface="Arial"/>
              <a:sym typeface="Arial"/>
            </a:endParaRPr>
          </a:p>
        </p:txBody>
      </p:sp>
      <p:cxnSp>
        <p:nvCxnSpPr>
          <p:cNvPr id="2628" name="Google Shape;2628;p95"/>
          <p:cNvCxnSpPr/>
          <p:nvPr/>
        </p:nvCxnSpPr>
        <p:spPr>
          <a:xfrm flipH="1">
            <a:off x="2447925" y="2963863"/>
            <a:ext cx="704850" cy="428625"/>
          </a:xfrm>
          <a:prstGeom prst="straightConnector1">
            <a:avLst/>
          </a:prstGeom>
          <a:noFill/>
          <a:ln cap="flat" cmpd="sng" w="9525">
            <a:solidFill>
              <a:schemeClr val="dk1"/>
            </a:solidFill>
            <a:prstDash val="solid"/>
            <a:round/>
            <a:headEnd len="sm" w="sm" type="none"/>
            <a:tailEnd len="med" w="med" type="triangle"/>
          </a:ln>
        </p:spPr>
      </p:cxnSp>
      <p:sp>
        <p:nvSpPr>
          <p:cNvPr id="2629" name="Google Shape;2629;p95"/>
          <p:cNvSpPr txBox="1"/>
          <p:nvPr/>
        </p:nvSpPr>
        <p:spPr>
          <a:xfrm>
            <a:off x="4529138" y="3214688"/>
            <a:ext cx="552450" cy="376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16</a:t>
            </a:r>
            <a:endParaRPr b="0" i="0" sz="1400" u="none" cap="none" strike="noStrike">
              <a:solidFill>
                <a:srgbClr val="000000"/>
              </a:solidFill>
              <a:latin typeface="Arial"/>
              <a:ea typeface="Arial"/>
              <a:cs typeface="Arial"/>
              <a:sym typeface="Arial"/>
            </a:endParaRPr>
          </a:p>
        </p:txBody>
      </p:sp>
      <p:cxnSp>
        <p:nvCxnSpPr>
          <p:cNvPr id="2630" name="Google Shape;2630;p95"/>
          <p:cNvCxnSpPr/>
          <p:nvPr/>
        </p:nvCxnSpPr>
        <p:spPr>
          <a:xfrm>
            <a:off x="3733800" y="2963863"/>
            <a:ext cx="809625" cy="257175"/>
          </a:xfrm>
          <a:prstGeom prst="straightConnector1">
            <a:avLst/>
          </a:prstGeom>
          <a:noFill/>
          <a:ln cap="flat" cmpd="sng" w="9525">
            <a:solidFill>
              <a:schemeClr val="dk1"/>
            </a:solidFill>
            <a:prstDash val="solid"/>
            <a:round/>
            <a:headEnd len="sm" w="sm" type="none"/>
            <a:tailEnd len="med" w="med" type="triangle"/>
          </a:ln>
        </p:spPr>
      </p:cxnSp>
      <p:sp>
        <p:nvSpPr>
          <p:cNvPr id="2631" name="Google Shape;2631;p95"/>
          <p:cNvSpPr txBox="1"/>
          <p:nvPr/>
        </p:nvSpPr>
        <p:spPr>
          <a:xfrm>
            <a:off x="3176588" y="2605088"/>
            <a:ext cx="552450" cy="376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26</a:t>
            </a:r>
            <a:endParaRPr b="0" i="0" sz="1400" u="none" cap="none" strike="noStrike">
              <a:solidFill>
                <a:srgbClr val="000000"/>
              </a:solidFill>
              <a:latin typeface="Arial"/>
              <a:ea typeface="Arial"/>
              <a:cs typeface="Arial"/>
              <a:sym typeface="Arial"/>
            </a:endParaRPr>
          </a:p>
        </p:txBody>
      </p:sp>
      <p:sp>
        <p:nvSpPr>
          <p:cNvPr id="2632" name="Google Shape;2632;p95"/>
          <p:cNvSpPr/>
          <p:nvPr/>
        </p:nvSpPr>
        <p:spPr>
          <a:xfrm>
            <a:off x="2571750" y="1790700"/>
            <a:ext cx="1771650" cy="438150"/>
          </a:xfrm>
          <a:prstGeom prst="rect">
            <a:avLst/>
          </a:prstGeom>
          <a:solidFill>
            <a:schemeClr val="lt1"/>
          </a:solidFill>
          <a:ln cap="flat" cmpd="sng" w="952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cxnSp>
        <p:nvCxnSpPr>
          <p:cNvPr id="2633" name="Google Shape;2633;p95"/>
          <p:cNvCxnSpPr/>
          <p:nvPr/>
        </p:nvCxnSpPr>
        <p:spPr>
          <a:xfrm>
            <a:off x="3467100" y="2068513"/>
            <a:ext cx="0" cy="552450"/>
          </a:xfrm>
          <a:prstGeom prst="straightConnector1">
            <a:avLst/>
          </a:prstGeom>
          <a:noFill/>
          <a:ln cap="flat" cmpd="sng" w="9525">
            <a:solidFill>
              <a:schemeClr val="dk1"/>
            </a:solidFill>
            <a:prstDash val="solid"/>
            <a:round/>
            <a:headEnd len="sm" w="sm" type="none"/>
            <a:tailEnd len="med" w="med" type="triangle"/>
          </a:ln>
        </p:spPr>
      </p:cxnSp>
      <p:sp>
        <p:nvSpPr>
          <p:cNvPr id="2634" name="Google Shape;2634;p95"/>
          <p:cNvSpPr txBox="1"/>
          <p:nvPr/>
        </p:nvSpPr>
        <p:spPr>
          <a:xfrm>
            <a:off x="6130925" y="1601788"/>
            <a:ext cx="3013075" cy="30813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3399"/>
                </a:solidFill>
                <a:latin typeface="Times New Roman"/>
                <a:ea typeface="Times New Roman"/>
                <a:cs typeface="Times New Roman"/>
                <a:sym typeface="Times New Roman"/>
              </a:rPr>
              <a:t>After enqueueing this node there is only one node left in priority queue.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2" name="Shape 2642"/>
        <p:cNvGrpSpPr/>
        <p:nvPr/>
      </p:nvGrpSpPr>
      <p:grpSpPr>
        <a:xfrm>
          <a:off x="0" y="0"/>
          <a:ext cx="0" cy="0"/>
          <a:chOff x="0" y="0"/>
          <a:chExt cx="0" cy="0"/>
        </a:xfrm>
      </p:grpSpPr>
      <p:sp>
        <p:nvSpPr>
          <p:cNvPr id="2643" name="Google Shape;2643;p96"/>
          <p:cNvSpPr txBox="1"/>
          <p:nvPr>
            <p:ph type="title"/>
          </p:nvPr>
        </p:nvSpPr>
        <p:spPr>
          <a:xfrm>
            <a:off x="696913" y="592138"/>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Building a Tree</a:t>
            </a:r>
            <a:endParaRPr/>
          </a:p>
        </p:txBody>
      </p:sp>
      <p:sp>
        <p:nvSpPr>
          <p:cNvPr id="2644" name="Google Shape;2644;p96"/>
          <p:cNvSpPr txBox="1"/>
          <p:nvPr/>
        </p:nvSpPr>
        <p:spPr>
          <a:xfrm>
            <a:off x="492125" y="1658938"/>
            <a:ext cx="4556125" cy="49053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300"/>
              <a:buFont typeface="Arial"/>
              <a:buNone/>
            </a:pPr>
            <a:r>
              <a:rPr b="0" i="0" lang="en-US" sz="2300" u="none" cap="none" strike="noStrike">
                <a:solidFill>
                  <a:srgbClr val="003399"/>
                </a:solidFill>
                <a:latin typeface="Times New Roman"/>
                <a:ea typeface="Times New Roman"/>
                <a:cs typeface="Times New Roman"/>
                <a:sym typeface="Times New Roman"/>
              </a:rPr>
              <a:t>Dequeue the single node left in the queue.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300"/>
              <a:buFont typeface="Arial"/>
              <a:buNone/>
            </a:pPr>
            <a:r>
              <a:t/>
            </a:r>
            <a:endParaRPr b="0" i="0" sz="2300" u="none" cap="none" strike="noStrike">
              <a:solidFill>
                <a:srgbClr val="003399"/>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300"/>
              <a:buFont typeface="Arial"/>
              <a:buNone/>
            </a:pPr>
            <a:r>
              <a:rPr b="0" i="0" lang="en-US" sz="2300" u="none" cap="none" strike="noStrike">
                <a:solidFill>
                  <a:srgbClr val="003399"/>
                </a:solidFill>
                <a:latin typeface="Times New Roman"/>
                <a:ea typeface="Times New Roman"/>
                <a:cs typeface="Times New Roman"/>
                <a:sym typeface="Times New Roman"/>
              </a:rPr>
              <a:t>This tree contains the new code words for each character.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300"/>
              <a:buFont typeface="Arial"/>
              <a:buNone/>
            </a:pPr>
            <a:r>
              <a:t/>
            </a:r>
            <a:endParaRPr b="0" i="0" sz="2300" u="none" cap="none" strike="noStrike">
              <a:solidFill>
                <a:srgbClr val="003399"/>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300"/>
              <a:buFont typeface="Arial"/>
              <a:buNone/>
            </a:pPr>
            <a:r>
              <a:rPr b="0" i="0" lang="en-US" sz="2300" u="none" cap="none" strike="noStrike">
                <a:solidFill>
                  <a:srgbClr val="003399"/>
                </a:solidFill>
                <a:latin typeface="Times New Roman"/>
                <a:ea typeface="Times New Roman"/>
                <a:cs typeface="Times New Roman"/>
                <a:sym typeface="Times New Roman"/>
              </a:rPr>
              <a:t>Frequency of root node should equal number of characters in text.</a:t>
            </a:r>
            <a:endParaRPr b="0" i="0" sz="2000" u="none" cap="none" strike="noStrike">
              <a:solidFill>
                <a:srgbClr val="003399"/>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3399"/>
                </a:solidFill>
                <a:latin typeface="Times New Roman"/>
                <a:ea typeface="Times New Roman"/>
                <a:cs typeface="Times New Roman"/>
                <a:sym typeface="Times New Roman"/>
              </a:rPr>
              <a:t> </a:t>
            </a:r>
            <a:endParaRPr b="0" i="0" sz="1400" u="none" cap="none" strike="noStrike">
              <a:solidFill>
                <a:srgbClr val="000000"/>
              </a:solidFill>
              <a:latin typeface="Arial"/>
              <a:ea typeface="Arial"/>
              <a:cs typeface="Arial"/>
              <a:sym typeface="Arial"/>
            </a:endParaRPr>
          </a:p>
        </p:txBody>
      </p:sp>
      <p:grpSp>
        <p:nvGrpSpPr>
          <p:cNvPr id="2645" name="Google Shape;2645;p96"/>
          <p:cNvGrpSpPr/>
          <p:nvPr/>
        </p:nvGrpSpPr>
        <p:grpSpPr>
          <a:xfrm>
            <a:off x="5067300" y="1801813"/>
            <a:ext cx="3643313" cy="3365500"/>
            <a:chOff x="3060" y="1471"/>
            <a:chExt cx="2295" cy="2120"/>
          </a:xfrm>
        </p:grpSpPr>
        <p:cxnSp>
          <p:nvCxnSpPr>
            <p:cNvPr id="2646" name="Google Shape;2646;p96"/>
            <p:cNvCxnSpPr/>
            <p:nvPr/>
          </p:nvCxnSpPr>
          <p:spPr>
            <a:xfrm rot="2537517">
              <a:off x="3178" y="3010"/>
              <a:ext cx="58" cy="146"/>
            </a:xfrm>
            <a:prstGeom prst="straightConnector1">
              <a:avLst/>
            </a:prstGeom>
            <a:noFill/>
            <a:ln cap="flat" cmpd="sng" w="9525">
              <a:solidFill>
                <a:schemeClr val="dk1"/>
              </a:solidFill>
              <a:prstDash val="solid"/>
              <a:round/>
              <a:headEnd len="sm" w="sm" type="none"/>
              <a:tailEnd len="med" w="med" type="triangle"/>
            </a:ln>
          </p:spPr>
        </p:cxnSp>
        <p:sp>
          <p:nvSpPr>
            <p:cNvPr id="2647" name="Google Shape;2647;p96"/>
            <p:cNvSpPr txBox="1"/>
            <p:nvPr/>
          </p:nvSpPr>
          <p:spPr>
            <a:xfrm>
              <a:off x="3060" y="3154"/>
              <a:ext cx="164" cy="324"/>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E</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648" name="Google Shape;2648;p96"/>
            <p:cNvSpPr txBox="1"/>
            <p:nvPr/>
          </p:nvSpPr>
          <p:spPr>
            <a:xfrm>
              <a:off x="3252" y="3154"/>
              <a:ext cx="164" cy="324"/>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i</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649" name="Google Shape;2649;p96"/>
            <p:cNvSpPr txBox="1"/>
            <p:nvPr/>
          </p:nvSpPr>
          <p:spPr>
            <a:xfrm>
              <a:off x="4265" y="2909"/>
              <a:ext cx="308" cy="324"/>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sp</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sp>
          <p:nvSpPr>
            <p:cNvPr id="2650" name="Google Shape;2650;p96"/>
            <p:cNvSpPr txBox="1"/>
            <p:nvPr/>
          </p:nvSpPr>
          <p:spPr>
            <a:xfrm>
              <a:off x="4523" y="2509"/>
              <a:ext cx="165" cy="324"/>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e</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8</a:t>
              </a:r>
              <a:endParaRPr b="0" i="0" sz="1400" u="none" cap="none" strike="noStrike">
                <a:solidFill>
                  <a:srgbClr val="000000"/>
                </a:solidFill>
                <a:latin typeface="Arial"/>
                <a:ea typeface="Arial"/>
                <a:cs typeface="Arial"/>
                <a:sym typeface="Arial"/>
              </a:endParaRPr>
            </a:p>
          </p:txBody>
        </p:sp>
        <p:cxnSp>
          <p:nvCxnSpPr>
            <p:cNvPr id="2651" name="Google Shape;2651;p96"/>
            <p:cNvCxnSpPr/>
            <p:nvPr/>
          </p:nvCxnSpPr>
          <p:spPr>
            <a:xfrm flipH="1" rot="-2537517">
              <a:off x="3296" y="3016"/>
              <a:ext cx="54" cy="128"/>
            </a:xfrm>
            <a:prstGeom prst="straightConnector1">
              <a:avLst/>
            </a:prstGeom>
            <a:noFill/>
            <a:ln cap="flat" cmpd="sng" w="9525">
              <a:solidFill>
                <a:schemeClr val="dk1"/>
              </a:solidFill>
              <a:prstDash val="solid"/>
              <a:round/>
              <a:headEnd len="sm" w="sm" type="none"/>
              <a:tailEnd len="med" w="med" type="triangle"/>
            </a:ln>
          </p:spPr>
        </p:cxnSp>
        <p:sp>
          <p:nvSpPr>
            <p:cNvPr id="2652" name="Google Shape;2652;p96"/>
            <p:cNvSpPr txBox="1"/>
            <p:nvPr/>
          </p:nvSpPr>
          <p:spPr>
            <a:xfrm>
              <a:off x="3215" y="2800"/>
              <a:ext cx="164" cy="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cxnSp>
          <p:nvCxnSpPr>
            <p:cNvPr id="2653" name="Google Shape;2653;p96"/>
            <p:cNvCxnSpPr/>
            <p:nvPr/>
          </p:nvCxnSpPr>
          <p:spPr>
            <a:xfrm rot="2537517">
              <a:off x="3527" y="3007"/>
              <a:ext cx="48" cy="150"/>
            </a:xfrm>
            <a:prstGeom prst="straightConnector1">
              <a:avLst/>
            </a:prstGeom>
            <a:noFill/>
            <a:ln cap="flat" cmpd="sng" w="9525">
              <a:solidFill>
                <a:schemeClr val="dk1"/>
              </a:solidFill>
              <a:prstDash val="solid"/>
              <a:round/>
              <a:headEnd len="sm" w="sm" type="none"/>
              <a:tailEnd len="med" w="med" type="triangle"/>
            </a:ln>
          </p:spPr>
        </p:cxnSp>
        <p:sp>
          <p:nvSpPr>
            <p:cNvPr id="2654" name="Google Shape;2654;p96"/>
            <p:cNvSpPr txBox="1"/>
            <p:nvPr/>
          </p:nvSpPr>
          <p:spPr>
            <a:xfrm>
              <a:off x="3453" y="3156"/>
              <a:ext cx="165" cy="324"/>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y</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655" name="Google Shape;2655;p96"/>
            <p:cNvSpPr txBox="1"/>
            <p:nvPr/>
          </p:nvSpPr>
          <p:spPr>
            <a:xfrm>
              <a:off x="3640" y="3154"/>
              <a:ext cx="163" cy="324"/>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l</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656" name="Google Shape;2656;p96"/>
            <p:cNvSpPr txBox="1"/>
            <p:nvPr/>
          </p:nvSpPr>
          <p:spPr>
            <a:xfrm>
              <a:off x="3512" y="2800"/>
              <a:ext cx="164" cy="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cxnSp>
          <p:nvCxnSpPr>
            <p:cNvPr id="2657" name="Google Shape;2657;p96"/>
            <p:cNvCxnSpPr/>
            <p:nvPr/>
          </p:nvCxnSpPr>
          <p:spPr>
            <a:xfrm flipH="1" rot="-2537517">
              <a:off x="3648" y="3020"/>
              <a:ext cx="63" cy="123"/>
            </a:xfrm>
            <a:prstGeom prst="straightConnector1">
              <a:avLst/>
            </a:prstGeom>
            <a:noFill/>
            <a:ln cap="flat" cmpd="sng" w="9525">
              <a:solidFill>
                <a:schemeClr val="dk1"/>
              </a:solidFill>
              <a:prstDash val="solid"/>
              <a:round/>
              <a:headEnd len="sm" w="sm" type="none"/>
              <a:tailEnd len="med" w="med" type="triangle"/>
            </a:ln>
          </p:spPr>
        </p:cxnSp>
        <p:cxnSp>
          <p:nvCxnSpPr>
            <p:cNvPr id="2658" name="Google Shape;2658;p96"/>
            <p:cNvCxnSpPr/>
            <p:nvPr/>
          </p:nvCxnSpPr>
          <p:spPr>
            <a:xfrm rot="2537517">
              <a:off x="3931" y="3054"/>
              <a:ext cx="15" cy="116"/>
            </a:xfrm>
            <a:prstGeom prst="straightConnector1">
              <a:avLst/>
            </a:prstGeom>
            <a:noFill/>
            <a:ln cap="flat" cmpd="sng" w="9525">
              <a:solidFill>
                <a:schemeClr val="dk1"/>
              </a:solidFill>
              <a:prstDash val="solid"/>
              <a:round/>
              <a:headEnd len="sm" w="sm" type="none"/>
              <a:tailEnd len="med" w="med" type="triangle"/>
            </a:ln>
          </p:spPr>
        </p:cxnSp>
        <p:sp>
          <p:nvSpPr>
            <p:cNvPr id="2659" name="Google Shape;2659;p96"/>
            <p:cNvSpPr txBox="1"/>
            <p:nvPr/>
          </p:nvSpPr>
          <p:spPr>
            <a:xfrm>
              <a:off x="3831" y="3156"/>
              <a:ext cx="164" cy="324"/>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k</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660" name="Google Shape;2660;p96"/>
            <p:cNvSpPr txBox="1"/>
            <p:nvPr/>
          </p:nvSpPr>
          <p:spPr>
            <a:xfrm>
              <a:off x="4017" y="3156"/>
              <a:ext cx="164" cy="324"/>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661" name="Google Shape;2661;p96"/>
            <p:cNvSpPr txBox="1"/>
            <p:nvPr/>
          </p:nvSpPr>
          <p:spPr>
            <a:xfrm>
              <a:off x="3918" y="2862"/>
              <a:ext cx="165" cy="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cxnSp>
          <p:nvCxnSpPr>
            <p:cNvPr id="2662" name="Google Shape;2662;p96"/>
            <p:cNvCxnSpPr/>
            <p:nvPr/>
          </p:nvCxnSpPr>
          <p:spPr>
            <a:xfrm flipH="1" rot="-2537517">
              <a:off x="4098" y="3052"/>
              <a:ext cx="6" cy="116"/>
            </a:xfrm>
            <a:prstGeom prst="straightConnector1">
              <a:avLst/>
            </a:prstGeom>
            <a:noFill/>
            <a:ln cap="flat" cmpd="sng" w="9525">
              <a:solidFill>
                <a:schemeClr val="dk1"/>
              </a:solidFill>
              <a:prstDash val="solid"/>
              <a:round/>
              <a:headEnd len="sm" w="sm" type="none"/>
              <a:tailEnd len="med" w="med" type="triangle"/>
            </a:ln>
          </p:spPr>
        </p:cxnSp>
        <p:cxnSp>
          <p:nvCxnSpPr>
            <p:cNvPr id="2663" name="Google Shape;2663;p96"/>
            <p:cNvCxnSpPr/>
            <p:nvPr/>
          </p:nvCxnSpPr>
          <p:spPr>
            <a:xfrm rot="2537517">
              <a:off x="4686" y="3103"/>
              <a:ext cx="51" cy="170"/>
            </a:xfrm>
            <a:prstGeom prst="straightConnector1">
              <a:avLst/>
            </a:prstGeom>
            <a:noFill/>
            <a:ln cap="flat" cmpd="sng" w="9525">
              <a:solidFill>
                <a:schemeClr val="dk1"/>
              </a:solidFill>
              <a:prstDash val="solid"/>
              <a:round/>
              <a:headEnd len="sm" w="sm" type="none"/>
              <a:tailEnd len="med" w="med" type="triangle"/>
            </a:ln>
          </p:spPr>
        </p:cxnSp>
        <p:sp>
          <p:nvSpPr>
            <p:cNvPr id="2664" name="Google Shape;2664;p96"/>
            <p:cNvSpPr txBox="1"/>
            <p:nvPr/>
          </p:nvSpPr>
          <p:spPr>
            <a:xfrm>
              <a:off x="4604" y="3267"/>
              <a:ext cx="164" cy="324"/>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r</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2000" u="none" cap="none" strike="noStrike">
                <a:solidFill>
                  <a:srgbClr val="003399"/>
                </a:solidFill>
                <a:latin typeface="Times New Roman"/>
                <a:ea typeface="Times New Roman"/>
                <a:cs typeface="Times New Roman"/>
                <a:sym typeface="Times New Roman"/>
              </a:endParaRPr>
            </a:p>
          </p:txBody>
        </p:sp>
        <p:sp>
          <p:nvSpPr>
            <p:cNvPr id="2665" name="Google Shape;2665;p96"/>
            <p:cNvSpPr txBox="1"/>
            <p:nvPr/>
          </p:nvSpPr>
          <p:spPr>
            <a:xfrm>
              <a:off x="4790" y="3267"/>
              <a:ext cx="164" cy="324"/>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s</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2000" u="none" cap="none" strike="noStrike">
                <a:solidFill>
                  <a:srgbClr val="003399"/>
                </a:solidFill>
                <a:latin typeface="Times New Roman"/>
                <a:ea typeface="Times New Roman"/>
                <a:cs typeface="Times New Roman"/>
                <a:sym typeface="Times New Roman"/>
              </a:endParaRPr>
            </a:p>
          </p:txBody>
        </p:sp>
        <p:sp>
          <p:nvSpPr>
            <p:cNvPr id="2666" name="Google Shape;2666;p96"/>
            <p:cNvSpPr txBox="1"/>
            <p:nvPr/>
          </p:nvSpPr>
          <p:spPr>
            <a:xfrm>
              <a:off x="4710" y="2890"/>
              <a:ext cx="164" cy="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cxnSp>
          <p:nvCxnSpPr>
            <p:cNvPr id="2667" name="Google Shape;2667;p96"/>
            <p:cNvCxnSpPr/>
            <p:nvPr/>
          </p:nvCxnSpPr>
          <p:spPr>
            <a:xfrm flipH="1" rot="-2537517">
              <a:off x="4827" y="3098"/>
              <a:ext cx="51" cy="169"/>
            </a:xfrm>
            <a:prstGeom prst="straightConnector1">
              <a:avLst/>
            </a:prstGeom>
            <a:noFill/>
            <a:ln cap="flat" cmpd="sng" w="9525">
              <a:solidFill>
                <a:schemeClr val="dk1"/>
              </a:solidFill>
              <a:prstDash val="solid"/>
              <a:round/>
              <a:headEnd len="sm" w="sm" type="none"/>
              <a:tailEnd len="med" w="med" type="triangle"/>
            </a:ln>
          </p:spPr>
        </p:cxnSp>
        <p:cxnSp>
          <p:nvCxnSpPr>
            <p:cNvPr id="2668" name="Google Shape;2668;p96"/>
            <p:cNvCxnSpPr/>
            <p:nvPr/>
          </p:nvCxnSpPr>
          <p:spPr>
            <a:xfrm rot="2537517">
              <a:off x="5087" y="3097"/>
              <a:ext cx="51" cy="170"/>
            </a:xfrm>
            <a:prstGeom prst="straightConnector1">
              <a:avLst/>
            </a:prstGeom>
            <a:noFill/>
            <a:ln cap="flat" cmpd="sng" w="9525">
              <a:solidFill>
                <a:schemeClr val="dk1"/>
              </a:solidFill>
              <a:prstDash val="solid"/>
              <a:round/>
              <a:headEnd len="sm" w="sm" type="none"/>
              <a:tailEnd len="med" w="med" type="triangle"/>
            </a:ln>
          </p:spPr>
        </p:cxnSp>
        <p:sp>
          <p:nvSpPr>
            <p:cNvPr id="2669" name="Google Shape;2669;p96"/>
            <p:cNvSpPr txBox="1"/>
            <p:nvPr/>
          </p:nvSpPr>
          <p:spPr>
            <a:xfrm>
              <a:off x="5005" y="3261"/>
              <a:ext cx="165" cy="324"/>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n</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2000" u="none" cap="none" strike="noStrike">
                <a:solidFill>
                  <a:srgbClr val="003399"/>
                </a:solidFill>
                <a:latin typeface="Times New Roman"/>
                <a:ea typeface="Times New Roman"/>
                <a:cs typeface="Times New Roman"/>
                <a:sym typeface="Times New Roman"/>
              </a:endParaRPr>
            </a:p>
          </p:txBody>
        </p:sp>
        <p:sp>
          <p:nvSpPr>
            <p:cNvPr id="2670" name="Google Shape;2670;p96"/>
            <p:cNvSpPr txBox="1"/>
            <p:nvPr/>
          </p:nvSpPr>
          <p:spPr>
            <a:xfrm>
              <a:off x="5191" y="3261"/>
              <a:ext cx="164" cy="324"/>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a</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2000" u="none" cap="none" strike="noStrike">
                <a:solidFill>
                  <a:srgbClr val="003399"/>
                </a:solidFill>
                <a:latin typeface="Times New Roman"/>
                <a:ea typeface="Times New Roman"/>
                <a:cs typeface="Times New Roman"/>
                <a:sym typeface="Times New Roman"/>
              </a:endParaRPr>
            </a:p>
          </p:txBody>
        </p:sp>
        <p:sp>
          <p:nvSpPr>
            <p:cNvPr id="2671" name="Google Shape;2671;p96"/>
            <p:cNvSpPr txBox="1"/>
            <p:nvPr/>
          </p:nvSpPr>
          <p:spPr>
            <a:xfrm>
              <a:off x="5110" y="2884"/>
              <a:ext cx="165" cy="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cxnSp>
          <p:nvCxnSpPr>
            <p:cNvPr id="2672" name="Google Shape;2672;p96"/>
            <p:cNvCxnSpPr/>
            <p:nvPr/>
          </p:nvCxnSpPr>
          <p:spPr>
            <a:xfrm flipH="1" rot="-2537517">
              <a:off x="5228" y="3092"/>
              <a:ext cx="51" cy="169"/>
            </a:xfrm>
            <a:prstGeom prst="straightConnector1">
              <a:avLst/>
            </a:prstGeom>
            <a:noFill/>
            <a:ln cap="flat" cmpd="sng" w="9525">
              <a:solidFill>
                <a:schemeClr val="dk1"/>
              </a:solidFill>
              <a:prstDash val="solid"/>
              <a:round/>
              <a:headEnd len="sm" w="sm" type="none"/>
              <a:tailEnd len="med" w="med" type="triangle"/>
            </a:ln>
          </p:spPr>
        </p:cxnSp>
        <p:cxnSp>
          <p:nvCxnSpPr>
            <p:cNvPr id="2673" name="Google Shape;2673;p96"/>
            <p:cNvCxnSpPr/>
            <p:nvPr/>
          </p:nvCxnSpPr>
          <p:spPr>
            <a:xfrm>
              <a:off x="4236" y="2797"/>
              <a:ext cx="96" cy="106"/>
            </a:xfrm>
            <a:prstGeom prst="straightConnector1">
              <a:avLst/>
            </a:prstGeom>
            <a:noFill/>
            <a:ln cap="flat" cmpd="sng" w="9525">
              <a:solidFill>
                <a:schemeClr val="dk1"/>
              </a:solidFill>
              <a:prstDash val="solid"/>
              <a:round/>
              <a:headEnd len="sm" w="sm" type="none"/>
              <a:tailEnd len="med" w="med" type="triangle"/>
            </a:ln>
          </p:spPr>
        </p:cxnSp>
        <p:cxnSp>
          <p:nvCxnSpPr>
            <p:cNvPr id="2674" name="Google Shape;2674;p96"/>
            <p:cNvCxnSpPr/>
            <p:nvPr/>
          </p:nvCxnSpPr>
          <p:spPr>
            <a:xfrm flipH="1">
              <a:off x="4792" y="2725"/>
              <a:ext cx="144" cy="165"/>
            </a:xfrm>
            <a:prstGeom prst="straightConnector1">
              <a:avLst/>
            </a:prstGeom>
            <a:noFill/>
            <a:ln cap="flat" cmpd="sng" w="9525">
              <a:solidFill>
                <a:schemeClr val="dk1"/>
              </a:solidFill>
              <a:prstDash val="solid"/>
              <a:round/>
              <a:headEnd len="sm" w="sm" type="none"/>
              <a:tailEnd len="med" w="med" type="triangle"/>
            </a:ln>
          </p:spPr>
        </p:cxnSp>
        <p:cxnSp>
          <p:nvCxnSpPr>
            <p:cNvPr id="2675" name="Google Shape;2675;p96"/>
            <p:cNvCxnSpPr/>
            <p:nvPr/>
          </p:nvCxnSpPr>
          <p:spPr>
            <a:xfrm flipH="1">
              <a:off x="4586" y="2296"/>
              <a:ext cx="145" cy="223"/>
            </a:xfrm>
            <a:prstGeom prst="straightConnector1">
              <a:avLst/>
            </a:prstGeom>
            <a:noFill/>
            <a:ln cap="flat" cmpd="sng" w="9525">
              <a:solidFill>
                <a:schemeClr val="dk1"/>
              </a:solidFill>
              <a:prstDash val="solid"/>
              <a:round/>
              <a:headEnd len="sm" w="sm" type="none"/>
              <a:tailEnd len="med" w="med" type="triangle"/>
            </a:ln>
          </p:spPr>
        </p:cxnSp>
        <p:cxnSp>
          <p:nvCxnSpPr>
            <p:cNvPr id="2676" name="Google Shape;2676;p96"/>
            <p:cNvCxnSpPr/>
            <p:nvPr/>
          </p:nvCxnSpPr>
          <p:spPr>
            <a:xfrm>
              <a:off x="5052" y="2723"/>
              <a:ext cx="145" cy="162"/>
            </a:xfrm>
            <a:prstGeom prst="straightConnector1">
              <a:avLst/>
            </a:prstGeom>
            <a:noFill/>
            <a:ln cap="flat" cmpd="sng" w="9525">
              <a:solidFill>
                <a:schemeClr val="dk1"/>
              </a:solidFill>
              <a:prstDash val="solid"/>
              <a:round/>
              <a:headEnd len="sm" w="sm" type="none"/>
              <a:tailEnd len="med" w="med" type="triangle"/>
            </a:ln>
          </p:spPr>
        </p:cxnSp>
        <p:sp>
          <p:nvSpPr>
            <p:cNvPr id="2677" name="Google Shape;2677;p96"/>
            <p:cNvSpPr txBox="1"/>
            <p:nvPr/>
          </p:nvSpPr>
          <p:spPr>
            <a:xfrm>
              <a:off x="3357" y="2485"/>
              <a:ext cx="165" cy="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cxnSp>
          <p:nvCxnSpPr>
            <p:cNvPr id="2678" name="Google Shape;2678;p96"/>
            <p:cNvCxnSpPr/>
            <p:nvPr/>
          </p:nvCxnSpPr>
          <p:spPr>
            <a:xfrm rot="2537517">
              <a:off x="3353" y="2683"/>
              <a:ext cx="16" cy="126"/>
            </a:xfrm>
            <a:prstGeom prst="straightConnector1">
              <a:avLst/>
            </a:prstGeom>
            <a:noFill/>
            <a:ln cap="flat" cmpd="sng" w="9525">
              <a:solidFill>
                <a:schemeClr val="dk1"/>
              </a:solidFill>
              <a:prstDash val="solid"/>
              <a:round/>
              <a:headEnd len="sm" w="sm" type="none"/>
              <a:tailEnd len="med" w="med" type="triangle"/>
            </a:ln>
          </p:spPr>
        </p:cxnSp>
        <p:cxnSp>
          <p:nvCxnSpPr>
            <p:cNvPr id="2679" name="Google Shape;2679;p96"/>
            <p:cNvCxnSpPr/>
            <p:nvPr/>
          </p:nvCxnSpPr>
          <p:spPr>
            <a:xfrm flipH="1" rot="-2537517">
              <a:off x="3519" y="2678"/>
              <a:ext cx="16" cy="126"/>
            </a:xfrm>
            <a:prstGeom prst="straightConnector1">
              <a:avLst/>
            </a:prstGeom>
            <a:noFill/>
            <a:ln cap="flat" cmpd="sng" w="9525">
              <a:solidFill>
                <a:schemeClr val="dk1"/>
              </a:solidFill>
              <a:prstDash val="solid"/>
              <a:round/>
              <a:headEnd len="sm" w="sm" type="none"/>
              <a:tailEnd len="med" w="med" type="triangle"/>
            </a:ln>
          </p:spPr>
        </p:cxnSp>
        <p:cxnSp>
          <p:nvCxnSpPr>
            <p:cNvPr id="2680" name="Google Shape;2680;p96"/>
            <p:cNvCxnSpPr/>
            <p:nvPr/>
          </p:nvCxnSpPr>
          <p:spPr>
            <a:xfrm flipH="1">
              <a:off x="3518" y="2372"/>
              <a:ext cx="137" cy="116"/>
            </a:xfrm>
            <a:prstGeom prst="straightConnector1">
              <a:avLst/>
            </a:prstGeom>
            <a:noFill/>
            <a:ln cap="flat" cmpd="sng" w="9525">
              <a:solidFill>
                <a:schemeClr val="dk1"/>
              </a:solidFill>
              <a:prstDash val="solid"/>
              <a:round/>
              <a:headEnd len="sm" w="sm" type="none"/>
              <a:tailEnd len="med" w="med" type="triangle"/>
            </a:ln>
          </p:spPr>
        </p:cxnSp>
        <p:sp>
          <p:nvSpPr>
            <p:cNvPr id="2681" name="Google Shape;2681;p96"/>
            <p:cNvSpPr txBox="1"/>
            <p:nvPr/>
          </p:nvSpPr>
          <p:spPr>
            <a:xfrm>
              <a:off x="4089" y="2588"/>
              <a:ext cx="164" cy="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6</a:t>
              </a:r>
              <a:endParaRPr b="0" i="0" sz="1400" u="none" cap="none" strike="noStrike">
                <a:solidFill>
                  <a:srgbClr val="000000"/>
                </a:solidFill>
                <a:latin typeface="Arial"/>
                <a:ea typeface="Arial"/>
                <a:cs typeface="Arial"/>
                <a:sym typeface="Arial"/>
              </a:endParaRPr>
            </a:p>
          </p:txBody>
        </p:sp>
        <p:cxnSp>
          <p:nvCxnSpPr>
            <p:cNvPr id="2682" name="Google Shape;2682;p96"/>
            <p:cNvCxnSpPr/>
            <p:nvPr/>
          </p:nvCxnSpPr>
          <p:spPr>
            <a:xfrm flipH="1" rot="2537517">
              <a:off x="4072" y="2767"/>
              <a:ext cx="22" cy="116"/>
            </a:xfrm>
            <a:prstGeom prst="straightConnector1">
              <a:avLst/>
            </a:prstGeom>
            <a:noFill/>
            <a:ln cap="flat" cmpd="sng" w="9525">
              <a:solidFill>
                <a:schemeClr val="dk1"/>
              </a:solidFill>
              <a:prstDash val="solid"/>
              <a:round/>
              <a:headEnd len="sm" w="sm" type="none"/>
              <a:tailEnd len="med" w="med" type="triangle"/>
            </a:ln>
          </p:spPr>
        </p:cxnSp>
        <p:cxnSp>
          <p:nvCxnSpPr>
            <p:cNvPr id="2683" name="Google Shape;2683;p96"/>
            <p:cNvCxnSpPr/>
            <p:nvPr/>
          </p:nvCxnSpPr>
          <p:spPr>
            <a:xfrm>
              <a:off x="3876" y="2375"/>
              <a:ext cx="217" cy="222"/>
            </a:xfrm>
            <a:prstGeom prst="straightConnector1">
              <a:avLst/>
            </a:prstGeom>
            <a:noFill/>
            <a:ln cap="flat" cmpd="sng" w="9525">
              <a:solidFill>
                <a:schemeClr val="dk1"/>
              </a:solidFill>
              <a:prstDash val="solid"/>
              <a:round/>
              <a:headEnd len="sm" w="sm" type="none"/>
              <a:tailEnd len="med" w="med" type="triangle"/>
            </a:ln>
          </p:spPr>
        </p:cxnSp>
        <p:sp>
          <p:nvSpPr>
            <p:cNvPr id="2684" name="Google Shape;2684;p96"/>
            <p:cNvSpPr txBox="1"/>
            <p:nvPr/>
          </p:nvSpPr>
          <p:spPr>
            <a:xfrm>
              <a:off x="4913" y="2519"/>
              <a:ext cx="165" cy="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8</a:t>
              </a:r>
              <a:endParaRPr b="0" i="0" sz="1400" u="none" cap="none" strike="noStrike">
                <a:solidFill>
                  <a:srgbClr val="000000"/>
                </a:solidFill>
                <a:latin typeface="Arial"/>
                <a:ea typeface="Arial"/>
                <a:cs typeface="Arial"/>
                <a:sym typeface="Arial"/>
              </a:endParaRPr>
            </a:p>
          </p:txBody>
        </p:sp>
        <p:cxnSp>
          <p:nvCxnSpPr>
            <p:cNvPr id="2685" name="Google Shape;2685;p96"/>
            <p:cNvCxnSpPr/>
            <p:nvPr/>
          </p:nvCxnSpPr>
          <p:spPr>
            <a:xfrm>
              <a:off x="4921" y="2296"/>
              <a:ext cx="80" cy="223"/>
            </a:xfrm>
            <a:prstGeom prst="straightConnector1">
              <a:avLst/>
            </a:prstGeom>
            <a:noFill/>
            <a:ln cap="flat" cmpd="sng" w="9525">
              <a:solidFill>
                <a:schemeClr val="dk1"/>
              </a:solidFill>
              <a:prstDash val="solid"/>
              <a:round/>
              <a:headEnd len="sm" w="sm" type="none"/>
              <a:tailEnd len="med" w="med" type="triangle"/>
            </a:ln>
          </p:spPr>
        </p:cxnSp>
        <p:sp>
          <p:nvSpPr>
            <p:cNvPr id="2686" name="Google Shape;2686;p96"/>
            <p:cNvSpPr txBox="1"/>
            <p:nvPr/>
          </p:nvSpPr>
          <p:spPr>
            <a:xfrm>
              <a:off x="3619" y="2166"/>
              <a:ext cx="351" cy="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10</a:t>
              </a:r>
              <a:endParaRPr b="0" i="0" sz="1400" u="none" cap="none" strike="noStrike">
                <a:solidFill>
                  <a:srgbClr val="000000"/>
                </a:solidFill>
                <a:latin typeface="Arial"/>
                <a:ea typeface="Arial"/>
                <a:cs typeface="Arial"/>
                <a:sym typeface="Arial"/>
              </a:endParaRPr>
            </a:p>
          </p:txBody>
        </p:sp>
        <p:cxnSp>
          <p:nvCxnSpPr>
            <p:cNvPr id="2687" name="Google Shape;2687;p96"/>
            <p:cNvCxnSpPr/>
            <p:nvPr/>
          </p:nvCxnSpPr>
          <p:spPr>
            <a:xfrm flipH="1">
              <a:off x="3870" y="1956"/>
              <a:ext cx="290" cy="233"/>
            </a:xfrm>
            <a:prstGeom prst="straightConnector1">
              <a:avLst/>
            </a:prstGeom>
            <a:noFill/>
            <a:ln cap="flat" cmpd="sng" w="9525">
              <a:solidFill>
                <a:schemeClr val="dk1"/>
              </a:solidFill>
              <a:prstDash val="solid"/>
              <a:round/>
              <a:headEnd len="sm" w="sm" type="none"/>
              <a:tailEnd len="med" w="med" type="triangle"/>
            </a:ln>
          </p:spPr>
        </p:cxnSp>
        <p:sp>
          <p:nvSpPr>
            <p:cNvPr id="2688" name="Google Shape;2688;p96"/>
            <p:cNvSpPr txBox="1"/>
            <p:nvPr/>
          </p:nvSpPr>
          <p:spPr>
            <a:xfrm>
              <a:off x="4712" y="2056"/>
              <a:ext cx="397" cy="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16</a:t>
              </a:r>
              <a:endParaRPr b="0" i="0" sz="1400" u="none" cap="none" strike="noStrike">
                <a:solidFill>
                  <a:srgbClr val="000000"/>
                </a:solidFill>
                <a:latin typeface="Arial"/>
                <a:ea typeface="Arial"/>
                <a:cs typeface="Arial"/>
                <a:sym typeface="Arial"/>
              </a:endParaRPr>
            </a:p>
          </p:txBody>
        </p:sp>
        <p:cxnSp>
          <p:nvCxnSpPr>
            <p:cNvPr id="2689" name="Google Shape;2689;p96"/>
            <p:cNvCxnSpPr/>
            <p:nvPr/>
          </p:nvCxnSpPr>
          <p:spPr>
            <a:xfrm>
              <a:off x="4398" y="1956"/>
              <a:ext cx="333" cy="140"/>
            </a:xfrm>
            <a:prstGeom prst="straightConnector1">
              <a:avLst/>
            </a:prstGeom>
            <a:noFill/>
            <a:ln cap="flat" cmpd="sng" w="9525">
              <a:solidFill>
                <a:schemeClr val="dk1"/>
              </a:solidFill>
              <a:prstDash val="solid"/>
              <a:round/>
              <a:headEnd len="sm" w="sm" type="none"/>
              <a:tailEnd len="med" w="med" type="triangle"/>
            </a:ln>
          </p:spPr>
        </p:cxnSp>
        <p:sp>
          <p:nvSpPr>
            <p:cNvPr id="2690" name="Google Shape;2690;p96"/>
            <p:cNvSpPr txBox="1"/>
            <p:nvPr/>
          </p:nvSpPr>
          <p:spPr>
            <a:xfrm>
              <a:off x="4122" y="1750"/>
              <a:ext cx="311" cy="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26</a:t>
              </a:r>
              <a:endParaRPr b="0" i="0" sz="1400" u="none" cap="none" strike="noStrike">
                <a:solidFill>
                  <a:srgbClr val="000000"/>
                </a:solidFill>
                <a:latin typeface="Arial"/>
                <a:ea typeface="Arial"/>
                <a:cs typeface="Arial"/>
                <a:sym typeface="Arial"/>
              </a:endParaRPr>
            </a:p>
          </p:txBody>
        </p:sp>
        <p:cxnSp>
          <p:nvCxnSpPr>
            <p:cNvPr id="2691" name="Google Shape;2691;p96"/>
            <p:cNvCxnSpPr/>
            <p:nvPr/>
          </p:nvCxnSpPr>
          <p:spPr>
            <a:xfrm>
              <a:off x="4289" y="1471"/>
              <a:ext cx="0" cy="300"/>
            </a:xfrm>
            <a:prstGeom prst="straightConnector1">
              <a:avLst/>
            </a:prstGeom>
            <a:noFill/>
            <a:ln cap="flat" cmpd="sng" w="9525">
              <a:solidFill>
                <a:schemeClr val="dk1"/>
              </a:solidFill>
              <a:prstDash val="solid"/>
              <a:round/>
              <a:headEnd len="sm" w="sm" type="none"/>
              <a:tailEnd len="med" w="med" type="triangle"/>
            </a:ln>
          </p:spPr>
        </p:cxnSp>
      </p:grpSp>
      <p:sp>
        <p:nvSpPr>
          <p:cNvPr id="2692" name="Google Shape;2692;p96"/>
          <p:cNvSpPr/>
          <p:nvPr/>
        </p:nvSpPr>
        <p:spPr>
          <a:xfrm>
            <a:off x="476250" y="5522913"/>
            <a:ext cx="7512050"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3399"/>
                </a:solidFill>
                <a:latin typeface="Times New Roman"/>
                <a:ea typeface="Times New Roman"/>
                <a:cs typeface="Times New Roman"/>
                <a:sym typeface="Times New Roman"/>
              </a:rPr>
              <a:t>Eerie eyes seen near lake.      26 characters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0" name="Shape 2700"/>
        <p:cNvGrpSpPr/>
        <p:nvPr/>
      </p:nvGrpSpPr>
      <p:grpSpPr>
        <a:xfrm>
          <a:off x="0" y="0"/>
          <a:ext cx="0" cy="0"/>
          <a:chOff x="0" y="0"/>
          <a:chExt cx="0" cy="0"/>
        </a:xfrm>
      </p:grpSpPr>
      <p:sp>
        <p:nvSpPr>
          <p:cNvPr id="2701" name="Google Shape;2701;p97"/>
          <p:cNvSpPr txBox="1"/>
          <p:nvPr>
            <p:ph type="title"/>
          </p:nvPr>
        </p:nvSpPr>
        <p:spPr>
          <a:xfrm>
            <a:off x="698500" y="152400"/>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Encoding the File</a:t>
            </a:r>
            <a:br>
              <a:rPr lang="en-US"/>
            </a:br>
            <a:r>
              <a:rPr lang="en-US" sz="3200"/>
              <a:t>Traverse Tree for Codes</a:t>
            </a:r>
            <a:endParaRPr/>
          </a:p>
        </p:txBody>
      </p:sp>
      <p:sp>
        <p:nvSpPr>
          <p:cNvPr id="2702" name="Google Shape;2702;p97"/>
          <p:cNvSpPr txBox="1"/>
          <p:nvPr>
            <p:ph idx="1" type="body"/>
          </p:nvPr>
        </p:nvSpPr>
        <p:spPr>
          <a:xfrm>
            <a:off x="495300" y="1981200"/>
            <a:ext cx="4095750" cy="41148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1680"/>
              <a:buChar char="●"/>
            </a:pPr>
            <a:r>
              <a:rPr lang="en-US" sz="2400"/>
              <a:t>Perform a traversal of the tree to obtain new code words</a:t>
            </a:r>
            <a:endParaRPr/>
          </a:p>
          <a:p>
            <a:pPr indent="-342900" lvl="0" marL="342900" rtl="0" algn="l">
              <a:lnSpc>
                <a:spcPct val="100000"/>
              </a:lnSpc>
              <a:spcBef>
                <a:spcPts val="480"/>
              </a:spcBef>
              <a:spcAft>
                <a:spcPts val="0"/>
              </a:spcAft>
              <a:buSzPts val="1680"/>
              <a:buChar char="●"/>
            </a:pPr>
            <a:r>
              <a:rPr lang="en-US" sz="2400"/>
              <a:t>Going left is a 0 going right is a 1</a:t>
            </a:r>
            <a:endParaRPr/>
          </a:p>
          <a:p>
            <a:pPr indent="-342900" lvl="0" marL="342900" rtl="0" algn="l">
              <a:lnSpc>
                <a:spcPct val="100000"/>
              </a:lnSpc>
              <a:spcBef>
                <a:spcPts val="480"/>
              </a:spcBef>
              <a:spcAft>
                <a:spcPts val="0"/>
              </a:spcAft>
              <a:buSzPts val="1680"/>
              <a:buChar char="●"/>
            </a:pPr>
            <a:r>
              <a:rPr lang="en-US" sz="2400"/>
              <a:t>code word is only completed when a leaf node is reached </a:t>
            </a:r>
            <a:endParaRPr/>
          </a:p>
        </p:txBody>
      </p:sp>
      <p:grpSp>
        <p:nvGrpSpPr>
          <p:cNvPr id="2703" name="Google Shape;2703;p97"/>
          <p:cNvGrpSpPr/>
          <p:nvPr/>
        </p:nvGrpSpPr>
        <p:grpSpPr>
          <a:xfrm>
            <a:off x="4857750" y="2335213"/>
            <a:ext cx="3643313" cy="3365500"/>
            <a:chOff x="3060" y="1471"/>
            <a:chExt cx="2295" cy="2120"/>
          </a:xfrm>
        </p:grpSpPr>
        <p:cxnSp>
          <p:nvCxnSpPr>
            <p:cNvPr id="2704" name="Google Shape;2704;p97"/>
            <p:cNvCxnSpPr/>
            <p:nvPr/>
          </p:nvCxnSpPr>
          <p:spPr>
            <a:xfrm rot="2537517">
              <a:off x="3178" y="3010"/>
              <a:ext cx="58" cy="146"/>
            </a:xfrm>
            <a:prstGeom prst="straightConnector1">
              <a:avLst/>
            </a:prstGeom>
            <a:noFill/>
            <a:ln cap="flat" cmpd="sng" w="9525">
              <a:solidFill>
                <a:schemeClr val="dk1"/>
              </a:solidFill>
              <a:prstDash val="solid"/>
              <a:round/>
              <a:headEnd len="sm" w="sm" type="none"/>
              <a:tailEnd len="med" w="med" type="triangle"/>
            </a:ln>
          </p:spPr>
        </p:cxnSp>
        <p:sp>
          <p:nvSpPr>
            <p:cNvPr id="2705" name="Google Shape;2705;p97"/>
            <p:cNvSpPr txBox="1"/>
            <p:nvPr/>
          </p:nvSpPr>
          <p:spPr>
            <a:xfrm>
              <a:off x="3060" y="3154"/>
              <a:ext cx="164" cy="324"/>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E</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706" name="Google Shape;2706;p97"/>
            <p:cNvSpPr txBox="1"/>
            <p:nvPr/>
          </p:nvSpPr>
          <p:spPr>
            <a:xfrm>
              <a:off x="3252" y="3154"/>
              <a:ext cx="164" cy="324"/>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i</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707" name="Google Shape;2707;p97"/>
            <p:cNvSpPr txBox="1"/>
            <p:nvPr/>
          </p:nvSpPr>
          <p:spPr>
            <a:xfrm>
              <a:off x="4265" y="2909"/>
              <a:ext cx="308" cy="324"/>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sp</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sp>
          <p:nvSpPr>
            <p:cNvPr id="2708" name="Google Shape;2708;p97"/>
            <p:cNvSpPr txBox="1"/>
            <p:nvPr/>
          </p:nvSpPr>
          <p:spPr>
            <a:xfrm>
              <a:off x="4523" y="2509"/>
              <a:ext cx="165" cy="324"/>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e</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8</a:t>
              </a:r>
              <a:endParaRPr b="0" i="0" sz="1400" u="none" cap="none" strike="noStrike">
                <a:solidFill>
                  <a:srgbClr val="000000"/>
                </a:solidFill>
                <a:latin typeface="Arial"/>
                <a:ea typeface="Arial"/>
                <a:cs typeface="Arial"/>
                <a:sym typeface="Arial"/>
              </a:endParaRPr>
            </a:p>
          </p:txBody>
        </p:sp>
        <p:cxnSp>
          <p:nvCxnSpPr>
            <p:cNvPr id="2709" name="Google Shape;2709;p97"/>
            <p:cNvCxnSpPr/>
            <p:nvPr/>
          </p:nvCxnSpPr>
          <p:spPr>
            <a:xfrm flipH="1" rot="-2537517">
              <a:off x="3296" y="3016"/>
              <a:ext cx="54" cy="128"/>
            </a:xfrm>
            <a:prstGeom prst="straightConnector1">
              <a:avLst/>
            </a:prstGeom>
            <a:noFill/>
            <a:ln cap="flat" cmpd="sng" w="9525">
              <a:solidFill>
                <a:schemeClr val="dk1"/>
              </a:solidFill>
              <a:prstDash val="solid"/>
              <a:round/>
              <a:headEnd len="sm" w="sm" type="none"/>
              <a:tailEnd len="med" w="med" type="triangle"/>
            </a:ln>
          </p:spPr>
        </p:cxnSp>
        <p:sp>
          <p:nvSpPr>
            <p:cNvPr id="2710" name="Google Shape;2710;p97"/>
            <p:cNvSpPr txBox="1"/>
            <p:nvPr/>
          </p:nvSpPr>
          <p:spPr>
            <a:xfrm>
              <a:off x="3215" y="2800"/>
              <a:ext cx="164" cy="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cxnSp>
          <p:nvCxnSpPr>
            <p:cNvPr id="2711" name="Google Shape;2711;p97"/>
            <p:cNvCxnSpPr/>
            <p:nvPr/>
          </p:nvCxnSpPr>
          <p:spPr>
            <a:xfrm rot="2537517">
              <a:off x="3527" y="3007"/>
              <a:ext cx="48" cy="150"/>
            </a:xfrm>
            <a:prstGeom prst="straightConnector1">
              <a:avLst/>
            </a:prstGeom>
            <a:noFill/>
            <a:ln cap="flat" cmpd="sng" w="9525">
              <a:solidFill>
                <a:schemeClr val="dk1"/>
              </a:solidFill>
              <a:prstDash val="solid"/>
              <a:round/>
              <a:headEnd len="sm" w="sm" type="none"/>
              <a:tailEnd len="med" w="med" type="triangle"/>
            </a:ln>
          </p:spPr>
        </p:cxnSp>
        <p:sp>
          <p:nvSpPr>
            <p:cNvPr id="2712" name="Google Shape;2712;p97"/>
            <p:cNvSpPr txBox="1"/>
            <p:nvPr/>
          </p:nvSpPr>
          <p:spPr>
            <a:xfrm>
              <a:off x="3453" y="3156"/>
              <a:ext cx="165" cy="324"/>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y</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713" name="Google Shape;2713;p97"/>
            <p:cNvSpPr txBox="1"/>
            <p:nvPr/>
          </p:nvSpPr>
          <p:spPr>
            <a:xfrm>
              <a:off x="3640" y="3154"/>
              <a:ext cx="163" cy="324"/>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l</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714" name="Google Shape;2714;p97"/>
            <p:cNvSpPr txBox="1"/>
            <p:nvPr/>
          </p:nvSpPr>
          <p:spPr>
            <a:xfrm>
              <a:off x="3512" y="2800"/>
              <a:ext cx="164" cy="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cxnSp>
          <p:nvCxnSpPr>
            <p:cNvPr id="2715" name="Google Shape;2715;p97"/>
            <p:cNvCxnSpPr/>
            <p:nvPr/>
          </p:nvCxnSpPr>
          <p:spPr>
            <a:xfrm flipH="1" rot="-2537517">
              <a:off x="3648" y="3020"/>
              <a:ext cx="63" cy="123"/>
            </a:xfrm>
            <a:prstGeom prst="straightConnector1">
              <a:avLst/>
            </a:prstGeom>
            <a:noFill/>
            <a:ln cap="flat" cmpd="sng" w="9525">
              <a:solidFill>
                <a:schemeClr val="dk1"/>
              </a:solidFill>
              <a:prstDash val="solid"/>
              <a:round/>
              <a:headEnd len="sm" w="sm" type="none"/>
              <a:tailEnd len="med" w="med" type="triangle"/>
            </a:ln>
          </p:spPr>
        </p:cxnSp>
        <p:cxnSp>
          <p:nvCxnSpPr>
            <p:cNvPr id="2716" name="Google Shape;2716;p97"/>
            <p:cNvCxnSpPr/>
            <p:nvPr/>
          </p:nvCxnSpPr>
          <p:spPr>
            <a:xfrm rot="2537517">
              <a:off x="3931" y="3054"/>
              <a:ext cx="15" cy="116"/>
            </a:xfrm>
            <a:prstGeom prst="straightConnector1">
              <a:avLst/>
            </a:prstGeom>
            <a:noFill/>
            <a:ln cap="flat" cmpd="sng" w="9525">
              <a:solidFill>
                <a:schemeClr val="dk1"/>
              </a:solidFill>
              <a:prstDash val="solid"/>
              <a:round/>
              <a:headEnd len="sm" w="sm" type="none"/>
              <a:tailEnd len="med" w="med" type="triangle"/>
            </a:ln>
          </p:spPr>
        </p:cxnSp>
        <p:sp>
          <p:nvSpPr>
            <p:cNvPr id="2717" name="Google Shape;2717;p97"/>
            <p:cNvSpPr txBox="1"/>
            <p:nvPr/>
          </p:nvSpPr>
          <p:spPr>
            <a:xfrm>
              <a:off x="3831" y="3156"/>
              <a:ext cx="164" cy="324"/>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k</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718" name="Google Shape;2718;p97"/>
            <p:cNvSpPr txBox="1"/>
            <p:nvPr/>
          </p:nvSpPr>
          <p:spPr>
            <a:xfrm>
              <a:off x="4017" y="3156"/>
              <a:ext cx="164" cy="324"/>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719" name="Google Shape;2719;p97"/>
            <p:cNvSpPr txBox="1"/>
            <p:nvPr/>
          </p:nvSpPr>
          <p:spPr>
            <a:xfrm>
              <a:off x="3918" y="2862"/>
              <a:ext cx="165" cy="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cxnSp>
          <p:nvCxnSpPr>
            <p:cNvPr id="2720" name="Google Shape;2720;p97"/>
            <p:cNvCxnSpPr/>
            <p:nvPr/>
          </p:nvCxnSpPr>
          <p:spPr>
            <a:xfrm flipH="1" rot="-2537517">
              <a:off x="4098" y="3052"/>
              <a:ext cx="6" cy="116"/>
            </a:xfrm>
            <a:prstGeom prst="straightConnector1">
              <a:avLst/>
            </a:prstGeom>
            <a:noFill/>
            <a:ln cap="flat" cmpd="sng" w="9525">
              <a:solidFill>
                <a:schemeClr val="dk1"/>
              </a:solidFill>
              <a:prstDash val="solid"/>
              <a:round/>
              <a:headEnd len="sm" w="sm" type="none"/>
              <a:tailEnd len="med" w="med" type="triangle"/>
            </a:ln>
          </p:spPr>
        </p:cxnSp>
        <p:cxnSp>
          <p:nvCxnSpPr>
            <p:cNvPr id="2721" name="Google Shape;2721;p97"/>
            <p:cNvCxnSpPr/>
            <p:nvPr/>
          </p:nvCxnSpPr>
          <p:spPr>
            <a:xfrm rot="2537517">
              <a:off x="4686" y="3103"/>
              <a:ext cx="51" cy="170"/>
            </a:xfrm>
            <a:prstGeom prst="straightConnector1">
              <a:avLst/>
            </a:prstGeom>
            <a:noFill/>
            <a:ln cap="flat" cmpd="sng" w="9525">
              <a:solidFill>
                <a:schemeClr val="dk1"/>
              </a:solidFill>
              <a:prstDash val="solid"/>
              <a:round/>
              <a:headEnd len="sm" w="sm" type="none"/>
              <a:tailEnd len="med" w="med" type="triangle"/>
            </a:ln>
          </p:spPr>
        </p:cxnSp>
        <p:sp>
          <p:nvSpPr>
            <p:cNvPr id="2722" name="Google Shape;2722;p97"/>
            <p:cNvSpPr txBox="1"/>
            <p:nvPr/>
          </p:nvSpPr>
          <p:spPr>
            <a:xfrm>
              <a:off x="4604" y="3267"/>
              <a:ext cx="164" cy="324"/>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r</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2000" u="none" cap="none" strike="noStrike">
                <a:solidFill>
                  <a:srgbClr val="003399"/>
                </a:solidFill>
                <a:latin typeface="Times New Roman"/>
                <a:ea typeface="Times New Roman"/>
                <a:cs typeface="Times New Roman"/>
                <a:sym typeface="Times New Roman"/>
              </a:endParaRPr>
            </a:p>
          </p:txBody>
        </p:sp>
        <p:sp>
          <p:nvSpPr>
            <p:cNvPr id="2723" name="Google Shape;2723;p97"/>
            <p:cNvSpPr txBox="1"/>
            <p:nvPr/>
          </p:nvSpPr>
          <p:spPr>
            <a:xfrm>
              <a:off x="4790" y="3267"/>
              <a:ext cx="164" cy="324"/>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s</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2000" u="none" cap="none" strike="noStrike">
                <a:solidFill>
                  <a:srgbClr val="003399"/>
                </a:solidFill>
                <a:latin typeface="Times New Roman"/>
                <a:ea typeface="Times New Roman"/>
                <a:cs typeface="Times New Roman"/>
                <a:sym typeface="Times New Roman"/>
              </a:endParaRPr>
            </a:p>
          </p:txBody>
        </p:sp>
        <p:sp>
          <p:nvSpPr>
            <p:cNvPr id="2724" name="Google Shape;2724;p97"/>
            <p:cNvSpPr txBox="1"/>
            <p:nvPr/>
          </p:nvSpPr>
          <p:spPr>
            <a:xfrm>
              <a:off x="4710" y="2890"/>
              <a:ext cx="164" cy="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cxnSp>
          <p:nvCxnSpPr>
            <p:cNvPr id="2725" name="Google Shape;2725;p97"/>
            <p:cNvCxnSpPr/>
            <p:nvPr/>
          </p:nvCxnSpPr>
          <p:spPr>
            <a:xfrm flipH="1" rot="-2537517">
              <a:off x="4827" y="3098"/>
              <a:ext cx="51" cy="169"/>
            </a:xfrm>
            <a:prstGeom prst="straightConnector1">
              <a:avLst/>
            </a:prstGeom>
            <a:noFill/>
            <a:ln cap="flat" cmpd="sng" w="9525">
              <a:solidFill>
                <a:schemeClr val="dk1"/>
              </a:solidFill>
              <a:prstDash val="solid"/>
              <a:round/>
              <a:headEnd len="sm" w="sm" type="none"/>
              <a:tailEnd len="med" w="med" type="triangle"/>
            </a:ln>
          </p:spPr>
        </p:cxnSp>
        <p:cxnSp>
          <p:nvCxnSpPr>
            <p:cNvPr id="2726" name="Google Shape;2726;p97"/>
            <p:cNvCxnSpPr/>
            <p:nvPr/>
          </p:nvCxnSpPr>
          <p:spPr>
            <a:xfrm rot="2537517">
              <a:off x="5087" y="3097"/>
              <a:ext cx="51" cy="170"/>
            </a:xfrm>
            <a:prstGeom prst="straightConnector1">
              <a:avLst/>
            </a:prstGeom>
            <a:noFill/>
            <a:ln cap="flat" cmpd="sng" w="9525">
              <a:solidFill>
                <a:schemeClr val="dk1"/>
              </a:solidFill>
              <a:prstDash val="solid"/>
              <a:round/>
              <a:headEnd len="sm" w="sm" type="none"/>
              <a:tailEnd len="med" w="med" type="triangle"/>
            </a:ln>
          </p:spPr>
        </p:cxnSp>
        <p:sp>
          <p:nvSpPr>
            <p:cNvPr id="2727" name="Google Shape;2727;p97"/>
            <p:cNvSpPr txBox="1"/>
            <p:nvPr/>
          </p:nvSpPr>
          <p:spPr>
            <a:xfrm>
              <a:off x="5005" y="3261"/>
              <a:ext cx="165" cy="324"/>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n</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2000" u="none" cap="none" strike="noStrike">
                <a:solidFill>
                  <a:srgbClr val="003399"/>
                </a:solidFill>
                <a:latin typeface="Times New Roman"/>
                <a:ea typeface="Times New Roman"/>
                <a:cs typeface="Times New Roman"/>
                <a:sym typeface="Times New Roman"/>
              </a:endParaRPr>
            </a:p>
          </p:txBody>
        </p:sp>
        <p:sp>
          <p:nvSpPr>
            <p:cNvPr id="2728" name="Google Shape;2728;p97"/>
            <p:cNvSpPr txBox="1"/>
            <p:nvPr/>
          </p:nvSpPr>
          <p:spPr>
            <a:xfrm>
              <a:off x="5191" y="3261"/>
              <a:ext cx="164" cy="324"/>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a</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2000" u="none" cap="none" strike="noStrike">
                <a:solidFill>
                  <a:srgbClr val="003399"/>
                </a:solidFill>
                <a:latin typeface="Times New Roman"/>
                <a:ea typeface="Times New Roman"/>
                <a:cs typeface="Times New Roman"/>
                <a:sym typeface="Times New Roman"/>
              </a:endParaRPr>
            </a:p>
          </p:txBody>
        </p:sp>
        <p:sp>
          <p:nvSpPr>
            <p:cNvPr id="2729" name="Google Shape;2729;p97"/>
            <p:cNvSpPr txBox="1"/>
            <p:nvPr/>
          </p:nvSpPr>
          <p:spPr>
            <a:xfrm>
              <a:off x="5110" y="2884"/>
              <a:ext cx="165" cy="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cxnSp>
          <p:nvCxnSpPr>
            <p:cNvPr id="2730" name="Google Shape;2730;p97"/>
            <p:cNvCxnSpPr/>
            <p:nvPr/>
          </p:nvCxnSpPr>
          <p:spPr>
            <a:xfrm flipH="1" rot="-2537517">
              <a:off x="5228" y="3092"/>
              <a:ext cx="51" cy="169"/>
            </a:xfrm>
            <a:prstGeom prst="straightConnector1">
              <a:avLst/>
            </a:prstGeom>
            <a:noFill/>
            <a:ln cap="flat" cmpd="sng" w="9525">
              <a:solidFill>
                <a:schemeClr val="dk1"/>
              </a:solidFill>
              <a:prstDash val="solid"/>
              <a:round/>
              <a:headEnd len="sm" w="sm" type="none"/>
              <a:tailEnd len="med" w="med" type="triangle"/>
            </a:ln>
          </p:spPr>
        </p:cxnSp>
        <p:cxnSp>
          <p:nvCxnSpPr>
            <p:cNvPr id="2731" name="Google Shape;2731;p97"/>
            <p:cNvCxnSpPr/>
            <p:nvPr/>
          </p:nvCxnSpPr>
          <p:spPr>
            <a:xfrm>
              <a:off x="4236" y="2797"/>
              <a:ext cx="96" cy="106"/>
            </a:xfrm>
            <a:prstGeom prst="straightConnector1">
              <a:avLst/>
            </a:prstGeom>
            <a:noFill/>
            <a:ln cap="flat" cmpd="sng" w="9525">
              <a:solidFill>
                <a:schemeClr val="dk1"/>
              </a:solidFill>
              <a:prstDash val="solid"/>
              <a:round/>
              <a:headEnd len="sm" w="sm" type="none"/>
              <a:tailEnd len="med" w="med" type="triangle"/>
            </a:ln>
          </p:spPr>
        </p:cxnSp>
        <p:cxnSp>
          <p:nvCxnSpPr>
            <p:cNvPr id="2732" name="Google Shape;2732;p97"/>
            <p:cNvCxnSpPr/>
            <p:nvPr/>
          </p:nvCxnSpPr>
          <p:spPr>
            <a:xfrm flipH="1">
              <a:off x="4792" y="2725"/>
              <a:ext cx="144" cy="165"/>
            </a:xfrm>
            <a:prstGeom prst="straightConnector1">
              <a:avLst/>
            </a:prstGeom>
            <a:noFill/>
            <a:ln cap="flat" cmpd="sng" w="9525">
              <a:solidFill>
                <a:schemeClr val="dk1"/>
              </a:solidFill>
              <a:prstDash val="solid"/>
              <a:round/>
              <a:headEnd len="sm" w="sm" type="none"/>
              <a:tailEnd len="med" w="med" type="triangle"/>
            </a:ln>
          </p:spPr>
        </p:cxnSp>
        <p:cxnSp>
          <p:nvCxnSpPr>
            <p:cNvPr id="2733" name="Google Shape;2733;p97"/>
            <p:cNvCxnSpPr/>
            <p:nvPr/>
          </p:nvCxnSpPr>
          <p:spPr>
            <a:xfrm flipH="1">
              <a:off x="4586" y="2296"/>
              <a:ext cx="145" cy="223"/>
            </a:xfrm>
            <a:prstGeom prst="straightConnector1">
              <a:avLst/>
            </a:prstGeom>
            <a:noFill/>
            <a:ln cap="flat" cmpd="sng" w="9525">
              <a:solidFill>
                <a:schemeClr val="dk1"/>
              </a:solidFill>
              <a:prstDash val="solid"/>
              <a:round/>
              <a:headEnd len="sm" w="sm" type="none"/>
              <a:tailEnd len="med" w="med" type="triangle"/>
            </a:ln>
          </p:spPr>
        </p:cxnSp>
        <p:cxnSp>
          <p:nvCxnSpPr>
            <p:cNvPr id="2734" name="Google Shape;2734;p97"/>
            <p:cNvCxnSpPr/>
            <p:nvPr/>
          </p:nvCxnSpPr>
          <p:spPr>
            <a:xfrm>
              <a:off x="5052" y="2723"/>
              <a:ext cx="145" cy="162"/>
            </a:xfrm>
            <a:prstGeom prst="straightConnector1">
              <a:avLst/>
            </a:prstGeom>
            <a:noFill/>
            <a:ln cap="flat" cmpd="sng" w="9525">
              <a:solidFill>
                <a:schemeClr val="dk1"/>
              </a:solidFill>
              <a:prstDash val="solid"/>
              <a:round/>
              <a:headEnd len="sm" w="sm" type="none"/>
              <a:tailEnd len="med" w="med" type="triangle"/>
            </a:ln>
          </p:spPr>
        </p:cxnSp>
        <p:sp>
          <p:nvSpPr>
            <p:cNvPr id="2735" name="Google Shape;2735;p97"/>
            <p:cNvSpPr txBox="1"/>
            <p:nvPr/>
          </p:nvSpPr>
          <p:spPr>
            <a:xfrm>
              <a:off x="3357" y="2485"/>
              <a:ext cx="165" cy="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cxnSp>
          <p:nvCxnSpPr>
            <p:cNvPr id="2736" name="Google Shape;2736;p97"/>
            <p:cNvCxnSpPr/>
            <p:nvPr/>
          </p:nvCxnSpPr>
          <p:spPr>
            <a:xfrm rot="2537517">
              <a:off x="3353" y="2683"/>
              <a:ext cx="16" cy="126"/>
            </a:xfrm>
            <a:prstGeom prst="straightConnector1">
              <a:avLst/>
            </a:prstGeom>
            <a:noFill/>
            <a:ln cap="flat" cmpd="sng" w="9525">
              <a:solidFill>
                <a:schemeClr val="dk1"/>
              </a:solidFill>
              <a:prstDash val="solid"/>
              <a:round/>
              <a:headEnd len="sm" w="sm" type="none"/>
              <a:tailEnd len="med" w="med" type="triangle"/>
            </a:ln>
          </p:spPr>
        </p:cxnSp>
        <p:cxnSp>
          <p:nvCxnSpPr>
            <p:cNvPr id="2737" name="Google Shape;2737;p97"/>
            <p:cNvCxnSpPr/>
            <p:nvPr/>
          </p:nvCxnSpPr>
          <p:spPr>
            <a:xfrm flipH="1" rot="-2537517">
              <a:off x="3519" y="2678"/>
              <a:ext cx="16" cy="126"/>
            </a:xfrm>
            <a:prstGeom prst="straightConnector1">
              <a:avLst/>
            </a:prstGeom>
            <a:noFill/>
            <a:ln cap="flat" cmpd="sng" w="9525">
              <a:solidFill>
                <a:schemeClr val="dk1"/>
              </a:solidFill>
              <a:prstDash val="solid"/>
              <a:round/>
              <a:headEnd len="sm" w="sm" type="none"/>
              <a:tailEnd len="med" w="med" type="triangle"/>
            </a:ln>
          </p:spPr>
        </p:cxnSp>
        <p:cxnSp>
          <p:nvCxnSpPr>
            <p:cNvPr id="2738" name="Google Shape;2738;p97"/>
            <p:cNvCxnSpPr/>
            <p:nvPr/>
          </p:nvCxnSpPr>
          <p:spPr>
            <a:xfrm flipH="1">
              <a:off x="3518" y="2372"/>
              <a:ext cx="137" cy="116"/>
            </a:xfrm>
            <a:prstGeom prst="straightConnector1">
              <a:avLst/>
            </a:prstGeom>
            <a:noFill/>
            <a:ln cap="flat" cmpd="sng" w="9525">
              <a:solidFill>
                <a:schemeClr val="dk1"/>
              </a:solidFill>
              <a:prstDash val="solid"/>
              <a:round/>
              <a:headEnd len="sm" w="sm" type="none"/>
              <a:tailEnd len="med" w="med" type="triangle"/>
            </a:ln>
          </p:spPr>
        </p:cxnSp>
        <p:sp>
          <p:nvSpPr>
            <p:cNvPr id="2739" name="Google Shape;2739;p97"/>
            <p:cNvSpPr txBox="1"/>
            <p:nvPr/>
          </p:nvSpPr>
          <p:spPr>
            <a:xfrm>
              <a:off x="4089" y="2588"/>
              <a:ext cx="164" cy="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6</a:t>
              </a:r>
              <a:endParaRPr b="0" i="0" sz="1400" u="none" cap="none" strike="noStrike">
                <a:solidFill>
                  <a:srgbClr val="000000"/>
                </a:solidFill>
                <a:latin typeface="Arial"/>
                <a:ea typeface="Arial"/>
                <a:cs typeface="Arial"/>
                <a:sym typeface="Arial"/>
              </a:endParaRPr>
            </a:p>
          </p:txBody>
        </p:sp>
        <p:cxnSp>
          <p:nvCxnSpPr>
            <p:cNvPr id="2740" name="Google Shape;2740;p97"/>
            <p:cNvCxnSpPr/>
            <p:nvPr/>
          </p:nvCxnSpPr>
          <p:spPr>
            <a:xfrm flipH="1" rot="2537517">
              <a:off x="4072" y="2767"/>
              <a:ext cx="22" cy="116"/>
            </a:xfrm>
            <a:prstGeom prst="straightConnector1">
              <a:avLst/>
            </a:prstGeom>
            <a:noFill/>
            <a:ln cap="flat" cmpd="sng" w="9525">
              <a:solidFill>
                <a:schemeClr val="dk1"/>
              </a:solidFill>
              <a:prstDash val="solid"/>
              <a:round/>
              <a:headEnd len="sm" w="sm" type="none"/>
              <a:tailEnd len="med" w="med" type="triangle"/>
            </a:ln>
          </p:spPr>
        </p:cxnSp>
        <p:cxnSp>
          <p:nvCxnSpPr>
            <p:cNvPr id="2741" name="Google Shape;2741;p97"/>
            <p:cNvCxnSpPr/>
            <p:nvPr/>
          </p:nvCxnSpPr>
          <p:spPr>
            <a:xfrm>
              <a:off x="3876" y="2375"/>
              <a:ext cx="217" cy="222"/>
            </a:xfrm>
            <a:prstGeom prst="straightConnector1">
              <a:avLst/>
            </a:prstGeom>
            <a:noFill/>
            <a:ln cap="flat" cmpd="sng" w="9525">
              <a:solidFill>
                <a:schemeClr val="dk1"/>
              </a:solidFill>
              <a:prstDash val="solid"/>
              <a:round/>
              <a:headEnd len="sm" w="sm" type="none"/>
              <a:tailEnd len="med" w="med" type="triangle"/>
            </a:ln>
          </p:spPr>
        </p:cxnSp>
        <p:sp>
          <p:nvSpPr>
            <p:cNvPr id="2742" name="Google Shape;2742;p97"/>
            <p:cNvSpPr txBox="1"/>
            <p:nvPr/>
          </p:nvSpPr>
          <p:spPr>
            <a:xfrm>
              <a:off x="4913" y="2519"/>
              <a:ext cx="165" cy="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8</a:t>
              </a:r>
              <a:endParaRPr b="0" i="0" sz="1400" u="none" cap="none" strike="noStrike">
                <a:solidFill>
                  <a:srgbClr val="000000"/>
                </a:solidFill>
                <a:latin typeface="Arial"/>
                <a:ea typeface="Arial"/>
                <a:cs typeface="Arial"/>
                <a:sym typeface="Arial"/>
              </a:endParaRPr>
            </a:p>
          </p:txBody>
        </p:sp>
        <p:cxnSp>
          <p:nvCxnSpPr>
            <p:cNvPr id="2743" name="Google Shape;2743;p97"/>
            <p:cNvCxnSpPr/>
            <p:nvPr/>
          </p:nvCxnSpPr>
          <p:spPr>
            <a:xfrm>
              <a:off x="4921" y="2296"/>
              <a:ext cx="80" cy="223"/>
            </a:xfrm>
            <a:prstGeom prst="straightConnector1">
              <a:avLst/>
            </a:prstGeom>
            <a:noFill/>
            <a:ln cap="flat" cmpd="sng" w="9525">
              <a:solidFill>
                <a:schemeClr val="dk1"/>
              </a:solidFill>
              <a:prstDash val="solid"/>
              <a:round/>
              <a:headEnd len="sm" w="sm" type="none"/>
              <a:tailEnd len="med" w="med" type="triangle"/>
            </a:ln>
          </p:spPr>
        </p:cxnSp>
        <p:sp>
          <p:nvSpPr>
            <p:cNvPr id="2744" name="Google Shape;2744;p97"/>
            <p:cNvSpPr txBox="1"/>
            <p:nvPr/>
          </p:nvSpPr>
          <p:spPr>
            <a:xfrm>
              <a:off x="3619" y="2166"/>
              <a:ext cx="351" cy="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10</a:t>
              </a:r>
              <a:endParaRPr b="0" i="0" sz="1400" u="none" cap="none" strike="noStrike">
                <a:solidFill>
                  <a:srgbClr val="000000"/>
                </a:solidFill>
                <a:latin typeface="Arial"/>
                <a:ea typeface="Arial"/>
                <a:cs typeface="Arial"/>
                <a:sym typeface="Arial"/>
              </a:endParaRPr>
            </a:p>
          </p:txBody>
        </p:sp>
        <p:cxnSp>
          <p:nvCxnSpPr>
            <p:cNvPr id="2745" name="Google Shape;2745;p97"/>
            <p:cNvCxnSpPr/>
            <p:nvPr/>
          </p:nvCxnSpPr>
          <p:spPr>
            <a:xfrm flipH="1">
              <a:off x="3870" y="1956"/>
              <a:ext cx="290" cy="233"/>
            </a:xfrm>
            <a:prstGeom prst="straightConnector1">
              <a:avLst/>
            </a:prstGeom>
            <a:noFill/>
            <a:ln cap="flat" cmpd="sng" w="9525">
              <a:solidFill>
                <a:schemeClr val="dk1"/>
              </a:solidFill>
              <a:prstDash val="solid"/>
              <a:round/>
              <a:headEnd len="sm" w="sm" type="none"/>
              <a:tailEnd len="med" w="med" type="triangle"/>
            </a:ln>
          </p:spPr>
        </p:cxnSp>
        <p:sp>
          <p:nvSpPr>
            <p:cNvPr id="2746" name="Google Shape;2746;p97"/>
            <p:cNvSpPr txBox="1"/>
            <p:nvPr/>
          </p:nvSpPr>
          <p:spPr>
            <a:xfrm>
              <a:off x="4712" y="2056"/>
              <a:ext cx="397" cy="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16</a:t>
              </a:r>
              <a:endParaRPr b="0" i="0" sz="1400" u="none" cap="none" strike="noStrike">
                <a:solidFill>
                  <a:srgbClr val="000000"/>
                </a:solidFill>
                <a:latin typeface="Arial"/>
                <a:ea typeface="Arial"/>
                <a:cs typeface="Arial"/>
                <a:sym typeface="Arial"/>
              </a:endParaRPr>
            </a:p>
          </p:txBody>
        </p:sp>
        <p:cxnSp>
          <p:nvCxnSpPr>
            <p:cNvPr id="2747" name="Google Shape;2747;p97"/>
            <p:cNvCxnSpPr/>
            <p:nvPr/>
          </p:nvCxnSpPr>
          <p:spPr>
            <a:xfrm>
              <a:off x="4398" y="1956"/>
              <a:ext cx="333" cy="140"/>
            </a:xfrm>
            <a:prstGeom prst="straightConnector1">
              <a:avLst/>
            </a:prstGeom>
            <a:noFill/>
            <a:ln cap="flat" cmpd="sng" w="9525">
              <a:solidFill>
                <a:schemeClr val="dk1"/>
              </a:solidFill>
              <a:prstDash val="solid"/>
              <a:round/>
              <a:headEnd len="sm" w="sm" type="none"/>
              <a:tailEnd len="med" w="med" type="triangle"/>
            </a:ln>
          </p:spPr>
        </p:cxnSp>
        <p:sp>
          <p:nvSpPr>
            <p:cNvPr id="2748" name="Google Shape;2748;p97"/>
            <p:cNvSpPr txBox="1"/>
            <p:nvPr/>
          </p:nvSpPr>
          <p:spPr>
            <a:xfrm>
              <a:off x="4122" y="1750"/>
              <a:ext cx="311" cy="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26</a:t>
              </a:r>
              <a:endParaRPr b="0" i="0" sz="1400" u="none" cap="none" strike="noStrike">
                <a:solidFill>
                  <a:srgbClr val="000000"/>
                </a:solidFill>
                <a:latin typeface="Arial"/>
                <a:ea typeface="Arial"/>
                <a:cs typeface="Arial"/>
                <a:sym typeface="Arial"/>
              </a:endParaRPr>
            </a:p>
          </p:txBody>
        </p:sp>
        <p:cxnSp>
          <p:nvCxnSpPr>
            <p:cNvPr id="2749" name="Google Shape;2749;p97"/>
            <p:cNvCxnSpPr/>
            <p:nvPr/>
          </p:nvCxnSpPr>
          <p:spPr>
            <a:xfrm>
              <a:off x="4289" y="1471"/>
              <a:ext cx="0" cy="300"/>
            </a:xfrm>
            <a:prstGeom prst="straightConnector1">
              <a:avLst/>
            </a:prstGeom>
            <a:noFill/>
            <a:ln cap="flat" cmpd="sng" w="9525">
              <a:solidFill>
                <a:schemeClr val="dk1"/>
              </a:solidFill>
              <a:prstDash val="solid"/>
              <a:round/>
              <a:headEnd len="sm" w="sm" type="none"/>
              <a:tailEnd len="med" w="med" type="triangle"/>
            </a:ln>
          </p:spPr>
        </p:cxnSp>
      </p:gr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7" name="Shape 2757"/>
        <p:cNvGrpSpPr/>
        <p:nvPr/>
      </p:nvGrpSpPr>
      <p:grpSpPr>
        <a:xfrm>
          <a:off x="0" y="0"/>
          <a:ext cx="0" cy="0"/>
          <a:chOff x="0" y="0"/>
          <a:chExt cx="0" cy="0"/>
        </a:xfrm>
      </p:grpSpPr>
      <p:sp>
        <p:nvSpPr>
          <p:cNvPr id="2758" name="Google Shape;2758;p98"/>
          <p:cNvSpPr txBox="1"/>
          <p:nvPr>
            <p:ph type="title"/>
          </p:nvPr>
        </p:nvSpPr>
        <p:spPr>
          <a:xfrm>
            <a:off x="698500" y="152400"/>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Encoding the File</a:t>
            </a:r>
            <a:br>
              <a:rPr lang="en-US"/>
            </a:br>
            <a:r>
              <a:rPr lang="en-US" sz="3200"/>
              <a:t>Traverse Tree for Codes</a:t>
            </a:r>
            <a:endParaRPr/>
          </a:p>
        </p:txBody>
      </p:sp>
      <p:sp>
        <p:nvSpPr>
          <p:cNvPr id="2759" name="Google Shape;2759;p98"/>
          <p:cNvSpPr txBox="1"/>
          <p:nvPr>
            <p:ph idx="1" type="body"/>
          </p:nvPr>
        </p:nvSpPr>
        <p:spPr>
          <a:xfrm>
            <a:off x="781050" y="1619250"/>
            <a:ext cx="3810000" cy="455295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SzPts val="1960"/>
              <a:buFont typeface="Noto Sans Symbols"/>
              <a:buNone/>
            </a:pPr>
            <a:r>
              <a:rPr lang="en-US" sz="2800"/>
              <a:t>Char		Code</a:t>
            </a:r>
            <a:endParaRPr/>
          </a:p>
          <a:p>
            <a:pPr indent="-342900" lvl="0" marL="342900" rtl="0" algn="l">
              <a:lnSpc>
                <a:spcPct val="60000"/>
              </a:lnSpc>
              <a:spcBef>
                <a:spcPts val="560"/>
              </a:spcBef>
              <a:spcAft>
                <a:spcPts val="0"/>
              </a:spcAft>
              <a:buSzPts val="1960"/>
              <a:buFont typeface="Noto Sans Symbols"/>
              <a:buNone/>
            </a:pPr>
            <a:r>
              <a:rPr lang="en-US" sz="2800"/>
              <a:t>E			0000</a:t>
            </a:r>
            <a:endParaRPr/>
          </a:p>
          <a:p>
            <a:pPr indent="-342900" lvl="0" marL="342900" rtl="0" algn="l">
              <a:lnSpc>
                <a:spcPct val="60000"/>
              </a:lnSpc>
              <a:spcBef>
                <a:spcPts val="560"/>
              </a:spcBef>
              <a:spcAft>
                <a:spcPts val="0"/>
              </a:spcAft>
              <a:buSzPts val="1960"/>
              <a:buFont typeface="Noto Sans Symbols"/>
              <a:buNone/>
            </a:pPr>
            <a:r>
              <a:rPr lang="en-US" sz="2800"/>
              <a:t>i			0001</a:t>
            </a:r>
            <a:endParaRPr/>
          </a:p>
          <a:p>
            <a:pPr indent="-342900" lvl="0" marL="342900" rtl="0" algn="l">
              <a:lnSpc>
                <a:spcPct val="60000"/>
              </a:lnSpc>
              <a:spcBef>
                <a:spcPts val="560"/>
              </a:spcBef>
              <a:spcAft>
                <a:spcPts val="0"/>
              </a:spcAft>
              <a:buSzPts val="1960"/>
              <a:buFont typeface="Noto Sans Symbols"/>
              <a:buNone/>
            </a:pPr>
            <a:r>
              <a:rPr lang="en-US" sz="2800"/>
              <a:t>y			0010</a:t>
            </a:r>
            <a:endParaRPr/>
          </a:p>
          <a:p>
            <a:pPr indent="-342900" lvl="0" marL="342900" rtl="0" algn="l">
              <a:lnSpc>
                <a:spcPct val="60000"/>
              </a:lnSpc>
              <a:spcBef>
                <a:spcPts val="560"/>
              </a:spcBef>
              <a:spcAft>
                <a:spcPts val="0"/>
              </a:spcAft>
              <a:buSzPts val="1960"/>
              <a:buFont typeface="Noto Sans Symbols"/>
              <a:buNone/>
            </a:pPr>
            <a:r>
              <a:rPr lang="en-US" sz="2800"/>
              <a:t>l			0011</a:t>
            </a:r>
            <a:endParaRPr/>
          </a:p>
          <a:p>
            <a:pPr indent="-342900" lvl="0" marL="342900" rtl="0" algn="l">
              <a:lnSpc>
                <a:spcPct val="60000"/>
              </a:lnSpc>
              <a:spcBef>
                <a:spcPts val="560"/>
              </a:spcBef>
              <a:spcAft>
                <a:spcPts val="0"/>
              </a:spcAft>
              <a:buSzPts val="1960"/>
              <a:buFont typeface="Noto Sans Symbols"/>
              <a:buNone/>
            </a:pPr>
            <a:r>
              <a:rPr lang="en-US" sz="2800"/>
              <a:t>k			0100</a:t>
            </a:r>
            <a:endParaRPr/>
          </a:p>
          <a:p>
            <a:pPr indent="-342900" lvl="0" marL="342900" rtl="0" algn="l">
              <a:lnSpc>
                <a:spcPct val="60000"/>
              </a:lnSpc>
              <a:spcBef>
                <a:spcPts val="560"/>
              </a:spcBef>
              <a:spcAft>
                <a:spcPts val="0"/>
              </a:spcAft>
              <a:buSzPts val="1960"/>
              <a:buFont typeface="Noto Sans Symbols"/>
              <a:buNone/>
            </a:pPr>
            <a:r>
              <a:rPr lang="en-US" sz="2800"/>
              <a:t>.			0101</a:t>
            </a:r>
            <a:endParaRPr/>
          </a:p>
          <a:p>
            <a:pPr indent="-342900" lvl="0" marL="342900" rtl="0" algn="l">
              <a:lnSpc>
                <a:spcPct val="60000"/>
              </a:lnSpc>
              <a:spcBef>
                <a:spcPts val="560"/>
              </a:spcBef>
              <a:spcAft>
                <a:spcPts val="0"/>
              </a:spcAft>
              <a:buSzPts val="1960"/>
              <a:buFont typeface="Noto Sans Symbols"/>
              <a:buNone/>
            </a:pPr>
            <a:r>
              <a:rPr lang="en-US" sz="2800"/>
              <a:t>space	011</a:t>
            </a:r>
            <a:endParaRPr/>
          </a:p>
          <a:p>
            <a:pPr indent="-342900" lvl="0" marL="342900" rtl="0" algn="l">
              <a:lnSpc>
                <a:spcPct val="60000"/>
              </a:lnSpc>
              <a:spcBef>
                <a:spcPts val="560"/>
              </a:spcBef>
              <a:spcAft>
                <a:spcPts val="0"/>
              </a:spcAft>
              <a:buSzPts val="1960"/>
              <a:buFont typeface="Noto Sans Symbols"/>
              <a:buNone/>
            </a:pPr>
            <a:r>
              <a:rPr lang="en-US" sz="2800"/>
              <a:t>e			10</a:t>
            </a:r>
            <a:endParaRPr/>
          </a:p>
          <a:p>
            <a:pPr indent="-342900" lvl="0" marL="342900" rtl="0" algn="l">
              <a:lnSpc>
                <a:spcPct val="60000"/>
              </a:lnSpc>
              <a:spcBef>
                <a:spcPts val="560"/>
              </a:spcBef>
              <a:spcAft>
                <a:spcPts val="0"/>
              </a:spcAft>
              <a:buSzPts val="1960"/>
              <a:buFont typeface="Noto Sans Symbols"/>
              <a:buNone/>
            </a:pPr>
            <a:r>
              <a:rPr lang="en-US" sz="2800"/>
              <a:t>r			1100</a:t>
            </a:r>
            <a:endParaRPr/>
          </a:p>
          <a:p>
            <a:pPr indent="-342900" lvl="0" marL="342900" rtl="0" algn="l">
              <a:lnSpc>
                <a:spcPct val="60000"/>
              </a:lnSpc>
              <a:spcBef>
                <a:spcPts val="560"/>
              </a:spcBef>
              <a:spcAft>
                <a:spcPts val="0"/>
              </a:spcAft>
              <a:buSzPts val="1960"/>
              <a:buFont typeface="Noto Sans Symbols"/>
              <a:buNone/>
            </a:pPr>
            <a:r>
              <a:rPr lang="en-US" sz="2800"/>
              <a:t>s			1101</a:t>
            </a:r>
            <a:endParaRPr/>
          </a:p>
          <a:p>
            <a:pPr indent="-342900" lvl="0" marL="342900" rtl="0" algn="l">
              <a:lnSpc>
                <a:spcPct val="60000"/>
              </a:lnSpc>
              <a:spcBef>
                <a:spcPts val="560"/>
              </a:spcBef>
              <a:spcAft>
                <a:spcPts val="0"/>
              </a:spcAft>
              <a:buSzPts val="1960"/>
              <a:buFont typeface="Noto Sans Symbols"/>
              <a:buNone/>
            </a:pPr>
            <a:r>
              <a:rPr lang="en-US" sz="2800"/>
              <a:t>n			1110</a:t>
            </a:r>
            <a:endParaRPr/>
          </a:p>
          <a:p>
            <a:pPr indent="-342900" lvl="0" marL="342900" rtl="0" algn="l">
              <a:lnSpc>
                <a:spcPct val="60000"/>
              </a:lnSpc>
              <a:spcBef>
                <a:spcPts val="560"/>
              </a:spcBef>
              <a:spcAft>
                <a:spcPts val="0"/>
              </a:spcAft>
              <a:buSzPts val="1960"/>
              <a:buFont typeface="Noto Sans Symbols"/>
              <a:buNone/>
            </a:pPr>
            <a:r>
              <a:rPr lang="en-US" sz="2800"/>
              <a:t>a			1111</a:t>
            </a:r>
            <a:endParaRPr/>
          </a:p>
        </p:txBody>
      </p:sp>
      <p:grpSp>
        <p:nvGrpSpPr>
          <p:cNvPr id="2760" name="Google Shape;2760;p98"/>
          <p:cNvGrpSpPr/>
          <p:nvPr/>
        </p:nvGrpSpPr>
        <p:grpSpPr>
          <a:xfrm>
            <a:off x="4857750" y="2335213"/>
            <a:ext cx="3643313" cy="3365500"/>
            <a:chOff x="3060" y="1471"/>
            <a:chExt cx="2295" cy="2120"/>
          </a:xfrm>
        </p:grpSpPr>
        <p:cxnSp>
          <p:nvCxnSpPr>
            <p:cNvPr id="2761" name="Google Shape;2761;p98"/>
            <p:cNvCxnSpPr/>
            <p:nvPr/>
          </p:nvCxnSpPr>
          <p:spPr>
            <a:xfrm rot="2537517">
              <a:off x="3178" y="3010"/>
              <a:ext cx="58" cy="146"/>
            </a:xfrm>
            <a:prstGeom prst="straightConnector1">
              <a:avLst/>
            </a:prstGeom>
            <a:noFill/>
            <a:ln cap="flat" cmpd="sng" w="9525">
              <a:solidFill>
                <a:schemeClr val="dk1"/>
              </a:solidFill>
              <a:prstDash val="solid"/>
              <a:round/>
              <a:headEnd len="sm" w="sm" type="none"/>
              <a:tailEnd len="med" w="med" type="triangle"/>
            </a:ln>
          </p:spPr>
        </p:cxnSp>
        <p:sp>
          <p:nvSpPr>
            <p:cNvPr id="2762" name="Google Shape;2762;p98"/>
            <p:cNvSpPr txBox="1"/>
            <p:nvPr/>
          </p:nvSpPr>
          <p:spPr>
            <a:xfrm>
              <a:off x="3060" y="3154"/>
              <a:ext cx="164" cy="324"/>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E</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763" name="Google Shape;2763;p98"/>
            <p:cNvSpPr txBox="1"/>
            <p:nvPr/>
          </p:nvSpPr>
          <p:spPr>
            <a:xfrm>
              <a:off x="3252" y="3154"/>
              <a:ext cx="164" cy="324"/>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i</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764" name="Google Shape;2764;p98"/>
            <p:cNvSpPr txBox="1"/>
            <p:nvPr/>
          </p:nvSpPr>
          <p:spPr>
            <a:xfrm>
              <a:off x="4265" y="2909"/>
              <a:ext cx="308" cy="324"/>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sp</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sp>
          <p:nvSpPr>
            <p:cNvPr id="2765" name="Google Shape;2765;p98"/>
            <p:cNvSpPr txBox="1"/>
            <p:nvPr/>
          </p:nvSpPr>
          <p:spPr>
            <a:xfrm>
              <a:off x="4523" y="2509"/>
              <a:ext cx="165" cy="324"/>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e</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8</a:t>
              </a:r>
              <a:endParaRPr b="0" i="0" sz="1400" u="none" cap="none" strike="noStrike">
                <a:solidFill>
                  <a:srgbClr val="000000"/>
                </a:solidFill>
                <a:latin typeface="Arial"/>
                <a:ea typeface="Arial"/>
                <a:cs typeface="Arial"/>
                <a:sym typeface="Arial"/>
              </a:endParaRPr>
            </a:p>
          </p:txBody>
        </p:sp>
        <p:cxnSp>
          <p:nvCxnSpPr>
            <p:cNvPr id="2766" name="Google Shape;2766;p98"/>
            <p:cNvCxnSpPr/>
            <p:nvPr/>
          </p:nvCxnSpPr>
          <p:spPr>
            <a:xfrm flipH="1" rot="-2537517">
              <a:off x="3296" y="3016"/>
              <a:ext cx="54" cy="128"/>
            </a:xfrm>
            <a:prstGeom prst="straightConnector1">
              <a:avLst/>
            </a:prstGeom>
            <a:noFill/>
            <a:ln cap="flat" cmpd="sng" w="9525">
              <a:solidFill>
                <a:schemeClr val="dk1"/>
              </a:solidFill>
              <a:prstDash val="solid"/>
              <a:round/>
              <a:headEnd len="sm" w="sm" type="none"/>
              <a:tailEnd len="med" w="med" type="triangle"/>
            </a:ln>
          </p:spPr>
        </p:cxnSp>
        <p:sp>
          <p:nvSpPr>
            <p:cNvPr id="2767" name="Google Shape;2767;p98"/>
            <p:cNvSpPr txBox="1"/>
            <p:nvPr/>
          </p:nvSpPr>
          <p:spPr>
            <a:xfrm>
              <a:off x="3215" y="2800"/>
              <a:ext cx="164" cy="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cxnSp>
          <p:nvCxnSpPr>
            <p:cNvPr id="2768" name="Google Shape;2768;p98"/>
            <p:cNvCxnSpPr/>
            <p:nvPr/>
          </p:nvCxnSpPr>
          <p:spPr>
            <a:xfrm rot="2537517">
              <a:off x="3527" y="3007"/>
              <a:ext cx="48" cy="150"/>
            </a:xfrm>
            <a:prstGeom prst="straightConnector1">
              <a:avLst/>
            </a:prstGeom>
            <a:noFill/>
            <a:ln cap="flat" cmpd="sng" w="9525">
              <a:solidFill>
                <a:schemeClr val="dk1"/>
              </a:solidFill>
              <a:prstDash val="solid"/>
              <a:round/>
              <a:headEnd len="sm" w="sm" type="none"/>
              <a:tailEnd len="med" w="med" type="triangle"/>
            </a:ln>
          </p:spPr>
        </p:cxnSp>
        <p:sp>
          <p:nvSpPr>
            <p:cNvPr id="2769" name="Google Shape;2769;p98"/>
            <p:cNvSpPr txBox="1"/>
            <p:nvPr/>
          </p:nvSpPr>
          <p:spPr>
            <a:xfrm>
              <a:off x="3453" y="3156"/>
              <a:ext cx="165" cy="324"/>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y</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770" name="Google Shape;2770;p98"/>
            <p:cNvSpPr txBox="1"/>
            <p:nvPr/>
          </p:nvSpPr>
          <p:spPr>
            <a:xfrm>
              <a:off x="3640" y="3154"/>
              <a:ext cx="163" cy="324"/>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l</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771" name="Google Shape;2771;p98"/>
            <p:cNvSpPr txBox="1"/>
            <p:nvPr/>
          </p:nvSpPr>
          <p:spPr>
            <a:xfrm>
              <a:off x="3512" y="2800"/>
              <a:ext cx="164" cy="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cxnSp>
          <p:nvCxnSpPr>
            <p:cNvPr id="2772" name="Google Shape;2772;p98"/>
            <p:cNvCxnSpPr/>
            <p:nvPr/>
          </p:nvCxnSpPr>
          <p:spPr>
            <a:xfrm flipH="1" rot="-2537517">
              <a:off x="3648" y="3020"/>
              <a:ext cx="63" cy="123"/>
            </a:xfrm>
            <a:prstGeom prst="straightConnector1">
              <a:avLst/>
            </a:prstGeom>
            <a:noFill/>
            <a:ln cap="flat" cmpd="sng" w="9525">
              <a:solidFill>
                <a:schemeClr val="dk1"/>
              </a:solidFill>
              <a:prstDash val="solid"/>
              <a:round/>
              <a:headEnd len="sm" w="sm" type="none"/>
              <a:tailEnd len="med" w="med" type="triangle"/>
            </a:ln>
          </p:spPr>
        </p:cxnSp>
        <p:cxnSp>
          <p:nvCxnSpPr>
            <p:cNvPr id="2773" name="Google Shape;2773;p98"/>
            <p:cNvCxnSpPr/>
            <p:nvPr/>
          </p:nvCxnSpPr>
          <p:spPr>
            <a:xfrm rot="2537517">
              <a:off x="3931" y="3054"/>
              <a:ext cx="15" cy="116"/>
            </a:xfrm>
            <a:prstGeom prst="straightConnector1">
              <a:avLst/>
            </a:prstGeom>
            <a:noFill/>
            <a:ln cap="flat" cmpd="sng" w="9525">
              <a:solidFill>
                <a:schemeClr val="dk1"/>
              </a:solidFill>
              <a:prstDash val="solid"/>
              <a:round/>
              <a:headEnd len="sm" w="sm" type="none"/>
              <a:tailEnd len="med" w="med" type="triangle"/>
            </a:ln>
          </p:spPr>
        </p:cxnSp>
        <p:sp>
          <p:nvSpPr>
            <p:cNvPr id="2774" name="Google Shape;2774;p98"/>
            <p:cNvSpPr txBox="1"/>
            <p:nvPr/>
          </p:nvSpPr>
          <p:spPr>
            <a:xfrm>
              <a:off x="3831" y="3156"/>
              <a:ext cx="164" cy="324"/>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k</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775" name="Google Shape;2775;p98"/>
            <p:cNvSpPr txBox="1"/>
            <p:nvPr/>
          </p:nvSpPr>
          <p:spPr>
            <a:xfrm>
              <a:off x="4017" y="3156"/>
              <a:ext cx="164" cy="324"/>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776" name="Google Shape;2776;p98"/>
            <p:cNvSpPr txBox="1"/>
            <p:nvPr/>
          </p:nvSpPr>
          <p:spPr>
            <a:xfrm>
              <a:off x="3918" y="2862"/>
              <a:ext cx="165" cy="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cxnSp>
          <p:nvCxnSpPr>
            <p:cNvPr id="2777" name="Google Shape;2777;p98"/>
            <p:cNvCxnSpPr/>
            <p:nvPr/>
          </p:nvCxnSpPr>
          <p:spPr>
            <a:xfrm flipH="1" rot="-2537517">
              <a:off x="4098" y="3052"/>
              <a:ext cx="6" cy="116"/>
            </a:xfrm>
            <a:prstGeom prst="straightConnector1">
              <a:avLst/>
            </a:prstGeom>
            <a:noFill/>
            <a:ln cap="flat" cmpd="sng" w="9525">
              <a:solidFill>
                <a:schemeClr val="dk1"/>
              </a:solidFill>
              <a:prstDash val="solid"/>
              <a:round/>
              <a:headEnd len="sm" w="sm" type="none"/>
              <a:tailEnd len="med" w="med" type="triangle"/>
            </a:ln>
          </p:spPr>
        </p:cxnSp>
        <p:cxnSp>
          <p:nvCxnSpPr>
            <p:cNvPr id="2778" name="Google Shape;2778;p98"/>
            <p:cNvCxnSpPr/>
            <p:nvPr/>
          </p:nvCxnSpPr>
          <p:spPr>
            <a:xfrm rot="2537517">
              <a:off x="4686" y="3103"/>
              <a:ext cx="51" cy="170"/>
            </a:xfrm>
            <a:prstGeom prst="straightConnector1">
              <a:avLst/>
            </a:prstGeom>
            <a:noFill/>
            <a:ln cap="flat" cmpd="sng" w="9525">
              <a:solidFill>
                <a:schemeClr val="dk1"/>
              </a:solidFill>
              <a:prstDash val="solid"/>
              <a:round/>
              <a:headEnd len="sm" w="sm" type="none"/>
              <a:tailEnd len="med" w="med" type="triangle"/>
            </a:ln>
          </p:spPr>
        </p:cxnSp>
        <p:sp>
          <p:nvSpPr>
            <p:cNvPr id="2779" name="Google Shape;2779;p98"/>
            <p:cNvSpPr txBox="1"/>
            <p:nvPr/>
          </p:nvSpPr>
          <p:spPr>
            <a:xfrm>
              <a:off x="4604" y="3267"/>
              <a:ext cx="164" cy="324"/>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r</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2000" u="none" cap="none" strike="noStrike">
                <a:solidFill>
                  <a:srgbClr val="003399"/>
                </a:solidFill>
                <a:latin typeface="Times New Roman"/>
                <a:ea typeface="Times New Roman"/>
                <a:cs typeface="Times New Roman"/>
                <a:sym typeface="Times New Roman"/>
              </a:endParaRPr>
            </a:p>
          </p:txBody>
        </p:sp>
        <p:sp>
          <p:nvSpPr>
            <p:cNvPr id="2780" name="Google Shape;2780;p98"/>
            <p:cNvSpPr txBox="1"/>
            <p:nvPr/>
          </p:nvSpPr>
          <p:spPr>
            <a:xfrm>
              <a:off x="4790" y="3267"/>
              <a:ext cx="164" cy="324"/>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s</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2000" u="none" cap="none" strike="noStrike">
                <a:solidFill>
                  <a:srgbClr val="003399"/>
                </a:solidFill>
                <a:latin typeface="Times New Roman"/>
                <a:ea typeface="Times New Roman"/>
                <a:cs typeface="Times New Roman"/>
                <a:sym typeface="Times New Roman"/>
              </a:endParaRPr>
            </a:p>
          </p:txBody>
        </p:sp>
        <p:sp>
          <p:nvSpPr>
            <p:cNvPr id="2781" name="Google Shape;2781;p98"/>
            <p:cNvSpPr txBox="1"/>
            <p:nvPr/>
          </p:nvSpPr>
          <p:spPr>
            <a:xfrm>
              <a:off x="4710" y="2890"/>
              <a:ext cx="164" cy="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cxnSp>
          <p:nvCxnSpPr>
            <p:cNvPr id="2782" name="Google Shape;2782;p98"/>
            <p:cNvCxnSpPr/>
            <p:nvPr/>
          </p:nvCxnSpPr>
          <p:spPr>
            <a:xfrm flipH="1" rot="-2537517">
              <a:off x="4827" y="3098"/>
              <a:ext cx="51" cy="169"/>
            </a:xfrm>
            <a:prstGeom prst="straightConnector1">
              <a:avLst/>
            </a:prstGeom>
            <a:noFill/>
            <a:ln cap="flat" cmpd="sng" w="9525">
              <a:solidFill>
                <a:schemeClr val="dk1"/>
              </a:solidFill>
              <a:prstDash val="solid"/>
              <a:round/>
              <a:headEnd len="sm" w="sm" type="none"/>
              <a:tailEnd len="med" w="med" type="triangle"/>
            </a:ln>
          </p:spPr>
        </p:cxnSp>
        <p:cxnSp>
          <p:nvCxnSpPr>
            <p:cNvPr id="2783" name="Google Shape;2783;p98"/>
            <p:cNvCxnSpPr/>
            <p:nvPr/>
          </p:nvCxnSpPr>
          <p:spPr>
            <a:xfrm rot="2537517">
              <a:off x="5087" y="3097"/>
              <a:ext cx="51" cy="170"/>
            </a:xfrm>
            <a:prstGeom prst="straightConnector1">
              <a:avLst/>
            </a:prstGeom>
            <a:noFill/>
            <a:ln cap="flat" cmpd="sng" w="9525">
              <a:solidFill>
                <a:schemeClr val="dk1"/>
              </a:solidFill>
              <a:prstDash val="solid"/>
              <a:round/>
              <a:headEnd len="sm" w="sm" type="none"/>
              <a:tailEnd len="med" w="med" type="triangle"/>
            </a:ln>
          </p:spPr>
        </p:cxnSp>
        <p:sp>
          <p:nvSpPr>
            <p:cNvPr id="2784" name="Google Shape;2784;p98"/>
            <p:cNvSpPr txBox="1"/>
            <p:nvPr/>
          </p:nvSpPr>
          <p:spPr>
            <a:xfrm>
              <a:off x="5005" y="3261"/>
              <a:ext cx="165" cy="324"/>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n</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2000" u="none" cap="none" strike="noStrike">
                <a:solidFill>
                  <a:srgbClr val="003399"/>
                </a:solidFill>
                <a:latin typeface="Times New Roman"/>
                <a:ea typeface="Times New Roman"/>
                <a:cs typeface="Times New Roman"/>
                <a:sym typeface="Times New Roman"/>
              </a:endParaRPr>
            </a:p>
          </p:txBody>
        </p:sp>
        <p:sp>
          <p:nvSpPr>
            <p:cNvPr id="2785" name="Google Shape;2785;p98"/>
            <p:cNvSpPr txBox="1"/>
            <p:nvPr/>
          </p:nvSpPr>
          <p:spPr>
            <a:xfrm>
              <a:off x="5191" y="3261"/>
              <a:ext cx="164" cy="324"/>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a</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2000" u="none" cap="none" strike="noStrike">
                <a:solidFill>
                  <a:srgbClr val="003399"/>
                </a:solidFill>
                <a:latin typeface="Times New Roman"/>
                <a:ea typeface="Times New Roman"/>
                <a:cs typeface="Times New Roman"/>
                <a:sym typeface="Times New Roman"/>
              </a:endParaRPr>
            </a:p>
          </p:txBody>
        </p:sp>
        <p:sp>
          <p:nvSpPr>
            <p:cNvPr id="2786" name="Google Shape;2786;p98"/>
            <p:cNvSpPr txBox="1"/>
            <p:nvPr/>
          </p:nvSpPr>
          <p:spPr>
            <a:xfrm>
              <a:off x="5110" y="2884"/>
              <a:ext cx="165" cy="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cxnSp>
          <p:nvCxnSpPr>
            <p:cNvPr id="2787" name="Google Shape;2787;p98"/>
            <p:cNvCxnSpPr/>
            <p:nvPr/>
          </p:nvCxnSpPr>
          <p:spPr>
            <a:xfrm flipH="1" rot="-2537517">
              <a:off x="5228" y="3092"/>
              <a:ext cx="51" cy="169"/>
            </a:xfrm>
            <a:prstGeom prst="straightConnector1">
              <a:avLst/>
            </a:prstGeom>
            <a:noFill/>
            <a:ln cap="flat" cmpd="sng" w="9525">
              <a:solidFill>
                <a:schemeClr val="dk1"/>
              </a:solidFill>
              <a:prstDash val="solid"/>
              <a:round/>
              <a:headEnd len="sm" w="sm" type="none"/>
              <a:tailEnd len="med" w="med" type="triangle"/>
            </a:ln>
          </p:spPr>
        </p:cxnSp>
        <p:cxnSp>
          <p:nvCxnSpPr>
            <p:cNvPr id="2788" name="Google Shape;2788;p98"/>
            <p:cNvCxnSpPr/>
            <p:nvPr/>
          </p:nvCxnSpPr>
          <p:spPr>
            <a:xfrm>
              <a:off x="4236" y="2797"/>
              <a:ext cx="96" cy="106"/>
            </a:xfrm>
            <a:prstGeom prst="straightConnector1">
              <a:avLst/>
            </a:prstGeom>
            <a:noFill/>
            <a:ln cap="flat" cmpd="sng" w="9525">
              <a:solidFill>
                <a:schemeClr val="dk1"/>
              </a:solidFill>
              <a:prstDash val="solid"/>
              <a:round/>
              <a:headEnd len="sm" w="sm" type="none"/>
              <a:tailEnd len="med" w="med" type="triangle"/>
            </a:ln>
          </p:spPr>
        </p:cxnSp>
        <p:cxnSp>
          <p:nvCxnSpPr>
            <p:cNvPr id="2789" name="Google Shape;2789;p98"/>
            <p:cNvCxnSpPr/>
            <p:nvPr/>
          </p:nvCxnSpPr>
          <p:spPr>
            <a:xfrm flipH="1">
              <a:off x="4792" y="2725"/>
              <a:ext cx="144" cy="165"/>
            </a:xfrm>
            <a:prstGeom prst="straightConnector1">
              <a:avLst/>
            </a:prstGeom>
            <a:noFill/>
            <a:ln cap="flat" cmpd="sng" w="9525">
              <a:solidFill>
                <a:schemeClr val="dk1"/>
              </a:solidFill>
              <a:prstDash val="solid"/>
              <a:round/>
              <a:headEnd len="sm" w="sm" type="none"/>
              <a:tailEnd len="med" w="med" type="triangle"/>
            </a:ln>
          </p:spPr>
        </p:cxnSp>
        <p:cxnSp>
          <p:nvCxnSpPr>
            <p:cNvPr id="2790" name="Google Shape;2790;p98"/>
            <p:cNvCxnSpPr/>
            <p:nvPr/>
          </p:nvCxnSpPr>
          <p:spPr>
            <a:xfrm flipH="1">
              <a:off x="4586" y="2296"/>
              <a:ext cx="145" cy="223"/>
            </a:xfrm>
            <a:prstGeom prst="straightConnector1">
              <a:avLst/>
            </a:prstGeom>
            <a:noFill/>
            <a:ln cap="flat" cmpd="sng" w="9525">
              <a:solidFill>
                <a:schemeClr val="dk1"/>
              </a:solidFill>
              <a:prstDash val="solid"/>
              <a:round/>
              <a:headEnd len="sm" w="sm" type="none"/>
              <a:tailEnd len="med" w="med" type="triangle"/>
            </a:ln>
          </p:spPr>
        </p:cxnSp>
        <p:cxnSp>
          <p:nvCxnSpPr>
            <p:cNvPr id="2791" name="Google Shape;2791;p98"/>
            <p:cNvCxnSpPr/>
            <p:nvPr/>
          </p:nvCxnSpPr>
          <p:spPr>
            <a:xfrm>
              <a:off x="5052" y="2723"/>
              <a:ext cx="145" cy="162"/>
            </a:xfrm>
            <a:prstGeom prst="straightConnector1">
              <a:avLst/>
            </a:prstGeom>
            <a:noFill/>
            <a:ln cap="flat" cmpd="sng" w="9525">
              <a:solidFill>
                <a:schemeClr val="dk1"/>
              </a:solidFill>
              <a:prstDash val="solid"/>
              <a:round/>
              <a:headEnd len="sm" w="sm" type="none"/>
              <a:tailEnd len="med" w="med" type="triangle"/>
            </a:ln>
          </p:spPr>
        </p:cxnSp>
        <p:sp>
          <p:nvSpPr>
            <p:cNvPr id="2792" name="Google Shape;2792;p98"/>
            <p:cNvSpPr txBox="1"/>
            <p:nvPr/>
          </p:nvSpPr>
          <p:spPr>
            <a:xfrm>
              <a:off x="3357" y="2485"/>
              <a:ext cx="165" cy="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cxnSp>
          <p:nvCxnSpPr>
            <p:cNvPr id="2793" name="Google Shape;2793;p98"/>
            <p:cNvCxnSpPr/>
            <p:nvPr/>
          </p:nvCxnSpPr>
          <p:spPr>
            <a:xfrm rot="2537517">
              <a:off x="3353" y="2683"/>
              <a:ext cx="16" cy="126"/>
            </a:xfrm>
            <a:prstGeom prst="straightConnector1">
              <a:avLst/>
            </a:prstGeom>
            <a:noFill/>
            <a:ln cap="flat" cmpd="sng" w="9525">
              <a:solidFill>
                <a:schemeClr val="dk1"/>
              </a:solidFill>
              <a:prstDash val="solid"/>
              <a:round/>
              <a:headEnd len="sm" w="sm" type="none"/>
              <a:tailEnd len="med" w="med" type="triangle"/>
            </a:ln>
          </p:spPr>
        </p:cxnSp>
        <p:cxnSp>
          <p:nvCxnSpPr>
            <p:cNvPr id="2794" name="Google Shape;2794;p98"/>
            <p:cNvCxnSpPr/>
            <p:nvPr/>
          </p:nvCxnSpPr>
          <p:spPr>
            <a:xfrm flipH="1" rot="-2537517">
              <a:off x="3519" y="2678"/>
              <a:ext cx="16" cy="126"/>
            </a:xfrm>
            <a:prstGeom prst="straightConnector1">
              <a:avLst/>
            </a:prstGeom>
            <a:noFill/>
            <a:ln cap="flat" cmpd="sng" w="9525">
              <a:solidFill>
                <a:schemeClr val="dk1"/>
              </a:solidFill>
              <a:prstDash val="solid"/>
              <a:round/>
              <a:headEnd len="sm" w="sm" type="none"/>
              <a:tailEnd len="med" w="med" type="triangle"/>
            </a:ln>
          </p:spPr>
        </p:cxnSp>
        <p:cxnSp>
          <p:nvCxnSpPr>
            <p:cNvPr id="2795" name="Google Shape;2795;p98"/>
            <p:cNvCxnSpPr/>
            <p:nvPr/>
          </p:nvCxnSpPr>
          <p:spPr>
            <a:xfrm flipH="1">
              <a:off x="3518" y="2372"/>
              <a:ext cx="137" cy="116"/>
            </a:xfrm>
            <a:prstGeom prst="straightConnector1">
              <a:avLst/>
            </a:prstGeom>
            <a:noFill/>
            <a:ln cap="flat" cmpd="sng" w="9525">
              <a:solidFill>
                <a:schemeClr val="dk1"/>
              </a:solidFill>
              <a:prstDash val="solid"/>
              <a:round/>
              <a:headEnd len="sm" w="sm" type="none"/>
              <a:tailEnd len="med" w="med" type="triangle"/>
            </a:ln>
          </p:spPr>
        </p:cxnSp>
        <p:sp>
          <p:nvSpPr>
            <p:cNvPr id="2796" name="Google Shape;2796;p98"/>
            <p:cNvSpPr txBox="1"/>
            <p:nvPr/>
          </p:nvSpPr>
          <p:spPr>
            <a:xfrm>
              <a:off x="4089" y="2588"/>
              <a:ext cx="164" cy="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6</a:t>
              </a:r>
              <a:endParaRPr b="0" i="0" sz="1400" u="none" cap="none" strike="noStrike">
                <a:solidFill>
                  <a:srgbClr val="000000"/>
                </a:solidFill>
                <a:latin typeface="Arial"/>
                <a:ea typeface="Arial"/>
                <a:cs typeface="Arial"/>
                <a:sym typeface="Arial"/>
              </a:endParaRPr>
            </a:p>
          </p:txBody>
        </p:sp>
        <p:cxnSp>
          <p:nvCxnSpPr>
            <p:cNvPr id="2797" name="Google Shape;2797;p98"/>
            <p:cNvCxnSpPr/>
            <p:nvPr/>
          </p:nvCxnSpPr>
          <p:spPr>
            <a:xfrm flipH="1" rot="2537517">
              <a:off x="4072" y="2767"/>
              <a:ext cx="22" cy="116"/>
            </a:xfrm>
            <a:prstGeom prst="straightConnector1">
              <a:avLst/>
            </a:prstGeom>
            <a:noFill/>
            <a:ln cap="flat" cmpd="sng" w="9525">
              <a:solidFill>
                <a:schemeClr val="dk1"/>
              </a:solidFill>
              <a:prstDash val="solid"/>
              <a:round/>
              <a:headEnd len="sm" w="sm" type="none"/>
              <a:tailEnd len="med" w="med" type="triangle"/>
            </a:ln>
          </p:spPr>
        </p:cxnSp>
        <p:cxnSp>
          <p:nvCxnSpPr>
            <p:cNvPr id="2798" name="Google Shape;2798;p98"/>
            <p:cNvCxnSpPr/>
            <p:nvPr/>
          </p:nvCxnSpPr>
          <p:spPr>
            <a:xfrm>
              <a:off x="3876" y="2375"/>
              <a:ext cx="217" cy="222"/>
            </a:xfrm>
            <a:prstGeom prst="straightConnector1">
              <a:avLst/>
            </a:prstGeom>
            <a:noFill/>
            <a:ln cap="flat" cmpd="sng" w="9525">
              <a:solidFill>
                <a:schemeClr val="dk1"/>
              </a:solidFill>
              <a:prstDash val="solid"/>
              <a:round/>
              <a:headEnd len="sm" w="sm" type="none"/>
              <a:tailEnd len="med" w="med" type="triangle"/>
            </a:ln>
          </p:spPr>
        </p:cxnSp>
        <p:sp>
          <p:nvSpPr>
            <p:cNvPr id="2799" name="Google Shape;2799;p98"/>
            <p:cNvSpPr txBox="1"/>
            <p:nvPr/>
          </p:nvSpPr>
          <p:spPr>
            <a:xfrm>
              <a:off x="4913" y="2519"/>
              <a:ext cx="165" cy="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8</a:t>
              </a:r>
              <a:endParaRPr b="0" i="0" sz="1400" u="none" cap="none" strike="noStrike">
                <a:solidFill>
                  <a:srgbClr val="000000"/>
                </a:solidFill>
                <a:latin typeface="Arial"/>
                <a:ea typeface="Arial"/>
                <a:cs typeface="Arial"/>
                <a:sym typeface="Arial"/>
              </a:endParaRPr>
            </a:p>
          </p:txBody>
        </p:sp>
        <p:cxnSp>
          <p:nvCxnSpPr>
            <p:cNvPr id="2800" name="Google Shape;2800;p98"/>
            <p:cNvCxnSpPr/>
            <p:nvPr/>
          </p:nvCxnSpPr>
          <p:spPr>
            <a:xfrm>
              <a:off x="4921" y="2296"/>
              <a:ext cx="80" cy="223"/>
            </a:xfrm>
            <a:prstGeom prst="straightConnector1">
              <a:avLst/>
            </a:prstGeom>
            <a:noFill/>
            <a:ln cap="flat" cmpd="sng" w="9525">
              <a:solidFill>
                <a:schemeClr val="dk1"/>
              </a:solidFill>
              <a:prstDash val="solid"/>
              <a:round/>
              <a:headEnd len="sm" w="sm" type="none"/>
              <a:tailEnd len="med" w="med" type="triangle"/>
            </a:ln>
          </p:spPr>
        </p:cxnSp>
        <p:sp>
          <p:nvSpPr>
            <p:cNvPr id="2801" name="Google Shape;2801;p98"/>
            <p:cNvSpPr txBox="1"/>
            <p:nvPr/>
          </p:nvSpPr>
          <p:spPr>
            <a:xfrm>
              <a:off x="3619" y="2166"/>
              <a:ext cx="351" cy="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10</a:t>
              </a:r>
              <a:endParaRPr b="0" i="0" sz="1400" u="none" cap="none" strike="noStrike">
                <a:solidFill>
                  <a:srgbClr val="000000"/>
                </a:solidFill>
                <a:latin typeface="Arial"/>
                <a:ea typeface="Arial"/>
                <a:cs typeface="Arial"/>
                <a:sym typeface="Arial"/>
              </a:endParaRPr>
            </a:p>
          </p:txBody>
        </p:sp>
        <p:cxnSp>
          <p:nvCxnSpPr>
            <p:cNvPr id="2802" name="Google Shape;2802;p98"/>
            <p:cNvCxnSpPr/>
            <p:nvPr/>
          </p:nvCxnSpPr>
          <p:spPr>
            <a:xfrm flipH="1">
              <a:off x="3870" y="1956"/>
              <a:ext cx="290" cy="233"/>
            </a:xfrm>
            <a:prstGeom prst="straightConnector1">
              <a:avLst/>
            </a:prstGeom>
            <a:noFill/>
            <a:ln cap="flat" cmpd="sng" w="9525">
              <a:solidFill>
                <a:schemeClr val="dk1"/>
              </a:solidFill>
              <a:prstDash val="solid"/>
              <a:round/>
              <a:headEnd len="sm" w="sm" type="none"/>
              <a:tailEnd len="med" w="med" type="triangle"/>
            </a:ln>
          </p:spPr>
        </p:cxnSp>
        <p:sp>
          <p:nvSpPr>
            <p:cNvPr id="2803" name="Google Shape;2803;p98"/>
            <p:cNvSpPr txBox="1"/>
            <p:nvPr/>
          </p:nvSpPr>
          <p:spPr>
            <a:xfrm>
              <a:off x="4712" y="2056"/>
              <a:ext cx="397" cy="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16</a:t>
              </a:r>
              <a:endParaRPr b="0" i="0" sz="1400" u="none" cap="none" strike="noStrike">
                <a:solidFill>
                  <a:srgbClr val="000000"/>
                </a:solidFill>
                <a:latin typeface="Arial"/>
                <a:ea typeface="Arial"/>
                <a:cs typeface="Arial"/>
                <a:sym typeface="Arial"/>
              </a:endParaRPr>
            </a:p>
          </p:txBody>
        </p:sp>
        <p:cxnSp>
          <p:nvCxnSpPr>
            <p:cNvPr id="2804" name="Google Shape;2804;p98"/>
            <p:cNvCxnSpPr/>
            <p:nvPr/>
          </p:nvCxnSpPr>
          <p:spPr>
            <a:xfrm>
              <a:off x="4398" y="1956"/>
              <a:ext cx="333" cy="140"/>
            </a:xfrm>
            <a:prstGeom prst="straightConnector1">
              <a:avLst/>
            </a:prstGeom>
            <a:noFill/>
            <a:ln cap="flat" cmpd="sng" w="9525">
              <a:solidFill>
                <a:schemeClr val="dk1"/>
              </a:solidFill>
              <a:prstDash val="solid"/>
              <a:round/>
              <a:headEnd len="sm" w="sm" type="none"/>
              <a:tailEnd len="med" w="med" type="triangle"/>
            </a:ln>
          </p:spPr>
        </p:cxnSp>
        <p:sp>
          <p:nvSpPr>
            <p:cNvPr id="2805" name="Google Shape;2805;p98"/>
            <p:cNvSpPr txBox="1"/>
            <p:nvPr/>
          </p:nvSpPr>
          <p:spPr>
            <a:xfrm>
              <a:off x="4122" y="1750"/>
              <a:ext cx="311" cy="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26</a:t>
              </a:r>
              <a:endParaRPr b="0" i="0" sz="1400" u="none" cap="none" strike="noStrike">
                <a:solidFill>
                  <a:srgbClr val="000000"/>
                </a:solidFill>
                <a:latin typeface="Arial"/>
                <a:ea typeface="Arial"/>
                <a:cs typeface="Arial"/>
                <a:sym typeface="Arial"/>
              </a:endParaRPr>
            </a:p>
          </p:txBody>
        </p:sp>
        <p:cxnSp>
          <p:nvCxnSpPr>
            <p:cNvPr id="2806" name="Google Shape;2806;p98"/>
            <p:cNvCxnSpPr/>
            <p:nvPr/>
          </p:nvCxnSpPr>
          <p:spPr>
            <a:xfrm>
              <a:off x="4289" y="1471"/>
              <a:ext cx="0" cy="300"/>
            </a:xfrm>
            <a:prstGeom prst="straightConnector1">
              <a:avLst/>
            </a:prstGeom>
            <a:noFill/>
            <a:ln cap="flat" cmpd="sng" w="9525">
              <a:solidFill>
                <a:schemeClr val="dk1"/>
              </a:solidFill>
              <a:prstDash val="solid"/>
              <a:round/>
              <a:headEnd len="sm" w="sm" type="none"/>
              <a:tailEnd len="med" w="med" type="triangle"/>
            </a:ln>
          </p:spPr>
        </p:cxnSp>
      </p:gr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4" name="Shape 2814"/>
        <p:cNvGrpSpPr/>
        <p:nvPr/>
      </p:nvGrpSpPr>
      <p:grpSpPr>
        <a:xfrm>
          <a:off x="0" y="0"/>
          <a:ext cx="0" cy="0"/>
          <a:chOff x="0" y="0"/>
          <a:chExt cx="0" cy="0"/>
        </a:xfrm>
      </p:grpSpPr>
      <p:sp>
        <p:nvSpPr>
          <p:cNvPr id="2815" name="Google Shape;2815;p99"/>
          <p:cNvSpPr txBox="1"/>
          <p:nvPr>
            <p:ph type="title"/>
          </p:nvPr>
        </p:nvSpPr>
        <p:spPr>
          <a:xfrm>
            <a:off x="696913" y="592138"/>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Encoding the File</a:t>
            </a:r>
            <a:endParaRPr/>
          </a:p>
        </p:txBody>
      </p:sp>
      <p:sp>
        <p:nvSpPr>
          <p:cNvPr id="2816" name="Google Shape;2816;p99"/>
          <p:cNvSpPr txBox="1"/>
          <p:nvPr>
            <p:ph idx="1" type="body"/>
          </p:nvPr>
        </p:nvSpPr>
        <p:spPr>
          <a:xfrm>
            <a:off x="247650" y="1581150"/>
            <a:ext cx="4343400" cy="158115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1680"/>
              <a:buChar char="●"/>
            </a:pPr>
            <a:r>
              <a:rPr lang="en-US" sz="2400"/>
              <a:t>Rescan text and encode file using new code words</a:t>
            </a:r>
            <a:endParaRPr/>
          </a:p>
          <a:p>
            <a:pPr indent="-342900" lvl="0" marL="342900" rtl="0" algn="l">
              <a:lnSpc>
                <a:spcPct val="100000"/>
              </a:lnSpc>
              <a:spcBef>
                <a:spcPts val="400"/>
              </a:spcBef>
              <a:spcAft>
                <a:spcPts val="0"/>
              </a:spcAft>
              <a:buSzPts val="1400"/>
              <a:buFont typeface="Noto Sans Symbols"/>
              <a:buNone/>
            </a:pPr>
            <a:r>
              <a:rPr lang="en-US" sz="2000"/>
              <a:t>Eerie eyes seen near lake.</a:t>
            </a:r>
            <a:endParaRPr/>
          </a:p>
          <a:p>
            <a:pPr indent="-342900" lvl="0" marL="342900" rtl="0" algn="l">
              <a:lnSpc>
                <a:spcPct val="100000"/>
              </a:lnSpc>
              <a:spcBef>
                <a:spcPts val="720"/>
              </a:spcBef>
              <a:spcAft>
                <a:spcPts val="0"/>
              </a:spcAft>
              <a:buSzPts val="2520"/>
              <a:buFont typeface="Noto Sans Symbols"/>
              <a:buNone/>
            </a:pPr>
            <a:r>
              <a:t/>
            </a:r>
            <a:endParaRPr sz="3600"/>
          </a:p>
        </p:txBody>
      </p:sp>
      <p:sp>
        <p:nvSpPr>
          <p:cNvPr id="2817" name="Google Shape;2817;p99"/>
          <p:cNvSpPr/>
          <p:nvPr/>
        </p:nvSpPr>
        <p:spPr>
          <a:xfrm>
            <a:off x="4953000" y="1790700"/>
            <a:ext cx="3810000" cy="4248150"/>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003399"/>
              </a:buClr>
              <a:buSzPts val="2600"/>
              <a:buFont typeface="Noto Sans Symbols"/>
              <a:buNone/>
            </a:pPr>
            <a:r>
              <a:rPr b="0" i="0" lang="en-US" sz="2600" u="none" cap="none" strike="noStrike">
                <a:solidFill>
                  <a:srgbClr val="003399"/>
                </a:solidFill>
                <a:latin typeface="Times New Roman"/>
                <a:ea typeface="Times New Roman"/>
                <a:cs typeface="Times New Roman"/>
                <a:sym typeface="Times New Roman"/>
              </a:rPr>
              <a:t>Char		Code</a:t>
            </a:r>
            <a:endParaRPr b="0" i="0" sz="1400" u="none" cap="none" strike="noStrike">
              <a:solidFill>
                <a:srgbClr val="000000"/>
              </a:solidFill>
              <a:latin typeface="Arial"/>
              <a:ea typeface="Arial"/>
              <a:cs typeface="Arial"/>
              <a:sym typeface="Arial"/>
            </a:endParaRPr>
          </a:p>
          <a:p>
            <a:pPr indent="-342900" lvl="0" marL="342900" marR="0" rtl="0" algn="l">
              <a:lnSpc>
                <a:spcPct val="60000"/>
              </a:lnSpc>
              <a:spcBef>
                <a:spcPts val="0"/>
              </a:spcBef>
              <a:spcAft>
                <a:spcPts val="0"/>
              </a:spcAft>
              <a:buClr>
                <a:srgbClr val="003399"/>
              </a:buClr>
              <a:buSzPts val="2600"/>
              <a:buFont typeface="Noto Sans Symbols"/>
              <a:buNone/>
            </a:pPr>
            <a:r>
              <a:rPr b="0" i="0" lang="en-US" sz="2600" u="none" cap="none" strike="noStrike">
                <a:solidFill>
                  <a:srgbClr val="003399"/>
                </a:solidFill>
                <a:latin typeface="Times New Roman"/>
                <a:ea typeface="Times New Roman"/>
                <a:cs typeface="Times New Roman"/>
                <a:sym typeface="Times New Roman"/>
              </a:rPr>
              <a:t>E			0000</a:t>
            </a:r>
            <a:endParaRPr b="0" i="0" sz="1400" u="none" cap="none" strike="noStrike">
              <a:solidFill>
                <a:srgbClr val="000000"/>
              </a:solidFill>
              <a:latin typeface="Arial"/>
              <a:ea typeface="Arial"/>
              <a:cs typeface="Arial"/>
              <a:sym typeface="Arial"/>
            </a:endParaRPr>
          </a:p>
          <a:p>
            <a:pPr indent="-342900" lvl="0" marL="342900" marR="0" rtl="0" algn="l">
              <a:lnSpc>
                <a:spcPct val="60000"/>
              </a:lnSpc>
              <a:spcBef>
                <a:spcPts val="0"/>
              </a:spcBef>
              <a:spcAft>
                <a:spcPts val="0"/>
              </a:spcAft>
              <a:buClr>
                <a:srgbClr val="003399"/>
              </a:buClr>
              <a:buSzPts val="2600"/>
              <a:buFont typeface="Noto Sans Symbols"/>
              <a:buNone/>
            </a:pPr>
            <a:r>
              <a:rPr b="0" i="0" lang="en-US" sz="2600" u="none" cap="none" strike="noStrike">
                <a:solidFill>
                  <a:srgbClr val="003399"/>
                </a:solidFill>
                <a:latin typeface="Times New Roman"/>
                <a:ea typeface="Times New Roman"/>
                <a:cs typeface="Times New Roman"/>
                <a:sym typeface="Times New Roman"/>
              </a:rPr>
              <a:t>i			0001</a:t>
            </a:r>
            <a:endParaRPr b="0" i="0" sz="1400" u="none" cap="none" strike="noStrike">
              <a:solidFill>
                <a:srgbClr val="000000"/>
              </a:solidFill>
              <a:latin typeface="Arial"/>
              <a:ea typeface="Arial"/>
              <a:cs typeface="Arial"/>
              <a:sym typeface="Arial"/>
            </a:endParaRPr>
          </a:p>
          <a:p>
            <a:pPr indent="-342900" lvl="0" marL="342900" marR="0" rtl="0" algn="l">
              <a:lnSpc>
                <a:spcPct val="60000"/>
              </a:lnSpc>
              <a:spcBef>
                <a:spcPts val="0"/>
              </a:spcBef>
              <a:spcAft>
                <a:spcPts val="0"/>
              </a:spcAft>
              <a:buClr>
                <a:srgbClr val="003399"/>
              </a:buClr>
              <a:buSzPts val="2600"/>
              <a:buFont typeface="Noto Sans Symbols"/>
              <a:buNone/>
            </a:pPr>
            <a:r>
              <a:rPr b="0" i="0" lang="en-US" sz="2600" u="none" cap="none" strike="noStrike">
                <a:solidFill>
                  <a:srgbClr val="003399"/>
                </a:solidFill>
                <a:latin typeface="Times New Roman"/>
                <a:ea typeface="Times New Roman"/>
                <a:cs typeface="Times New Roman"/>
                <a:sym typeface="Times New Roman"/>
              </a:rPr>
              <a:t>y			0010</a:t>
            </a:r>
            <a:endParaRPr b="0" i="0" sz="1400" u="none" cap="none" strike="noStrike">
              <a:solidFill>
                <a:srgbClr val="000000"/>
              </a:solidFill>
              <a:latin typeface="Arial"/>
              <a:ea typeface="Arial"/>
              <a:cs typeface="Arial"/>
              <a:sym typeface="Arial"/>
            </a:endParaRPr>
          </a:p>
          <a:p>
            <a:pPr indent="-342900" lvl="0" marL="342900" marR="0" rtl="0" algn="l">
              <a:lnSpc>
                <a:spcPct val="60000"/>
              </a:lnSpc>
              <a:spcBef>
                <a:spcPts val="0"/>
              </a:spcBef>
              <a:spcAft>
                <a:spcPts val="0"/>
              </a:spcAft>
              <a:buClr>
                <a:srgbClr val="003399"/>
              </a:buClr>
              <a:buSzPts val="2600"/>
              <a:buFont typeface="Noto Sans Symbols"/>
              <a:buNone/>
            </a:pPr>
            <a:r>
              <a:rPr b="0" i="0" lang="en-US" sz="2600" u="none" cap="none" strike="noStrike">
                <a:solidFill>
                  <a:srgbClr val="003399"/>
                </a:solidFill>
                <a:latin typeface="Times New Roman"/>
                <a:ea typeface="Times New Roman"/>
                <a:cs typeface="Times New Roman"/>
                <a:sym typeface="Times New Roman"/>
              </a:rPr>
              <a:t>l			0011</a:t>
            </a:r>
            <a:endParaRPr b="0" i="0" sz="1400" u="none" cap="none" strike="noStrike">
              <a:solidFill>
                <a:srgbClr val="000000"/>
              </a:solidFill>
              <a:latin typeface="Arial"/>
              <a:ea typeface="Arial"/>
              <a:cs typeface="Arial"/>
              <a:sym typeface="Arial"/>
            </a:endParaRPr>
          </a:p>
          <a:p>
            <a:pPr indent="-342900" lvl="0" marL="342900" marR="0" rtl="0" algn="l">
              <a:lnSpc>
                <a:spcPct val="60000"/>
              </a:lnSpc>
              <a:spcBef>
                <a:spcPts val="0"/>
              </a:spcBef>
              <a:spcAft>
                <a:spcPts val="0"/>
              </a:spcAft>
              <a:buClr>
                <a:srgbClr val="003399"/>
              </a:buClr>
              <a:buSzPts val="2600"/>
              <a:buFont typeface="Noto Sans Symbols"/>
              <a:buNone/>
            </a:pPr>
            <a:r>
              <a:rPr b="0" i="0" lang="en-US" sz="2600" u="none" cap="none" strike="noStrike">
                <a:solidFill>
                  <a:srgbClr val="003399"/>
                </a:solidFill>
                <a:latin typeface="Times New Roman"/>
                <a:ea typeface="Times New Roman"/>
                <a:cs typeface="Times New Roman"/>
                <a:sym typeface="Times New Roman"/>
              </a:rPr>
              <a:t>k			0100</a:t>
            </a:r>
            <a:endParaRPr b="0" i="0" sz="1400" u="none" cap="none" strike="noStrike">
              <a:solidFill>
                <a:srgbClr val="000000"/>
              </a:solidFill>
              <a:latin typeface="Arial"/>
              <a:ea typeface="Arial"/>
              <a:cs typeface="Arial"/>
              <a:sym typeface="Arial"/>
            </a:endParaRPr>
          </a:p>
          <a:p>
            <a:pPr indent="-342900" lvl="0" marL="342900" marR="0" rtl="0" algn="l">
              <a:lnSpc>
                <a:spcPct val="60000"/>
              </a:lnSpc>
              <a:spcBef>
                <a:spcPts val="0"/>
              </a:spcBef>
              <a:spcAft>
                <a:spcPts val="0"/>
              </a:spcAft>
              <a:buClr>
                <a:srgbClr val="003399"/>
              </a:buClr>
              <a:buSzPts val="2600"/>
              <a:buFont typeface="Noto Sans Symbols"/>
              <a:buNone/>
            </a:pPr>
            <a:r>
              <a:rPr b="0" i="0" lang="en-US" sz="2600" u="none" cap="none" strike="noStrike">
                <a:solidFill>
                  <a:srgbClr val="003399"/>
                </a:solidFill>
                <a:latin typeface="Times New Roman"/>
                <a:ea typeface="Times New Roman"/>
                <a:cs typeface="Times New Roman"/>
                <a:sym typeface="Times New Roman"/>
              </a:rPr>
              <a:t>.			0101</a:t>
            </a:r>
            <a:endParaRPr b="0" i="0" sz="1400" u="none" cap="none" strike="noStrike">
              <a:solidFill>
                <a:srgbClr val="000000"/>
              </a:solidFill>
              <a:latin typeface="Arial"/>
              <a:ea typeface="Arial"/>
              <a:cs typeface="Arial"/>
              <a:sym typeface="Arial"/>
            </a:endParaRPr>
          </a:p>
          <a:p>
            <a:pPr indent="-342900" lvl="0" marL="342900" marR="0" rtl="0" algn="l">
              <a:lnSpc>
                <a:spcPct val="60000"/>
              </a:lnSpc>
              <a:spcBef>
                <a:spcPts val="0"/>
              </a:spcBef>
              <a:spcAft>
                <a:spcPts val="0"/>
              </a:spcAft>
              <a:buClr>
                <a:srgbClr val="003399"/>
              </a:buClr>
              <a:buSzPts val="2600"/>
              <a:buFont typeface="Noto Sans Symbols"/>
              <a:buNone/>
            </a:pPr>
            <a:r>
              <a:rPr b="0" i="0" lang="en-US" sz="2600" u="none" cap="none" strike="noStrike">
                <a:solidFill>
                  <a:srgbClr val="003399"/>
                </a:solidFill>
                <a:latin typeface="Times New Roman"/>
                <a:ea typeface="Times New Roman"/>
                <a:cs typeface="Times New Roman"/>
                <a:sym typeface="Times New Roman"/>
              </a:rPr>
              <a:t>space	011</a:t>
            </a:r>
            <a:endParaRPr b="0" i="0" sz="1400" u="none" cap="none" strike="noStrike">
              <a:solidFill>
                <a:srgbClr val="000000"/>
              </a:solidFill>
              <a:latin typeface="Arial"/>
              <a:ea typeface="Arial"/>
              <a:cs typeface="Arial"/>
              <a:sym typeface="Arial"/>
            </a:endParaRPr>
          </a:p>
          <a:p>
            <a:pPr indent="-342900" lvl="0" marL="342900" marR="0" rtl="0" algn="l">
              <a:lnSpc>
                <a:spcPct val="60000"/>
              </a:lnSpc>
              <a:spcBef>
                <a:spcPts val="0"/>
              </a:spcBef>
              <a:spcAft>
                <a:spcPts val="0"/>
              </a:spcAft>
              <a:buClr>
                <a:srgbClr val="003399"/>
              </a:buClr>
              <a:buSzPts val="2600"/>
              <a:buFont typeface="Noto Sans Symbols"/>
              <a:buNone/>
            </a:pPr>
            <a:r>
              <a:rPr b="0" i="0" lang="en-US" sz="2600" u="none" cap="none" strike="noStrike">
                <a:solidFill>
                  <a:srgbClr val="003399"/>
                </a:solidFill>
                <a:latin typeface="Times New Roman"/>
                <a:ea typeface="Times New Roman"/>
                <a:cs typeface="Times New Roman"/>
                <a:sym typeface="Times New Roman"/>
              </a:rPr>
              <a:t>e			10</a:t>
            </a:r>
            <a:endParaRPr b="0" i="0" sz="1400" u="none" cap="none" strike="noStrike">
              <a:solidFill>
                <a:srgbClr val="000000"/>
              </a:solidFill>
              <a:latin typeface="Arial"/>
              <a:ea typeface="Arial"/>
              <a:cs typeface="Arial"/>
              <a:sym typeface="Arial"/>
            </a:endParaRPr>
          </a:p>
          <a:p>
            <a:pPr indent="-342900" lvl="0" marL="342900" marR="0" rtl="0" algn="l">
              <a:lnSpc>
                <a:spcPct val="60000"/>
              </a:lnSpc>
              <a:spcBef>
                <a:spcPts val="0"/>
              </a:spcBef>
              <a:spcAft>
                <a:spcPts val="0"/>
              </a:spcAft>
              <a:buClr>
                <a:srgbClr val="003399"/>
              </a:buClr>
              <a:buSzPts val="2600"/>
              <a:buFont typeface="Noto Sans Symbols"/>
              <a:buNone/>
            </a:pPr>
            <a:r>
              <a:rPr b="0" i="0" lang="en-US" sz="2600" u="none" cap="none" strike="noStrike">
                <a:solidFill>
                  <a:srgbClr val="003399"/>
                </a:solidFill>
                <a:latin typeface="Times New Roman"/>
                <a:ea typeface="Times New Roman"/>
                <a:cs typeface="Times New Roman"/>
                <a:sym typeface="Times New Roman"/>
              </a:rPr>
              <a:t>r			1100</a:t>
            </a:r>
            <a:endParaRPr b="0" i="0" sz="1400" u="none" cap="none" strike="noStrike">
              <a:solidFill>
                <a:srgbClr val="000000"/>
              </a:solidFill>
              <a:latin typeface="Arial"/>
              <a:ea typeface="Arial"/>
              <a:cs typeface="Arial"/>
              <a:sym typeface="Arial"/>
            </a:endParaRPr>
          </a:p>
          <a:p>
            <a:pPr indent="-342900" lvl="0" marL="342900" marR="0" rtl="0" algn="l">
              <a:lnSpc>
                <a:spcPct val="60000"/>
              </a:lnSpc>
              <a:spcBef>
                <a:spcPts val="0"/>
              </a:spcBef>
              <a:spcAft>
                <a:spcPts val="0"/>
              </a:spcAft>
              <a:buClr>
                <a:srgbClr val="003399"/>
              </a:buClr>
              <a:buSzPts val="2600"/>
              <a:buFont typeface="Noto Sans Symbols"/>
              <a:buNone/>
            </a:pPr>
            <a:r>
              <a:rPr b="0" i="0" lang="en-US" sz="2600" u="none" cap="none" strike="noStrike">
                <a:solidFill>
                  <a:srgbClr val="003399"/>
                </a:solidFill>
                <a:latin typeface="Times New Roman"/>
                <a:ea typeface="Times New Roman"/>
                <a:cs typeface="Times New Roman"/>
                <a:sym typeface="Times New Roman"/>
              </a:rPr>
              <a:t>s			1101</a:t>
            </a:r>
            <a:endParaRPr b="0" i="0" sz="1400" u="none" cap="none" strike="noStrike">
              <a:solidFill>
                <a:srgbClr val="000000"/>
              </a:solidFill>
              <a:latin typeface="Arial"/>
              <a:ea typeface="Arial"/>
              <a:cs typeface="Arial"/>
              <a:sym typeface="Arial"/>
            </a:endParaRPr>
          </a:p>
          <a:p>
            <a:pPr indent="-342900" lvl="0" marL="342900" marR="0" rtl="0" algn="l">
              <a:lnSpc>
                <a:spcPct val="60000"/>
              </a:lnSpc>
              <a:spcBef>
                <a:spcPts val="0"/>
              </a:spcBef>
              <a:spcAft>
                <a:spcPts val="0"/>
              </a:spcAft>
              <a:buClr>
                <a:srgbClr val="003399"/>
              </a:buClr>
              <a:buSzPts val="2600"/>
              <a:buFont typeface="Noto Sans Symbols"/>
              <a:buNone/>
            </a:pPr>
            <a:r>
              <a:rPr b="0" i="0" lang="en-US" sz="2600" u="none" cap="none" strike="noStrike">
                <a:solidFill>
                  <a:srgbClr val="003399"/>
                </a:solidFill>
                <a:latin typeface="Times New Roman"/>
                <a:ea typeface="Times New Roman"/>
                <a:cs typeface="Times New Roman"/>
                <a:sym typeface="Times New Roman"/>
              </a:rPr>
              <a:t>n			1110</a:t>
            </a:r>
            <a:endParaRPr b="0" i="0" sz="1400" u="none" cap="none" strike="noStrike">
              <a:solidFill>
                <a:srgbClr val="000000"/>
              </a:solidFill>
              <a:latin typeface="Arial"/>
              <a:ea typeface="Arial"/>
              <a:cs typeface="Arial"/>
              <a:sym typeface="Arial"/>
            </a:endParaRPr>
          </a:p>
          <a:p>
            <a:pPr indent="-342900" lvl="0" marL="342900" marR="0" rtl="0" algn="l">
              <a:lnSpc>
                <a:spcPct val="60000"/>
              </a:lnSpc>
              <a:spcBef>
                <a:spcPts val="0"/>
              </a:spcBef>
              <a:spcAft>
                <a:spcPts val="0"/>
              </a:spcAft>
              <a:buClr>
                <a:srgbClr val="003399"/>
              </a:buClr>
              <a:buSzPts val="2600"/>
              <a:buFont typeface="Noto Sans Symbols"/>
              <a:buNone/>
            </a:pPr>
            <a:r>
              <a:rPr b="0" i="0" lang="en-US" sz="2600" u="none" cap="none" strike="noStrike">
                <a:solidFill>
                  <a:srgbClr val="003399"/>
                </a:solidFill>
                <a:latin typeface="Times New Roman"/>
                <a:ea typeface="Times New Roman"/>
                <a:cs typeface="Times New Roman"/>
                <a:sym typeface="Times New Roman"/>
              </a:rPr>
              <a:t>a			1111</a:t>
            </a:r>
            <a:endParaRPr b="0" i="0" sz="2000" u="none" cap="none" strike="noStrike">
              <a:solidFill>
                <a:srgbClr val="003399"/>
              </a:solidFill>
              <a:latin typeface="Times New Roman"/>
              <a:ea typeface="Times New Roman"/>
              <a:cs typeface="Times New Roman"/>
              <a:sym typeface="Times New Roman"/>
            </a:endParaRPr>
          </a:p>
        </p:txBody>
      </p:sp>
      <p:sp>
        <p:nvSpPr>
          <p:cNvPr id="2818" name="Google Shape;2818;p99"/>
          <p:cNvSpPr txBox="1"/>
          <p:nvPr/>
        </p:nvSpPr>
        <p:spPr>
          <a:xfrm>
            <a:off x="250825" y="3221038"/>
            <a:ext cx="4435475" cy="1809750"/>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3399"/>
                </a:solidFill>
                <a:latin typeface="Times New Roman"/>
                <a:ea typeface="Times New Roman"/>
                <a:cs typeface="Times New Roman"/>
                <a:sym typeface="Times New Roman"/>
              </a:rPr>
              <a:t>0000101100000110011100010101101101001111101011111100011001111110100100101</a:t>
            </a:r>
            <a:endParaRPr b="0" i="0" sz="1400" u="none" cap="none" strike="noStrike">
              <a:solidFill>
                <a:srgbClr val="000000"/>
              </a:solidFill>
              <a:latin typeface="Arial"/>
              <a:ea typeface="Arial"/>
              <a:cs typeface="Arial"/>
              <a:sym typeface="Arial"/>
            </a:endParaRPr>
          </a:p>
        </p:txBody>
      </p:sp>
      <p:sp>
        <p:nvSpPr>
          <p:cNvPr id="2819" name="Google Shape;2819;p99"/>
          <p:cNvSpPr/>
          <p:nvPr/>
        </p:nvSpPr>
        <p:spPr>
          <a:xfrm>
            <a:off x="247650" y="5067300"/>
            <a:ext cx="4343400" cy="158115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003399"/>
              </a:buClr>
              <a:buSzPts val="2400"/>
              <a:buFont typeface="Noto Sans Symbols"/>
              <a:buChar char="∙"/>
            </a:pPr>
            <a:r>
              <a:rPr b="0" i="0" lang="en-US" sz="2400" u="none" cap="none" strike="noStrike">
                <a:solidFill>
                  <a:srgbClr val="003399"/>
                </a:solidFill>
                <a:latin typeface="Times New Roman"/>
                <a:ea typeface="Times New Roman"/>
                <a:cs typeface="Times New Roman"/>
                <a:sym typeface="Times New Roman"/>
              </a:rPr>
              <a:t>Why is there no need for a separator character?</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3399"/>
              </a:buClr>
              <a:buSzPts val="2000"/>
              <a:buFont typeface="Noto Sans Symbols"/>
              <a:buNone/>
            </a:pPr>
            <a:r>
              <a:rPr b="0" i="0" lang="en-US" sz="2000" u="none" cap="none" strike="noStrike">
                <a:solidFill>
                  <a:srgbClr val="003399"/>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3399"/>
              </a:buClr>
              <a:buSzPts val="3600"/>
              <a:buFont typeface="Noto Sans Symbols"/>
              <a:buNone/>
            </a:pPr>
            <a:r>
              <a:t/>
            </a:r>
            <a:endParaRPr b="0" i="0" sz="3600" u="none" cap="none" strike="noStrike">
              <a:solidFill>
                <a:srgbClr val="003399"/>
              </a:solidFill>
              <a:latin typeface="Times New Roman"/>
              <a:ea typeface="Times New Roman"/>
              <a:cs typeface="Times New Roman"/>
              <a:sym typeface="Times New Roman"/>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7" name="Shape 2827"/>
        <p:cNvGrpSpPr/>
        <p:nvPr/>
      </p:nvGrpSpPr>
      <p:grpSpPr>
        <a:xfrm>
          <a:off x="0" y="0"/>
          <a:ext cx="0" cy="0"/>
          <a:chOff x="0" y="0"/>
          <a:chExt cx="0" cy="0"/>
        </a:xfrm>
      </p:grpSpPr>
      <p:sp>
        <p:nvSpPr>
          <p:cNvPr id="2828" name="Google Shape;2828;p100"/>
          <p:cNvSpPr txBox="1"/>
          <p:nvPr>
            <p:ph type="title"/>
          </p:nvPr>
        </p:nvSpPr>
        <p:spPr>
          <a:xfrm>
            <a:off x="696913" y="592138"/>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Encoding the File</a:t>
            </a:r>
            <a:br>
              <a:rPr lang="en-US"/>
            </a:br>
            <a:r>
              <a:rPr lang="en-US" sz="3200"/>
              <a:t>Results</a:t>
            </a:r>
            <a:endParaRPr/>
          </a:p>
        </p:txBody>
      </p:sp>
      <p:sp>
        <p:nvSpPr>
          <p:cNvPr id="2829" name="Google Shape;2829;p100"/>
          <p:cNvSpPr txBox="1"/>
          <p:nvPr>
            <p:ph idx="1" type="body"/>
          </p:nvPr>
        </p:nvSpPr>
        <p:spPr>
          <a:xfrm>
            <a:off x="247650" y="1600200"/>
            <a:ext cx="4343400" cy="41148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1960"/>
              <a:buChar char="●"/>
            </a:pPr>
            <a:r>
              <a:rPr lang="en-US"/>
              <a:t>Have we made things any better?</a:t>
            </a:r>
            <a:endParaRPr/>
          </a:p>
          <a:p>
            <a:pPr indent="-342900" lvl="0" marL="342900" rtl="0" algn="l">
              <a:lnSpc>
                <a:spcPct val="100000"/>
              </a:lnSpc>
              <a:spcBef>
                <a:spcPts val="560"/>
              </a:spcBef>
              <a:spcAft>
                <a:spcPts val="0"/>
              </a:spcAft>
              <a:buSzPts val="1960"/>
              <a:buChar char="●"/>
            </a:pPr>
            <a:r>
              <a:rPr lang="en-US"/>
              <a:t>73 bits to encode the text</a:t>
            </a:r>
            <a:endParaRPr/>
          </a:p>
          <a:p>
            <a:pPr indent="-342900" lvl="0" marL="342900" rtl="0" algn="l">
              <a:lnSpc>
                <a:spcPct val="100000"/>
              </a:lnSpc>
              <a:spcBef>
                <a:spcPts val="560"/>
              </a:spcBef>
              <a:spcAft>
                <a:spcPts val="0"/>
              </a:spcAft>
              <a:buSzPts val="1960"/>
              <a:buChar char="●"/>
            </a:pPr>
            <a:r>
              <a:rPr lang="en-US"/>
              <a:t>ASCII would take 8 * 26 = 208 bits</a:t>
            </a:r>
            <a:endParaRPr/>
          </a:p>
        </p:txBody>
      </p:sp>
      <p:sp>
        <p:nvSpPr>
          <p:cNvPr id="2830" name="Google Shape;2830;p100"/>
          <p:cNvSpPr txBox="1"/>
          <p:nvPr/>
        </p:nvSpPr>
        <p:spPr>
          <a:xfrm>
            <a:off x="4591050" y="1925638"/>
            <a:ext cx="4435475" cy="1809750"/>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3399"/>
                </a:solidFill>
                <a:latin typeface="Times New Roman"/>
                <a:ea typeface="Times New Roman"/>
                <a:cs typeface="Times New Roman"/>
                <a:sym typeface="Times New Roman"/>
              </a:rPr>
              <a:t>0000101100000110011100010101101101001111101011111100011001111110100100101</a:t>
            </a:r>
            <a:endParaRPr b="0" i="0" sz="1400" u="none" cap="none" strike="noStrike">
              <a:solidFill>
                <a:srgbClr val="000000"/>
              </a:solidFill>
              <a:latin typeface="Arial"/>
              <a:ea typeface="Arial"/>
              <a:cs typeface="Arial"/>
              <a:sym typeface="Arial"/>
            </a:endParaRPr>
          </a:p>
        </p:txBody>
      </p:sp>
      <p:sp>
        <p:nvSpPr>
          <p:cNvPr id="2831" name="Google Shape;2831;p100"/>
          <p:cNvSpPr txBox="1"/>
          <p:nvPr/>
        </p:nvSpPr>
        <p:spPr>
          <a:xfrm>
            <a:off x="155575" y="4706938"/>
            <a:ext cx="8378825" cy="12874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3399"/>
              </a:buClr>
              <a:buSzPts val="2000"/>
              <a:buFont typeface="Arial"/>
              <a:buChar char="h"/>
            </a:pPr>
            <a:r>
              <a:rPr b="0" i="0" lang="en-US" sz="2000" u="none" cap="none" strike="noStrike">
                <a:solidFill>
                  <a:srgbClr val="003399"/>
                </a:solidFill>
                <a:latin typeface="Times New Roman"/>
                <a:ea typeface="Times New Roman"/>
                <a:cs typeface="Times New Roman"/>
                <a:sym typeface="Times New Roman"/>
              </a:rPr>
              <a:t>If modified code used 4 bits per </a:t>
            </a:r>
            <a:endParaRPr b="0" i="0" sz="1400" u="none" cap="none" strike="noStrike">
              <a:solidFill>
                <a:srgbClr val="000000"/>
              </a:solidFill>
              <a:latin typeface="Arial"/>
              <a:ea typeface="Arial"/>
              <a:cs typeface="Arial"/>
              <a:sym typeface="Arial"/>
            </a:endParaRPr>
          </a:p>
          <a:p>
            <a:pPr indent="0" lvl="0" marL="0" marR="0" rtl="0" algn="l">
              <a:lnSpc>
                <a:spcPct val="70000"/>
              </a:lnSpc>
              <a:spcBef>
                <a:spcPts val="0"/>
              </a:spcBef>
              <a:spcAft>
                <a:spcPts val="0"/>
              </a:spcAft>
              <a:buClr>
                <a:srgbClr val="003399"/>
              </a:buClr>
              <a:buSzPts val="2000"/>
              <a:buFont typeface="Arial"/>
              <a:buNone/>
            </a:pPr>
            <a:r>
              <a:rPr b="0" i="0" lang="en-US" sz="2000" u="none" cap="none" strike="noStrike">
                <a:solidFill>
                  <a:srgbClr val="003399"/>
                </a:solidFill>
                <a:latin typeface="Times New Roman"/>
                <a:ea typeface="Times New Roman"/>
                <a:cs typeface="Times New Roman"/>
                <a:sym typeface="Times New Roman"/>
              </a:rPr>
              <a:t>  character are needed.  Total bits </a:t>
            </a:r>
            <a:endParaRPr b="0" i="0" sz="1400" u="none" cap="none" strike="noStrike">
              <a:solidFill>
                <a:srgbClr val="000000"/>
              </a:solidFill>
              <a:latin typeface="Arial"/>
              <a:ea typeface="Arial"/>
              <a:cs typeface="Arial"/>
              <a:sym typeface="Arial"/>
            </a:endParaRPr>
          </a:p>
          <a:p>
            <a:pPr indent="0" lvl="0" marL="0" marR="0" rtl="0" algn="l">
              <a:lnSpc>
                <a:spcPct val="70000"/>
              </a:lnSpc>
              <a:spcBef>
                <a:spcPts val="0"/>
              </a:spcBef>
              <a:spcAft>
                <a:spcPts val="0"/>
              </a:spcAft>
              <a:buClr>
                <a:srgbClr val="003399"/>
              </a:buClr>
              <a:buSzPts val="2000"/>
              <a:buFont typeface="Arial"/>
              <a:buNone/>
            </a:pPr>
            <a:r>
              <a:rPr b="0" i="0" lang="en-US" sz="2000" u="none" cap="none" strike="noStrike">
                <a:solidFill>
                  <a:srgbClr val="003399"/>
                </a:solidFill>
                <a:latin typeface="Times New Roman"/>
                <a:ea typeface="Times New Roman"/>
                <a:cs typeface="Times New Roman"/>
                <a:sym typeface="Times New Roman"/>
              </a:rPr>
              <a:t>  4 * 26 = 104.  Savings not as great.</a:t>
            </a:r>
            <a:endParaRPr b="0" i="0" sz="2400" u="none" cap="none" strike="noStrike">
              <a:solidFill>
                <a:srgbClr val="003399"/>
              </a:solidFill>
              <a:latin typeface="Times New Roman"/>
              <a:ea typeface="Times New Roman"/>
              <a:cs typeface="Times New Roman"/>
              <a:sym typeface="Times New Roman"/>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9" name="Shape 2839"/>
        <p:cNvGrpSpPr/>
        <p:nvPr/>
      </p:nvGrpSpPr>
      <p:grpSpPr>
        <a:xfrm>
          <a:off x="0" y="0"/>
          <a:ext cx="0" cy="0"/>
          <a:chOff x="0" y="0"/>
          <a:chExt cx="0" cy="0"/>
        </a:xfrm>
      </p:grpSpPr>
      <p:sp>
        <p:nvSpPr>
          <p:cNvPr id="2840" name="Google Shape;2840;p101"/>
          <p:cNvSpPr txBox="1"/>
          <p:nvPr>
            <p:ph type="title"/>
          </p:nvPr>
        </p:nvSpPr>
        <p:spPr>
          <a:xfrm>
            <a:off x="696913" y="592138"/>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Decoding the File</a:t>
            </a:r>
            <a:endParaRPr/>
          </a:p>
        </p:txBody>
      </p:sp>
      <p:sp>
        <p:nvSpPr>
          <p:cNvPr id="2841" name="Google Shape;2841;p101"/>
          <p:cNvSpPr txBox="1"/>
          <p:nvPr>
            <p:ph idx="1" type="body"/>
          </p:nvPr>
        </p:nvSpPr>
        <p:spPr>
          <a:xfrm>
            <a:off x="266700" y="1981200"/>
            <a:ext cx="8648700" cy="41148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1680"/>
              <a:buChar char="●"/>
            </a:pPr>
            <a:r>
              <a:rPr lang="en-US" sz="2400"/>
              <a:t>How does receiver know what the codes are?</a:t>
            </a:r>
            <a:endParaRPr/>
          </a:p>
          <a:p>
            <a:pPr indent="-342900" lvl="0" marL="342900" rtl="0" algn="l">
              <a:lnSpc>
                <a:spcPct val="100000"/>
              </a:lnSpc>
              <a:spcBef>
                <a:spcPts val="480"/>
              </a:spcBef>
              <a:spcAft>
                <a:spcPts val="0"/>
              </a:spcAft>
              <a:buSzPts val="1680"/>
              <a:buChar char="●"/>
            </a:pPr>
            <a:r>
              <a:rPr lang="en-US" sz="2400"/>
              <a:t>Tree constructed for each text file.  </a:t>
            </a:r>
            <a:endParaRPr/>
          </a:p>
          <a:p>
            <a:pPr indent="-285750" lvl="1" marL="742950" rtl="0" algn="l">
              <a:lnSpc>
                <a:spcPct val="100000"/>
              </a:lnSpc>
              <a:spcBef>
                <a:spcPts val="400"/>
              </a:spcBef>
              <a:spcAft>
                <a:spcPts val="0"/>
              </a:spcAft>
              <a:buClr>
                <a:schemeClr val="dk1"/>
              </a:buClr>
              <a:buSzPts val="2000"/>
              <a:buFont typeface="Times New Roman"/>
              <a:buChar char="–"/>
            </a:pPr>
            <a:r>
              <a:rPr lang="en-US" sz="2000"/>
              <a:t>Considers frequency for each file</a:t>
            </a:r>
            <a:endParaRPr/>
          </a:p>
          <a:p>
            <a:pPr indent="-285750" lvl="1" marL="742950" rtl="0" algn="l">
              <a:lnSpc>
                <a:spcPct val="100000"/>
              </a:lnSpc>
              <a:spcBef>
                <a:spcPts val="400"/>
              </a:spcBef>
              <a:spcAft>
                <a:spcPts val="0"/>
              </a:spcAft>
              <a:buClr>
                <a:schemeClr val="dk1"/>
              </a:buClr>
              <a:buSzPts val="2000"/>
              <a:buFont typeface="Times New Roman"/>
              <a:buChar char="–"/>
            </a:pPr>
            <a:r>
              <a:rPr lang="en-US" sz="2000"/>
              <a:t>Big hit on compression, especially for smaller files</a:t>
            </a:r>
            <a:endParaRPr/>
          </a:p>
          <a:p>
            <a:pPr indent="-342900" lvl="0" marL="342900" rtl="0" algn="l">
              <a:lnSpc>
                <a:spcPct val="100000"/>
              </a:lnSpc>
              <a:spcBef>
                <a:spcPts val="480"/>
              </a:spcBef>
              <a:spcAft>
                <a:spcPts val="0"/>
              </a:spcAft>
              <a:buSzPts val="1680"/>
              <a:buChar char="●"/>
            </a:pPr>
            <a:r>
              <a:rPr lang="en-US" sz="2400"/>
              <a:t>Tree predetermined</a:t>
            </a:r>
            <a:endParaRPr/>
          </a:p>
          <a:p>
            <a:pPr indent="-285750" lvl="1" marL="742950" rtl="0" algn="l">
              <a:lnSpc>
                <a:spcPct val="100000"/>
              </a:lnSpc>
              <a:spcBef>
                <a:spcPts val="400"/>
              </a:spcBef>
              <a:spcAft>
                <a:spcPts val="0"/>
              </a:spcAft>
              <a:buClr>
                <a:schemeClr val="dk1"/>
              </a:buClr>
              <a:buSzPts val="2000"/>
              <a:buFont typeface="Times New Roman"/>
              <a:buChar char="–"/>
            </a:pPr>
            <a:r>
              <a:rPr lang="en-US" sz="2000"/>
              <a:t>based on statistical analysis of text files or file types</a:t>
            </a:r>
            <a:endParaRPr/>
          </a:p>
          <a:p>
            <a:pPr indent="-342900" lvl="0" marL="342900" rtl="0" algn="l">
              <a:lnSpc>
                <a:spcPct val="100000"/>
              </a:lnSpc>
              <a:spcBef>
                <a:spcPts val="480"/>
              </a:spcBef>
              <a:spcAft>
                <a:spcPts val="0"/>
              </a:spcAft>
              <a:buSzPts val="1680"/>
              <a:buChar char="●"/>
            </a:pPr>
            <a:r>
              <a:rPr lang="en-US" sz="2400"/>
              <a:t>Data transmission is bit based versus byte based</a:t>
            </a:r>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5" name="Shape 2845"/>
        <p:cNvGrpSpPr/>
        <p:nvPr/>
      </p:nvGrpSpPr>
      <p:grpSpPr>
        <a:xfrm>
          <a:off x="0" y="0"/>
          <a:ext cx="0" cy="0"/>
          <a:chOff x="0" y="0"/>
          <a:chExt cx="0" cy="0"/>
        </a:xfrm>
      </p:grpSpPr>
      <p:sp>
        <p:nvSpPr>
          <p:cNvPr id="2846" name="Google Shape;2846;p102"/>
          <p:cNvSpPr txBox="1"/>
          <p:nvPr>
            <p:ph type="title"/>
          </p:nvPr>
        </p:nvSpPr>
        <p:spPr>
          <a:xfrm>
            <a:off x="696913" y="592138"/>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Decoding the File</a:t>
            </a:r>
            <a:endParaRPr/>
          </a:p>
        </p:txBody>
      </p:sp>
      <p:sp>
        <p:nvSpPr>
          <p:cNvPr id="2847" name="Google Shape;2847;p102"/>
          <p:cNvSpPr txBox="1"/>
          <p:nvPr>
            <p:ph idx="1" type="body"/>
          </p:nvPr>
        </p:nvSpPr>
        <p:spPr>
          <a:xfrm>
            <a:off x="495300" y="1581150"/>
            <a:ext cx="4648200" cy="245745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1960"/>
              <a:buChar char="●"/>
            </a:pPr>
            <a:r>
              <a:rPr lang="en-US"/>
              <a:t>Once receiver has tree it scans incoming bit stream</a:t>
            </a:r>
            <a:endParaRPr/>
          </a:p>
          <a:p>
            <a:pPr indent="-342900" lvl="0" marL="342900" rtl="0" algn="l">
              <a:lnSpc>
                <a:spcPct val="100000"/>
              </a:lnSpc>
              <a:spcBef>
                <a:spcPts val="560"/>
              </a:spcBef>
              <a:spcAft>
                <a:spcPts val="0"/>
              </a:spcAft>
              <a:buSzPts val="1960"/>
              <a:buChar char="●"/>
            </a:pPr>
            <a:r>
              <a:rPr lang="en-US"/>
              <a:t>0 ⇒ go left</a:t>
            </a:r>
            <a:endParaRPr/>
          </a:p>
          <a:p>
            <a:pPr indent="-342900" lvl="0" marL="342900" rtl="0" algn="l">
              <a:lnSpc>
                <a:spcPct val="100000"/>
              </a:lnSpc>
              <a:spcBef>
                <a:spcPts val="560"/>
              </a:spcBef>
              <a:spcAft>
                <a:spcPts val="0"/>
              </a:spcAft>
              <a:buSzPts val="1960"/>
              <a:buChar char="●"/>
            </a:pPr>
            <a:r>
              <a:rPr lang="en-US"/>
              <a:t>1 ⇒ go right</a:t>
            </a:r>
            <a:endParaRPr/>
          </a:p>
        </p:txBody>
      </p:sp>
      <p:grpSp>
        <p:nvGrpSpPr>
          <p:cNvPr id="2848" name="Google Shape;2848;p102"/>
          <p:cNvGrpSpPr/>
          <p:nvPr/>
        </p:nvGrpSpPr>
        <p:grpSpPr>
          <a:xfrm>
            <a:off x="5334000" y="1630363"/>
            <a:ext cx="3643313" cy="3365500"/>
            <a:chOff x="3060" y="1471"/>
            <a:chExt cx="2295" cy="2120"/>
          </a:xfrm>
        </p:grpSpPr>
        <p:cxnSp>
          <p:nvCxnSpPr>
            <p:cNvPr id="2849" name="Google Shape;2849;p102"/>
            <p:cNvCxnSpPr/>
            <p:nvPr/>
          </p:nvCxnSpPr>
          <p:spPr>
            <a:xfrm rot="2537517">
              <a:off x="3178" y="3010"/>
              <a:ext cx="58" cy="146"/>
            </a:xfrm>
            <a:prstGeom prst="straightConnector1">
              <a:avLst/>
            </a:prstGeom>
            <a:noFill/>
            <a:ln cap="flat" cmpd="sng" w="9525">
              <a:solidFill>
                <a:schemeClr val="dk1"/>
              </a:solidFill>
              <a:prstDash val="solid"/>
              <a:round/>
              <a:headEnd len="sm" w="sm" type="none"/>
              <a:tailEnd len="med" w="med" type="triangle"/>
            </a:ln>
          </p:spPr>
        </p:cxnSp>
        <p:sp>
          <p:nvSpPr>
            <p:cNvPr id="2850" name="Google Shape;2850;p102"/>
            <p:cNvSpPr txBox="1"/>
            <p:nvPr/>
          </p:nvSpPr>
          <p:spPr>
            <a:xfrm>
              <a:off x="3060" y="3154"/>
              <a:ext cx="164" cy="324"/>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E</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851" name="Google Shape;2851;p102"/>
            <p:cNvSpPr txBox="1"/>
            <p:nvPr/>
          </p:nvSpPr>
          <p:spPr>
            <a:xfrm>
              <a:off x="3252" y="3154"/>
              <a:ext cx="164" cy="324"/>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i</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852" name="Google Shape;2852;p102"/>
            <p:cNvSpPr txBox="1"/>
            <p:nvPr/>
          </p:nvSpPr>
          <p:spPr>
            <a:xfrm>
              <a:off x="4265" y="2909"/>
              <a:ext cx="308" cy="324"/>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sp</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sp>
          <p:nvSpPr>
            <p:cNvPr id="2853" name="Google Shape;2853;p102"/>
            <p:cNvSpPr txBox="1"/>
            <p:nvPr/>
          </p:nvSpPr>
          <p:spPr>
            <a:xfrm>
              <a:off x="4523" y="2509"/>
              <a:ext cx="165" cy="324"/>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e</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8</a:t>
              </a:r>
              <a:endParaRPr b="0" i="0" sz="1400" u="none" cap="none" strike="noStrike">
                <a:solidFill>
                  <a:srgbClr val="000000"/>
                </a:solidFill>
                <a:latin typeface="Arial"/>
                <a:ea typeface="Arial"/>
                <a:cs typeface="Arial"/>
                <a:sym typeface="Arial"/>
              </a:endParaRPr>
            </a:p>
          </p:txBody>
        </p:sp>
        <p:cxnSp>
          <p:nvCxnSpPr>
            <p:cNvPr id="2854" name="Google Shape;2854;p102"/>
            <p:cNvCxnSpPr/>
            <p:nvPr/>
          </p:nvCxnSpPr>
          <p:spPr>
            <a:xfrm flipH="1" rot="-2537517">
              <a:off x="3296" y="3016"/>
              <a:ext cx="54" cy="128"/>
            </a:xfrm>
            <a:prstGeom prst="straightConnector1">
              <a:avLst/>
            </a:prstGeom>
            <a:noFill/>
            <a:ln cap="flat" cmpd="sng" w="9525">
              <a:solidFill>
                <a:schemeClr val="dk1"/>
              </a:solidFill>
              <a:prstDash val="solid"/>
              <a:round/>
              <a:headEnd len="sm" w="sm" type="none"/>
              <a:tailEnd len="med" w="med" type="triangle"/>
            </a:ln>
          </p:spPr>
        </p:cxnSp>
        <p:sp>
          <p:nvSpPr>
            <p:cNvPr id="2855" name="Google Shape;2855;p102"/>
            <p:cNvSpPr txBox="1"/>
            <p:nvPr/>
          </p:nvSpPr>
          <p:spPr>
            <a:xfrm>
              <a:off x="3215" y="2800"/>
              <a:ext cx="164" cy="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cxnSp>
          <p:nvCxnSpPr>
            <p:cNvPr id="2856" name="Google Shape;2856;p102"/>
            <p:cNvCxnSpPr/>
            <p:nvPr/>
          </p:nvCxnSpPr>
          <p:spPr>
            <a:xfrm rot="2537517">
              <a:off x="3527" y="3007"/>
              <a:ext cx="48" cy="150"/>
            </a:xfrm>
            <a:prstGeom prst="straightConnector1">
              <a:avLst/>
            </a:prstGeom>
            <a:noFill/>
            <a:ln cap="flat" cmpd="sng" w="9525">
              <a:solidFill>
                <a:schemeClr val="dk1"/>
              </a:solidFill>
              <a:prstDash val="solid"/>
              <a:round/>
              <a:headEnd len="sm" w="sm" type="none"/>
              <a:tailEnd len="med" w="med" type="triangle"/>
            </a:ln>
          </p:spPr>
        </p:cxnSp>
        <p:sp>
          <p:nvSpPr>
            <p:cNvPr id="2857" name="Google Shape;2857;p102"/>
            <p:cNvSpPr txBox="1"/>
            <p:nvPr/>
          </p:nvSpPr>
          <p:spPr>
            <a:xfrm>
              <a:off x="3453" y="3156"/>
              <a:ext cx="165" cy="324"/>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y</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858" name="Google Shape;2858;p102"/>
            <p:cNvSpPr txBox="1"/>
            <p:nvPr/>
          </p:nvSpPr>
          <p:spPr>
            <a:xfrm>
              <a:off x="3640" y="3154"/>
              <a:ext cx="163" cy="324"/>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l</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859" name="Google Shape;2859;p102"/>
            <p:cNvSpPr txBox="1"/>
            <p:nvPr/>
          </p:nvSpPr>
          <p:spPr>
            <a:xfrm>
              <a:off x="3512" y="2800"/>
              <a:ext cx="164" cy="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cxnSp>
          <p:nvCxnSpPr>
            <p:cNvPr id="2860" name="Google Shape;2860;p102"/>
            <p:cNvCxnSpPr/>
            <p:nvPr/>
          </p:nvCxnSpPr>
          <p:spPr>
            <a:xfrm flipH="1" rot="-2537517">
              <a:off x="3648" y="3020"/>
              <a:ext cx="63" cy="123"/>
            </a:xfrm>
            <a:prstGeom prst="straightConnector1">
              <a:avLst/>
            </a:prstGeom>
            <a:noFill/>
            <a:ln cap="flat" cmpd="sng" w="9525">
              <a:solidFill>
                <a:schemeClr val="dk1"/>
              </a:solidFill>
              <a:prstDash val="solid"/>
              <a:round/>
              <a:headEnd len="sm" w="sm" type="none"/>
              <a:tailEnd len="med" w="med" type="triangle"/>
            </a:ln>
          </p:spPr>
        </p:cxnSp>
        <p:cxnSp>
          <p:nvCxnSpPr>
            <p:cNvPr id="2861" name="Google Shape;2861;p102"/>
            <p:cNvCxnSpPr/>
            <p:nvPr/>
          </p:nvCxnSpPr>
          <p:spPr>
            <a:xfrm rot="2537517">
              <a:off x="3931" y="3054"/>
              <a:ext cx="15" cy="116"/>
            </a:xfrm>
            <a:prstGeom prst="straightConnector1">
              <a:avLst/>
            </a:prstGeom>
            <a:noFill/>
            <a:ln cap="flat" cmpd="sng" w="9525">
              <a:solidFill>
                <a:schemeClr val="dk1"/>
              </a:solidFill>
              <a:prstDash val="solid"/>
              <a:round/>
              <a:headEnd len="sm" w="sm" type="none"/>
              <a:tailEnd len="med" w="med" type="triangle"/>
            </a:ln>
          </p:spPr>
        </p:cxnSp>
        <p:sp>
          <p:nvSpPr>
            <p:cNvPr id="2862" name="Google Shape;2862;p102"/>
            <p:cNvSpPr txBox="1"/>
            <p:nvPr/>
          </p:nvSpPr>
          <p:spPr>
            <a:xfrm>
              <a:off x="3831" y="3156"/>
              <a:ext cx="164" cy="324"/>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k</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863" name="Google Shape;2863;p102"/>
            <p:cNvSpPr txBox="1"/>
            <p:nvPr/>
          </p:nvSpPr>
          <p:spPr>
            <a:xfrm>
              <a:off x="4017" y="3156"/>
              <a:ext cx="164" cy="324"/>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a:t>
              </a:r>
              <a:endParaRPr b="0" i="0" sz="2000" u="none" cap="none" strike="noStrike">
                <a:solidFill>
                  <a:srgbClr val="003399"/>
                </a:solidFill>
                <a:latin typeface="Times New Roman"/>
                <a:ea typeface="Times New Roman"/>
                <a:cs typeface="Times New Roman"/>
                <a:sym typeface="Times New Roman"/>
              </a:endParaRPr>
            </a:p>
          </p:txBody>
        </p:sp>
        <p:sp>
          <p:nvSpPr>
            <p:cNvPr id="2864" name="Google Shape;2864;p102"/>
            <p:cNvSpPr txBox="1"/>
            <p:nvPr/>
          </p:nvSpPr>
          <p:spPr>
            <a:xfrm>
              <a:off x="3918" y="2862"/>
              <a:ext cx="165" cy="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cxnSp>
          <p:nvCxnSpPr>
            <p:cNvPr id="2865" name="Google Shape;2865;p102"/>
            <p:cNvCxnSpPr/>
            <p:nvPr/>
          </p:nvCxnSpPr>
          <p:spPr>
            <a:xfrm flipH="1" rot="-2537517">
              <a:off x="4098" y="3052"/>
              <a:ext cx="6" cy="116"/>
            </a:xfrm>
            <a:prstGeom prst="straightConnector1">
              <a:avLst/>
            </a:prstGeom>
            <a:noFill/>
            <a:ln cap="flat" cmpd="sng" w="9525">
              <a:solidFill>
                <a:schemeClr val="dk1"/>
              </a:solidFill>
              <a:prstDash val="solid"/>
              <a:round/>
              <a:headEnd len="sm" w="sm" type="none"/>
              <a:tailEnd len="med" w="med" type="triangle"/>
            </a:ln>
          </p:spPr>
        </p:cxnSp>
        <p:cxnSp>
          <p:nvCxnSpPr>
            <p:cNvPr id="2866" name="Google Shape;2866;p102"/>
            <p:cNvCxnSpPr/>
            <p:nvPr/>
          </p:nvCxnSpPr>
          <p:spPr>
            <a:xfrm rot="2537517">
              <a:off x="4686" y="3103"/>
              <a:ext cx="51" cy="170"/>
            </a:xfrm>
            <a:prstGeom prst="straightConnector1">
              <a:avLst/>
            </a:prstGeom>
            <a:noFill/>
            <a:ln cap="flat" cmpd="sng" w="9525">
              <a:solidFill>
                <a:schemeClr val="dk1"/>
              </a:solidFill>
              <a:prstDash val="solid"/>
              <a:round/>
              <a:headEnd len="sm" w="sm" type="none"/>
              <a:tailEnd len="med" w="med" type="triangle"/>
            </a:ln>
          </p:spPr>
        </p:cxnSp>
        <p:sp>
          <p:nvSpPr>
            <p:cNvPr id="2867" name="Google Shape;2867;p102"/>
            <p:cNvSpPr txBox="1"/>
            <p:nvPr/>
          </p:nvSpPr>
          <p:spPr>
            <a:xfrm>
              <a:off x="4604" y="3267"/>
              <a:ext cx="164" cy="324"/>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r</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2000" u="none" cap="none" strike="noStrike">
                <a:solidFill>
                  <a:srgbClr val="003399"/>
                </a:solidFill>
                <a:latin typeface="Times New Roman"/>
                <a:ea typeface="Times New Roman"/>
                <a:cs typeface="Times New Roman"/>
                <a:sym typeface="Times New Roman"/>
              </a:endParaRPr>
            </a:p>
          </p:txBody>
        </p:sp>
        <p:sp>
          <p:nvSpPr>
            <p:cNvPr id="2868" name="Google Shape;2868;p102"/>
            <p:cNvSpPr txBox="1"/>
            <p:nvPr/>
          </p:nvSpPr>
          <p:spPr>
            <a:xfrm>
              <a:off x="4790" y="3267"/>
              <a:ext cx="164" cy="324"/>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s</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2000" u="none" cap="none" strike="noStrike">
                <a:solidFill>
                  <a:srgbClr val="003399"/>
                </a:solidFill>
                <a:latin typeface="Times New Roman"/>
                <a:ea typeface="Times New Roman"/>
                <a:cs typeface="Times New Roman"/>
                <a:sym typeface="Times New Roman"/>
              </a:endParaRPr>
            </a:p>
          </p:txBody>
        </p:sp>
        <p:sp>
          <p:nvSpPr>
            <p:cNvPr id="2869" name="Google Shape;2869;p102"/>
            <p:cNvSpPr txBox="1"/>
            <p:nvPr/>
          </p:nvSpPr>
          <p:spPr>
            <a:xfrm>
              <a:off x="4710" y="2890"/>
              <a:ext cx="164" cy="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cxnSp>
          <p:nvCxnSpPr>
            <p:cNvPr id="2870" name="Google Shape;2870;p102"/>
            <p:cNvCxnSpPr/>
            <p:nvPr/>
          </p:nvCxnSpPr>
          <p:spPr>
            <a:xfrm flipH="1" rot="-2537517">
              <a:off x="4827" y="3098"/>
              <a:ext cx="51" cy="169"/>
            </a:xfrm>
            <a:prstGeom prst="straightConnector1">
              <a:avLst/>
            </a:prstGeom>
            <a:noFill/>
            <a:ln cap="flat" cmpd="sng" w="9525">
              <a:solidFill>
                <a:schemeClr val="dk1"/>
              </a:solidFill>
              <a:prstDash val="solid"/>
              <a:round/>
              <a:headEnd len="sm" w="sm" type="none"/>
              <a:tailEnd len="med" w="med" type="triangle"/>
            </a:ln>
          </p:spPr>
        </p:cxnSp>
        <p:cxnSp>
          <p:nvCxnSpPr>
            <p:cNvPr id="2871" name="Google Shape;2871;p102"/>
            <p:cNvCxnSpPr/>
            <p:nvPr/>
          </p:nvCxnSpPr>
          <p:spPr>
            <a:xfrm rot="2537517">
              <a:off x="5087" y="3097"/>
              <a:ext cx="51" cy="170"/>
            </a:xfrm>
            <a:prstGeom prst="straightConnector1">
              <a:avLst/>
            </a:prstGeom>
            <a:noFill/>
            <a:ln cap="flat" cmpd="sng" w="9525">
              <a:solidFill>
                <a:schemeClr val="dk1"/>
              </a:solidFill>
              <a:prstDash val="solid"/>
              <a:round/>
              <a:headEnd len="sm" w="sm" type="none"/>
              <a:tailEnd len="med" w="med" type="triangle"/>
            </a:ln>
          </p:spPr>
        </p:cxnSp>
        <p:sp>
          <p:nvSpPr>
            <p:cNvPr id="2872" name="Google Shape;2872;p102"/>
            <p:cNvSpPr txBox="1"/>
            <p:nvPr/>
          </p:nvSpPr>
          <p:spPr>
            <a:xfrm>
              <a:off x="5005" y="3261"/>
              <a:ext cx="165" cy="324"/>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n</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2000" u="none" cap="none" strike="noStrike">
                <a:solidFill>
                  <a:srgbClr val="003399"/>
                </a:solidFill>
                <a:latin typeface="Times New Roman"/>
                <a:ea typeface="Times New Roman"/>
                <a:cs typeface="Times New Roman"/>
                <a:sym typeface="Times New Roman"/>
              </a:endParaRPr>
            </a:p>
          </p:txBody>
        </p:sp>
        <p:sp>
          <p:nvSpPr>
            <p:cNvPr id="2873" name="Google Shape;2873;p102"/>
            <p:cNvSpPr txBox="1"/>
            <p:nvPr/>
          </p:nvSpPr>
          <p:spPr>
            <a:xfrm>
              <a:off x="5191" y="3261"/>
              <a:ext cx="164" cy="324"/>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a</a:t>
              </a:r>
              <a:endParaRPr b="0" i="0" sz="1400" u="none" cap="none" strike="noStrike">
                <a:solidFill>
                  <a:srgbClr val="000000"/>
                </a:solidFill>
                <a:latin typeface="Arial"/>
                <a:ea typeface="Arial"/>
                <a:cs typeface="Arial"/>
                <a:sym typeface="Arial"/>
              </a:endParaRPr>
            </a:p>
            <a:p>
              <a:pPr indent="0" lvl="0" marL="0" marR="0" rtl="0" algn="l">
                <a:lnSpc>
                  <a:spcPct val="0"/>
                </a:lnSpc>
                <a:spcBef>
                  <a:spcPts val="90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a:t>
              </a:r>
              <a:endParaRPr b="0" i="0" sz="2000" u="none" cap="none" strike="noStrike">
                <a:solidFill>
                  <a:srgbClr val="003399"/>
                </a:solidFill>
                <a:latin typeface="Times New Roman"/>
                <a:ea typeface="Times New Roman"/>
                <a:cs typeface="Times New Roman"/>
                <a:sym typeface="Times New Roman"/>
              </a:endParaRPr>
            </a:p>
          </p:txBody>
        </p:sp>
        <p:sp>
          <p:nvSpPr>
            <p:cNvPr id="2874" name="Google Shape;2874;p102"/>
            <p:cNvSpPr txBox="1"/>
            <p:nvPr/>
          </p:nvSpPr>
          <p:spPr>
            <a:xfrm>
              <a:off x="5110" y="2884"/>
              <a:ext cx="165" cy="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cxnSp>
          <p:nvCxnSpPr>
            <p:cNvPr id="2875" name="Google Shape;2875;p102"/>
            <p:cNvCxnSpPr/>
            <p:nvPr/>
          </p:nvCxnSpPr>
          <p:spPr>
            <a:xfrm flipH="1" rot="-2537517">
              <a:off x="5228" y="3092"/>
              <a:ext cx="51" cy="169"/>
            </a:xfrm>
            <a:prstGeom prst="straightConnector1">
              <a:avLst/>
            </a:prstGeom>
            <a:noFill/>
            <a:ln cap="flat" cmpd="sng" w="9525">
              <a:solidFill>
                <a:schemeClr val="dk1"/>
              </a:solidFill>
              <a:prstDash val="solid"/>
              <a:round/>
              <a:headEnd len="sm" w="sm" type="none"/>
              <a:tailEnd len="med" w="med" type="triangle"/>
            </a:ln>
          </p:spPr>
        </p:cxnSp>
        <p:cxnSp>
          <p:nvCxnSpPr>
            <p:cNvPr id="2876" name="Google Shape;2876;p102"/>
            <p:cNvCxnSpPr/>
            <p:nvPr/>
          </p:nvCxnSpPr>
          <p:spPr>
            <a:xfrm>
              <a:off x="4236" y="2797"/>
              <a:ext cx="96" cy="106"/>
            </a:xfrm>
            <a:prstGeom prst="straightConnector1">
              <a:avLst/>
            </a:prstGeom>
            <a:noFill/>
            <a:ln cap="flat" cmpd="sng" w="9525">
              <a:solidFill>
                <a:schemeClr val="dk1"/>
              </a:solidFill>
              <a:prstDash val="solid"/>
              <a:round/>
              <a:headEnd len="sm" w="sm" type="none"/>
              <a:tailEnd len="med" w="med" type="triangle"/>
            </a:ln>
          </p:spPr>
        </p:cxnSp>
        <p:cxnSp>
          <p:nvCxnSpPr>
            <p:cNvPr id="2877" name="Google Shape;2877;p102"/>
            <p:cNvCxnSpPr/>
            <p:nvPr/>
          </p:nvCxnSpPr>
          <p:spPr>
            <a:xfrm flipH="1">
              <a:off x="4792" y="2725"/>
              <a:ext cx="144" cy="165"/>
            </a:xfrm>
            <a:prstGeom prst="straightConnector1">
              <a:avLst/>
            </a:prstGeom>
            <a:noFill/>
            <a:ln cap="flat" cmpd="sng" w="9525">
              <a:solidFill>
                <a:schemeClr val="dk1"/>
              </a:solidFill>
              <a:prstDash val="solid"/>
              <a:round/>
              <a:headEnd len="sm" w="sm" type="none"/>
              <a:tailEnd len="med" w="med" type="triangle"/>
            </a:ln>
          </p:spPr>
        </p:cxnSp>
        <p:cxnSp>
          <p:nvCxnSpPr>
            <p:cNvPr id="2878" name="Google Shape;2878;p102"/>
            <p:cNvCxnSpPr/>
            <p:nvPr/>
          </p:nvCxnSpPr>
          <p:spPr>
            <a:xfrm flipH="1">
              <a:off x="4586" y="2296"/>
              <a:ext cx="145" cy="223"/>
            </a:xfrm>
            <a:prstGeom prst="straightConnector1">
              <a:avLst/>
            </a:prstGeom>
            <a:noFill/>
            <a:ln cap="flat" cmpd="sng" w="9525">
              <a:solidFill>
                <a:schemeClr val="dk1"/>
              </a:solidFill>
              <a:prstDash val="solid"/>
              <a:round/>
              <a:headEnd len="sm" w="sm" type="none"/>
              <a:tailEnd len="med" w="med" type="triangle"/>
            </a:ln>
          </p:spPr>
        </p:cxnSp>
        <p:cxnSp>
          <p:nvCxnSpPr>
            <p:cNvPr id="2879" name="Google Shape;2879;p102"/>
            <p:cNvCxnSpPr/>
            <p:nvPr/>
          </p:nvCxnSpPr>
          <p:spPr>
            <a:xfrm>
              <a:off x="5052" y="2723"/>
              <a:ext cx="145" cy="162"/>
            </a:xfrm>
            <a:prstGeom prst="straightConnector1">
              <a:avLst/>
            </a:prstGeom>
            <a:noFill/>
            <a:ln cap="flat" cmpd="sng" w="9525">
              <a:solidFill>
                <a:schemeClr val="dk1"/>
              </a:solidFill>
              <a:prstDash val="solid"/>
              <a:round/>
              <a:headEnd len="sm" w="sm" type="none"/>
              <a:tailEnd len="med" w="med" type="triangle"/>
            </a:ln>
          </p:spPr>
        </p:cxnSp>
        <p:sp>
          <p:nvSpPr>
            <p:cNvPr id="2880" name="Google Shape;2880;p102"/>
            <p:cNvSpPr txBox="1"/>
            <p:nvPr/>
          </p:nvSpPr>
          <p:spPr>
            <a:xfrm>
              <a:off x="3357" y="2485"/>
              <a:ext cx="165" cy="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cxnSp>
          <p:nvCxnSpPr>
            <p:cNvPr id="2881" name="Google Shape;2881;p102"/>
            <p:cNvCxnSpPr/>
            <p:nvPr/>
          </p:nvCxnSpPr>
          <p:spPr>
            <a:xfrm rot="2537517">
              <a:off x="3353" y="2683"/>
              <a:ext cx="16" cy="126"/>
            </a:xfrm>
            <a:prstGeom prst="straightConnector1">
              <a:avLst/>
            </a:prstGeom>
            <a:noFill/>
            <a:ln cap="flat" cmpd="sng" w="9525">
              <a:solidFill>
                <a:schemeClr val="dk1"/>
              </a:solidFill>
              <a:prstDash val="solid"/>
              <a:round/>
              <a:headEnd len="sm" w="sm" type="none"/>
              <a:tailEnd len="med" w="med" type="triangle"/>
            </a:ln>
          </p:spPr>
        </p:cxnSp>
        <p:cxnSp>
          <p:nvCxnSpPr>
            <p:cNvPr id="2882" name="Google Shape;2882;p102"/>
            <p:cNvCxnSpPr/>
            <p:nvPr/>
          </p:nvCxnSpPr>
          <p:spPr>
            <a:xfrm flipH="1" rot="-2537517">
              <a:off x="3519" y="2678"/>
              <a:ext cx="16" cy="126"/>
            </a:xfrm>
            <a:prstGeom prst="straightConnector1">
              <a:avLst/>
            </a:prstGeom>
            <a:noFill/>
            <a:ln cap="flat" cmpd="sng" w="9525">
              <a:solidFill>
                <a:schemeClr val="dk1"/>
              </a:solidFill>
              <a:prstDash val="solid"/>
              <a:round/>
              <a:headEnd len="sm" w="sm" type="none"/>
              <a:tailEnd len="med" w="med" type="triangle"/>
            </a:ln>
          </p:spPr>
        </p:cxnSp>
        <p:cxnSp>
          <p:nvCxnSpPr>
            <p:cNvPr id="2883" name="Google Shape;2883;p102"/>
            <p:cNvCxnSpPr/>
            <p:nvPr/>
          </p:nvCxnSpPr>
          <p:spPr>
            <a:xfrm flipH="1">
              <a:off x="3518" y="2372"/>
              <a:ext cx="137" cy="116"/>
            </a:xfrm>
            <a:prstGeom prst="straightConnector1">
              <a:avLst/>
            </a:prstGeom>
            <a:noFill/>
            <a:ln cap="flat" cmpd="sng" w="9525">
              <a:solidFill>
                <a:schemeClr val="dk1"/>
              </a:solidFill>
              <a:prstDash val="solid"/>
              <a:round/>
              <a:headEnd len="sm" w="sm" type="none"/>
              <a:tailEnd len="med" w="med" type="triangle"/>
            </a:ln>
          </p:spPr>
        </p:cxnSp>
        <p:sp>
          <p:nvSpPr>
            <p:cNvPr id="2884" name="Google Shape;2884;p102"/>
            <p:cNvSpPr txBox="1"/>
            <p:nvPr/>
          </p:nvSpPr>
          <p:spPr>
            <a:xfrm>
              <a:off x="4089" y="2588"/>
              <a:ext cx="164" cy="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6</a:t>
              </a:r>
              <a:endParaRPr b="0" i="0" sz="1400" u="none" cap="none" strike="noStrike">
                <a:solidFill>
                  <a:srgbClr val="000000"/>
                </a:solidFill>
                <a:latin typeface="Arial"/>
                <a:ea typeface="Arial"/>
                <a:cs typeface="Arial"/>
                <a:sym typeface="Arial"/>
              </a:endParaRPr>
            </a:p>
          </p:txBody>
        </p:sp>
        <p:cxnSp>
          <p:nvCxnSpPr>
            <p:cNvPr id="2885" name="Google Shape;2885;p102"/>
            <p:cNvCxnSpPr/>
            <p:nvPr/>
          </p:nvCxnSpPr>
          <p:spPr>
            <a:xfrm flipH="1" rot="2537517">
              <a:off x="4072" y="2767"/>
              <a:ext cx="22" cy="116"/>
            </a:xfrm>
            <a:prstGeom prst="straightConnector1">
              <a:avLst/>
            </a:prstGeom>
            <a:noFill/>
            <a:ln cap="flat" cmpd="sng" w="9525">
              <a:solidFill>
                <a:schemeClr val="dk1"/>
              </a:solidFill>
              <a:prstDash val="solid"/>
              <a:round/>
              <a:headEnd len="sm" w="sm" type="none"/>
              <a:tailEnd len="med" w="med" type="triangle"/>
            </a:ln>
          </p:spPr>
        </p:cxnSp>
        <p:cxnSp>
          <p:nvCxnSpPr>
            <p:cNvPr id="2886" name="Google Shape;2886;p102"/>
            <p:cNvCxnSpPr/>
            <p:nvPr/>
          </p:nvCxnSpPr>
          <p:spPr>
            <a:xfrm>
              <a:off x="3876" y="2375"/>
              <a:ext cx="217" cy="222"/>
            </a:xfrm>
            <a:prstGeom prst="straightConnector1">
              <a:avLst/>
            </a:prstGeom>
            <a:noFill/>
            <a:ln cap="flat" cmpd="sng" w="9525">
              <a:solidFill>
                <a:schemeClr val="dk1"/>
              </a:solidFill>
              <a:prstDash val="solid"/>
              <a:round/>
              <a:headEnd len="sm" w="sm" type="none"/>
              <a:tailEnd len="med" w="med" type="triangle"/>
            </a:ln>
          </p:spPr>
        </p:cxnSp>
        <p:sp>
          <p:nvSpPr>
            <p:cNvPr id="2887" name="Google Shape;2887;p102"/>
            <p:cNvSpPr txBox="1"/>
            <p:nvPr/>
          </p:nvSpPr>
          <p:spPr>
            <a:xfrm>
              <a:off x="4913" y="2519"/>
              <a:ext cx="165" cy="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8</a:t>
              </a:r>
              <a:endParaRPr b="0" i="0" sz="1400" u="none" cap="none" strike="noStrike">
                <a:solidFill>
                  <a:srgbClr val="000000"/>
                </a:solidFill>
                <a:latin typeface="Arial"/>
                <a:ea typeface="Arial"/>
                <a:cs typeface="Arial"/>
                <a:sym typeface="Arial"/>
              </a:endParaRPr>
            </a:p>
          </p:txBody>
        </p:sp>
        <p:cxnSp>
          <p:nvCxnSpPr>
            <p:cNvPr id="2888" name="Google Shape;2888;p102"/>
            <p:cNvCxnSpPr/>
            <p:nvPr/>
          </p:nvCxnSpPr>
          <p:spPr>
            <a:xfrm>
              <a:off x="4921" y="2296"/>
              <a:ext cx="80" cy="223"/>
            </a:xfrm>
            <a:prstGeom prst="straightConnector1">
              <a:avLst/>
            </a:prstGeom>
            <a:noFill/>
            <a:ln cap="flat" cmpd="sng" w="9525">
              <a:solidFill>
                <a:schemeClr val="dk1"/>
              </a:solidFill>
              <a:prstDash val="solid"/>
              <a:round/>
              <a:headEnd len="sm" w="sm" type="none"/>
              <a:tailEnd len="med" w="med" type="triangle"/>
            </a:ln>
          </p:spPr>
        </p:cxnSp>
        <p:sp>
          <p:nvSpPr>
            <p:cNvPr id="2889" name="Google Shape;2889;p102"/>
            <p:cNvSpPr txBox="1"/>
            <p:nvPr/>
          </p:nvSpPr>
          <p:spPr>
            <a:xfrm>
              <a:off x="3619" y="2166"/>
              <a:ext cx="351" cy="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10</a:t>
              </a:r>
              <a:endParaRPr b="0" i="0" sz="1400" u="none" cap="none" strike="noStrike">
                <a:solidFill>
                  <a:srgbClr val="000000"/>
                </a:solidFill>
                <a:latin typeface="Arial"/>
                <a:ea typeface="Arial"/>
                <a:cs typeface="Arial"/>
                <a:sym typeface="Arial"/>
              </a:endParaRPr>
            </a:p>
          </p:txBody>
        </p:sp>
        <p:cxnSp>
          <p:nvCxnSpPr>
            <p:cNvPr id="2890" name="Google Shape;2890;p102"/>
            <p:cNvCxnSpPr/>
            <p:nvPr/>
          </p:nvCxnSpPr>
          <p:spPr>
            <a:xfrm flipH="1">
              <a:off x="3870" y="1956"/>
              <a:ext cx="290" cy="233"/>
            </a:xfrm>
            <a:prstGeom prst="straightConnector1">
              <a:avLst/>
            </a:prstGeom>
            <a:noFill/>
            <a:ln cap="flat" cmpd="sng" w="9525">
              <a:solidFill>
                <a:schemeClr val="dk1"/>
              </a:solidFill>
              <a:prstDash val="solid"/>
              <a:round/>
              <a:headEnd len="sm" w="sm" type="none"/>
              <a:tailEnd len="med" w="med" type="triangle"/>
            </a:ln>
          </p:spPr>
        </p:cxnSp>
        <p:sp>
          <p:nvSpPr>
            <p:cNvPr id="2891" name="Google Shape;2891;p102"/>
            <p:cNvSpPr txBox="1"/>
            <p:nvPr/>
          </p:nvSpPr>
          <p:spPr>
            <a:xfrm>
              <a:off x="4712" y="2056"/>
              <a:ext cx="397" cy="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16</a:t>
              </a:r>
              <a:endParaRPr b="0" i="0" sz="1400" u="none" cap="none" strike="noStrike">
                <a:solidFill>
                  <a:srgbClr val="000000"/>
                </a:solidFill>
                <a:latin typeface="Arial"/>
                <a:ea typeface="Arial"/>
                <a:cs typeface="Arial"/>
                <a:sym typeface="Arial"/>
              </a:endParaRPr>
            </a:p>
          </p:txBody>
        </p:sp>
        <p:cxnSp>
          <p:nvCxnSpPr>
            <p:cNvPr id="2892" name="Google Shape;2892;p102"/>
            <p:cNvCxnSpPr/>
            <p:nvPr/>
          </p:nvCxnSpPr>
          <p:spPr>
            <a:xfrm>
              <a:off x="4398" y="1956"/>
              <a:ext cx="333" cy="140"/>
            </a:xfrm>
            <a:prstGeom prst="straightConnector1">
              <a:avLst/>
            </a:prstGeom>
            <a:noFill/>
            <a:ln cap="flat" cmpd="sng" w="9525">
              <a:solidFill>
                <a:schemeClr val="dk1"/>
              </a:solidFill>
              <a:prstDash val="solid"/>
              <a:round/>
              <a:headEnd len="sm" w="sm" type="none"/>
              <a:tailEnd len="med" w="med" type="triangle"/>
            </a:ln>
          </p:spPr>
        </p:cxnSp>
        <p:sp>
          <p:nvSpPr>
            <p:cNvPr id="2893" name="Google Shape;2893;p102"/>
            <p:cNvSpPr txBox="1"/>
            <p:nvPr/>
          </p:nvSpPr>
          <p:spPr>
            <a:xfrm>
              <a:off x="4122" y="1750"/>
              <a:ext cx="311" cy="237"/>
            </a:xfrm>
            <a:prstGeom prst="rect">
              <a:avLst/>
            </a:prstGeom>
            <a:noFill/>
            <a:ln cap="flat" cmpd="sng" w="9525">
              <a:solidFill>
                <a:srgbClr val="0000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3399"/>
                  </a:solidFill>
                  <a:latin typeface="Times New Roman"/>
                  <a:ea typeface="Times New Roman"/>
                  <a:cs typeface="Times New Roman"/>
                  <a:sym typeface="Times New Roman"/>
                </a:rPr>
                <a:t>26</a:t>
              </a:r>
              <a:endParaRPr b="0" i="0" sz="1400" u="none" cap="none" strike="noStrike">
                <a:solidFill>
                  <a:srgbClr val="000000"/>
                </a:solidFill>
                <a:latin typeface="Arial"/>
                <a:ea typeface="Arial"/>
                <a:cs typeface="Arial"/>
                <a:sym typeface="Arial"/>
              </a:endParaRPr>
            </a:p>
          </p:txBody>
        </p:sp>
        <p:cxnSp>
          <p:nvCxnSpPr>
            <p:cNvPr id="2894" name="Google Shape;2894;p102"/>
            <p:cNvCxnSpPr/>
            <p:nvPr/>
          </p:nvCxnSpPr>
          <p:spPr>
            <a:xfrm>
              <a:off x="4289" y="1471"/>
              <a:ext cx="0" cy="300"/>
            </a:xfrm>
            <a:prstGeom prst="straightConnector1">
              <a:avLst/>
            </a:prstGeom>
            <a:noFill/>
            <a:ln cap="flat" cmpd="sng" w="9525">
              <a:solidFill>
                <a:schemeClr val="dk1"/>
              </a:solidFill>
              <a:prstDash val="solid"/>
              <a:round/>
              <a:headEnd len="sm" w="sm" type="none"/>
              <a:tailEnd len="med" w="med" type="triangle"/>
            </a:ln>
          </p:spPr>
        </p:cxnSp>
      </p:grpSp>
      <p:sp>
        <p:nvSpPr>
          <p:cNvPr id="2895" name="Google Shape;2895;p102"/>
          <p:cNvSpPr txBox="1"/>
          <p:nvPr/>
        </p:nvSpPr>
        <p:spPr>
          <a:xfrm>
            <a:off x="476250" y="4211638"/>
            <a:ext cx="4435475" cy="1016000"/>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000"/>
              <a:buFont typeface="Arial"/>
              <a:buNone/>
            </a:pPr>
            <a:r>
              <a:rPr b="0" i="0" lang="en-US" sz="3000" u="none" cap="none" strike="noStrike">
                <a:solidFill>
                  <a:srgbClr val="003399"/>
                </a:solidFill>
                <a:latin typeface="Times New Roman"/>
                <a:ea typeface="Times New Roman"/>
                <a:cs typeface="Times New Roman"/>
                <a:sym typeface="Times New Roman"/>
              </a:rPr>
              <a:t>10100011011110111101111110000110101</a:t>
            </a:r>
            <a:endParaRPr b="0" i="0" sz="2000" u="none" cap="none" strike="noStrike">
              <a:solidFill>
                <a:srgbClr val="003399"/>
              </a:solidFill>
              <a:latin typeface="Times New Roman"/>
              <a:ea typeface="Times New Roman"/>
              <a:cs typeface="Times New Roman"/>
              <a:sym typeface="Times New Roman"/>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9" name="Shape 2899"/>
        <p:cNvGrpSpPr/>
        <p:nvPr/>
      </p:nvGrpSpPr>
      <p:grpSpPr>
        <a:xfrm>
          <a:off x="0" y="0"/>
          <a:ext cx="0" cy="0"/>
          <a:chOff x="0" y="0"/>
          <a:chExt cx="0" cy="0"/>
        </a:xfrm>
      </p:grpSpPr>
      <p:sp>
        <p:nvSpPr>
          <p:cNvPr id="2900" name="Google Shape;2900;p103"/>
          <p:cNvSpPr txBox="1"/>
          <p:nvPr>
            <p:ph type="title"/>
          </p:nvPr>
        </p:nvSpPr>
        <p:spPr>
          <a:xfrm>
            <a:off x="1150938" y="214313"/>
            <a:ext cx="7793037" cy="1462087"/>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Prefix code</a:t>
            </a:r>
            <a:endParaRPr/>
          </a:p>
        </p:txBody>
      </p:sp>
      <p:sp>
        <p:nvSpPr>
          <p:cNvPr id="2901" name="Google Shape;2901;p103"/>
          <p:cNvSpPr txBox="1"/>
          <p:nvPr>
            <p:ph idx="1" type="body"/>
          </p:nvPr>
        </p:nvSpPr>
        <p:spPr>
          <a:xfrm>
            <a:off x="1182688" y="2017713"/>
            <a:ext cx="3810000" cy="41148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1960"/>
              <a:buChar char="●"/>
            </a:pPr>
            <a:r>
              <a:rPr lang="en-US" sz="2800"/>
              <a:t>No prefix of a codeword is a codeword</a:t>
            </a:r>
            <a:endParaRPr/>
          </a:p>
          <a:p>
            <a:pPr indent="-342900" lvl="0" marL="342900" rtl="0" algn="l">
              <a:lnSpc>
                <a:spcPct val="100000"/>
              </a:lnSpc>
              <a:spcBef>
                <a:spcPts val="560"/>
              </a:spcBef>
              <a:spcAft>
                <a:spcPts val="0"/>
              </a:spcAft>
              <a:buSzPts val="1960"/>
              <a:buChar char="●"/>
            </a:pPr>
            <a:r>
              <a:rPr lang="en-US" sz="2800"/>
              <a:t>Uniquely decodable</a:t>
            </a:r>
            <a:endParaRPr/>
          </a:p>
        </p:txBody>
      </p:sp>
      <p:graphicFrame>
        <p:nvGraphicFramePr>
          <p:cNvPr id="2902" name="Google Shape;2902;p103"/>
          <p:cNvGraphicFramePr/>
          <p:nvPr/>
        </p:nvGraphicFramePr>
        <p:xfrm>
          <a:off x="4876800" y="2017713"/>
          <a:ext cx="3000000" cy="3000000"/>
        </p:xfrm>
        <a:graphic>
          <a:graphicData uri="http://schemas.openxmlformats.org/drawingml/2006/table">
            <a:tbl>
              <a:tblPr>
                <a:noFill/>
                <a:tableStyleId>{7CE245B8-3A78-4B4D-A062-3696DA59E64A}</a:tableStyleId>
              </a:tblPr>
              <a:tblGrid>
                <a:gridCol w="679450"/>
                <a:gridCol w="844550"/>
                <a:gridCol w="1371600"/>
                <a:gridCol w="1182700"/>
              </a:tblGrid>
              <a:tr h="501650">
                <a:tc>
                  <a:txBody>
                    <a:bodyPr/>
                    <a:lstStyle/>
                    <a:p>
                      <a:pPr indent="0" lvl="0" marL="0" marR="0" rtl="0" algn="l">
                        <a:lnSpc>
                          <a:spcPct val="100000"/>
                        </a:lnSpc>
                        <a:spcBef>
                          <a:spcPts val="0"/>
                        </a:spcBef>
                        <a:spcAft>
                          <a:spcPts val="0"/>
                        </a:spcAft>
                        <a:buClr>
                          <a:schemeClr val="folHlink"/>
                        </a:buClr>
                        <a:buSzPts val="1680"/>
                        <a:buFont typeface="Noto Sans Symbols"/>
                        <a:buNone/>
                      </a:pPr>
                      <a:r>
                        <a:rPr b="0" i="0" lang="en-US" sz="2800" u="none" cap="none" strike="noStrike">
                          <a:solidFill>
                            <a:schemeClr val="dk1"/>
                          </a:solidFill>
                          <a:latin typeface="Tahoma"/>
                          <a:ea typeface="Tahoma"/>
                          <a:cs typeface="Tahoma"/>
                          <a:sym typeface="Tahoma"/>
                        </a:rPr>
                        <a:t>A</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folHlink"/>
                        </a:buClr>
                        <a:buSzPts val="1680"/>
                        <a:buFont typeface="Noto Sans Symbols"/>
                        <a:buNone/>
                      </a:pPr>
                      <a:r>
                        <a:rPr b="0" i="0" lang="en-US" sz="2800" u="none" cap="none" strike="noStrike">
                          <a:solidFill>
                            <a:schemeClr val="dk1"/>
                          </a:solidFill>
                          <a:latin typeface="Tahoma"/>
                          <a:ea typeface="Tahoma"/>
                          <a:cs typeface="Tahoma"/>
                          <a:sym typeface="Tahoma"/>
                        </a:rPr>
                        <a:t>00</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folHlink"/>
                        </a:buClr>
                        <a:buSzPts val="1680"/>
                        <a:buFont typeface="Noto Sans Symbols"/>
                        <a:buNone/>
                      </a:pPr>
                      <a:r>
                        <a:rPr b="0" i="0" lang="en-US" sz="2800" u="none" cap="none" strike="noStrike">
                          <a:solidFill>
                            <a:schemeClr val="dk1"/>
                          </a:solidFill>
                          <a:latin typeface="Tahoma"/>
                          <a:ea typeface="Tahoma"/>
                          <a:cs typeface="Tahoma"/>
                          <a:sym typeface="Tahoma"/>
                        </a:rPr>
                        <a:t>1</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folHlink"/>
                        </a:buClr>
                        <a:buSzPts val="1680"/>
                        <a:buFont typeface="Noto Sans Symbols"/>
                        <a:buNone/>
                      </a:pPr>
                      <a:r>
                        <a:rPr b="0" i="0" lang="en-US" sz="2800" u="none" cap="none" strike="noStrike">
                          <a:solidFill>
                            <a:schemeClr val="dk1"/>
                          </a:solidFill>
                          <a:latin typeface="Tahoma"/>
                          <a:ea typeface="Tahoma"/>
                          <a:cs typeface="Tahoma"/>
                          <a:sym typeface="Tahoma"/>
                        </a:rPr>
                        <a:t>00</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501650">
                <a:tc>
                  <a:txBody>
                    <a:bodyPr/>
                    <a:lstStyle/>
                    <a:p>
                      <a:pPr indent="0" lvl="0" marL="0" marR="0" rtl="0" algn="l">
                        <a:lnSpc>
                          <a:spcPct val="100000"/>
                        </a:lnSpc>
                        <a:spcBef>
                          <a:spcPts val="0"/>
                        </a:spcBef>
                        <a:spcAft>
                          <a:spcPts val="0"/>
                        </a:spcAft>
                        <a:buClr>
                          <a:schemeClr val="folHlink"/>
                        </a:buClr>
                        <a:buSzPts val="1680"/>
                        <a:buFont typeface="Noto Sans Symbols"/>
                        <a:buNone/>
                      </a:pPr>
                      <a:r>
                        <a:rPr b="0" i="0" lang="en-US" sz="2800" u="none" cap="none" strike="noStrike">
                          <a:solidFill>
                            <a:schemeClr val="dk1"/>
                          </a:solidFill>
                          <a:latin typeface="Tahoma"/>
                          <a:ea typeface="Tahoma"/>
                          <a:cs typeface="Tahoma"/>
                          <a:sym typeface="Tahoma"/>
                        </a:rPr>
                        <a:t>B</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folHlink"/>
                        </a:buClr>
                        <a:buSzPts val="1680"/>
                        <a:buFont typeface="Noto Sans Symbols"/>
                        <a:buNone/>
                      </a:pPr>
                      <a:r>
                        <a:rPr b="0" i="0" lang="en-US" sz="2800" u="none" cap="none" strike="noStrike">
                          <a:solidFill>
                            <a:schemeClr val="dk1"/>
                          </a:solidFill>
                          <a:latin typeface="Tahoma"/>
                          <a:ea typeface="Tahoma"/>
                          <a:cs typeface="Tahoma"/>
                          <a:sym typeface="Tahoma"/>
                        </a:rPr>
                        <a:t>010</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folHlink"/>
                        </a:buClr>
                        <a:buSzPts val="1680"/>
                        <a:buFont typeface="Noto Sans Symbols"/>
                        <a:buNone/>
                      </a:pPr>
                      <a:r>
                        <a:rPr b="0" i="0" lang="en-US" sz="2800" u="none" cap="none" strike="noStrike">
                          <a:solidFill>
                            <a:schemeClr val="dk1"/>
                          </a:solidFill>
                          <a:latin typeface="Tahoma"/>
                          <a:ea typeface="Tahoma"/>
                          <a:cs typeface="Tahoma"/>
                          <a:sym typeface="Tahoma"/>
                        </a:rPr>
                        <a:t>01</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folHlink"/>
                        </a:buClr>
                        <a:buSzPts val="1680"/>
                        <a:buFont typeface="Noto Sans Symbols"/>
                        <a:buNone/>
                      </a:pPr>
                      <a:r>
                        <a:rPr b="0" i="0" lang="en-US" sz="2800" u="none" cap="none" strike="noStrike">
                          <a:solidFill>
                            <a:schemeClr val="dk1"/>
                          </a:solidFill>
                          <a:latin typeface="Tahoma"/>
                          <a:ea typeface="Tahoma"/>
                          <a:cs typeface="Tahoma"/>
                          <a:sym typeface="Tahoma"/>
                        </a:rPr>
                        <a:t>10</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503250">
                <a:tc>
                  <a:txBody>
                    <a:bodyPr/>
                    <a:lstStyle/>
                    <a:p>
                      <a:pPr indent="0" lvl="0" marL="0" marR="0" rtl="0" algn="l">
                        <a:lnSpc>
                          <a:spcPct val="100000"/>
                        </a:lnSpc>
                        <a:spcBef>
                          <a:spcPts val="0"/>
                        </a:spcBef>
                        <a:spcAft>
                          <a:spcPts val="0"/>
                        </a:spcAft>
                        <a:buClr>
                          <a:schemeClr val="folHlink"/>
                        </a:buClr>
                        <a:buSzPts val="1680"/>
                        <a:buFont typeface="Noto Sans Symbols"/>
                        <a:buNone/>
                      </a:pPr>
                      <a:r>
                        <a:rPr b="0" i="0" lang="en-US" sz="2800" u="none" cap="none" strike="noStrike">
                          <a:solidFill>
                            <a:schemeClr val="dk1"/>
                          </a:solidFill>
                          <a:latin typeface="Tahoma"/>
                          <a:ea typeface="Tahoma"/>
                          <a:cs typeface="Tahoma"/>
                          <a:sym typeface="Tahoma"/>
                        </a:rPr>
                        <a:t>C</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folHlink"/>
                        </a:buClr>
                        <a:buSzPts val="1680"/>
                        <a:buFont typeface="Noto Sans Symbols"/>
                        <a:buNone/>
                      </a:pPr>
                      <a:r>
                        <a:rPr b="0" i="0" lang="en-US" sz="2800" u="none" cap="none" strike="noStrike">
                          <a:solidFill>
                            <a:schemeClr val="dk1"/>
                          </a:solidFill>
                          <a:latin typeface="Tahoma"/>
                          <a:ea typeface="Tahoma"/>
                          <a:cs typeface="Tahoma"/>
                          <a:sym typeface="Tahoma"/>
                        </a:rPr>
                        <a:t>011</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folHlink"/>
                        </a:buClr>
                        <a:buSzPts val="1680"/>
                        <a:buFont typeface="Noto Sans Symbols"/>
                        <a:buNone/>
                      </a:pPr>
                      <a:r>
                        <a:rPr b="0" i="0" lang="en-US" sz="2800" u="none" cap="none" strike="noStrike">
                          <a:solidFill>
                            <a:schemeClr val="dk1"/>
                          </a:solidFill>
                          <a:latin typeface="Tahoma"/>
                          <a:ea typeface="Tahoma"/>
                          <a:cs typeface="Tahoma"/>
                          <a:sym typeface="Tahoma"/>
                        </a:rPr>
                        <a:t>001</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folHlink"/>
                        </a:buClr>
                        <a:buSzPts val="1680"/>
                        <a:buFont typeface="Noto Sans Symbols"/>
                        <a:buNone/>
                      </a:pPr>
                      <a:r>
                        <a:rPr b="0" i="0" lang="en-US" sz="2800" u="none" cap="none" strike="noStrike">
                          <a:solidFill>
                            <a:schemeClr val="dk1"/>
                          </a:solidFill>
                          <a:latin typeface="Tahoma"/>
                          <a:ea typeface="Tahoma"/>
                          <a:cs typeface="Tahoma"/>
                          <a:sym typeface="Tahoma"/>
                        </a:rPr>
                        <a:t>11</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501650">
                <a:tc>
                  <a:txBody>
                    <a:bodyPr/>
                    <a:lstStyle/>
                    <a:p>
                      <a:pPr indent="0" lvl="0" marL="0" marR="0" rtl="0" algn="l">
                        <a:lnSpc>
                          <a:spcPct val="100000"/>
                        </a:lnSpc>
                        <a:spcBef>
                          <a:spcPts val="0"/>
                        </a:spcBef>
                        <a:spcAft>
                          <a:spcPts val="0"/>
                        </a:spcAft>
                        <a:buClr>
                          <a:schemeClr val="folHlink"/>
                        </a:buClr>
                        <a:buSzPts val="1680"/>
                        <a:buFont typeface="Noto Sans Symbols"/>
                        <a:buNone/>
                      </a:pPr>
                      <a:r>
                        <a:rPr b="0" i="0" lang="en-US" sz="2800" u="none" cap="none" strike="noStrike">
                          <a:solidFill>
                            <a:schemeClr val="dk1"/>
                          </a:solidFill>
                          <a:latin typeface="Tahoma"/>
                          <a:ea typeface="Tahoma"/>
                          <a:cs typeface="Tahoma"/>
                          <a:sym typeface="Tahoma"/>
                        </a:rPr>
                        <a:t>D</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folHlink"/>
                        </a:buClr>
                        <a:buSzPts val="1680"/>
                        <a:buFont typeface="Noto Sans Symbols"/>
                        <a:buNone/>
                      </a:pPr>
                      <a:r>
                        <a:rPr b="0" i="0" lang="en-US" sz="2800" u="none" cap="none" strike="noStrike">
                          <a:solidFill>
                            <a:schemeClr val="dk1"/>
                          </a:solidFill>
                          <a:latin typeface="Tahoma"/>
                          <a:ea typeface="Tahoma"/>
                          <a:cs typeface="Tahoma"/>
                          <a:sym typeface="Tahoma"/>
                        </a:rPr>
                        <a:t>100</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folHlink"/>
                        </a:buClr>
                        <a:buSzPts val="1680"/>
                        <a:buFont typeface="Noto Sans Symbols"/>
                        <a:buNone/>
                      </a:pPr>
                      <a:r>
                        <a:rPr b="0" i="0" lang="en-US" sz="2800" u="none" cap="none" strike="noStrike">
                          <a:solidFill>
                            <a:schemeClr val="dk1"/>
                          </a:solidFill>
                          <a:latin typeface="Tahoma"/>
                          <a:ea typeface="Tahoma"/>
                          <a:cs typeface="Tahoma"/>
                          <a:sym typeface="Tahoma"/>
                        </a:rPr>
                        <a:t>0001</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folHlink"/>
                        </a:buClr>
                        <a:buSzPts val="1680"/>
                        <a:buFont typeface="Noto Sans Symbols"/>
                        <a:buNone/>
                      </a:pPr>
                      <a:r>
                        <a:rPr b="0" i="0" lang="en-US" sz="2800" u="none" cap="none" strike="noStrike">
                          <a:solidFill>
                            <a:schemeClr val="dk1"/>
                          </a:solidFill>
                          <a:latin typeface="Tahoma"/>
                          <a:ea typeface="Tahoma"/>
                          <a:cs typeface="Tahoma"/>
                          <a:sym typeface="Tahoma"/>
                        </a:rPr>
                        <a:t>0001</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501650">
                <a:tc>
                  <a:txBody>
                    <a:bodyPr/>
                    <a:lstStyle/>
                    <a:p>
                      <a:pPr indent="0" lvl="0" marL="0" marR="0" rtl="0" algn="l">
                        <a:lnSpc>
                          <a:spcPct val="100000"/>
                        </a:lnSpc>
                        <a:spcBef>
                          <a:spcPts val="0"/>
                        </a:spcBef>
                        <a:spcAft>
                          <a:spcPts val="0"/>
                        </a:spcAft>
                        <a:buClr>
                          <a:schemeClr val="folHlink"/>
                        </a:buClr>
                        <a:buSzPts val="1680"/>
                        <a:buFont typeface="Noto Sans Symbols"/>
                        <a:buNone/>
                      </a:pPr>
                      <a:r>
                        <a:rPr b="0" i="0" lang="en-US" sz="2800" u="none" cap="none" strike="noStrike">
                          <a:solidFill>
                            <a:schemeClr val="dk1"/>
                          </a:solidFill>
                          <a:latin typeface="Tahoma"/>
                          <a:ea typeface="Tahoma"/>
                          <a:cs typeface="Tahoma"/>
                          <a:sym typeface="Tahoma"/>
                        </a:rPr>
                        <a:t>E</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folHlink"/>
                        </a:buClr>
                        <a:buSzPts val="1680"/>
                        <a:buFont typeface="Noto Sans Symbols"/>
                        <a:buNone/>
                      </a:pPr>
                      <a:r>
                        <a:rPr b="0" i="0" lang="en-US" sz="2800" u="none" cap="none" strike="noStrike">
                          <a:solidFill>
                            <a:schemeClr val="dk1"/>
                          </a:solidFill>
                          <a:latin typeface="Tahoma"/>
                          <a:ea typeface="Tahoma"/>
                          <a:cs typeface="Tahoma"/>
                          <a:sym typeface="Tahoma"/>
                        </a:rPr>
                        <a:t>11</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folHlink"/>
                        </a:buClr>
                        <a:buSzPts val="1680"/>
                        <a:buFont typeface="Noto Sans Symbols"/>
                        <a:buNone/>
                      </a:pPr>
                      <a:r>
                        <a:rPr b="0" i="0" lang="en-US" sz="2800" u="none" cap="none" strike="noStrike">
                          <a:solidFill>
                            <a:schemeClr val="dk1"/>
                          </a:solidFill>
                          <a:latin typeface="Tahoma"/>
                          <a:ea typeface="Tahoma"/>
                          <a:cs typeface="Tahoma"/>
                          <a:sym typeface="Tahoma"/>
                        </a:rPr>
                        <a:t>00001</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folHlink"/>
                        </a:buClr>
                        <a:buSzPts val="1680"/>
                        <a:buFont typeface="Noto Sans Symbols"/>
                        <a:buNone/>
                      </a:pPr>
                      <a:r>
                        <a:rPr b="0" i="0" lang="en-US" sz="2800" u="none" cap="none" strike="noStrike">
                          <a:solidFill>
                            <a:schemeClr val="dk1"/>
                          </a:solidFill>
                          <a:latin typeface="Tahoma"/>
                          <a:ea typeface="Tahoma"/>
                          <a:cs typeface="Tahoma"/>
                          <a:sym typeface="Tahoma"/>
                        </a:rPr>
                        <a:t>11000</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501650">
                <a:tc>
                  <a:txBody>
                    <a:bodyPr/>
                    <a:lstStyle/>
                    <a:p>
                      <a:pPr indent="0" lvl="0" marL="0" marR="0" rtl="0" algn="l">
                        <a:lnSpc>
                          <a:spcPct val="100000"/>
                        </a:lnSpc>
                        <a:spcBef>
                          <a:spcPts val="0"/>
                        </a:spcBef>
                        <a:spcAft>
                          <a:spcPts val="0"/>
                        </a:spcAft>
                        <a:buClr>
                          <a:schemeClr val="folHlink"/>
                        </a:buClr>
                        <a:buSzPts val="1680"/>
                        <a:buFont typeface="Noto Sans Symbols"/>
                        <a:buNone/>
                      </a:pPr>
                      <a:r>
                        <a:rPr b="0" i="0" lang="en-US" sz="2800" u="none" cap="none" strike="noStrike">
                          <a:solidFill>
                            <a:schemeClr val="dk1"/>
                          </a:solidFill>
                          <a:latin typeface="Tahoma"/>
                          <a:ea typeface="Tahoma"/>
                          <a:cs typeface="Tahoma"/>
                          <a:sym typeface="Tahoma"/>
                        </a:rPr>
                        <a:t>F</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folHlink"/>
                        </a:buClr>
                        <a:buSzPts val="1680"/>
                        <a:buFont typeface="Noto Sans Symbols"/>
                        <a:buNone/>
                      </a:pPr>
                      <a:r>
                        <a:rPr b="0" i="0" lang="en-US" sz="2800" u="none" cap="none" strike="noStrike">
                          <a:solidFill>
                            <a:schemeClr val="dk1"/>
                          </a:solidFill>
                          <a:latin typeface="Tahoma"/>
                          <a:ea typeface="Tahoma"/>
                          <a:cs typeface="Tahoma"/>
                          <a:sym typeface="Tahoma"/>
                        </a:rPr>
                        <a:t>101</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folHlink"/>
                        </a:buClr>
                        <a:buSzPts val="1680"/>
                        <a:buFont typeface="Noto Sans Symbols"/>
                        <a:buNone/>
                      </a:pPr>
                      <a:r>
                        <a:rPr b="0" i="0" lang="en-US" sz="2800" u="none" cap="none" strike="noStrike">
                          <a:solidFill>
                            <a:schemeClr val="dk1"/>
                          </a:solidFill>
                          <a:latin typeface="Tahoma"/>
                          <a:ea typeface="Tahoma"/>
                          <a:cs typeface="Tahoma"/>
                          <a:sym typeface="Tahoma"/>
                        </a:rPr>
                        <a:t>000001</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folHlink"/>
                        </a:buClr>
                        <a:buSzPts val="1680"/>
                        <a:buFont typeface="Noto Sans Symbols"/>
                        <a:buNone/>
                      </a:pPr>
                      <a:r>
                        <a:rPr b="0" i="0" lang="en-US" sz="2800" u="none" cap="none" strike="noStrike">
                          <a:solidFill>
                            <a:schemeClr val="dk1"/>
                          </a:solidFill>
                          <a:latin typeface="Tahoma"/>
                          <a:ea typeface="Tahoma"/>
                          <a:cs typeface="Tahoma"/>
                          <a:sym typeface="Tahoma"/>
                        </a:rPr>
                        <a:t>101</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6" name="Shape 2906"/>
        <p:cNvGrpSpPr/>
        <p:nvPr/>
      </p:nvGrpSpPr>
      <p:grpSpPr>
        <a:xfrm>
          <a:off x="0" y="0"/>
          <a:ext cx="0" cy="0"/>
          <a:chOff x="0" y="0"/>
          <a:chExt cx="0" cy="0"/>
        </a:xfrm>
      </p:grpSpPr>
      <p:sp>
        <p:nvSpPr>
          <p:cNvPr id="2907" name="Google Shape;2907;p104"/>
          <p:cNvSpPr txBox="1"/>
          <p:nvPr>
            <p:ph type="title"/>
          </p:nvPr>
        </p:nvSpPr>
        <p:spPr>
          <a:xfrm>
            <a:off x="1150938" y="214313"/>
            <a:ext cx="7793037" cy="1462087"/>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Prefix codes and binary trees</a:t>
            </a:r>
            <a:endParaRPr/>
          </a:p>
        </p:txBody>
      </p:sp>
      <p:sp>
        <p:nvSpPr>
          <p:cNvPr id="2908" name="Google Shape;2908;p104"/>
          <p:cNvSpPr txBox="1"/>
          <p:nvPr>
            <p:ph idx="1" type="body"/>
          </p:nvPr>
        </p:nvSpPr>
        <p:spPr>
          <a:xfrm>
            <a:off x="1182688" y="2017713"/>
            <a:ext cx="4456112" cy="954087"/>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1960"/>
              <a:buChar char="●"/>
            </a:pPr>
            <a:r>
              <a:rPr lang="en-US" sz="2800"/>
              <a:t>Tree representation of prefix codes</a:t>
            </a:r>
            <a:endParaRPr/>
          </a:p>
        </p:txBody>
      </p:sp>
      <p:sp>
        <p:nvSpPr>
          <p:cNvPr id="2909" name="Google Shape;2909;p104"/>
          <p:cNvSpPr/>
          <p:nvPr/>
        </p:nvSpPr>
        <p:spPr>
          <a:xfrm>
            <a:off x="6400800" y="2133600"/>
            <a:ext cx="304800" cy="304800"/>
          </a:xfrm>
          <a:prstGeom prst="ellipse">
            <a:avLst/>
          </a:prstGeom>
          <a:solidFill>
            <a:schemeClr val="hlink"/>
          </a:solidFill>
          <a:ln cap="flat" cmpd="sng" w="285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2910" name="Google Shape;2910;p104"/>
          <p:cNvSpPr/>
          <p:nvPr/>
        </p:nvSpPr>
        <p:spPr>
          <a:xfrm>
            <a:off x="7467600" y="2895600"/>
            <a:ext cx="304800" cy="304800"/>
          </a:xfrm>
          <a:prstGeom prst="ellipse">
            <a:avLst/>
          </a:prstGeom>
          <a:solidFill>
            <a:schemeClr val="hlink"/>
          </a:solidFill>
          <a:ln cap="flat" cmpd="sng" w="285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2911" name="Google Shape;2911;p104"/>
          <p:cNvSpPr/>
          <p:nvPr/>
        </p:nvSpPr>
        <p:spPr>
          <a:xfrm>
            <a:off x="5181600" y="2895600"/>
            <a:ext cx="304800" cy="304800"/>
          </a:xfrm>
          <a:prstGeom prst="ellipse">
            <a:avLst/>
          </a:prstGeom>
          <a:solidFill>
            <a:schemeClr val="hlink"/>
          </a:solidFill>
          <a:ln cap="flat" cmpd="sng" w="285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2912" name="Google Shape;2912;p104"/>
          <p:cNvSpPr/>
          <p:nvPr/>
        </p:nvSpPr>
        <p:spPr>
          <a:xfrm>
            <a:off x="4495800" y="3886200"/>
            <a:ext cx="304800" cy="304800"/>
          </a:xfrm>
          <a:prstGeom prst="ellipse">
            <a:avLst/>
          </a:prstGeom>
          <a:solidFill>
            <a:schemeClr val="hlink"/>
          </a:solidFill>
          <a:ln cap="flat" cmpd="sng" w="285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2913" name="Google Shape;2913;p104"/>
          <p:cNvSpPr/>
          <p:nvPr/>
        </p:nvSpPr>
        <p:spPr>
          <a:xfrm>
            <a:off x="8153400" y="3886200"/>
            <a:ext cx="304800" cy="304800"/>
          </a:xfrm>
          <a:prstGeom prst="ellipse">
            <a:avLst/>
          </a:prstGeom>
          <a:solidFill>
            <a:schemeClr val="hlink"/>
          </a:solidFill>
          <a:ln cap="flat" cmpd="sng" w="285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2914" name="Google Shape;2914;p104"/>
          <p:cNvSpPr/>
          <p:nvPr/>
        </p:nvSpPr>
        <p:spPr>
          <a:xfrm>
            <a:off x="6934200" y="3962400"/>
            <a:ext cx="304800" cy="304800"/>
          </a:xfrm>
          <a:prstGeom prst="ellipse">
            <a:avLst/>
          </a:prstGeom>
          <a:solidFill>
            <a:schemeClr val="hlink"/>
          </a:solidFill>
          <a:ln cap="flat" cmpd="sng" w="285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2915" name="Google Shape;2915;p104"/>
          <p:cNvSpPr/>
          <p:nvPr/>
        </p:nvSpPr>
        <p:spPr>
          <a:xfrm>
            <a:off x="6096000" y="4953000"/>
            <a:ext cx="304800" cy="304800"/>
          </a:xfrm>
          <a:prstGeom prst="ellipse">
            <a:avLst/>
          </a:prstGeom>
          <a:solidFill>
            <a:schemeClr val="hlink"/>
          </a:solidFill>
          <a:ln cap="flat" cmpd="sng" w="285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2916" name="Google Shape;2916;p104"/>
          <p:cNvSpPr/>
          <p:nvPr/>
        </p:nvSpPr>
        <p:spPr>
          <a:xfrm>
            <a:off x="5029200" y="4876800"/>
            <a:ext cx="304800" cy="304800"/>
          </a:xfrm>
          <a:prstGeom prst="ellipse">
            <a:avLst/>
          </a:prstGeom>
          <a:solidFill>
            <a:schemeClr val="hlink"/>
          </a:solidFill>
          <a:ln cap="flat" cmpd="sng" w="285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2917" name="Google Shape;2917;p104"/>
          <p:cNvSpPr/>
          <p:nvPr/>
        </p:nvSpPr>
        <p:spPr>
          <a:xfrm>
            <a:off x="6629400" y="5943600"/>
            <a:ext cx="304800" cy="304800"/>
          </a:xfrm>
          <a:prstGeom prst="ellipse">
            <a:avLst/>
          </a:prstGeom>
          <a:solidFill>
            <a:schemeClr val="hlink"/>
          </a:solidFill>
          <a:ln cap="flat" cmpd="sng" w="285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2918" name="Google Shape;2918;p104"/>
          <p:cNvSpPr/>
          <p:nvPr/>
        </p:nvSpPr>
        <p:spPr>
          <a:xfrm>
            <a:off x="5562600" y="5943600"/>
            <a:ext cx="304800" cy="304800"/>
          </a:xfrm>
          <a:prstGeom prst="ellipse">
            <a:avLst/>
          </a:prstGeom>
          <a:solidFill>
            <a:schemeClr val="hlink"/>
          </a:solidFill>
          <a:ln cap="flat" cmpd="sng" w="285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cxnSp>
        <p:nvCxnSpPr>
          <p:cNvPr id="2919" name="Google Shape;2919;p104"/>
          <p:cNvCxnSpPr/>
          <p:nvPr/>
        </p:nvCxnSpPr>
        <p:spPr>
          <a:xfrm flipH="1" rot="10800000">
            <a:off x="5410200" y="2362200"/>
            <a:ext cx="990600" cy="609600"/>
          </a:xfrm>
          <a:prstGeom prst="straightConnector1">
            <a:avLst/>
          </a:prstGeom>
          <a:noFill/>
          <a:ln cap="flat" cmpd="sng" w="28575">
            <a:solidFill>
              <a:schemeClr val="dk1"/>
            </a:solidFill>
            <a:prstDash val="solid"/>
            <a:round/>
            <a:headEnd len="sm" w="sm" type="none"/>
            <a:tailEnd len="sm" w="sm" type="none"/>
          </a:ln>
        </p:spPr>
      </p:cxnSp>
      <p:cxnSp>
        <p:nvCxnSpPr>
          <p:cNvPr id="2920" name="Google Shape;2920;p104"/>
          <p:cNvCxnSpPr/>
          <p:nvPr/>
        </p:nvCxnSpPr>
        <p:spPr>
          <a:xfrm>
            <a:off x="6705600" y="2362200"/>
            <a:ext cx="762000" cy="609600"/>
          </a:xfrm>
          <a:prstGeom prst="straightConnector1">
            <a:avLst/>
          </a:prstGeom>
          <a:noFill/>
          <a:ln cap="flat" cmpd="sng" w="28575">
            <a:solidFill>
              <a:schemeClr val="dk1"/>
            </a:solidFill>
            <a:prstDash val="solid"/>
            <a:round/>
            <a:headEnd len="sm" w="sm" type="none"/>
            <a:tailEnd len="sm" w="sm" type="none"/>
          </a:ln>
        </p:spPr>
      </p:cxnSp>
      <p:cxnSp>
        <p:nvCxnSpPr>
          <p:cNvPr id="2921" name="Google Shape;2921;p104"/>
          <p:cNvCxnSpPr/>
          <p:nvPr/>
        </p:nvCxnSpPr>
        <p:spPr>
          <a:xfrm>
            <a:off x="7696200" y="3200400"/>
            <a:ext cx="533400" cy="685800"/>
          </a:xfrm>
          <a:prstGeom prst="straightConnector1">
            <a:avLst/>
          </a:prstGeom>
          <a:noFill/>
          <a:ln cap="flat" cmpd="sng" w="28575">
            <a:solidFill>
              <a:schemeClr val="dk1"/>
            </a:solidFill>
            <a:prstDash val="solid"/>
            <a:round/>
            <a:headEnd len="sm" w="sm" type="none"/>
            <a:tailEnd len="sm" w="sm" type="none"/>
          </a:ln>
        </p:spPr>
      </p:cxnSp>
      <p:cxnSp>
        <p:nvCxnSpPr>
          <p:cNvPr id="2922" name="Google Shape;2922;p104"/>
          <p:cNvCxnSpPr/>
          <p:nvPr/>
        </p:nvCxnSpPr>
        <p:spPr>
          <a:xfrm flipH="1">
            <a:off x="7162800" y="3200400"/>
            <a:ext cx="381000" cy="762000"/>
          </a:xfrm>
          <a:prstGeom prst="straightConnector1">
            <a:avLst/>
          </a:prstGeom>
          <a:noFill/>
          <a:ln cap="flat" cmpd="sng" w="28575">
            <a:solidFill>
              <a:schemeClr val="dk1"/>
            </a:solidFill>
            <a:prstDash val="solid"/>
            <a:round/>
            <a:headEnd len="sm" w="sm" type="none"/>
            <a:tailEnd len="sm" w="sm" type="none"/>
          </a:ln>
        </p:spPr>
      </p:cxnSp>
      <p:cxnSp>
        <p:nvCxnSpPr>
          <p:cNvPr id="2923" name="Google Shape;2923;p104"/>
          <p:cNvCxnSpPr/>
          <p:nvPr/>
        </p:nvCxnSpPr>
        <p:spPr>
          <a:xfrm>
            <a:off x="5410200" y="3200400"/>
            <a:ext cx="381000" cy="685800"/>
          </a:xfrm>
          <a:prstGeom prst="straightConnector1">
            <a:avLst/>
          </a:prstGeom>
          <a:noFill/>
          <a:ln cap="flat" cmpd="sng" w="28575">
            <a:solidFill>
              <a:schemeClr val="dk1"/>
            </a:solidFill>
            <a:prstDash val="solid"/>
            <a:round/>
            <a:headEnd len="sm" w="sm" type="none"/>
            <a:tailEnd len="sm" w="sm" type="none"/>
          </a:ln>
        </p:spPr>
      </p:cxnSp>
      <p:cxnSp>
        <p:nvCxnSpPr>
          <p:cNvPr id="2924" name="Google Shape;2924;p104"/>
          <p:cNvCxnSpPr/>
          <p:nvPr/>
        </p:nvCxnSpPr>
        <p:spPr>
          <a:xfrm flipH="1">
            <a:off x="4724400" y="3200400"/>
            <a:ext cx="533400" cy="685800"/>
          </a:xfrm>
          <a:prstGeom prst="straightConnector1">
            <a:avLst/>
          </a:prstGeom>
          <a:noFill/>
          <a:ln cap="flat" cmpd="sng" w="28575">
            <a:solidFill>
              <a:schemeClr val="dk1"/>
            </a:solidFill>
            <a:prstDash val="solid"/>
            <a:round/>
            <a:headEnd len="sm" w="sm" type="none"/>
            <a:tailEnd len="sm" w="sm" type="none"/>
          </a:ln>
        </p:spPr>
      </p:cxnSp>
      <p:cxnSp>
        <p:nvCxnSpPr>
          <p:cNvPr id="2925" name="Google Shape;2925;p104"/>
          <p:cNvCxnSpPr/>
          <p:nvPr/>
        </p:nvCxnSpPr>
        <p:spPr>
          <a:xfrm flipH="1" rot="10800000">
            <a:off x="5257800" y="4114800"/>
            <a:ext cx="533400" cy="762000"/>
          </a:xfrm>
          <a:prstGeom prst="straightConnector1">
            <a:avLst/>
          </a:prstGeom>
          <a:noFill/>
          <a:ln cap="flat" cmpd="sng" w="28575">
            <a:solidFill>
              <a:schemeClr val="dk1"/>
            </a:solidFill>
            <a:prstDash val="solid"/>
            <a:round/>
            <a:headEnd len="sm" w="sm" type="none"/>
            <a:tailEnd len="sm" w="sm" type="none"/>
          </a:ln>
        </p:spPr>
      </p:cxnSp>
      <p:cxnSp>
        <p:nvCxnSpPr>
          <p:cNvPr id="2926" name="Google Shape;2926;p104"/>
          <p:cNvCxnSpPr/>
          <p:nvPr/>
        </p:nvCxnSpPr>
        <p:spPr>
          <a:xfrm rot="10800000">
            <a:off x="5943600" y="4191000"/>
            <a:ext cx="304800" cy="762000"/>
          </a:xfrm>
          <a:prstGeom prst="straightConnector1">
            <a:avLst/>
          </a:prstGeom>
          <a:noFill/>
          <a:ln cap="flat" cmpd="sng" w="28575">
            <a:solidFill>
              <a:schemeClr val="dk1"/>
            </a:solidFill>
            <a:prstDash val="solid"/>
            <a:round/>
            <a:headEnd len="sm" w="sm" type="none"/>
            <a:tailEnd len="sm" w="sm" type="none"/>
          </a:ln>
        </p:spPr>
      </p:cxnSp>
      <p:cxnSp>
        <p:nvCxnSpPr>
          <p:cNvPr id="2927" name="Google Shape;2927;p104"/>
          <p:cNvCxnSpPr/>
          <p:nvPr/>
        </p:nvCxnSpPr>
        <p:spPr>
          <a:xfrm flipH="1" rot="10800000">
            <a:off x="5791200" y="5257800"/>
            <a:ext cx="381000" cy="685800"/>
          </a:xfrm>
          <a:prstGeom prst="straightConnector1">
            <a:avLst/>
          </a:prstGeom>
          <a:noFill/>
          <a:ln cap="flat" cmpd="sng" w="28575">
            <a:solidFill>
              <a:schemeClr val="dk1"/>
            </a:solidFill>
            <a:prstDash val="solid"/>
            <a:round/>
            <a:headEnd len="sm" w="sm" type="none"/>
            <a:tailEnd len="sm" w="sm" type="none"/>
          </a:ln>
        </p:spPr>
      </p:cxnSp>
      <p:cxnSp>
        <p:nvCxnSpPr>
          <p:cNvPr id="2928" name="Google Shape;2928;p104"/>
          <p:cNvCxnSpPr/>
          <p:nvPr/>
        </p:nvCxnSpPr>
        <p:spPr>
          <a:xfrm rot="10800000">
            <a:off x="6324600" y="5257800"/>
            <a:ext cx="457200" cy="685800"/>
          </a:xfrm>
          <a:prstGeom prst="straightConnector1">
            <a:avLst/>
          </a:prstGeom>
          <a:noFill/>
          <a:ln cap="flat" cmpd="sng" w="28575">
            <a:solidFill>
              <a:schemeClr val="dk1"/>
            </a:solidFill>
            <a:prstDash val="solid"/>
            <a:round/>
            <a:headEnd len="sm" w="sm" type="none"/>
            <a:tailEnd len="sm" w="sm" type="none"/>
          </a:ln>
        </p:spPr>
      </p:cxnSp>
      <p:sp>
        <p:nvSpPr>
          <p:cNvPr id="2929" name="Google Shape;2929;p104"/>
          <p:cNvSpPr/>
          <p:nvPr/>
        </p:nvSpPr>
        <p:spPr>
          <a:xfrm>
            <a:off x="5715000" y="3886200"/>
            <a:ext cx="304800" cy="304800"/>
          </a:xfrm>
          <a:prstGeom prst="ellipse">
            <a:avLst/>
          </a:prstGeom>
          <a:solidFill>
            <a:schemeClr val="hlink"/>
          </a:solidFill>
          <a:ln cap="flat" cmpd="sng" w="285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graphicFrame>
        <p:nvGraphicFramePr>
          <p:cNvPr id="2930" name="Google Shape;2930;p104"/>
          <p:cNvGraphicFramePr/>
          <p:nvPr/>
        </p:nvGraphicFramePr>
        <p:xfrm>
          <a:off x="1524000" y="3200400"/>
          <a:ext cx="3000000" cy="3000000"/>
        </p:xfrm>
        <a:graphic>
          <a:graphicData uri="http://schemas.openxmlformats.org/drawingml/2006/table">
            <a:tbl>
              <a:tblPr>
                <a:noFill/>
                <a:tableStyleId>{7CE245B8-3A78-4B4D-A062-3696DA59E64A}</a:tableStyleId>
              </a:tblPr>
              <a:tblGrid>
                <a:gridCol w="685800"/>
                <a:gridCol w="1295400"/>
              </a:tblGrid>
              <a:tr h="406400">
                <a:tc>
                  <a:txBody>
                    <a:bodyPr/>
                    <a:lstStyle/>
                    <a:p>
                      <a:pPr indent="0" lvl="0" marL="0" marR="0" rtl="0" algn="l">
                        <a:lnSpc>
                          <a:spcPct val="100000"/>
                        </a:lnSpc>
                        <a:spcBef>
                          <a:spcPts val="0"/>
                        </a:spcBef>
                        <a:spcAft>
                          <a:spcPts val="0"/>
                        </a:spcAft>
                        <a:buClr>
                          <a:schemeClr val="folHlink"/>
                        </a:buClr>
                        <a:buSzPts val="1680"/>
                        <a:buFont typeface="Noto Sans Symbols"/>
                        <a:buNone/>
                      </a:pPr>
                      <a:r>
                        <a:rPr b="0" i="0" lang="en-US" sz="2800" u="none" cap="none" strike="noStrike">
                          <a:solidFill>
                            <a:schemeClr val="dk1"/>
                          </a:solidFill>
                          <a:latin typeface="Tahoma"/>
                          <a:ea typeface="Tahoma"/>
                          <a:cs typeface="Tahoma"/>
                          <a:sym typeface="Tahoma"/>
                        </a:rPr>
                        <a:t>A</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folHlink"/>
                        </a:buClr>
                        <a:buSzPts val="1680"/>
                        <a:buFont typeface="Noto Sans Symbols"/>
                        <a:buNone/>
                      </a:pPr>
                      <a:r>
                        <a:rPr b="0" i="0" lang="en-US" sz="2800" u="none" cap="none" strike="noStrike">
                          <a:solidFill>
                            <a:schemeClr val="dk1"/>
                          </a:solidFill>
                          <a:latin typeface="Tahoma"/>
                          <a:ea typeface="Tahoma"/>
                          <a:cs typeface="Tahoma"/>
                          <a:sym typeface="Tahoma"/>
                        </a:rPr>
                        <a:t>00</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406400">
                <a:tc>
                  <a:txBody>
                    <a:bodyPr/>
                    <a:lstStyle/>
                    <a:p>
                      <a:pPr indent="0" lvl="0" marL="0" marR="0" rtl="0" algn="l">
                        <a:lnSpc>
                          <a:spcPct val="100000"/>
                        </a:lnSpc>
                        <a:spcBef>
                          <a:spcPts val="0"/>
                        </a:spcBef>
                        <a:spcAft>
                          <a:spcPts val="0"/>
                        </a:spcAft>
                        <a:buClr>
                          <a:schemeClr val="folHlink"/>
                        </a:buClr>
                        <a:buSzPts val="1680"/>
                        <a:buFont typeface="Noto Sans Symbols"/>
                        <a:buNone/>
                      </a:pPr>
                      <a:r>
                        <a:rPr b="0" i="0" lang="en-US" sz="2800" u="none" cap="none" strike="noStrike">
                          <a:solidFill>
                            <a:schemeClr val="dk1"/>
                          </a:solidFill>
                          <a:latin typeface="Tahoma"/>
                          <a:ea typeface="Tahoma"/>
                          <a:cs typeface="Tahoma"/>
                          <a:sym typeface="Tahoma"/>
                        </a:rPr>
                        <a:t>B</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folHlink"/>
                        </a:buClr>
                        <a:buSzPts val="1680"/>
                        <a:buFont typeface="Noto Sans Symbols"/>
                        <a:buNone/>
                      </a:pPr>
                      <a:r>
                        <a:rPr b="0" i="0" lang="en-US" sz="2800" u="none" cap="none" strike="noStrike">
                          <a:solidFill>
                            <a:schemeClr val="dk1"/>
                          </a:solidFill>
                          <a:latin typeface="Tahoma"/>
                          <a:ea typeface="Tahoma"/>
                          <a:cs typeface="Tahoma"/>
                          <a:sym typeface="Tahoma"/>
                        </a:rPr>
                        <a:t>010</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406400">
                <a:tc>
                  <a:txBody>
                    <a:bodyPr/>
                    <a:lstStyle/>
                    <a:p>
                      <a:pPr indent="0" lvl="0" marL="0" marR="0" rtl="0" algn="l">
                        <a:lnSpc>
                          <a:spcPct val="100000"/>
                        </a:lnSpc>
                        <a:spcBef>
                          <a:spcPts val="0"/>
                        </a:spcBef>
                        <a:spcAft>
                          <a:spcPts val="0"/>
                        </a:spcAft>
                        <a:buClr>
                          <a:schemeClr val="folHlink"/>
                        </a:buClr>
                        <a:buSzPts val="1680"/>
                        <a:buFont typeface="Noto Sans Symbols"/>
                        <a:buNone/>
                      </a:pPr>
                      <a:r>
                        <a:rPr b="0" i="0" lang="en-US" sz="2800" u="none" cap="none" strike="noStrike">
                          <a:solidFill>
                            <a:schemeClr val="dk1"/>
                          </a:solidFill>
                          <a:latin typeface="Tahoma"/>
                          <a:ea typeface="Tahoma"/>
                          <a:cs typeface="Tahoma"/>
                          <a:sym typeface="Tahoma"/>
                        </a:rPr>
                        <a:t>C</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folHlink"/>
                        </a:buClr>
                        <a:buSzPts val="1680"/>
                        <a:buFont typeface="Noto Sans Symbols"/>
                        <a:buNone/>
                      </a:pPr>
                      <a:r>
                        <a:rPr b="0" i="0" lang="en-US" sz="2800" u="none" cap="none" strike="noStrike">
                          <a:solidFill>
                            <a:schemeClr val="dk1"/>
                          </a:solidFill>
                          <a:latin typeface="Tahoma"/>
                          <a:ea typeface="Tahoma"/>
                          <a:cs typeface="Tahoma"/>
                          <a:sym typeface="Tahoma"/>
                        </a:rPr>
                        <a:t>0110</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406400">
                <a:tc>
                  <a:txBody>
                    <a:bodyPr/>
                    <a:lstStyle/>
                    <a:p>
                      <a:pPr indent="0" lvl="0" marL="0" marR="0" rtl="0" algn="l">
                        <a:lnSpc>
                          <a:spcPct val="100000"/>
                        </a:lnSpc>
                        <a:spcBef>
                          <a:spcPts val="0"/>
                        </a:spcBef>
                        <a:spcAft>
                          <a:spcPts val="0"/>
                        </a:spcAft>
                        <a:buClr>
                          <a:schemeClr val="folHlink"/>
                        </a:buClr>
                        <a:buSzPts val="1680"/>
                        <a:buFont typeface="Noto Sans Symbols"/>
                        <a:buNone/>
                      </a:pPr>
                      <a:r>
                        <a:rPr b="0" i="0" lang="en-US" sz="2800" u="none" cap="none" strike="noStrike">
                          <a:solidFill>
                            <a:schemeClr val="dk1"/>
                          </a:solidFill>
                          <a:latin typeface="Tahoma"/>
                          <a:ea typeface="Tahoma"/>
                          <a:cs typeface="Tahoma"/>
                          <a:sym typeface="Tahoma"/>
                        </a:rPr>
                        <a:t>D</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folHlink"/>
                        </a:buClr>
                        <a:buSzPts val="1680"/>
                        <a:buFont typeface="Noto Sans Symbols"/>
                        <a:buNone/>
                      </a:pPr>
                      <a:r>
                        <a:rPr b="0" i="0" lang="en-US" sz="2800" u="none" cap="none" strike="noStrike">
                          <a:solidFill>
                            <a:schemeClr val="dk1"/>
                          </a:solidFill>
                          <a:latin typeface="Tahoma"/>
                          <a:ea typeface="Tahoma"/>
                          <a:cs typeface="Tahoma"/>
                          <a:sym typeface="Tahoma"/>
                        </a:rPr>
                        <a:t>0111</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406400">
                <a:tc>
                  <a:txBody>
                    <a:bodyPr/>
                    <a:lstStyle/>
                    <a:p>
                      <a:pPr indent="0" lvl="0" marL="0" marR="0" rtl="0" algn="l">
                        <a:lnSpc>
                          <a:spcPct val="100000"/>
                        </a:lnSpc>
                        <a:spcBef>
                          <a:spcPts val="0"/>
                        </a:spcBef>
                        <a:spcAft>
                          <a:spcPts val="0"/>
                        </a:spcAft>
                        <a:buClr>
                          <a:schemeClr val="folHlink"/>
                        </a:buClr>
                        <a:buSzPts val="1680"/>
                        <a:buFont typeface="Noto Sans Symbols"/>
                        <a:buNone/>
                      </a:pPr>
                      <a:r>
                        <a:rPr b="0" i="0" lang="en-US" sz="2800" u="none" cap="none" strike="noStrike">
                          <a:solidFill>
                            <a:schemeClr val="dk1"/>
                          </a:solidFill>
                          <a:latin typeface="Tahoma"/>
                          <a:ea typeface="Tahoma"/>
                          <a:cs typeface="Tahoma"/>
                          <a:sym typeface="Tahoma"/>
                        </a:rPr>
                        <a:t>E</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folHlink"/>
                        </a:buClr>
                        <a:buSzPts val="1680"/>
                        <a:buFont typeface="Noto Sans Symbols"/>
                        <a:buNone/>
                      </a:pPr>
                      <a:r>
                        <a:rPr b="0" i="0" lang="en-US" sz="2800" u="none" cap="none" strike="noStrike">
                          <a:solidFill>
                            <a:schemeClr val="dk1"/>
                          </a:solidFill>
                          <a:latin typeface="Tahoma"/>
                          <a:ea typeface="Tahoma"/>
                          <a:cs typeface="Tahoma"/>
                          <a:sym typeface="Tahoma"/>
                        </a:rPr>
                        <a:t>10</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406400">
                <a:tc>
                  <a:txBody>
                    <a:bodyPr/>
                    <a:lstStyle/>
                    <a:p>
                      <a:pPr indent="0" lvl="0" marL="0" marR="0" rtl="0" algn="l">
                        <a:lnSpc>
                          <a:spcPct val="100000"/>
                        </a:lnSpc>
                        <a:spcBef>
                          <a:spcPts val="0"/>
                        </a:spcBef>
                        <a:spcAft>
                          <a:spcPts val="0"/>
                        </a:spcAft>
                        <a:buClr>
                          <a:schemeClr val="folHlink"/>
                        </a:buClr>
                        <a:buSzPts val="1680"/>
                        <a:buFont typeface="Noto Sans Symbols"/>
                        <a:buNone/>
                      </a:pPr>
                      <a:r>
                        <a:rPr b="0" i="0" lang="en-US" sz="2800" u="none" cap="none" strike="noStrike">
                          <a:solidFill>
                            <a:schemeClr val="dk1"/>
                          </a:solidFill>
                          <a:latin typeface="Tahoma"/>
                          <a:ea typeface="Tahoma"/>
                          <a:cs typeface="Tahoma"/>
                          <a:sym typeface="Tahoma"/>
                        </a:rPr>
                        <a:t>F</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folHlink"/>
                        </a:buClr>
                        <a:buSzPts val="1680"/>
                        <a:buFont typeface="Noto Sans Symbols"/>
                        <a:buNone/>
                      </a:pPr>
                      <a:r>
                        <a:rPr b="0" i="0" lang="en-US" sz="2800" u="none" cap="none" strike="noStrike">
                          <a:solidFill>
                            <a:schemeClr val="dk1"/>
                          </a:solidFill>
                          <a:latin typeface="Tahoma"/>
                          <a:ea typeface="Tahoma"/>
                          <a:cs typeface="Tahoma"/>
                          <a:sym typeface="Tahoma"/>
                        </a:rPr>
                        <a:t>11</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4" name="Shape 2934"/>
        <p:cNvGrpSpPr/>
        <p:nvPr/>
      </p:nvGrpSpPr>
      <p:grpSpPr>
        <a:xfrm>
          <a:off x="0" y="0"/>
          <a:ext cx="0" cy="0"/>
          <a:chOff x="0" y="0"/>
          <a:chExt cx="0" cy="0"/>
        </a:xfrm>
      </p:grpSpPr>
      <p:sp>
        <p:nvSpPr>
          <p:cNvPr id="2935" name="Google Shape;2935;p105"/>
          <p:cNvSpPr txBox="1"/>
          <p:nvPr>
            <p:ph idx="4294967295" type="title"/>
          </p:nvPr>
        </p:nvSpPr>
        <p:spPr>
          <a:xfrm>
            <a:off x="1350963" y="214313"/>
            <a:ext cx="7793037" cy="1462087"/>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Construct the tree for the following code</a:t>
            </a:r>
            <a:endParaRPr/>
          </a:p>
        </p:txBody>
      </p:sp>
      <p:graphicFrame>
        <p:nvGraphicFramePr>
          <p:cNvPr id="2936" name="Google Shape;2936;p105"/>
          <p:cNvGraphicFramePr/>
          <p:nvPr/>
        </p:nvGraphicFramePr>
        <p:xfrm>
          <a:off x="1143000" y="2209800"/>
          <a:ext cx="3000000" cy="3000000"/>
        </p:xfrm>
        <a:graphic>
          <a:graphicData uri="http://schemas.openxmlformats.org/drawingml/2006/table">
            <a:tbl>
              <a:tblPr>
                <a:noFill/>
                <a:tableStyleId>{7CE245B8-3A78-4B4D-A062-3696DA59E64A}</a:tableStyleId>
              </a:tblPr>
              <a:tblGrid>
                <a:gridCol w="481025"/>
                <a:gridCol w="1119175"/>
              </a:tblGrid>
              <a:tr h="547700">
                <a:tc>
                  <a:txBody>
                    <a:bodyPr/>
                    <a:lstStyle/>
                    <a:p>
                      <a:pPr indent="0" lvl="0" marL="0" marR="0" rtl="0" algn="l">
                        <a:lnSpc>
                          <a:spcPct val="100000"/>
                        </a:lnSpc>
                        <a:spcBef>
                          <a:spcPts val="0"/>
                        </a:spcBef>
                        <a:spcAft>
                          <a:spcPts val="0"/>
                        </a:spcAft>
                        <a:buClr>
                          <a:schemeClr val="folHlink"/>
                        </a:buClr>
                        <a:buSzPts val="1680"/>
                        <a:buFont typeface="Noto Sans Symbols"/>
                        <a:buNone/>
                      </a:pPr>
                      <a:r>
                        <a:rPr b="0" i="0" lang="en-US" sz="2800" u="none" cap="none" strike="noStrike">
                          <a:solidFill>
                            <a:schemeClr val="dk1"/>
                          </a:solidFill>
                          <a:latin typeface="Tahoma"/>
                          <a:ea typeface="Tahoma"/>
                          <a:cs typeface="Tahoma"/>
                          <a:sym typeface="Tahoma"/>
                        </a:rPr>
                        <a:t>E</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folHlink"/>
                        </a:buClr>
                        <a:buSzPts val="1680"/>
                        <a:buFont typeface="Noto Sans Symbols"/>
                        <a:buNone/>
                      </a:pPr>
                      <a:r>
                        <a:rPr b="0" i="0" lang="en-US" sz="2800" u="none" cap="none" strike="noStrike">
                          <a:solidFill>
                            <a:schemeClr val="dk1"/>
                          </a:solidFill>
                          <a:latin typeface="Tahoma"/>
                          <a:ea typeface="Tahoma"/>
                          <a:cs typeface="Tahoma"/>
                          <a:sym typeface="Tahoma"/>
                        </a:rPr>
                        <a:t>0</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549275">
                <a:tc>
                  <a:txBody>
                    <a:bodyPr/>
                    <a:lstStyle/>
                    <a:p>
                      <a:pPr indent="0" lvl="0" marL="0" marR="0" rtl="0" algn="l">
                        <a:lnSpc>
                          <a:spcPct val="100000"/>
                        </a:lnSpc>
                        <a:spcBef>
                          <a:spcPts val="0"/>
                        </a:spcBef>
                        <a:spcAft>
                          <a:spcPts val="0"/>
                        </a:spcAft>
                        <a:buClr>
                          <a:schemeClr val="folHlink"/>
                        </a:buClr>
                        <a:buSzPts val="1680"/>
                        <a:buFont typeface="Noto Sans Symbols"/>
                        <a:buNone/>
                      </a:pPr>
                      <a:r>
                        <a:rPr b="0" i="0" lang="en-US" sz="2800" u="none" cap="none" strike="noStrike">
                          <a:solidFill>
                            <a:schemeClr val="dk1"/>
                          </a:solidFill>
                          <a:latin typeface="Tahoma"/>
                          <a:ea typeface="Tahoma"/>
                          <a:cs typeface="Tahoma"/>
                          <a:sym typeface="Tahoma"/>
                        </a:rPr>
                        <a:t>T</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folHlink"/>
                        </a:buClr>
                        <a:buSzPts val="1680"/>
                        <a:buFont typeface="Noto Sans Symbols"/>
                        <a:buNone/>
                      </a:pPr>
                      <a:r>
                        <a:rPr b="0" i="0" lang="en-US" sz="2800" u="none" cap="none" strike="noStrike">
                          <a:solidFill>
                            <a:schemeClr val="dk1"/>
                          </a:solidFill>
                          <a:latin typeface="Tahoma"/>
                          <a:ea typeface="Tahoma"/>
                          <a:cs typeface="Tahoma"/>
                          <a:sym typeface="Tahoma"/>
                        </a:rPr>
                        <a:t>11</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549275">
                <a:tc>
                  <a:txBody>
                    <a:bodyPr/>
                    <a:lstStyle/>
                    <a:p>
                      <a:pPr indent="0" lvl="0" marL="0" marR="0" rtl="0" algn="l">
                        <a:lnSpc>
                          <a:spcPct val="100000"/>
                        </a:lnSpc>
                        <a:spcBef>
                          <a:spcPts val="0"/>
                        </a:spcBef>
                        <a:spcAft>
                          <a:spcPts val="0"/>
                        </a:spcAft>
                        <a:buClr>
                          <a:schemeClr val="folHlink"/>
                        </a:buClr>
                        <a:buSzPts val="1680"/>
                        <a:buFont typeface="Noto Sans Symbols"/>
                        <a:buNone/>
                      </a:pPr>
                      <a:r>
                        <a:rPr b="0" i="0" lang="en-US" sz="2800" u="none" cap="none" strike="noStrike">
                          <a:solidFill>
                            <a:schemeClr val="dk1"/>
                          </a:solidFill>
                          <a:latin typeface="Tahoma"/>
                          <a:ea typeface="Tahoma"/>
                          <a:cs typeface="Tahoma"/>
                          <a:sym typeface="Tahoma"/>
                        </a:rPr>
                        <a:t>N</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folHlink"/>
                        </a:buClr>
                        <a:buSzPts val="1680"/>
                        <a:buFont typeface="Noto Sans Symbols"/>
                        <a:buNone/>
                      </a:pPr>
                      <a:r>
                        <a:rPr b="0" i="0" lang="en-US" sz="2800" u="none" cap="none" strike="noStrike">
                          <a:solidFill>
                            <a:schemeClr val="dk1"/>
                          </a:solidFill>
                          <a:latin typeface="Tahoma"/>
                          <a:ea typeface="Tahoma"/>
                          <a:cs typeface="Tahoma"/>
                          <a:sym typeface="Tahoma"/>
                        </a:rPr>
                        <a:t>100</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549275">
                <a:tc>
                  <a:txBody>
                    <a:bodyPr/>
                    <a:lstStyle/>
                    <a:p>
                      <a:pPr indent="0" lvl="0" marL="0" marR="0" rtl="0" algn="l">
                        <a:lnSpc>
                          <a:spcPct val="100000"/>
                        </a:lnSpc>
                        <a:spcBef>
                          <a:spcPts val="0"/>
                        </a:spcBef>
                        <a:spcAft>
                          <a:spcPts val="0"/>
                        </a:spcAft>
                        <a:buClr>
                          <a:schemeClr val="folHlink"/>
                        </a:buClr>
                        <a:buSzPts val="1680"/>
                        <a:buFont typeface="Noto Sans Symbols"/>
                        <a:buNone/>
                      </a:pPr>
                      <a:r>
                        <a:rPr b="0" i="0" lang="en-US" sz="2800" u="none" cap="none" strike="noStrike">
                          <a:solidFill>
                            <a:schemeClr val="dk1"/>
                          </a:solidFill>
                          <a:latin typeface="Tahoma"/>
                          <a:ea typeface="Tahoma"/>
                          <a:cs typeface="Tahoma"/>
                          <a:sym typeface="Tahoma"/>
                        </a:rPr>
                        <a:t>I</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folHlink"/>
                        </a:buClr>
                        <a:buSzPts val="1680"/>
                        <a:buFont typeface="Noto Sans Symbols"/>
                        <a:buNone/>
                      </a:pPr>
                      <a:r>
                        <a:rPr b="0" i="0" lang="en-US" sz="2800" u="none" cap="none" strike="noStrike">
                          <a:solidFill>
                            <a:schemeClr val="dk1"/>
                          </a:solidFill>
                          <a:latin typeface="Tahoma"/>
                          <a:ea typeface="Tahoma"/>
                          <a:cs typeface="Tahoma"/>
                          <a:sym typeface="Tahoma"/>
                        </a:rPr>
                        <a:t>1010</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547700">
                <a:tc>
                  <a:txBody>
                    <a:bodyPr/>
                    <a:lstStyle/>
                    <a:p>
                      <a:pPr indent="0" lvl="0" marL="0" marR="0" rtl="0" algn="l">
                        <a:lnSpc>
                          <a:spcPct val="100000"/>
                        </a:lnSpc>
                        <a:spcBef>
                          <a:spcPts val="0"/>
                        </a:spcBef>
                        <a:spcAft>
                          <a:spcPts val="0"/>
                        </a:spcAft>
                        <a:buClr>
                          <a:schemeClr val="folHlink"/>
                        </a:buClr>
                        <a:buSzPts val="1680"/>
                        <a:buFont typeface="Noto Sans Symbols"/>
                        <a:buNone/>
                      </a:pPr>
                      <a:r>
                        <a:rPr b="0" i="0" lang="en-US" sz="2800" u="none" cap="none" strike="noStrike">
                          <a:solidFill>
                            <a:schemeClr val="dk1"/>
                          </a:solidFill>
                          <a:latin typeface="Tahoma"/>
                          <a:ea typeface="Tahoma"/>
                          <a:cs typeface="Tahoma"/>
                          <a:sym typeface="Tahoma"/>
                        </a:rPr>
                        <a:t>S</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folHlink"/>
                        </a:buClr>
                        <a:buSzPts val="1680"/>
                        <a:buFont typeface="Noto Sans Symbols"/>
                        <a:buNone/>
                      </a:pPr>
                      <a:r>
                        <a:rPr b="0" i="0" lang="en-US" sz="2800" u="none" cap="none" strike="noStrike">
                          <a:solidFill>
                            <a:schemeClr val="dk1"/>
                          </a:solidFill>
                          <a:latin typeface="Tahoma"/>
                          <a:ea typeface="Tahoma"/>
                          <a:cs typeface="Tahoma"/>
                          <a:sym typeface="Tahoma"/>
                        </a:rPr>
                        <a:t>1011</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0" name="Shape 2940"/>
        <p:cNvGrpSpPr/>
        <p:nvPr/>
      </p:nvGrpSpPr>
      <p:grpSpPr>
        <a:xfrm>
          <a:off x="0" y="0"/>
          <a:ext cx="0" cy="0"/>
          <a:chOff x="0" y="0"/>
          <a:chExt cx="0" cy="0"/>
        </a:xfrm>
      </p:grpSpPr>
      <p:sp>
        <p:nvSpPr>
          <p:cNvPr id="2941" name="Google Shape;2941;p106"/>
          <p:cNvSpPr txBox="1"/>
          <p:nvPr>
            <p:ph type="title"/>
          </p:nvPr>
        </p:nvSpPr>
        <p:spPr>
          <a:xfrm>
            <a:off x="696913" y="592138"/>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Minimum length code</a:t>
            </a:r>
            <a:endParaRPr/>
          </a:p>
        </p:txBody>
      </p:sp>
      <p:sp>
        <p:nvSpPr>
          <p:cNvPr id="2942" name="Google Shape;2942;p106"/>
          <p:cNvSpPr txBox="1"/>
          <p:nvPr>
            <p:ph idx="1" type="body"/>
          </p:nvPr>
        </p:nvSpPr>
        <p:spPr>
          <a:xfrm>
            <a:off x="696913" y="2116138"/>
            <a:ext cx="7772400" cy="41148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240"/>
              <a:buChar char="●"/>
            </a:pPr>
            <a:r>
              <a:rPr lang="en-US"/>
              <a:t>Average cost  </a:t>
            </a:r>
            <a:endParaRPr/>
          </a:p>
          <a:p>
            <a:pPr indent="-342900" lvl="0" marL="342900" rtl="0" algn="l">
              <a:lnSpc>
                <a:spcPct val="100000"/>
              </a:lnSpc>
              <a:spcBef>
                <a:spcPts val="640"/>
              </a:spcBef>
              <a:spcAft>
                <a:spcPts val="0"/>
              </a:spcAft>
              <a:buSzPts val="2240"/>
              <a:buChar char="●"/>
            </a:pPr>
            <a:r>
              <a:rPr lang="en-US"/>
              <a:t>Average leaf depth</a:t>
            </a:r>
            <a:endParaRPr/>
          </a:p>
          <a:p>
            <a:pPr indent="-200660" lvl="0" marL="342900" rtl="0" algn="l">
              <a:lnSpc>
                <a:spcPct val="100000"/>
              </a:lnSpc>
              <a:spcBef>
                <a:spcPts val="640"/>
              </a:spcBef>
              <a:spcAft>
                <a:spcPts val="0"/>
              </a:spcAft>
              <a:buSzPts val="2240"/>
              <a:buNone/>
            </a:pPr>
            <a:r>
              <a:t/>
            </a:r>
            <a:endParaRPr/>
          </a:p>
          <a:p>
            <a:pPr indent="-342900" lvl="0" marL="342900" rtl="0" algn="l">
              <a:lnSpc>
                <a:spcPct val="100000"/>
              </a:lnSpc>
              <a:spcBef>
                <a:spcPts val="640"/>
              </a:spcBef>
              <a:spcAft>
                <a:spcPts val="0"/>
              </a:spcAft>
              <a:buSzPts val="2240"/>
              <a:buChar char="●"/>
            </a:pPr>
            <a:r>
              <a:rPr lang="en-US"/>
              <a:t>Huffman tree – tree with minimum weighted path length</a:t>
            </a:r>
            <a:endParaRPr/>
          </a:p>
          <a:p>
            <a:pPr indent="-342900" lvl="0" marL="342900" rtl="0" algn="l">
              <a:lnSpc>
                <a:spcPct val="100000"/>
              </a:lnSpc>
              <a:spcBef>
                <a:spcPts val="640"/>
              </a:spcBef>
              <a:spcAft>
                <a:spcPts val="0"/>
              </a:spcAft>
              <a:buSzPts val="2240"/>
              <a:buChar char="●"/>
            </a:pPr>
            <a:r>
              <a:rPr lang="en-US"/>
              <a:t>C(T) – weighted path length</a:t>
            </a:r>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6" name="Shape 2946"/>
        <p:cNvGrpSpPr/>
        <p:nvPr/>
      </p:nvGrpSpPr>
      <p:grpSpPr>
        <a:xfrm>
          <a:off x="0" y="0"/>
          <a:ext cx="0" cy="0"/>
          <a:chOff x="0" y="0"/>
          <a:chExt cx="0" cy="0"/>
        </a:xfrm>
      </p:grpSpPr>
      <p:sp>
        <p:nvSpPr>
          <p:cNvPr id="2947" name="Google Shape;2947;p107"/>
          <p:cNvSpPr txBox="1"/>
          <p:nvPr>
            <p:ph type="title"/>
          </p:nvPr>
        </p:nvSpPr>
        <p:spPr>
          <a:xfrm>
            <a:off x="696913" y="592138"/>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Compute average leaf depth</a:t>
            </a:r>
            <a:endParaRPr/>
          </a:p>
        </p:txBody>
      </p:sp>
      <p:sp>
        <p:nvSpPr>
          <p:cNvPr id="2948" name="Google Shape;2948;p107"/>
          <p:cNvSpPr/>
          <p:nvPr/>
        </p:nvSpPr>
        <p:spPr>
          <a:xfrm>
            <a:off x="5181600" y="2057400"/>
            <a:ext cx="304800" cy="304800"/>
          </a:xfrm>
          <a:prstGeom prst="ellipse">
            <a:avLst/>
          </a:prstGeom>
          <a:solidFill>
            <a:schemeClr val="hlink"/>
          </a:solidFill>
          <a:ln cap="flat" cmpd="sng" w="285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2949" name="Google Shape;2949;p107"/>
          <p:cNvSpPr/>
          <p:nvPr/>
        </p:nvSpPr>
        <p:spPr>
          <a:xfrm>
            <a:off x="6248400" y="2819400"/>
            <a:ext cx="304800" cy="304800"/>
          </a:xfrm>
          <a:prstGeom prst="ellipse">
            <a:avLst/>
          </a:prstGeom>
          <a:solidFill>
            <a:schemeClr val="hlink"/>
          </a:solidFill>
          <a:ln cap="flat" cmpd="sng" w="285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2950" name="Google Shape;2950;p107"/>
          <p:cNvSpPr/>
          <p:nvPr/>
        </p:nvSpPr>
        <p:spPr>
          <a:xfrm>
            <a:off x="3962400" y="2819400"/>
            <a:ext cx="304800" cy="304800"/>
          </a:xfrm>
          <a:prstGeom prst="ellipse">
            <a:avLst/>
          </a:prstGeom>
          <a:solidFill>
            <a:schemeClr val="hlink"/>
          </a:solidFill>
          <a:ln cap="flat" cmpd="sng" w="285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2951" name="Google Shape;2951;p107"/>
          <p:cNvSpPr/>
          <p:nvPr/>
        </p:nvSpPr>
        <p:spPr>
          <a:xfrm>
            <a:off x="3276600" y="3810000"/>
            <a:ext cx="304800" cy="304800"/>
          </a:xfrm>
          <a:prstGeom prst="ellipse">
            <a:avLst/>
          </a:prstGeom>
          <a:solidFill>
            <a:schemeClr val="hlink"/>
          </a:solidFill>
          <a:ln cap="flat" cmpd="sng" w="285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2952" name="Google Shape;2952;p107"/>
          <p:cNvSpPr/>
          <p:nvPr/>
        </p:nvSpPr>
        <p:spPr>
          <a:xfrm>
            <a:off x="4876800" y="4876800"/>
            <a:ext cx="304800" cy="304800"/>
          </a:xfrm>
          <a:prstGeom prst="ellipse">
            <a:avLst/>
          </a:prstGeom>
          <a:solidFill>
            <a:schemeClr val="hlink"/>
          </a:solidFill>
          <a:ln cap="flat" cmpd="sng" w="285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2953" name="Google Shape;2953;p107"/>
          <p:cNvSpPr/>
          <p:nvPr/>
        </p:nvSpPr>
        <p:spPr>
          <a:xfrm>
            <a:off x="3810000" y="4800600"/>
            <a:ext cx="304800" cy="304800"/>
          </a:xfrm>
          <a:prstGeom prst="ellipse">
            <a:avLst/>
          </a:prstGeom>
          <a:solidFill>
            <a:schemeClr val="hlink"/>
          </a:solidFill>
          <a:ln cap="flat" cmpd="sng" w="285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2954" name="Google Shape;2954;p107"/>
          <p:cNvSpPr/>
          <p:nvPr/>
        </p:nvSpPr>
        <p:spPr>
          <a:xfrm>
            <a:off x="5410200" y="5867400"/>
            <a:ext cx="304800" cy="304800"/>
          </a:xfrm>
          <a:prstGeom prst="ellipse">
            <a:avLst/>
          </a:prstGeom>
          <a:solidFill>
            <a:schemeClr val="hlink"/>
          </a:solidFill>
          <a:ln cap="flat" cmpd="sng" w="285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2955" name="Google Shape;2955;p107"/>
          <p:cNvSpPr/>
          <p:nvPr/>
        </p:nvSpPr>
        <p:spPr>
          <a:xfrm>
            <a:off x="4343400" y="5867400"/>
            <a:ext cx="304800" cy="304800"/>
          </a:xfrm>
          <a:prstGeom prst="ellipse">
            <a:avLst/>
          </a:prstGeom>
          <a:solidFill>
            <a:schemeClr val="hlink"/>
          </a:solidFill>
          <a:ln cap="flat" cmpd="sng" w="285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cxnSp>
        <p:nvCxnSpPr>
          <p:cNvPr id="2956" name="Google Shape;2956;p107"/>
          <p:cNvCxnSpPr/>
          <p:nvPr/>
        </p:nvCxnSpPr>
        <p:spPr>
          <a:xfrm flipH="1" rot="10800000">
            <a:off x="4191000" y="2286000"/>
            <a:ext cx="990600" cy="609600"/>
          </a:xfrm>
          <a:prstGeom prst="straightConnector1">
            <a:avLst/>
          </a:prstGeom>
          <a:noFill/>
          <a:ln cap="flat" cmpd="sng" w="28575">
            <a:solidFill>
              <a:schemeClr val="dk1"/>
            </a:solidFill>
            <a:prstDash val="solid"/>
            <a:round/>
            <a:headEnd len="sm" w="sm" type="none"/>
            <a:tailEnd len="sm" w="sm" type="none"/>
          </a:ln>
        </p:spPr>
      </p:cxnSp>
      <p:cxnSp>
        <p:nvCxnSpPr>
          <p:cNvPr id="2957" name="Google Shape;2957;p107"/>
          <p:cNvCxnSpPr/>
          <p:nvPr/>
        </p:nvCxnSpPr>
        <p:spPr>
          <a:xfrm>
            <a:off x="5486400" y="2286000"/>
            <a:ext cx="762000" cy="609600"/>
          </a:xfrm>
          <a:prstGeom prst="straightConnector1">
            <a:avLst/>
          </a:prstGeom>
          <a:noFill/>
          <a:ln cap="flat" cmpd="sng" w="28575">
            <a:solidFill>
              <a:schemeClr val="dk1"/>
            </a:solidFill>
            <a:prstDash val="solid"/>
            <a:round/>
            <a:headEnd len="sm" w="sm" type="none"/>
            <a:tailEnd len="sm" w="sm" type="none"/>
          </a:ln>
        </p:spPr>
      </p:cxnSp>
      <p:cxnSp>
        <p:nvCxnSpPr>
          <p:cNvPr id="2958" name="Google Shape;2958;p107"/>
          <p:cNvCxnSpPr/>
          <p:nvPr/>
        </p:nvCxnSpPr>
        <p:spPr>
          <a:xfrm>
            <a:off x="4191000" y="3124200"/>
            <a:ext cx="381000" cy="685800"/>
          </a:xfrm>
          <a:prstGeom prst="straightConnector1">
            <a:avLst/>
          </a:prstGeom>
          <a:noFill/>
          <a:ln cap="flat" cmpd="sng" w="28575">
            <a:solidFill>
              <a:schemeClr val="dk1"/>
            </a:solidFill>
            <a:prstDash val="solid"/>
            <a:round/>
            <a:headEnd len="sm" w="sm" type="none"/>
            <a:tailEnd len="sm" w="sm" type="none"/>
          </a:ln>
        </p:spPr>
      </p:cxnSp>
      <p:cxnSp>
        <p:nvCxnSpPr>
          <p:cNvPr id="2959" name="Google Shape;2959;p107"/>
          <p:cNvCxnSpPr/>
          <p:nvPr/>
        </p:nvCxnSpPr>
        <p:spPr>
          <a:xfrm flipH="1">
            <a:off x="3505200" y="3124200"/>
            <a:ext cx="533400" cy="685800"/>
          </a:xfrm>
          <a:prstGeom prst="straightConnector1">
            <a:avLst/>
          </a:prstGeom>
          <a:noFill/>
          <a:ln cap="flat" cmpd="sng" w="28575">
            <a:solidFill>
              <a:schemeClr val="dk1"/>
            </a:solidFill>
            <a:prstDash val="solid"/>
            <a:round/>
            <a:headEnd len="sm" w="sm" type="none"/>
            <a:tailEnd len="sm" w="sm" type="none"/>
          </a:ln>
        </p:spPr>
      </p:cxnSp>
      <p:cxnSp>
        <p:nvCxnSpPr>
          <p:cNvPr id="2960" name="Google Shape;2960;p107"/>
          <p:cNvCxnSpPr/>
          <p:nvPr/>
        </p:nvCxnSpPr>
        <p:spPr>
          <a:xfrm flipH="1" rot="10800000">
            <a:off x="4038600" y="4038600"/>
            <a:ext cx="533400" cy="762000"/>
          </a:xfrm>
          <a:prstGeom prst="straightConnector1">
            <a:avLst/>
          </a:prstGeom>
          <a:noFill/>
          <a:ln cap="flat" cmpd="sng" w="28575">
            <a:solidFill>
              <a:schemeClr val="dk1"/>
            </a:solidFill>
            <a:prstDash val="solid"/>
            <a:round/>
            <a:headEnd len="sm" w="sm" type="none"/>
            <a:tailEnd len="sm" w="sm" type="none"/>
          </a:ln>
        </p:spPr>
      </p:cxnSp>
      <p:cxnSp>
        <p:nvCxnSpPr>
          <p:cNvPr id="2961" name="Google Shape;2961;p107"/>
          <p:cNvCxnSpPr/>
          <p:nvPr/>
        </p:nvCxnSpPr>
        <p:spPr>
          <a:xfrm rot="10800000">
            <a:off x="4724400" y="4114800"/>
            <a:ext cx="304800" cy="762000"/>
          </a:xfrm>
          <a:prstGeom prst="straightConnector1">
            <a:avLst/>
          </a:prstGeom>
          <a:noFill/>
          <a:ln cap="flat" cmpd="sng" w="28575">
            <a:solidFill>
              <a:schemeClr val="dk1"/>
            </a:solidFill>
            <a:prstDash val="solid"/>
            <a:round/>
            <a:headEnd len="sm" w="sm" type="none"/>
            <a:tailEnd len="sm" w="sm" type="none"/>
          </a:ln>
        </p:spPr>
      </p:cxnSp>
      <p:cxnSp>
        <p:nvCxnSpPr>
          <p:cNvPr id="2962" name="Google Shape;2962;p107"/>
          <p:cNvCxnSpPr/>
          <p:nvPr/>
        </p:nvCxnSpPr>
        <p:spPr>
          <a:xfrm flipH="1" rot="10800000">
            <a:off x="4572000" y="5181600"/>
            <a:ext cx="381000" cy="685800"/>
          </a:xfrm>
          <a:prstGeom prst="straightConnector1">
            <a:avLst/>
          </a:prstGeom>
          <a:noFill/>
          <a:ln cap="flat" cmpd="sng" w="28575">
            <a:solidFill>
              <a:schemeClr val="dk1"/>
            </a:solidFill>
            <a:prstDash val="solid"/>
            <a:round/>
            <a:headEnd len="sm" w="sm" type="none"/>
            <a:tailEnd len="sm" w="sm" type="none"/>
          </a:ln>
        </p:spPr>
      </p:cxnSp>
      <p:cxnSp>
        <p:nvCxnSpPr>
          <p:cNvPr id="2963" name="Google Shape;2963;p107"/>
          <p:cNvCxnSpPr/>
          <p:nvPr/>
        </p:nvCxnSpPr>
        <p:spPr>
          <a:xfrm rot="10800000">
            <a:off x="5105400" y="5181600"/>
            <a:ext cx="457200" cy="685800"/>
          </a:xfrm>
          <a:prstGeom prst="straightConnector1">
            <a:avLst/>
          </a:prstGeom>
          <a:noFill/>
          <a:ln cap="flat" cmpd="sng" w="28575">
            <a:solidFill>
              <a:schemeClr val="dk1"/>
            </a:solidFill>
            <a:prstDash val="solid"/>
            <a:round/>
            <a:headEnd len="sm" w="sm" type="none"/>
            <a:tailEnd len="sm" w="sm" type="none"/>
          </a:ln>
        </p:spPr>
      </p:cxnSp>
      <p:sp>
        <p:nvSpPr>
          <p:cNvPr id="2964" name="Google Shape;2964;p107"/>
          <p:cNvSpPr/>
          <p:nvPr/>
        </p:nvSpPr>
        <p:spPr>
          <a:xfrm>
            <a:off x="4495800" y="3810000"/>
            <a:ext cx="304800" cy="304800"/>
          </a:xfrm>
          <a:prstGeom prst="ellipse">
            <a:avLst/>
          </a:prstGeom>
          <a:solidFill>
            <a:schemeClr val="hlink"/>
          </a:solidFill>
          <a:ln cap="flat" cmpd="sng" w="285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graphicFrame>
        <p:nvGraphicFramePr>
          <p:cNvPr id="2965" name="Google Shape;2965;p107"/>
          <p:cNvGraphicFramePr/>
          <p:nvPr/>
        </p:nvGraphicFramePr>
        <p:xfrm>
          <a:off x="228600" y="2209800"/>
          <a:ext cx="3000000" cy="3000000"/>
        </p:xfrm>
        <a:graphic>
          <a:graphicData uri="http://schemas.openxmlformats.org/drawingml/2006/table">
            <a:tbl>
              <a:tblPr>
                <a:noFill/>
                <a:tableStyleId>{7CE245B8-3A78-4B4D-A062-3696DA59E64A}</a:tableStyleId>
              </a:tblPr>
              <a:tblGrid>
                <a:gridCol w="638175"/>
                <a:gridCol w="962025"/>
                <a:gridCol w="914400"/>
              </a:tblGrid>
              <a:tr h="406400">
                <a:tc>
                  <a:txBody>
                    <a:bodyPr/>
                    <a:lstStyle/>
                    <a:p>
                      <a:pPr indent="0" lvl="0" marL="0" marR="0" rtl="0" algn="l">
                        <a:lnSpc>
                          <a:spcPct val="100000"/>
                        </a:lnSpc>
                        <a:spcBef>
                          <a:spcPts val="0"/>
                        </a:spcBef>
                        <a:spcAft>
                          <a:spcPts val="0"/>
                        </a:spcAft>
                        <a:buClr>
                          <a:schemeClr val="folHlink"/>
                        </a:buClr>
                        <a:buSzPts val="1680"/>
                        <a:buFont typeface="Noto Sans Symbols"/>
                        <a:buNone/>
                      </a:pPr>
                      <a:r>
                        <a:rPr b="0" i="0" lang="en-US" sz="2800" u="none" cap="none" strike="noStrike">
                          <a:solidFill>
                            <a:schemeClr val="dk1"/>
                          </a:solidFill>
                          <a:latin typeface="Tahoma"/>
                          <a:ea typeface="Tahoma"/>
                          <a:cs typeface="Tahoma"/>
                          <a:sym typeface="Tahoma"/>
                        </a:rPr>
                        <a:t>A</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folHlink"/>
                        </a:buClr>
                        <a:buSzPts val="1680"/>
                        <a:buFont typeface="Noto Sans Symbols"/>
                        <a:buNone/>
                      </a:pPr>
                      <a:r>
                        <a:rPr b="0" i="0" lang="en-US" sz="2800" u="none" cap="none" strike="noStrike">
                          <a:solidFill>
                            <a:schemeClr val="dk1"/>
                          </a:solidFill>
                          <a:latin typeface="Tahoma"/>
                          <a:ea typeface="Tahoma"/>
                          <a:cs typeface="Tahoma"/>
                          <a:sym typeface="Tahoma"/>
                        </a:rPr>
                        <a:t>00</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folHlink"/>
                        </a:buClr>
                        <a:buSzPts val="1680"/>
                        <a:buFont typeface="Noto Sans Symbols"/>
                        <a:buNone/>
                      </a:pPr>
                      <a:r>
                        <a:rPr b="0" i="0" lang="en-US" sz="2800" u="none" cap="none" strike="noStrike">
                          <a:solidFill>
                            <a:schemeClr val="dk1"/>
                          </a:solidFill>
                          <a:latin typeface="Tahoma"/>
                          <a:ea typeface="Tahoma"/>
                          <a:cs typeface="Tahoma"/>
                          <a:sym typeface="Tahoma"/>
                        </a:rPr>
                        <a:t>1/4</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406400">
                <a:tc>
                  <a:txBody>
                    <a:bodyPr/>
                    <a:lstStyle/>
                    <a:p>
                      <a:pPr indent="0" lvl="0" marL="0" marR="0" rtl="0" algn="l">
                        <a:lnSpc>
                          <a:spcPct val="100000"/>
                        </a:lnSpc>
                        <a:spcBef>
                          <a:spcPts val="0"/>
                        </a:spcBef>
                        <a:spcAft>
                          <a:spcPts val="0"/>
                        </a:spcAft>
                        <a:buClr>
                          <a:schemeClr val="folHlink"/>
                        </a:buClr>
                        <a:buSzPts val="1680"/>
                        <a:buFont typeface="Noto Sans Symbols"/>
                        <a:buNone/>
                      </a:pPr>
                      <a:r>
                        <a:rPr b="0" i="0" lang="en-US" sz="2800" u="none" cap="none" strike="noStrike">
                          <a:solidFill>
                            <a:schemeClr val="dk1"/>
                          </a:solidFill>
                          <a:latin typeface="Tahoma"/>
                          <a:ea typeface="Tahoma"/>
                          <a:cs typeface="Tahoma"/>
                          <a:sym typeface="Tahoma"/>
                        </a:rPr>
                        <a:t>B</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folHlink"/>
                        </a:buClr>
                        <a:buSzPts val="1680"/>
                        <a:buFont typeface="Noto Sans Symbols"/>
                        <a:buNone/>
                      </a:pPr>
                      <a:r>
                        <a:rPr b="0" i="0" lang="en-US" sz="2800" u="none" cap="none" strike="noStrike">
                          <a:solidFill>
                            <a:schemeClr val="dk1"/>
                          </a:solidFill>
                          <a:latin typeface="Tahoma"/>
                          <a:ea typeface="Tahoma"/>
                          <a:cs typeface="Tahoma"/>
                          <a:sym typeface="Tahoma"/>
                        </a:rPr>
                        <a:t>010</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folHlink"/>
                        </a:buClr>
                        <a:buSzPts val="1680"/>
                        <a:buFont typeface="Noto Sans Symbols"/>
                        <a:buNone/>
                      </a:pPr>
                      <a:r>
                        <a:rPr b="0" i="0" lang="en-US" sz="2800" u="none" cap="none" strike="noStrike">
                          <a:solidFill>
                            <a:schemeClr val="dk1"/>
                          </a:solidFill>
                          <a:latin typeface="Tahoma"/>
                          <a:ea typeface="Tahoma"/>
                          <a:cs typeface="Tahoma"/>
                          <a:sym typeface="Tahoma"/>
                        </a:rPr>
                        <a:t>1/8</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406400">
                <a:tc>
                  <a:txBody>
                    <a:bodyPr/>
                    <a:lstStyle/>
                    <a:p>
                      <a:pPr indent="0" lvl="0" marL="0" marR="0" rtl="0" algn="l">
                        <a:lnSpc>
                          <a:spcPct val="100000"/>
                        </a:lnSpc>
                        <a:spcBef>
                          <a:spcPts val="0"/>
                        </a:spcBef>
                        <a:spcAft>
                          <a:spcPts val="0"/>
                        </a:spcAft>
                        <a:buClr>
                          <a:schemeClr val="folHlink"/>
                        </a:buClr>
                        <a:buSzPts val="1680"/>
                        <a:buFont typeface="Noto Sans Symbols"/>
                        <a:buNone/>
                      </a:pPr>
                      <a:r>
                        <a:rPr b="0" i="0" lang="en-US" sz="2800" u="none" cap="none" strike="noStrike">
                          <a:solidFill>
                            <a:schemeClr val="dk1"/>
                          </a:solidFill>
                          <a:latin typeface="Tahoma"/>
                          <a:ea typeface="Tahoma"/>
                          <a:cs typeface="Tahoma"/>
                          <a:sym typeface="Tahoma"/>
                        </a:rPr>
                        <a:t>C</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folHlink"/>
                        </a:buClr>
                        <a:buSzPts val="1680"/>
                        <a:buFont typeface="Noto Sans Symbols"/>
                        <a:buNone/>
                      </a:pPr>
                      <a:r>
                        <a:rPr b="0" i="0" lang="en-US" sz="2800" u="none" cap="none" strike="noStrike">
                          <a:solidFill>
                            <a:schemeClr val="dk1"/>
                          </a:solidFill>
                          <a:latin typeface="Tahoma"/>
                          <a:ea typeface="Tahoma"/>
                          <a:cs typeface="Tahoma"/>
                          <a:sym typeface="Tahoma"/>
                        </a:rPr>
                        <a:t>0110</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folHlink"/>
                        </a:buClr>
                        <a:buSzPts val="1680"/>
                        <a:buFont typeface="Noto Sans Symbols"/>
                        <a:buNone/>
                      </a:pPr>
                      <a:r>
                        <a:rPr b="0" i="0" lang="en-US" sz="2800" u="none" cap="none" strike="noStrike">
                          <a:solidFill>
                            <a:schemeClr val="dk1"/>
                          </a:solidFill>
                          <a:latin typeface="Tahoma"/>
                          <a:ea typeface="Tahoma"/>
                          <a:cs typeface="Tahoma"/>
                          <a:sym typeface="Tahoma"/>
                        </a:rPr>
                        <a:t>1/16</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406400">
                <a:tc>
                  <a:txBody>
                    <a:bodyPr/>
                    <a:lstStyle/>
                    <a:p>
                      <a:pPr indent="0" lvl="0" marL="0" marR="0" rtl="0" algn="l">
                        <a:lnSpc>
                          <a:spcPct val="100000"/>
                        </a:lnSpc>
                        <a:spcBef>
                          <a:spcPts val="0"/>
                        </a:spcBef>
                        <a:spcAft>
                          <a:spcPts val="0"/>
                        </a:spcAft>
                        <a:buClr>
                          <a:schemeClr val="folHlink"/>
                        </a:buClr>
                        <a:buSzPts val="1680"/>
                        <a:buFont typeface="Noto Sans Symbols"/>
                        <a:buNone/>
                      </a:pPr>
                      <a:r>
                        <a:rPr b="0" i="0" lang="en-US" sz="2800" u="none" cap="none" strike="noStrike">
                          <a:solidFill>
                            <a:schemeClr val="dk1"/>
                          </a:solidFill>
                          <a:latin typeface="Tahoma"/>
                          <a:ea typeface="Tahoma"/>
                          <a:cs typeface="Tahoma"/>
                          <a:sym typeface="Tahoma"/>
                        </a:rPr>
                        <a:t>D</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folHlink"/>
                        </a:buClr>
                        <a:buSzPts val="1680"/>
                        <a:buFont typeface="Noto Sans Symbols"/>
                        <a:buNone/>
                      </a:pPr>
                      <a:r>
                        <a:rPr b="0" i="0" lang="en-US" sz="2800" u="none" cap="none" strike="noStrike">
                          <a:solidFill>
                            <a:schemeClr val="dk1"/>
                          </a:solidFill>
                          <a:latin typeface="Tahoma"/>
                          <a:ea typeface="Tahoma"/>
                          <a:cs typeface="Tahoma"/>
                          <a:sym typeface="Tahoma"/>
                        </a:rPr>
                        <a:t>0111</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folHlink"/>
                        </a:buClr>
                        <a:buSzPts val="1680"/>
                        <a:buFont typeface="Noto Sans Symbols"/>
                        <a:buNone/>
                      </a:pPr>
                      <a:r>
                        <a:rPr b="0" i="0" lang="en-US" sz="2800" u="none" cap="none" strike="noStrike">
                          <a:solidFill>
                            <a:schemeClr val="dk1"/>
                          </a:solidFill>
                          <a:latin typeface="Tahoma"/>
                          <a:ea typeface="Tahoma"/>
                          <a:cs typeface="Tahoma"/>
                          <a:sym typeface="Tahoma"/>
                        </a:rPr>
                        <a:t>1/16</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406400">
                <a:tc>
                  <a:txBody>
                    <a:bodyPr/>
                    <a:lstStyle/>
                    <a:p>
                      <a:pPr indent="0" lvl="0" marL="0" marR="0" rtl="0" algn="l">
                        <a:lnSpc>
                          <a:spcPct val="100000"/>
                        </a:lnSpc>
                        <a:spcBef>
                          <a:spcPts val="0"/>
                        </a:spcBef>
                        <a:spcAft>
                          <a:spcPts val="0"/>
                        </a:spcAft>
                        <a:buClr>
                          <a:schemeClr val="folHlink"/>
                        </a:buClr>
                        <a:buSzPts val="1680"/>
                        <a:buFont typeface="Noto Sans Symbols"/>
                        <a:buNone/>
                      </a:pPr>
                      <a:r>
                        <a:rPr b="0" i="0" lang="en-US" sz="2800" u="none" cap="none" strike="noStrike">
                          <a:solidFill>
                            <a:schemeClr val="dk1"/>
                          </a:solidFill>
                          <a:latin typeface="Tahoma"/>
                          <a:ea typeface="Tahoma"/>
                          <a:cs typeface="Tahoma"/>
                          <a:sym typeface="Tahoma"/>
                        </a:rPr>
                        <a:t>E</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folHlink"/>
                        </a:buClr>
                        <a:buSzPts val="1680"/>
                        <a:buFont typeface="Noto Sans Symbols"/>
                        <a:buNone/>
                      </a:pPr>
                      <a:r>
                        <a:rPr b="0" i="0" lang="en-US" sz="2800" u="none" cap="none" strike="noStrike">
                          <a:solidFill>
                            <a:schemeClr val="dk1"/>
                          </a:solidFill>
                          <a:latin typeface="Tahoma"/>
                          <a:ea typeface="Tahoma"/>
                          <a:cs typeface="Tahoma"/>
                          <a:sym typeface="Tahoma"/>
                        </a:rPr>
                        <a:t>1</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folHlink"/>
                        </a:buClr>
                        <a:buSzPts val="1680"/>
                        <a:buFont typeface="Noto Sans Symbols"/>
                        <a:buNone/>
                      </a:pPr>
                      <a:r>
                        <a:rPr b="0" i="0" lang="en-US" sz="2800" u="none" cap="none" strike="noStrike">
                          <a:solidFill>
                            <a:schemeClr val="dk1"/>
                          </a:solidFill>
                          <a:latin typeface="Tahoma"/>
                          <a:ea typeface="Tahoma"/>
                          <a:cs typeface="Tahoma"/>
                          <a:sym typeface="Tahoma"/>
                        </a:rPr>
                        <a:t>1/2</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9" name="Shape 2969"/>
        <p:cNvGrpSpPr/>
        <p:nvPr/>
      </p:nvGrpSpPr>
      <p:grpSpPr>
        <a:xfrm>
          <a:off x="0" y="0"/>
          <a:ext cx="0" cy="0"/>
          <a:chOff x="0" y="0"/>
          <a:chExt cx="0" cy="0"/>
        </a:xfrm>
      </p:grpSpPr>
      <p:sp>
        <p:nvSpPr>
          <p:cNvPr id="2970" name="Google Shape;2970;p108"/>
          <p:cNvSpPr txBox="1"/>
          <p:nvPr>
            <p:ph type="title"/>
          </p:nvPr>
        </p:nvSpPr>
        <p:spPr>
          <a:xfrm>
            <a:off x="468313" y="0"/>
            <a:ext cx="7772400" cy="70485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Huffman code algorithm</a:t>
            </a:r>
            <a:endParaRPr/>
          </a:p>
        </p:txBody>
      </p:sp>
      <p:sp>
        <p:nvSpPr>
          <p:cNvPr id="2971" name="Google Shape;2971;p108"/>
          <p:cNvSpPr txBox="1"/>
          <p:nvPr/>
        </p:nvSpPr>
        <p:spPr>
          <a:xfrm>
            <a:off x="382588" y="779462"/>
            <a:ext cx="8304212" cy="55260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accent1"/>
              </a:buClr>
              <a:buSzPts val="1960"/>
              <a:buFont typeface="Arial"/>
              <a:buChar char="●"/>
            </a:pPr>
            <a:r>
              <a:rPr b="0" i="0" lang="en-US" sz="2800" u="none" cap="none" strike="noStrike">
                <a:solidFill>
                  <a:schemeClr val="dk1"/>
                </a:solidFill>
                <a:latin typeface="Times New Roman"/>
                <a:ea typeface="Times New Roman"/>
                <a:cs typeface="Times New Roman"/>
                <a:sym typeface="Times New Roman"/>
              </a:rPr>
              <a:t>Derivation </a:t>
            </a:r>
            <a:endParaRPr b="0" i="0" sz="1400" u="none" cap="none" strike="noStrike">
              <a:solidFill>
                <a:srgbClr val="000000"/>
              </a:solidFill>
              <a:latin typeface="Arial"/>
              <a:ea typeface="Arial"/>
              <a:cs typeface="Arial"/>
              <a:sym typeface="Arial"/>
            </a:endParaRPr>
          </a:p>
          <a:p>
            <a:pPr indent="-285750" lvl="1" marL="742950" marR="0" rtl="0" algn="l">
              <a:lnSpc>
                <a:spcPct val="90000"/>
              </a:lnSpc>
              <a:spcBef>
                <a:spcPts val="480"/>
              </a:spcBef>
              <a:spcAft>
                <a:spcPts val="0"/>
              </a:spcAft>
              <a:buClr>
                <a:schemeClr val="dk1"/>
              </a:buClr>
              <a:buSzPts val="2400"/>
              <a:buFont typeface="Times New Roman"/>
              <a:buChar char="–"/>
            </a:pPr>
            <a:r>
              <a:rPr b="0" i="0" lang="en-US" sz="2400" u="none" cap="none" strike="noStrike">
                <a:solidFill>
                  <a:schemeClr val="dk1"/>
                </a:solidFill>
                <a:latin typeface="Times New Roman"/>
                <a:ea typeface="Times New Roman"/>
                <a:cs typeface="Times New Roman"/>
                <a:sym typeface="Times New Roman"/>
              </a:rPr>
              <a:t>Two rarest items will have the longest codewords</a:t>
            </a:r>
            <a:endParaRPr b="0" i="0" sz="2400" u="none" cap="none" strike="noStrike">
              <a:solidFill>
                <a:schemeClr val="dk1"/>
              </a:solidFill>
              <a:latin typeface="Times New Roman"/>
              <a:ea typeface="Times New Roman"/>
              <a:cs typeface="Times New Roman"/>
              <a:sym typeface="Times New Roman"/>
            </a:endParaRPr>
          </a:p>
          <a:p>
            <a:pPr indent="-285750" lvl="1" marL="742950" marR="0" rtl="0" algn="l">
              <a:lnSpc>
                <a:spcPct val="90000"/>
              </a:lnSpc>
              <a:spcBef>
                <a:spcPts val="480"/>
              </a:spcBef>
              <a:spcAft>
                <a:spcPts val="0"/>
              </a:spcAft>
              <a:buClr>
                <a:schemeClr val="dk1"/>
              </a:buClr>
              <a:buSzPts val="2400"/>
              <a:buFont typeface="Times New Roman"/>
              <a:buChar char="–"/>
            </a:pPr>
            <a:r>
              <a:rPr b="0" i="0" lang="en-US" sz="2400" u="none" cap="none" strike="noStrike">
                <a:solidFill>
                  <a:schemeClr val="dk1"/>
                </a:solidFill>
                <a:latin typeface="Times New Roman"/>
                <a:ea typeface="Times New Roman"/>
                <a:cs typeface="Times New Roman"/>
                <a:sym typeface="Times New Roman"/>
              </a:rPr>
              <a:t>Codewords for rarest items differ only in the last bit</a:t>
            </a:r>
            <a:endParaRPr b="0" i="0" sz="1400" u="none" cap="none" strike="noStrike">
              <a:solidFill>
                <a:srgbClr val="000000"/>
              </a:solidFill>
              <a:latin typeface="Arial"/>
              <a:ea typeface="Arial"/>
              <a:cs typeface="Arial"/>
              <a:sym typeface="Arial"/>
            </a:endParaRPr>
          </a:p>
          <a:p>
            <a:pPr indent="-342900" lvl="0" marL="342900" marR="0" rtl="0" algn="l">
              <a:lnSpc>
                <a:spcPct val="90000"/>
              </a:lnSpc>
              <a:spcBef>
                <a:spcPts val="560"/>
              </a:spcBef>
              <a:spcAft>
                <a:spcPts val="0"/>
              </a:spcAft>
              <a:buClr>
                <a:schemeClr val="accent1"/>
              </a:buClr>
              <a:buSzPts val="1960"/>
              <a:buFont typeface="Arial"/>
              <a:buChar char="●"/>
            </a:pPr>
            <a:r>
              <a:rPr b="0" i="0" lang="en-US" sz="2800" u="none" cap="none" strike="noStrike">
                <a:solidFill>
                  <a:schemeClr val="dk1"/>
                </a:solidFill>
                <a:latin typeface="Times New Roman"/>
                <a:ea typeface="Times New Roman"/>
                <a:cs typeface="Times New Roman"/>
                <a:sym typeface="Times New Roman"/>
              </a:rPr>
              <a:t>Idea: suppose the weights are               		  with            and         the smallest weights</a:t>
            </a:r>
            <a:endParaRPr b="0" i="0" sz="1400" u="none" cap="none" strike="noStrike">
              <a:solidFill>
                <a:srgbClr val="000000"/>
              </a:solidFill>
              <a:latin typeface="Arial"/>
              <a:ea typeface="Arial"/>
              <a:cs typeface="Arial"/>
              <a:sym typeface="Arial"/>
            </a:endParaRPr>
          </a:p>
          <a:p>
            <a:pPr indent="-285750" lvl="1" marL="742950" marR="0" rtl="0" algn="l">
              <a:lnSpc>
                <a:spcPct val="90000"/>
              </a:lnSpc>
              <a:spcBef>
                <a:spcPts val="480"/>
              </a:spcBef>
              <a:spcAft>
                <a:spcPts val="0"/>
              </a:spcAft>
              <a:buClr>
                <a:schemeClr val="dk1"/>
              </a:buClr>
              <a:buSzPts val="2400"/>
              <a:buFont typeface="Times New Roman"/>
              <a:buChar char="–"/>
            </a:pPr>
            <a:r>
              <a:rPr b="0" i="0" lang="en-US" sz="2400" u="none" cap="none" strike="noStrike">
                <a:solidFill>
                  <a:schemeClr val="dk1"/>
                </a:solidFill>
                <a:latin typeface="Times New Roman"/>
                <a:ea typeface="Times New Roman"/>
                <a:cs typeface="Times New Roman"/>
                <a:sym typeface="Times New Roman"/>
              </a:rPr>
              <a:t>Start with an optimal code for                                        and</a:t>
            </a:r>
            <a:endParaRPr b="0" i="0" sz="1400" u="none" cap="none" strike="noStrike">
              <a:solidFill>
                <a:srgbClr val="000000"/>
              </a:solidFill>
              <a:latin typeface="Arial"/>
              <a:ea typeface="Arial"/>
              <a:cs typeface="Arial"/>
              <a:sym typeface="Arial"/>
            </a:endParaRPr>
          </a:p>
          <a:p>
            <a:pPr indent="-285750" lvl="1" marL="742950" marR="0" rtl="0" algn="l">
              <a:lnSpc>
                <a:spcPct val="90000"/>
              </a:lnSpc>
              <a:spcBef>
                <a:spcPts val="48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a:p>
            <a:pPr indent="-285750" lvl="1" marL="742950" marR="0" rtl="0" algn="l">
              <a:lnSpc>
                <a:spcPct val="90000"/>
              </a:lnSpc>
              <a:spcBef>
                <a:spcPts val="480"/>
              </a:spcBef>
              <a:spcAft>
                <a:spcPts val="0"/>
              </a:spcAft>
              <a:buClr>
                <a:schemeClr val="dk1"/>
              </a:buClr>
              <a:buSzPts val="2400"/>
              <a:buFont typeface="Times New Roman"/>
              <a:buChar char="–"/>
            </a:pPr>
            <a:r>
              <a:rPr b="0" i="0" lang="en-US" sz="2400" u="none" cap="none" strike="noStrike">
                <a:solidFill>
                  <a:schemeClr val="dk1"/>
                </a:solidFill>
                <a:latin typeface="Times New Roman"/>
                <a:ea typeface="Times New Roman"/>
                <a:cs typeface="Times New Roman"/>
                <a:sym typeface="Times New Roman"/>
              </a:rPr>
              <a:t>Extend the codeword for                           to get codewords for                and  </a:t>
            </a:r>
            <a:endParaRPr b="0" i="0" sz="1400" u="none" cap="none" strike="noStrike">
              <a:solidFill>
                <a:srgbClr val="000000"/>
              </a:solidFill>
              <a:latin typeface="Arial"/>
              <a:ea typeface="Arial"/>
              <a:cs typeface="Arial"/>
              <a:sym typeface="Arial"/>
            </a:endParaRPr>
          </a:p>
        </p:txBody>
      </p:sp>
      <p:pic>
        <p:nvPicPr>
          <p:cNvPr descr="txp_fig" id="2972" name="Google Shape;2972;p108"/>
          <p:cNvPicPr preferRelativeResize="0"/>
          <p:nvPr/>
        </p:nvPicPr>
        <p:blipFill rotWithShape="1">
          <a:blip r:embed="rId3">
            <a:alphaModFix/>
          </a:blip>
          <a:srcRect b="0" l="0" r="0" t="0"/>
          <a:stretch/>
        </p:blipFill>
        <p:spPr>
          <a:xfrm>
            <a:off x="5238750" y="2190750"/>
            <a:ext cx="2362200" cy="266700"/>
          </a:xfrm>
          <a:prstGeom prst="rect">
            <a:avLst/>
          </a:prstGeom>
          <a:noFill/>
          <a:ln>
            <a:noFill/>
          </a:ln>
        </p:spPr>
      </p:pic>
      <p:pic>
        <p:nvPicPr>
          <p:cNvPr descr="txp_fig" id="2973" name="Google Shape;2973;p108"/>
          <p:cNvPicPr preferRelativeResize="0"/>
          <p:nvPr/>
        </p:nvPicPr>
        <p:blipFill rotWithShape="1">
          <a:blip r:embed="rId4">
            <a:alphaModFix/>
          </a:blip>
          <a:srcRect b="0" l="0" r="0" t="0"/>
          <a:stretch/>
        </p:blipFill>
        <p:spPr>
          <a:xfrm>
            <a:off x="1466850" y="2581275"/>
            <a:ext cx="914400" cy="285750"/>
          </a:xfrm>
          <a:prstGeom prst="rect">
            <a:avLst/>
          </a:prstGeom>
          <a:noFill/>
          <a:ln>
            <a:noFill/>
          </a:ln>
        </p:spPr>
      </p:pic>
      <p:pic>
        <p:nvPicPr>
          <p:cNvPr descr="txp_fig" id="2974" name="Google Shape;2974;p108"/>
          <p:cNvPicPr preferRelativeResize="0"/>
          <p:nvPr/>
        </p:nvPicPr>
        <p:blipFill rotWithShape="1">
          <a:blip r:embed="rId5">
            <a:alphaModFix/>
          </a:blip>
          <a:srcRect b="0" l="0" r="0" t="0"/>
          <a:stretch/>
        </p:blipFill>
        <p:spPr>
          <a:xfrm>
            <a:off x="3181350" y="2628900"/>
            <a:ext cx="457200" cy="274638"/>
          </a:xfrm>
          <a:prstGeom prst="rect">
            <a:avLst/>
          </a:prstGeom>
          <a:noFill/>
          <a:ln>
            <a:noFill/>
          </a:ln>
        </p:spPr>
      </p:pic>
      <p:pic>
        <p:nvPicPr>
          <p:cNvPr descr="txp_fig" id="2975" name="Google Shape;2975;p108"/>
          <p:cNvPicPr preferRelativeResize="0"/>
          <p:nvPr/>
        </p:nvPicPr>
        <p:blipFill rotWithShape="1">
          <a:blip r:embed="rId6">
            <a:alphaModFix/>
          </a:blip>
          <a:srcRect b="0" l="0" r="0" t="0"/>
          <a:stretch/>
        </p:blipFill>
        <p:spPr>
          <a:xfrm>
            <a:off x="5000625" y="3028950"/>
            <a:ext cx="2819400" cy="269875"/>
          </a:xfrm>
          <a:prstGeom prst="rect">
            <a:avLst/>
          </a:prstGeom>
          <a:noFill/>
          <a:ln>
            <a:noFill/>
          </a:ln>
        </p:spPr>
      </p:pic>
      <p:pic>
        <p:nvPicPr>
          <p:cNvPr descr="txp_fig" id="2976" name="Google Shape;2976;p108"/>
          <p:cNvPicPr preferRelativeResize="0"/>
          <p:nvPr/>
        </p:nvPicPr>
        <p:blipFill rotWithShape="1">
          <a:blip r:embed="rId7">
            <a:alphaModFix/>
          </a:blip>
          <a:srcRect b="0" l="0" r="0" t="0"/>
          <a:stretch/>
        </p:blipFill>
        <p:spPr>
          <a:xfrm>
            <a:off x="4391025" y="3743325"/>
            <a:ext cx="1905000" cy="336550"/>
          </a:xfrm>
          <a:prstGeom prst="rect">
            <a:avLst/>
          </a:prstGeom>
          <a:noFill/>
          <a:ln>
            <a:noFill/>
          </a:ln>
        </p:spPr>
      </p:pic>
      <p:pic>
        <p:nvPicPr>
          <p:cNvPr descr="txp_fig" id="2977" name="Google Shape;2977;p108"/>
          <p:cNvPicPr preferRelativeResize="0"/>
          <p:nvPr/>
        </p:nvPicPr>
        <p:blipFill rotWithShape="1">
          <a:blip r:embed="rId7">
            <a:alphaModFix/>
          </a:blip>
          <a:srcRect b="0" l="0" r="0" t="0"/>
          <a:stretch/>
        </p:blipFill>
        <p:spPr>
          <a:xfrm>
            <a:off x="1438275" y="3267075"/>
            <a:ext cx="1981200" cy="350838"/>
          </a:xfrm>
          <a:prstGeom prst="rect">
            <a:avLst/>
          </a:prstGeom>
          <a:noFill/>
          <a:ln>
            <a:noFill/>
          </a:ln>
        </p:spPr>
      </p:pic>
      <p:pic>
        <p:nvPicPr>
          <p:cNvPr descr="txp_fig" id="2978" name="Google Shape;2978;p108"/>
          <p:cNvPicPr preferRelativeResize="0"/>
          <p:nvPr/>
        </p:nvPicPr>
        <p:blipFill rotWithShape="1">
          <a:blip r:embed="rId4">
            <a:alphaModFix/>
          </a:blip>
          <a:srcRect b="0" l="0" r="0" t="0"/>
          <a:stretch/>
        </p:blipFill>
        <p:spPr>
          <a:xfrm>
            <a:off x="1628775" y="4095750"/>
            <a:ext cx="914400" cy="285750"/>
          </a:xfrm>
          <a:prstGeom prst="rect">
            <a:avLst/>
          </a:prstGeom>
          <a:noFill/>
          <a:ln>
            <a:noFill/>
          </a:ln>
        </p:spPr>
      </p:pic>
      <p:pic>
        <p:nvPicPr>
          <p:cNvPr descr="txp_fig" id="2979" name="Google Shape;2979;p108"/>
          <p:cNvPicPr preferRelativeResize="0"/>
          <p:nvPr/>
        </p:nvPicPr>
        <p:blipFill rotWithShape="1">
          <a:blip r:embed="rId5">
            <a:alphaModFix/>
          </a:blip>
          <a:srcRect b="0" l="0" r="0" t="0"/>
          <a:stretch/>
        </p:blipFill>
        <p:spPr>
          <a:xfrm>
            <a:off x="3409950" y="4181475"/>
            <a:ext cx="457200" cy="274638"/>
          </a:xfrm>
          <a:prstGeom prst="rect">
            <a:avLst/>
          </a:prstGeom>
          <a:noFill/>
          <a:ln>
            <a:noFill/>
          </a:ln>
        </p:spPr>
      </p:pic>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3" name="Shape 2983"/>
        <p:cNvGrpSpPr/>
        <p:nvPr/>
      </p:nvGrpSpPr>
      <p:grpSpPr>
        <a:xfrm>
          <a:off x="0" y="0"/>
          <a:ext cx="0" cy="0"/>
          <a:chOff x="0" y="0"/>
          <a:chExt cx="0" cy="0"/>
        </a:xfrm>
      </p:grpSpPr>
      <p:sp>
        <p:nvSpPr>
          <p:cNvPr id="2984" name="Google Shape;2984;p109"/>
          <p:cNvSpPr txBox="1"/>
          <p:nvPr>
            <p:ph type="title"/>
          </p:nvPr>
        </p:nvSpPr>
        <p:spPr>
          <a:xfrm>
            <a:off x="696913" y="592138"/>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Huffman code</a:t>
            </a:r>
            <a:endParaRPr/>
          </a:p>
        </p:txBody>
      </p:sp>
      <p:sp>
        <p:nvSpPr>
          <p:cNvPr id="2985" name="Google Shape;2985;p109"/>
          <p:cNvSpPr txBox="1"/>
          <p:nvPr/>
        </p:nvSpPr>
        <p:spPr>
          <a:xfrm>
            <a:off x="1066800" y="2201863"/>
            <a:ext cx="7391400" cy="40544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3399"/>
                </a:solidFill>
                <a:latin typeface="Times New Roman"/>
                <a:ea typeface="Times New Roman"/>
                <a:cs typeface="Times New Roman"/>
                <a:sym typeface="Times New Roman"/>
              </a:rPr>
              <a:t>H = new Heap()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2000"/>
              <a:buFont typeface="Arial"/>
              <a:buNone/>
            </a:pPr>
            <a:r>
              <a:rPr b="0" i="0" lang="en-US" sz="2000" u="none" cap="none" strike="noStrike">
                <a:solidFill>
                  <a:srgbClr val="003399"/>
                </a:solidFill>
                <a:latin typeface="Times New Roman"/>
                <a:ea typeface="Times New Roman"/>
                <a:cs typeface="Times New Roman"/>
                <a:sym typeface="Times New Roman"/>
              </a:rPr>
              <a:t>for each w</a:t>
            </a:r>
            <a:r>
              <a:rPr b="0" baseline="-25000" i="0" lang="en-US" sz="2000" u="none" cap="none" strike="noStrike">
                <a:solidFill>
                  <a:srgbClr val="003399"/>
                </a:solidFill>
                <a:latin typeface="Times New Roman"/>
                <a:ea typeface="Times New Roman"/>
                <a:cs typeface="Times New Roman"/>
                <a:sym typeface="Times New Roman"/>
              </a:rPr>
              <a:t>i</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2000"/>
              <a:buFont typeface="Arial"/>
              <a:buNone/>
            </a:pPr>
            <a:r>
              <a:rPr b="0" i="0" lang="en-US" sz="2000" u="none" cap="none" strike="noStrike">
                <a:solidFill>
                  <a:srgbClr val="003399"/>
                </a:solidFill>
                <a:latin typeface="Times New Roman"/>
                <a:ea typeface="Times New Roman"/>
                <a:cs typeface="Times New Roman"/>
                <a:sym typeface="Times New Roman"/>
              </a:rPr>
              <a:t>	T = new Tree(w</a:t>
            </a:r>
            <a:r>
              <a:rPr b="0" baseline="-25000" i="0" lang="en-US" sz="2000" u="none" cap="none" strike="noStrike">
                <a:solidFill>
                  <a:srgbClr val="003399"/>
                </a:solidFill>
                <a:latin typeface="Times New Roman"/>
                <a:ea typeface="Times New Roman"/>
                <a:cs typeface="Times New Roman"/>
                <a:sym typeface="Times New Roman"/>
              </a:rPr>
              <a:t>i</a:t>
            </a:r>
            <a:r>
              <a:rPr b="0" i="0" lang="en-US" sz="2000" u="none" cap="none" strike="noStrike">
                <a:solidFill>
                  <a:srgbClr val="003399"/>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2000"/>
              <a:buFont typeface="Arial"/>
              <a:buNone/>
            </a:pPr>
            <a:r>
              <a:rPr b="0" i="0" lang="en-US" sz="2000" u="none" cap="none" strike="noStrike">
                <a:solidFill>
                  <a:srgbClr val="003399"/>
                </a:solidFill>
                <a:latin typeface="Times New Roman"/>
                <a:ea typeface="Times New Roman"/>
                <a:cs typeface="Times New Roman"/>
                <a:sym typeface="Times New Roman"/>
              </a:rPr>
              <a:t>	H.Insert(T)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2000"/>
              <a:buFont typeface="Arial"/>
              <a:buNone/>
            </a:pPr>
            <a:r>
              <a:rPr b="0" i="0" lang="en-US" sz="2000" u="none" cap="none" strike="noStrike">
                <a:solidFill>
                  <a:srgbClr val="003399"/>
                </a:solidFill>
                <a:latin typeface="Times New Roman"/>
                <a:ea typeface="Times New Roman"/>
                <a:cs typeface="Times New Roman"/>
                <a:sym typeface="Times New Roman"/>
              </a:rPr>
              <a:t>while H.Size() &gt;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2000"/>
              <a:buFont typeface="Arial"/>
              <a:buNone/>
            </a:pPr>
            <a:r>
              <a:rPr b="0" i="0" lang="en-US" sz="2000" u="none" cap="none" strike="noStrike">
                <a:solidFill>
                  <a:srgbClr val="003399"/>
                </a:solidFill>
                <a:latin typeface="Times New Roman"/>
                <a:ea typeface="Times New Roman"/>
                <a:cs typeface="Times New Roman"/>
                <a:sym typeface="Times New Roman"/>
              </a:rPr>
              <a:t>	T</a:t>
            </a:r>
            <a:r>
              <a:rPr b="0" baseline="-25000" i="0" lang="en-US" sz="2000" u="none" cap="none" strike="noStrike">
                <a:solidFill>
                  <a:srgbClr val="003399"/>
                </a:solidFill>
                <a:latin typeface="Times New Roman"/>
                <a:ea typeface="Times New Roman"/>
                <a:cs typeface="Times New Roman"/>
                <a:sym typeface="Times New Roman"/>
              </a:rPr>
              <a:t>1</a:t>
            </a:r>
            <a:r>
              <a:rPr b="0" i="0" lang="en-US" sz="2000" u="none" cap="none" strike="noStrike">
                <a:solidFill>
                  <a:srgbClr val="003399"/>
                </a:solidFill>
                <a:latin typeface="Times New Roman"/>
                <a:ea typeface="Times New Roman"/>
                <a:cs typeface="Times New Roman"/>
                <a:sym typeface="Times New Roman"/>
              </a:rPr>
              <a:t> = H.DeleteMin()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2000"/>
              <a:buFont typeface="Arial"/>
              <a:buNone/>
            </a:pPr>
            <a:r>
              <a:rPr b="0" i="0" lang="en-US" sz="2000" u="none" cap="none" strike="noStrike">
                <a:solidFill>
                  <a:srgbClr val="003399"/>
                </a:solidFill>
                <a:latin typeface="Times New Roman"/>
                <a:ea typeface="Times New Roman"/>
                <a:cs typeface="Times New Roman"/>
                <a:sym typeface="Times New Roman"/>
              </a:rPr>
              <a:t>	T</a:t>
            </a:r>
            <a:r>
              <a:rPr b="0" baseline="-25000" i="0" lang="en-US" sz="2000" u="none" cap="none" strike="noStrike">
                <a:solidFill>
                  <a:srgbClr val="003399"/>
                </a:solidFill>
                <a:latin typeface="Times New Roman"/>
                <a:ea typeface="Times New Roman"/>
                <a:cs typeface="Times New Roman"/>
                <a:sym typeface="Times New Roman"/>
              </a:rPr>
              <a:t>2</a:t>
            </a:r>
            <a:r>
              <a:rPr b="0" i="0" lang="en-US" sz="2000" u="none" cap="none" strike="noStrike">
                <a:solidFill>
                  <a:srgbClr val="003399"/>
                </a:solidFill>
                <a:latin typeface="Times New Roman"/>
                <a:ea typeface="Times New Roman"/>
                <a:cs typeface="Times New Roman"/>
                <a:sym typeface="Times New Roman"/>
              </a:rPr>
              <a:t> = H.DeleteMin()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2000"/>
              <a:buFont typeface="Arial"/>
              <a:buNone/>
            </a:pPr>
            <a:r>
              <a:rPr b="0" i="0" lang="en-US" sz="2000" u="none" cap="none" strike="noStrike">
                <a:solidFill>
                  <a:srgbClr val="003399"/>
                </a:solidFill>
                <a:latin typeface="Times New Roman"/>
                <a:ea typeface="Times New Roman"/>
                <a:cs typeface="Times New Roman"/>
                <a:sym typeface="Times New Roman"/>
              </a:rPr>
              <a:t>	T</a:t>
            </a:r>
            <a:r>
              <a:rPr b="0" baseline="-25000" i="0" lang="en-US" sz="2000" u="none" cap="none" strike="noStrike">
                <a:solidFill>
                  <a:srgbClr val="003399"/>
                </a:solidFill>
                <a:latin typeface="Times New Roman"/>
                <a:ea typeface="Times New Roman"/>
                <a:cs typeface="Times New Roman"/>
                <a:sym typeface="Times New Roman"/>
              </a:rPr>
              <a:t>3</a:t>
            </a:r>
            <a:r>
              <a:rPr b="0" i="0" lang="en-US" sz="2000" u="none" cap="none" strike="noStrike">
                <a:solidFill>
                  <a:srgbClr val="003399"/>
                </a:solidFill>
                <a:latin typeface="Times New Roman"/>
                <a:ea typeface="Times New Roman"/>
                <a:cs typeface="Times New Roman"/>
                <a:sym typeface="Times New Roman"/>
              </a:rPr>
              <a:t> = Merge(T</a:t>
            </a:r>
            <a:r>
              <a:rPr b="0" baseline="-25000" i="0" lang="en-US" sz="2000" u="none" cap="none" strike="noStrike">
                <a:solidFill>
                  <a:srgbClr val="003399"/>
                </a:solidFill>
                <a:latin typeface="Times New Roman"/>
                <a:ea typeface="Times New Roman"/>
                <a:cs typeface="Times New Roman"/>
                <a:sym typeface="Times New Roman"/>
              </a:rPr>
              <a:t>1</a:t>
            </a:r>
            <a:r>
              <a:rPr b="0" i="0" lang="en-US" sz="2000" u="none" cap="none" strike="noStrike">
                <a:solidFill>
                  <a:srgbClr val="003399"/>
                </a:solidFill>
                <a:latin typeface="Times New Roman"/>
                <a:ea typeface="Times New Roman"/>
                <a:cs typeface="Times New Roman"/>
                <a:sym typeface="Times New Roman"/>
              </a:rPr>
              <a:t>, T</a:t>
            </a:r>
            <a:r>
              <a:rPr b="0" baseline="-25000" i="0" lang="en-US" sz="2000" u="none" cap="none" strike="noStrike">
                <a:solidFill>
                  <a:srgbClr val="003399"/>
                </a:solidFill>
                <a:latin typeface="Times New Roman"/>
                <a:ea typeface="Times New Roman"/>
                <a:cs typeface="Times New Roman"/>
                <a:sym typeface="Times New Roman"/>
              </a:rPr>
              <a:t>2</a:t>
            </a:r>
            <a:r>
              <a:rPr b="0" i="0" lang="en-US" sz="2000" u="none" cap="none" strike="noStrike">
                <a:solidFill>
                  <a:srgbClr val="003399"/>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2000"/>
              <a:buFont typeface="Arial"/>
              <a:buNone/>
            </a:pPr>
            <a:r>
              <a:rPr b="0" i="0" lang="en-US" sz="2000" u="none" cap="none" strike="noStrike">
                <a:solidFill>
                  <a:srgbClr val="003399"/>
                </a:solidFill>
                <a:latin typeface="Times New Roman"/>
                <a:ea typeface="Times New Roman"/>
                <a:cs typeface="Times New Roman"/>
                <a:sym typeface="Times New Roman"/>
              </a:rPr>
              <a:t>	H.Insert(T</a:t>
            </a:r>
            <a:r>
              <a:rPr b="0" baseline="-25000" i="0" lang="en-US" sz="2000" u="none" cap="none" strike="noStrike">
                <a:solidFill>
                  <a:srgbClr val="003399"/>
                </a:solidFill>
                <a:latin typeface="Times New Roman"/>
                <a:ea typeface="Times New Roman"/>
                <a:cs typeface="Times New Roman"/>
                <a:sym typeface="Times New Roman"/>
              </a:rPr>
              <a:t>3</a:t>
            </a:r>
            <a:r>
              <a:rPr b="0" i="0" lang="en-US" sz="2000" u="none" cap="none" strike="noStrike">
                <a:solidFill>
                  <a:srgbClr val="003399"/>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9" name="Shape 2989"/>
        <p:cNvGrpSpPr/>
        <p:nvPr/>
      </p:nvGrpSpPr>
      <p:grpSpPr>
        <a:xfrm>
          <a:off x="0" y="0"/>
          <a:ext cx="0" cy="0"/>
          <a:chOff x="0" y="0"/>
          <a:chExt cx="0" cy="0"/>
        </a:xfrm>
      </p:grpSpPr>
      <p:sp>
        <p:nvSpPr>
          <p:cNvPr id="2990" name="Google Shape;2990;p110"/>
          <p:cNvSpPr txBox="1"/>
          <p:nvPr>
            <p:ph type="title"/>
          </p:nvPr>
        </p:nvSpPr>
        <p:spPr>
          <a:xfrm>
            <a:off x="696913" y="592138"/>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Example:</a:t>
            </a:r>
            <a:br>
              <a:rPr lang="en-US"/>
            </a:br>
            <a:r>
              <a:rPr lang="en-US"/>
              <a:t>Weights 4, 5, 6, 7, 11, 14, 21</a:t>
            </a:r>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4" name="Shape 2994"/>
        <p:cNvGrpSpPr/>
        <p:nvPr/>
      </p:nvGrpSpPr>
      <p:grpSpPr>
        <a:xfrm>
          <a:off x="0" y="0"/>
          <a:ext cx="0" cy="0"/>
          <a:chOff x="0" y="0"/>
          <a:chExt cx="0" cy="0"/>
        </a:xfrm>
      </p:grpSpPr>
      <p:sp>
        <p:nvSpPr>
          <p:cNvPr id="2995" name="Google Shape;2995;p111"/>
          <p:cNvSpPr txBox="1"/>
          <p:nvPr>
            <p:ph type="title"/>
          </p:nvPr>
        </p:nvSpPr>
        <p:spPr>
          <a:xfrm>
            <a:off x="696913" y="592138"/>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3200"/>
              <a:t>Draw a Huffman tree for the following data values and show internal weights:</a:t>
            </a:r>
            <a:br>
              <a:rPr lang="en-US" sz="3200"/>
            </a:br>
            <a:r>
              <a:rPr lang="en-US" sz="3200"/>
              <a:t>3, 5, 9, 14, 16, 35</a:t>
            </a:r>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9" name="Shape 2999"/>
        <p:cNvGrpSpPr/>
        <p:nvPr/>
      </p:nvGrpSpPr>
      <p:grpSpPr>
        <a:xfrm>
          <a:off x="0" y="0"/>
          <a:ext cx="0" cy="0"/>
          <a:chOff x="0" y="0"/>
          <a:chExt cx="0" cy="0"/>
        </a:xfrm>
      </p:grpSpPr>
      <p:sp>
        <p:nvSpPr>
          <p:cNvPr id="3000" name="Google Shape;3000;p112"/>
          <p:cNvSpPr txBox="1"/>
          <p:nvPr>
            <p:ph type="title"/>
          </p:nvPr>
        </p:nvSpPr>
        <p:spPr>
          <a:xfrm>
            <a:off x="696913" y="592138"/>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Summary</a:t>
            </a:r>
            <a:endParaRPr/>
          </a:p>
        </p:txBody>
      </p:sp>
      <p:sp>
        <p:nvSpPr>
          <p:cNvPr id="3001" name="Google Shape;3001;p112"/>
          <p:cNvSpPr txBox="1"/>
          <p:nvPr>
            <p:ph idx="1" type="body"/>
          </p:nvPr>
        </p:nvSpPr>
        <p:spPr>
          <a:xfrm>
            <a:off x="696913" y="2116138"/>
            <a:ext cx="7772400" cy="41148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1960"/>
              <a:buChar char="●"/>
            </a:pPr>
            <a:r>
              <a:rPr lang="en-US" sz="2800"/>
              <a:t>Huffman coding is a technique used to compress files for transmission</a:t>
            </a:r>
            <a:endParaRPr/>
          </a:p>
          <a:p>
            <a:pPr indent="-342900" lvl="0" marL="342900" rtl="0" algn="l">
              <a:lnSpc>
                <a:spcPct val="100000"/>
              </a:lnSpc>
              <a:spcBef>
                <a:spcPts val="560"/>
              </a:spcBef>
              <a:spcAft>
                <a:spcPts val="0"/>
              </a:spcAft>
              <a:buSzPts val="1960"/>
              <a:buChar char="●"/>
            </a:pPr>
            <a:r>
              <a:rPr lang="en-US" sz="2800"/>
              <a:t>Uses statistical coding</a:t>
            </a:r>
            <a:endParaRPr/>
          </a:p>
          <a:p>
            <a:pPr indent="-285750" lvl="1" marL="742950" rtl="0" algn="l">
              <a:lnSpc>
                <a:spcPct val="100000"/>
              </a:lnSpc>
              <a:spcBef>
                <a:spcPts val="480"/>
              </a:spcBef>
              <a:spcAft>
                <a:spcPts val="0"/>
              </a:spcAft>
              <a:buClr>
                <a:schemeClr val="dk1"/>
              </a:buClr>
              <a:buSzPts val="2400"/>
              <a:buFont typeface="Times New Roman"/>
              <a:buChar char="–"/>
            </a:pPr>
            <a:r>
              <a:rPr lang="en-US" sz="2400"/>
              <a:t>more frequently used symbols have shorter code words</a:t>
            </a:r>
            <a:endParaRPr/>
          </a:p>
          <a:p>
            <a:pPr indent="-342900" lvl="0" marL="342900" rtl="0" algn="l">
              <a:lnSpc>
                <a:spcPct val="100000"/>
              </a:lnSpc>
              <a:spcBef>
                <a:spcPts val="560"/>
              </a:spcBef>
              <a:spcAft>
                <a:spcPts val="0"/>
              </a:spcAft>
              <a:buSzPts val="1960"/>
              <a:buChar char="●"/>
            </a:pPr>
            <a:r>
              <a:rPr lang="en-US" sz="2800"/>
              <a:t>Works well for text and fax transmissions</a:t>
            </a:r>
            <a:endParaRPr/>
          </a:p>
          <a:p>
            <a:pPr indent="-342900" lvl="0" marL="342900" rtl="0" algn="l">
              <a:lnSpc>
                <a:spcPct val="100000"/>
              </a:lnSpc>
              <a:spcBef>
                <a:spcPts val="560"/>
              </a:spcBef>
              <a:spcAft>
                <a:spcPts val="0"/>
              </a:spcAft>
              <a:buSzPts val="1960"/>
              <a:buChar char="●"/>
            </a:pPr>
            <a:r>
              <a:rPr lang="en-US" sz="2800"/>
              <a:t>An application that uses several data structures</a:t>
            </a:r>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5" name="Shape 3005"/>
        <p:cNvGrpSpPr/>
        <p:nvPr/>
      </p:nvGrpSpPr>
      <p:grpSpPr>
        <a:xfrm>
          <a:off x="0" y="0"/>
          <a:ext cx="0" cy="0"/>
          <a:chOff x="0" y="0"/>
          <a:chExt cx="0" cy="0"/>
        </a:xfrm>
      </p:grpSpPr>
      <p:sp>
        <p:nvSpPr>
          <p:cNvPr id="3006" name="Google Shape;3006;p113"/>
          <p:cNvSpPr/>
          <p:nvPr/>
        </p:nvSpPr>
        <p:spPr>
          <a:xfrm>
            <a:off x="0" y="0"/>
            <a:ext cx="9163050" cy="742950"/>
          </a:xfrm>
          <a:prstGeom prst="rect">
            <a:avLst/>
          </a:prstGeom>
          <a:noFill/>
          <a:ln>
            <a:noFill/>
          </a:ln>
        </p:spPr>
        <p:txBody>
          <a:bodyPr anchorCtr="0" anchor="ctr" bIns="46025" lIns="92075" spcFirstLastPara="1" rIns="92075" wrap="square" tIns="46025">
            <a:noAutofit/>
          </a:bodyPr>
          <a:lstStyle/>
          <a:p>
            <a:pPr indent="0" lvl="0" marL="0" marR="0" rtl="0" algn="ctr">
              <a:lnSpc>
                <a:spcPct val="100000"/>
              </a:lnSpc>
              <a:spcBef>
                <a:spcPts val="0"/>
              </a:spcBef>
              <a:spcAft>
                <a:spcPts val="0"/>
              </a:spcAft>
              <a:buClr>
                <a:srgbClr val="000000"/>
              </a:buClr>
              <a:buSzPts val="4400"/>
              <a:buFont typeface="Arial"/>
              <a:buNone/>
            </a:pPr>
            <a:r>
              <a:rPr b="0" i="0" lang="en-US" sz="4400" u="none" cap="none" strike="noStrike">
                <a:solidFill>
                  <a:schemeClr val="dk2"/>
                </a:solidFill>
                <a:latin typeface="Times New Roman"/>
                <a:ea typeface="Times New Roman"/>
                <a:cs typeface="Times New Roman"/>
                <a:sym typeface="Times New Roman"/>
              </a:rPr>
              <a:t>Heap</a:t>
            </a:r>
            <a:endParaRPr b="0" i="0" sz="1400" u="none" cap="none" strike="noStrike">
              <a:solidFill>
                <a:srgbClr val="000000"/>
              </a:solidFill>
              <a:latin typeface="Arial"/>
              <a:ea typeface="Arial"/>
              <a:cs typeface="Arial"/>
              <a:sym typeface="Arial"/>
            </a:endParaRPr>
          </a:p>
        </p:txBody>
      </p:sp>
      <p:sp>
        <p:nvSpPr>
          <p:cNvPr id="3007" name="Google Shape;3007;p113"/>
          <p:cNvSpPr/>
          <p:nvPr/>
        </p:nvSpPr>
        <p:spPr>
          <a:xfrm>
            <a:off x="911225" y="690563"/>
            <a:ext cx="9163050" cy="4579937"/>
          </a:xfrm>
          <a:prstGeom prst="rect">
            <a:avLst/>
          </a:prstGeom>
          <a:noFill/>
          <a:ln>
            <a:noFill/>
          </a:ln>
        </p:spPr>
        <p:txBody>
          <a:bodyPr anchorCtr="0" anchor="t" bIns="46025" lIns="92075" spcFirstLastPara="1" rIns="92075" wrap="square" tIns="46025">
            <a:noAutofit/>
          </a:bodyPr>
          <a:lstStyle/>
          <a:p>
            <a:pPr indent="-342900" lvl="0" marL="342900" marR="0" rtl="0" algn="l">
              <a:lnSpc>
                <a:spcPct val="100000"/>
              </a:lnSpc>
              <a:spcBef>
                <a:spcPts val="0"/>
              </a:spcBef>
              <a:spcAft>
                <a:spcPts val="0"/>
              </a:spcAft>
              <a:buClr>
                <a:schemeClr val="accent1"/>
              </a:buClr>
              <a:buSzPts val="2240"/>
              <a:buFont typeface="Arial"/>
              <a:buChar char="●"/>
            </a:pPr>
            <a:r>
              <a:rPr b="0" i="0" lang="en-US" sz="3200" u="none" cap="none" strike="noStrike">
                <a:solidFill>
                  <a:schemeClr val="dk1"/>
                </a:solidFill>
                <a:latin typeface="Times New Roman"/>
                <a:ea typeface="Times New Roman"/>
                <a:cs typeface="Times New Roman"/>
                <a:sym typeface="Times New Roman"/>
              </a:rPr>
              <a:t>A </a:t>
            </a:r>
            <a:r>
              <a:rPr b="0" i="1" lang="en-US" sz="3200" u="none" cap="none" strike="noStrike">
                <a:solidFill>
                  <a:srgbClr val="CC3300"/>
                </a:solidFill>
                <a:latin typeface="Times New Roman"/>
                <a:ea typeface="Times New Roman"/>
                <a:cs typeface="Times New Roman"/>
                <a:sym typeface="Times New Roman"/>
              </a:rPr>
              <a:t>max tree</a:t>
            </a:r>
            <a:r>
              <a:rPr b="0" i="0" lang="en-US" sz="3200" u="none" cap="none" strike="noStrike">
                <a:solidFill>
                  <a:schemeClr val="dk1"/>
                </a:solidFill>
                <a:latin typeface="Times New Roman"/>
                <a:ea typeface="Times New Roman"/>
                <a:cs typeface="Times New Roman"/>
                <a:sym typeface="Times New Roman"/>
              </a:rPr>
              <a:t> is a tree in which the key value in </a:t>
            </a:r>
            <a:br>
              <a:rPr b="0" i="0" lang="en-US" sz="3200" u="none" cap="none" strike="noStrike">
                <a:solidFill>
                  <a:schemeClr val="dk1"/>
                </a:solidFill>
                <a:latin typeface="Times New Roman"/>
                <a:ea typeface="Times New Roman"/>
                <a:cs typeface="Times New Roman"/>
                <a:sym typeface="Times New Roman"/>
              </a:rPr>
            </a:br>
            <a:r>
              <a:rPr b="0" i="0" lang="en-US" sz="3200" u="none" cap="none" strike="noStrike">
                <a:solidFill>
                  <a:schemeClr val="dk1"/>
                </a:solidFill>
                <a:latin typeface="Times New Roman"/>
                <a:ea typeface="Times New Roman"/>
                <a:cs typeface="Times New Roman"/>
                <a:sym typeface="Times New Roman"/>
              </a:rPr>
              <a:t>each node is </a:t>
            </a:r>
            <a:r>
              <a:rPr b="0" i="0" lang="en-US" sz="3200" u="none" cap="none" strike="noStrike">
                <a:solidFill>
                  <a:srgbClr val="CC3300"/>
                </a:solidFill>
                <a:latin typeface="Times New Roman"/>
                <a:ea typeface="Times New Roman"/>
                <a:cs typeface="Times New Roman"/>
                <a:sym typeface="Times New Roman"/>
              </a:rPr>
              <a:t>no smaller than</a:t>
            </a:r>
            <a:r>
              <a:rPr b="0" i="0" lang="en-US" sz="3200" u="none" cap="none" strike="noStrike">
                <a:solidFill>
                  <a:schemeClr val="dk1"/>
                </a:solidFill>
                <a:latin typeface="Times New Roman"/>
                <a:ea typeface="Times New Roman"/>
                <a:cs typeface="Times New Roman"/>
                <a:sym typeface="Times New Roman"/>
              </a:rPr>
              <a:t> the key values in </a:t>
            </a:r>
            <a:br>
              <a:rPr b="0" i="0" lang="en-US" sz="3200" u="none" cap="none" strike="noStrike">
                <a:solidFill>
                  <a:schemeClr val="dk1"/>
                </a:solidFill>
                <a:latin typeface="Times New Roman"/>
                <a:ea typeface="Times New Roman"/>
                <a:cs typeface="Times New Roman"/>
                <a:sym typeface="Times New Roman"/>
              </a:rPr>
            </a:br>
            <a:r>
              <a:rPr b="0" i="0" lang="en-US" sz="3200" u="none" cap="none" strike="noStrike">
                <a:solidFill>
                  <a:schemeClr val="dk1"/>
                </a:solidFill>
                <a:latin typeface="Times New Roman"/>
                <a:ea typeface="Times New Roman"/>
                <a:cs typeface="Times New Roman"/>
                <a:sym typeface="Times New Roman"/>
              </a:rPr>
              <a:t>its children.  A </a:t>
            </a:r>
            <a:r>
              <a:rPr b="0" i="1" lang="en-US" sz="3200" u="none" cap="none" strike="noStrike">
                <a:solidFill>
                  <a:srgbClr val="CC3300"/>
                </a:solidFill>
                <a:latin typeface="Times New Roman"/>
                <a:ea typeface="Times New Roman"/>
                <a:cs typeface="Times New Roman"/>
                <a:sym typeface="Times New Roman"/>
              </a:rPr>
              <a:t>max heap</a:t>
            </a:r>
            <a:r>
              <a:rPr b="0" i="0" lang="en-US" sz="3200" u="none" cap="none" strike="noStrike">
                <a:solidFill>
                  <a:schemeClr val="dk1"/>
                </a:solidFill>
                <a:latin typeface="Times New Roman"/>
                <a:ea typeface="Times New Roman"/>
                <a:cs typeface="Times New Roman"/>
                <a:sym typeface="Times New Roman"/>
              </a:rPr>
              <a:t> is a </a:t>
            </a:r>
            <a:r>
              <a:rPr b="0" i="0" lang="en-US" sz="3200" u="none" cap="none" strike="noStrike">
                <a:solidFill>
                  <a:srgbClr val="CC3300"/>
                </a:solidFill>
                <a:latin typeface="Times New Roman"/>
                <a:ea typeface="Times New Roman"/>
                <a:cs typeface="Times New Roman"/>
                <a:sym typeface="Times New Roman"/>
              </a:rPr>
              <a:t>complete binary</a:t>
            </a:r>
            <a:r>
              <a:rPr b="0" i="0" lang="en-US" sz="3200" u="none" cap="none" strike="noStrike">
                <a:solidFill>
                  <a:schemeClr val="dk1"/>
                </a:solidFill>
                <a:latin typeface="Times New Roman"/>
                <a:ea typeface="Times New Roman"/>
                <a:cs typeface="Times New Roman"/>
                <a:sym typeface="Times New Roman"/>
              </a:rPr>
              <a:t> </a:t>
            </a:r>
            <a:br>
              <a:rPr b="0" i="0" lang="en-US" sz="3200" u="none" cap="none" strike="noStrike">
                <a:solidFill>
                  <a:schemeClr val="dk1"/>
                </a:solidFill>
                <a:latin typeface="Times New Roman"/>
                <a:ea typeface="Times New Roman"/>
                <a:cs typeface="Times New Roman"/>
                <a:sym typeface="Times New Roman"/>
              </a:rPr>
            </a:br>
            <a:r>
              <a:rPr b="0" i="0" lang="en-US" sz="3200" u="none" cap="none" strike="noStrike">
                <a:solidFill>
                  <a:srgbClr val="CC3300"/>
                </a:solidFill>
                <a:latin typeface="Times New Roman"/>
                <a:ea typeface="Times New Roman"/>
                <a:cs typeface="Times New Roman"/>
                <a:sym typeface="Times New Roman"/>
              </a:rPr>
              <a:t>tree</a:t>
            </a:r>
            <a:r>
              <a:rPr b="0" i="0" lang="en-US" sz="3200" u="none" cap="none" strike="noStrike">
                <a:solidFill>
                  <a:schemeClr val="dk1"/>
                </a:solidFill>
                <a:latin typeface="Times New Roman"/>
                <a:ea typeface="Times New Roman"/>
                <a:cs typeface="Times New Roman"/>
                <a:sym typeface="Times New Roman"/>
              </a:rPr>
              <a:t> that is also a max tree.</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640"/>
              </a:spcBef>
              <a:spcAft>
                <a:spcPts val="0"/>
              </a:spcAft>
              <a:buClr>
                <a:schemeClr val="accent1"/>
              </a:buClr>
              <a:buSzPts val="2240"/>
              <a:buFont typeface="Arial"/>
              <a:buChar char="●"/>
            </a:pPr>
            <a:r>
              <a:rPr b="0" i="0" lang="en-US" sz="3200" u="none" cap="none" strike="noStrike">
                <a:solidFill>
                  <a:schemeClr val="dk1"/>
                </a:solidFill>
                <a:latin typeface="Times New Roman"/>
                <a:ea typeface="Times New Roman"/>
                <a:cs typeface="Times New Roman"/>
                <a:sym typeface="Times New Roman"/>
              </a:rPr>
              <a:t>A </a:t>
            </a:r>
            <a:r>
              <a:rPr b="0" i="1" lang="en-US" sz="3200" u="none" cap="none" strike="noStrike">
                <a:solidFill>
                  <a:srgbClr val="CC3300"/>
                </a:solidFill>
                <a:latin typeface="Times New Roman"/>
                <a:ea typeface="Times New Roman"/>
                <a:cs typeface="Times New Roman"/>
                <a:sym typeface="Times New Roman"/>
              </a:rPr>
              <a:t>min tree</a:t>
            </a:r>
            <a:r>
              <a:rPr b="0" i="0" lang="en-US" sz="3200" u="none" cap="none" strike="noStrike">
                <a:solidFill>
                  <a:schemeClr val="dk1"/>
                </a:solidFill>
                <a:latin typeface="Times New Roman"/>
                <a:ea typeface="Times New Roman"/>
                <a:cs typeface="Times New Roman"/>
                <a:sym typeface="Times New Roman"/>
              </a:rPr>
              <a:t> is a tree in which the key value in </a:t>
            </a:r>
            <a:br>
              <a:rPr b="0" i="0" lang="en-US" sz="3200" u="none" cap="none" strike="noStrike">
                <a:solidFill>
                  <a:schemeClr val="dk1"/>
                </a:solidFill>
                <a:latin typeface="Times New Roman"/>
                <a:ea typeface="Times New Roman"/>
                <a:cs typeface="Times New Roman"/>
                <a:sym typeface="Times New Roman"/>
              </a:rPr>
            </a:br>
            <a:r>
              <a:rPr b="0" i="0" lang="en-US" sz="3200" u="none" cap="none" strike="noStrike">
                <a:solidFill>
                  <a:schemeClr val="dk1"/>
                </a:solidFill>
                <a:latin typeface="Times New Roman"/>
                <a:ea typeface="Times New Roman"/>
                <a:cs typeface="Times New Roman"/>
                <a:sym typeface="Times New Roman"/>
              </a:rPr>
              <a:t>each node is </a:t>
            </a:r>
            <a:r>
              <a:rPr b="0" i="0" lang="en-US" sz="3200" u="none" cap="none" strike="noStrike">
                <a:solidFill>
                  <a:srgbClr val="CC3300"/>
                </a:solidFill>
                <a:latin typeface="Times New Roman"/>
                <a:ea typeface="Times New Roman"/>
                <a:cs typeface="Times New Roman"/>
                <a:sym typeface="Times New Roman"/>
              </a:rPr>
              <a:t>no larger than</a:t>
            </a:r>
            <a:r>
              <a:rPr b="0" i="0" lang="en-US" sz="3200" u="none" cap="none" strike="noStrike">
                <a:solidFill>
                  <a:schemeClr val="dk1"/>
                </a:solidFill>
                <a:latin typeface="Times New Roman"/>
                <a:ea typeface="Times New Roman"/>
                <a:cs typeface="Times New Roman"/>
                <a:sym typeface="Times New Roman"/>
              </a:rPr>
              <a:t> the key values in </a:t>
            </a:r>
            <a:br>
              <a:rPr b="0" i="0" lang="en-US" sz="3200" u="none" cap="none" strike="noStrike">
                <a:solidFill>
                  <a:schemeClr val="dk1"/>
                </a:solidFill>
                <a:latin typeface="Times New Roman"/>
                <a:ea typeface="Times New Roman"/>
                <a:cs typeface="Times New Roman"/>
                <a:sym typeface="Times New Roman"/>
              </a:rPr>
            </a:br>
            <a:r>
              <a:rPr b="0" i="0" lang="en-US" sz="3200" u="none" cap="none" strike="noStrike">
                <a:solidFill>
                  <a:schemeClr val="dk1"/>
                </a:solidFill>
                <a:latin typeface="Times New Roman"/>
                <a:ea typeface="Times New Roman"/>
                <a:cs typeface="Times New Roman"/>
                <a:sym typeface="Times New Roman"/>
              </a:rPr>
              <a:t>its children.  A </a:t>
            </a:r>
            <a:r>
              <a:rPr b="0" i="1" lang="en-US" sz="3200" u="none" cap="none" strike="noStrike">
                <a:solidFill>
                  <a:srgbClr val="CC3300"/>
                </a:solidFill>
                <a:latin typeface="Times New Roman"/>
                <a:ea typeface="Times New Roman"/>
                <a:cs typeface="Times New Roman"/>
                <a:sym typeface="Times New Roman"/>
              </a:rPr>
              <a:t>min heap</a:t>
            </a:r>
            <a:r>
              <a:rPr b="0" i="0" lang="en-US" sz="3200" u="none" cap="none" strike="noStrike">
                <a:solidFill>
                  <a:schemeClr val="dk1"/>
                </a:solidFill>
                <a:latin typeface="Times New Roman"/>
                <a:ea typeface="Times New Roman"/>
                <a:cs typeface="Times New Roman"/>
                <a:sym typeface="Times New Roman"/>
              </a:rPr>
              <a:t> is a </a:t>
            </a:r>
            <a:r>
              <a:rPr b="0" i="0" lang="en-US" sz="3200" u="none" cap="none" strike="noStrike">
                <a:solidFill>
                  <a:srgbClr val="CC3300"/>
                </a:solidFill>
                <a:latin typeface="Times New Roman"/>
                <a:ea typeface="Times New Roman"/>
                <a:cs typeface="Times New Roman"/>
                <a:sym typeface="Times New Roman"/>
              </a:rPr>
              <a:t>complete binary </a:t>
            </a:r>
            <a:br>
              <a:rPr b="0" i="0" lang="en-US" sz="3200" u="none" cap="none" strike="noStrike">
                <a:solidFill>
                  <a:srgbClr val="CC3300"/>
                </a:solidFill>
                <a:latin typeface="Times New Roman"/>
                <a:ea typeface="Times New Roman"/>
                <a:cs typeface="Times New Roman"/>
                <a:sym typeface="Times New Roman"/>
              </a:rPr>
            </a:br>
            <a:r>
              <a:rPr b="0" i="0" lang="en-US" sz="3200" u="none" cap="none" strike="noStrike">
                <a:solidFill>
                  <a:srgbClr val="CC3300"/>
                </a:solidFill>
                <a:latin typeface="Times New Roman"/>
                <a:ea typeface="Times New Roman"/>
                <a:cs typeface="Times New Roman"/>
                <a:sym typeface="Times New Roman"/>
              </a:rPr>
              <a:t>tree</a:t>
            </a:r>
            <a:r>
              <a:rPr b="0" i="0" lang="en-US" sz="3200" u="none" cap="none" strike="noStrike">
                <a:solidFill>
                  <a:schemeClr val="dk1"/>
                </a:solidFill>
                <a:latin typeface="Times New Roman"/>
                <a:ea typeface="Times New Roman"/>
                <a:cs typeface="Times New Roman"/>
                <a:sym typeface="Times New Roman"/>
              </a:rPr>
              <a:t> that is also a min tree.</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640"/>
              </a:spcBef>
              <a:spcAft>
                <a:spcPts val="0"/>
              </a:spcAft>
              <a:buClr>
                <a:schemeClr val="accent1"/>
              </a:buClr>
              <a:buSzPts val="2240"/>
              <a:buFont typeface="Arial"/>
              <a:buChar char="●"/>
            </a:pPr>
            <a:r>
              <a:rPr b="0" i="0" lang="en-US" sz="3200" u="none" cap="none" strike="noStrike">
                <a:solidFill>
                  <a:schemeClr val="dk1"/>
                </a:solidFill>
                <a:latin typeface="Times New Roman"/>
                <a:ea typeface="Times New Roman"/>
                <a:cs typeface="Times New Roman"/>
                <a:sym typeface="Times New Roman"/>
              </a:rPr>
              <a:t>Operations on heaps</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560"/>
              </a:spcBef>
              <a:spcAft>
                <a:spcPts val="0"/>
              </a:spcAft>
              <a:buClr>
                <a:schemeClr val="dk1"/>
              </a:buClr>
              <a:buSzPts val="2800"/>
              <a:buFont typeface="Times New Roman"/>
              <a:buChar char="–"/>
            </a:pPr>
            <a:r>
              <a:rPr b="0" i="0" lang="en-US" sz="2800" u="none" cap="none" strike="noStrike">
                <a:solidFill>
                  <a:schemeClr val="dk1"/>
                </a:solidFill>
                <a:latin typeface="Times New Roman"/>
                <a:ea typeface="Times New Roman"/>
                <a:cs typeface="Times New Roman"/>
                <a:sym typeface="Times New Roman"/>
              </a:rPr>
              <a:t>creation of an empty heap</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560"/>
              </a:spcBef>
              <a:spcAft>
                <a:spcPts val="0"/>
              </a:spcAft>
              <a:buClr>
                <a:schemeClr val="dk1"/>
              </a:buClr>
              <a:buSzPts val="2800"/>
              <a:buFont typeface="Times New Roman"/>
              <a:buChar char="–"/>
            </a:pPr>
            <a:r>
              <a:rPr b="0" i="0" lang="en-US" sz="2800" u="none" cap="none" strike="noStrike">
                <a:solidFill>
                  <a:schemeClr val="dk1"/>
                </a:solidFill>
                <a:latin typeface="Times New Roman"/>
                <a:ea typeface="Times New Roman"/>
                <a:cs typeface="Times New Roman"/>
                <a:sym typeface="Times New Roman"/>
              </a:rPr>
              <a:t>insertion of a new element into the heap; </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560"/>
              </a:spcBef>
              <a:spcAft>
                <a:spcPts val="0"/>
              </a:spcAft>
              <a:buClr>
                <a:schemeClr val="dk1"/>
              </a:buClr>
              <a:buSzPts val="2800"/>
              <a:buFont typeface="Times New Roman"/>
              <a:buChar char="–"/>
            </a:pPr>
            <a:r>
              <a:rPr b="0" i="0" lang="en-US" sz="2800" u="none" cap="none" strike="noStrike">
                <a:solidFill>
                  <a:schemeClr val="dk1"/>
                </a:solidFill>
                <a:latin typeface="Times New Roman"/>
                <a:ea typeface="Times New Roman"/>
                <a:cs typeface="Times New Roman"/>
                <a:sym typeface="Times New Roman"/>
              </a:rPr>
              <a:t>deletion of the largest element from the heap</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011" name="Shape 3011"/>
        <p:cNvGrpSpPr/>
        <p:nvPr/>
      </p:nvGrpSpPr>
      <p:grpSpPr>
        <a:xfrm>
          <a:off x="0" y="0"/>
          <a:ext cx="0" cy="0"/>
          <a:chOff x="0" y="0"/>
          <a:chExt cx="0" cy="0"/>
        </a:xfrm>
      </p:grpSpPr>
      <p:sp>
        <p:nvSpPr>
          <p:cNvPr id="3012" name="Google Shape;3012;p114"/>
          <p:cNvSpPr txBox="1"/>
          <p:nvPr/>
        </p:nvSpPr>
        <p:spPr>
          <a:xfrm>
            <a:off x="207963" y="206375"/>
            <a:ext cx="5233987"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sng" cap="none" strike="noStrike">
                <a:solidFill>
                  <a:schemeClr val="dk1"/>
                </a:solidFill>
                <a:latin typeface="Times New Roman"/>
                <a:ea typeface="Times New Roman"/>
                <a:cs typeface="Times New Roman"/>
                <a:sym typeface="Times New Roman"/>
              </a:rPr>
              <a:t>*Figure 5.25:</a:t>
            </a:r>
            <a:r>
              <a:rPr b="0" i="0" lang="en-US" sz="2400" u="sng" cap="none" strike="noStrike">
                <a:solidFill>
                  <a:schemeClr val="dk1"/>
                </a:solidFill>
                <a:latin typeface="Times New Roman"/>
                <a:ea typeface="Times New Roman"/>
                <a:cs typeface="Times New Roman"/>
                <a:sym typeface="Times New Roman"/>
              </a:rPr>
              <a:t> Sample max heaps (p.219)</a:t>
            </a:r>
            <a:endParaRPr b="1" i="0" sz="2400" u="sng" cap="none" strike="noStrike">
              <a:solidFill>
                <a:schemeClr val="dk1"/>
              </a:solidFill>
              <a:latin typeface="Times New Roman"/>
              <a:ea typeface="Times New Roman"/>
              <a:cs typeface="Times New Roman"/>
              <a:sym typeface="Times New Roman"/>
            </a:endParaRPr>
          </a:p>
        </p:txBody>
      </p:sp>
      <p:sp>
        <p:nvSpPr>
          <p:cNvPr id="3013" name="Google Shape;3013;p114"/>
          <p:cNvSpPr txBox="1"/>
          <p:nvPr/>
        </p:nvSpPr>
        <p:spPr>
          <a:xfrm>
            <a:off x="517525" y="3430588"/>
            <a:ext cx="542925"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Times New Roman"/>
                <a:ea typeface="Times New Roman"/>
                <a:cs typeface="Times New Roman"/>
                <a:sym typeface="Times New Roman"/>
              </a:rPr>
              <a:t> [4]</a:t>
            </a:r>
            <a:endParaRPr b="0" i="0" sz="1400" u="none" cap="none" strike="noStrike">
              <a:solidFill>
                <a:srgbClr val="000000"/>
              </a:solidFill>
              <a:latin typeface="Arial"/>
              <a:ea typeface="Arial"/>
              <a:cs typeface="Arial"/>
              <a:sym typeface="Arial"/>
            </a:endParaRPr>
          </a:p>
        </p:txBody>
      </p:sp>
      <p:grpSp>
        <p:nvGrpSpPr>
          <p:cNvPr id="3014" name="Google Shape;3014;p114"/>
          <p:cNvGrpSpPr/>
          <p:nvPr/>
        </p:nvGrpSpPr>
        <p:grpSpPr>
          <a:xfrm>
            <a:off x="958850" y="1897063"/>
            <a:ext cx="7265988" cy="2284412"/>
            <a:chOff x="220" y="1195"/>
            <a:chExt cx="4577" cy="1439"/>
          </a:xfrm>
        </p:grpSpPr>
        <p:sp>
          <p:nvSpPr>
            <p:cNvPr id="3015" name="Google Shape;3015;p114"/>
            <p:cNvSpPr/>
            <p:nvPr/>
          </p:nvSpPr>
          <p:spPr>
            <a:xfrm>
              <a:off x="945" y="1245"/>
              <a:ext cx="300" cy="311"/>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Times New Roman"/>
                  <a:ea typeface="Times New Roman"/>
                  <a:cs typeface="Times New Roman"/>
                  <a:sym typeface="Times New Roman"/>
                </a:rPr>
                <a:t>14</a:t>
              </a:r>
              <a:endParaRPr b="0" i="0" sz="1400" u="none" cap="none" strike="noStrike">
                <a:solidFill>
                  <a:srgbClr val="000000"/>
                </a:solidFill>
                <a:latin typeface="Arial"/>
                <a:ea typeface="Arial"/>
                <a:cs typeface="Arial"/>
                <a:sym typeface="Arial"/>
              </a:endParaRPr>
            </a:p>
          </p:txBody>
        </p:sp>
        <p:sp>
          <p:nvSpPr>
            <p:cNvPr id="3016" name="Google Shape;3016;p114"/>
            <p:cNvSpPr/>
            <p:nvPr/>
          </p:nvSpPr>
          <p:spPr>
            <a:xfrm>
              <a:off x="485" y="1785"/>
              <a:ext cx="300" cy="311"/>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Times New Roman"/>
                  <a:ea typeface="Times New Roman"/>
                  <a:cs typeface="Times New Roman"/>
                  <a:sym typeface="Times New Roman"/>
                </a:rPr>
                <a:t>12</a:t>
              </a:r>
              <a:endParaRPr b="0" i="0" sz="1400" u="none" cap="none" strike="noStrike">
                <a:solidFill>
                  <a:srgbClr val="000000"/>
                </a:solidFill>
                <a:latin typeface="Arial"/>
                <a:ea typeface="Arial"/>
                <a:cs typeface="Arial"/>
                <a:sym typeface="Arial"/>
              </a:endParaRPr>
            </a:p>
          </p:txBody>
        </p:sp>
        <p:sp>
          <p:nvSpPr>
            <p:cNvPr id="3017" name="Google Shape;3017;p114"/>
            <p:cNvSpPr/>
            <p:nvPr/>
          </p:nvSpPr>
          <p:spPr>
            <a:xfrm>
              <a:off x="1348" y="1781"/>
              <a:ext cx="300" cy="311"/>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Times New Roman"/>
                  <a:ea typeface="Times New Roman"/>
                  <a:cs typeface="Times New Roman"/>
                  <a:sym typeface="Times New Roman"/>
                </a:rPr>
                <a:t>7</a:t>
              </a:r>
              <a:endParaRPr b="0" i="0" sz="1400" u="none" cap="none" strike="noStrike">
                <a:solidFill>
                  <a:srgbClr val="000000"/>
                </a:solidFill>
                <a:latin typeface="Arial"/>
                <a:ea typeface="Arial"/>
                <a:cs typeface="Arial"/>
                <a:sym typeface="Arial"/>
              </a:endParaRPr>
            </a:p>
          </p:txBody>
        </p:sp>
        <p:sp>
          <p:nvSpPr>
            <p:cNvPr id="3018" name="Google Shape;3018;p114"/>
            <p:cNvSpPr/>
            <p:nvPr/>
          </p:nvSpPr>
          <p:spPr>
            <a:xfrm>
              <a:off x="722" y="2322"/>
              <a:ext cx="300" cy="311"/>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Times New Roman"/>
                  <a:ea typeface="Times New Roman"/>
                  <a:cs typeface="Times New Roman"/>
                  <a:sym typeface="Times New Roman"/>
                </a:rPr>
                <a:t>8</a:t>
              </a:r>
              <a:endParaRPr b="0" i="0" sz="1400" u="none" cap="none" strike="noStrike">
                <a:solidFill>
                  <a:srgbClr val="000000"/>
                </a:solidFill>
                <a:latin typeface="Arial"/>
                <a:ea typeface="Arial"/>
                <a:cs typeface="Arial"/>
                <a:sym typeface="Arial"/>
              </a:endParaRPr>
            </a:p>
          </p:txBody>
        </p:sp>
        <p:sp>
          <p:nvSpPr>
            <p:cNvPr id="3019" name="Google Shape;3019;p114"/>
            <p:cNvSpPr/>
            <p:nvPr/>
          </p:nvSpPr>
          <p:spPr>
            <a:xfrm>
              <a:off x="222" y="2308"/>
              <a:ext cx="300" cy="322"/>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Times New Roman"/>
                  <a:ea typeface="Times New Roman"/>
                  <a:cs typeface="Times New Roman"/>
                  <a:sym typeface="Times New Roman"/>
                </a:rPr>
                <a:t>10</a:t>
              </a:r>
              <a:endParaRPr b="0" i="0" sz="1400" u="none" cap="none" strike="noStrike">
                <a:solidFill>
                  <a:srgbClr val="000000"/>
                </a:solidFill>
                <a:latin typeface="Arial"/>
                <a:ea typeface="Arial"/>
                <a:cs typeface="Arial"/>
                <a:sym typeface="Arial"/>
              </a:endParaRPr>
            </a:p>
          </p:txBody>
        </p:sp>
        <p:sp>
          <p:nvSpPr>
            <p:cNvPr id="3020" name="Google Shape;3020;p114"/>
            <p:cNvSpPr/>
            <p:nvPr/>
          </p:nvSpPr>
          <p:spPr>
            <a:xfrm>
              <a:off x="1078" y="2323"/>
              <a:ext cx="300" cy="311"/>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Times New Roman"/>
                  <a:ea typeface="Times New Roman"/>
                  <a:cs typeface="Times New Roman"/>
                  <a:sym typeface="Times New Roman"/>
                </a:rPr>
                <a:t>6</a:t>
              </a:r>
              <a:endParaRPr b="0" i="0" sz="1400" u="none" cap="none" strike="noStrike">
                <a:solidFill>
                  <a:srgbClr val="000000"/>
                </a:solidFill>
                <a:latin typeface="Arial"/>
                <a:ea typeface="Arial"/>
                <a:cs typeface="Arial"/>
                <a:sym typeface="Arial"/>
              </a:endParaRPr>
            </a:p>
          </p:txBody>
        </p:sp>
        <p:cxnSp>
          <p:nvCxnSpPr>
            <p:cNvPr id="3021" name="Google Shape;3021;p114"/>
            <p:cNvCxnSpPr/>
            <p:nvPr/>
          </p:nvCxnSpPr>
          <p:spPr>
            <a:xfrm flipH="1">
              <a:off x="711" y="1500"/>
              <a:ext cx="245" cy="322"/>
            </a:xfrm>
            <a:prstGeom prst="straightConnector1">
              <a:avLst/>
            </a:prstGeom>
            <a:noFill/>
            <a:ln cap="flat" cmpd="sng" w="9525">
              <a:solidFill>
                <a:schemeClr val="dk1"/>
              </a:solidFill>
              <a:prstDash val="solid"/>
              <a:round/>
              <a:headEnd len="sm" w="sm" type="none"/>
              <a:tailEnd len="sm" w="sm" type="none"/>
            </a:ln>
          </p:spPr>
        </p:cxnSp>
        <p:cxnSp>
          <p:nvCxnSpPr>
            <p:cNvPr id="3022" name="Google Shape;3022;p114"/>
            <p:cNvCxnSpPr/>
            <p:nvPr/>
          </p:nvCxnSpPr>
          <p:spPr>
            <a:xfrm>
              <a:off x="1245" y="1500"/>
              <a:ext cx="166" cy="311"/>
            </a:xfrm>
            <a:prstGeom prst="straightConnector1">
              <a:avLst/>
            </a:prstGeom>
            <a:noFill/>
            <a:ln cap="flat" cmpd="sng" w="9525">
              <a:solidFill>
                <a:schemeClr val="dk1"/>
              </a:solidFill>
              <a:prstDash val="solid"/>
              <a:round/>
              <a:headEnd len="sm" w="sm" type="none"/>
              <a:tailEnd len="sm" w="sm" type="none"/>
            </a:ln>
          </p:spPr>
        </p:cxnSp>
        <p:cxnSp>
          <p:nvCxnSpPr>
            <p:cNvPr id="3023" name="Google Shape;3023;p114"/>
            <p:cNvCxnSpPr/>
            <p:nvPr/>
          </p:nvCxnSpPr>
          <p:spPr>
            <a:xfrm flipH="1">
              <a:off x="356" y="2078"/>
              <a:ext cx="200" cy="244"/>
            </a:xfrm>
            <a:prstGeom prst="straightConnector1">
              <a:avLst/>
            </a:prstGeom>
            <a:noFill/>
            <a:ln cap="flat" cmpd="sng" w="9525">
              <a:solidFill>
                <a:schemeClr val="dk1"/>
              </a:solidFill>
              <a:prstDash val="solid"/>
              <a:round/>
              <a:headEnd len="sm" w="sm" type="none"/>
              <a:tailEnd len="sm" w="sm" type="none"/>
            </a:ln>
          </p:spPr>
        </p:cxnSp>
        <p:cxnSp>
          <p:nvCxnSpPr>
            <p:cNvPr id="3024" name="Google Shape;3024;p114"/>
            <p:cNvCxnSpPr/>
            <p:nvPr/>
          </p:nvCxnSpPr>
          <p:spPr>
            <a:xfrm>
              <a:off x="722" y="2078"/>
              <a:ext cx="189" cy="255"/>
            </a:xfrm>
            <a:prstGeom prst="straightConnector1">
              <a:avLst/>
            </a:prstGeom>
            <a:noFill/>
            <a:ln cap="flat" cmpd="sng" w="9525">
              <a:solidFill>
                <a:schemeClr val="dk1"/>
              </a:solidFill>
              <a:prstDash val="solid"/>
              <a:round/>
              <a:headEnd len="sm" w="sm" type="none"/>
              <a:tailEnd len="sm" w="sm" type="none"/>
            </a:ln>
          </p:spPr>
        </p:cxnSp>
        <p:cxnSp>
          <p:nvCxnSpPr>
            <p:cNvPr id="3025" name="Google Shape;3025;p114"/>
            <p:cNvCxnSpPr/>
            <p:nvPr/>
          </p:nvCxnSpPr>
          <p:spPr>
            <a:xfrm flipH="1">
              <a:off x="1256" y="2078"/>
              <a:ext cx="144" cy="255"/>
            </a:xfrm>
            <a:prstGeom prst="straightConnector1">
              <a:avLst/>
            </a:prstGeom>
            <a:noFill/>
            <a:ln cap="flat" cmpd="sng" w="9525">
              <a:solidFill>
                <a:schemeClr val="dk1"/>
              </a:solidFill>
              <a:prstDash val="solid"/>
              <a:round/>
              <a:headEnd len="sm" w="sm" type="none"/>
              <a:tailEnd len="sm" w="sm" type="none"/>
            </a:ln>
          </p:spPr>
        </p:cxnSp>
        <p:sp>
          <p:nvSpPr>
            <p:cNvPr id="3026" name="Google Shape;3026;p114"/>
            <p:cNvSpPr/>
            <p:nvPr/>
          </p:nvSpPr>
          <p:spPr>
            <a:xfrm>
              <a:off x="2764" y="1219"/>
              <a:ext cx="300" cy="311"/>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Times New Roman"/>
                  <a:ea typeface="Times New Roman"/>
                  <a:cs typeface="Times New Roman"/>
                  <a:sym typeface="Times New Roman"/>
                </a:rPr>
                <a:t>9</a:t>
              </a:r>
              <a:endParaRPr b="0" i="0" sz="1400" u="none" cap="none" strike="noStrike">
                <a:solidFill>
                  <a:srgbClr val="000000"/>
                </a:solidFill>
                <a:latin typeface="Arial"/>
                <a:ea typeface="Arial"/>
                <a:cs typeface="Arial"/>
                <a:sym typeface="Arial"/>
              </a:endParaRPr>
            </a:p>
          </p:txBody>
        </p:sp>
        <p:sp>
          <p:nvSpPr>
            <p:cNvPr id="3027" name="Google Shape;3027;p114"/>
            <p:cNvSpPr/>
            <p:nvPr/>
          </p:nvSpPr>
          <p:spPr>
            <a:xfrm>
              <a:off x="2304" y="1759"/>
              <a:ext cx="300" cy="311"/>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Times New Roman"/>
                  <a:ea typeface="Times New Roman"/>
                  <a:cs typeface="Times New Roman"/>
                  <a:sym typeface="Times New Roman"/>
                </a:rPr>
                <a:t>6</a:t>
              </a:r>
              <a:endParaRPr b="0" i="0" sz="1400" u="none" cap="none" strike="noStrike">
                <a:solidFill>
                  <a:srgbClr val="000000"/>
                </a:solidFill>
                <a:latin typeface="Arial"/>
                <a:ea typeface="Arial"/>
                <a:cs typeface="Arial"/>
                <a:sym typeface="Arial"/>
              </a:endParaRPr>
            </a:p>
          </p:txBody>
        </p:sp>
        <p:sp>
          <p:nvSpPr>
            <p:cNvPr id="3028" name="Google Shape;3028;p114"/>
            <p:cNvSpPr/>
            <p:nvPr/>
          </p:nvSpPr>
          <p:spPr>
            <a:xfrm>
              <a:off x="3167" y="1755"/>
              <a:ext cx="300" cy="311"/>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Times New Roman"/>
                  <a:ea typeface="Times New Roman"/>
                  <a:cs typeface="Times New Roman"/>
                  <a:sym typeface="Times New Roman"/>
                </a:rPr>
                <a:t>3</a:t>
              </a:r>
              <a:endParaRPr b="0" i="0" sz="1400" u="none" cap="none" strike="noStrike">
                <a:solidFill>
                  <a:srgbClr val="000000"/>
                </a:solidFill>
                <a:latin typeface="Arial"/>
                <a:ea typeface="Arial"/>
                <a:cs typeface="Arial"/>
                <a:sym typeface="Arial"/>
              </a:endParaRPr>
            </a:p>
          </p:txBody>
        </p:sp>
        <p:sp>
          <p:nvSpPr>
            <p:cNvPr id="3029" name="Google Shape;3029;p114"/>
            <p:cNvSpPr/>
            <p:nvPr/>
          </p:nvSpPr>
          <p:spPr>
            <a:xfrm>
              <a:off x="2041" y="2282"/>
              <a:ext cx="300" cy="322"/>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Times New Roman"/>
                  <a:ea typeface="Times New Roman"/>
                  <a:cs typeface="Times New Roman"/>
                  <a:sym typeface="Times New Roman"/>
                </a:rPr>
                <a:t>5</a:t>
              </a:r>
              <a:endParaRPr b="0" i="0" sz="1400" u="none" cap="none" strike="noStrike">
                <a:solidFill>
                  <a:srgbClr val="000000"/>
                </a:solidFill>
                <a:latin typeface="Arial"/>
                <a:ea typeface="Arial"/>
                <a:cs typeface="Arial"/>
                <a:sym typeface="Arial"/>
              </a:endParaRPr>
            </a:p>
          </p:txBody>
        </p:sp>
        <p:cxnSp>
          <p:nvCxnSpPr>
            <p:cNvPr id="3030" name="Google Shape;3030;p114"/>
            <p:cNvCxnSpPr/>
            <p:nvPr/>
          </p:nvCxnSpPr>
          <p:spPr>
            <a:xfrm flipH="1">
              <a:off x="2530" y="1474"/>
              <a:ext cx="245" cy="322"/>
            </a:xfrm>
            <a:prstGeom prst="straightConnector1">
              <a:avLst/>
            </a:prstGeom>
            <a:noFill/>
            <a:ln cap="flat" cmpd="sng" w="9525">
              <a:solidFill>
                <a:schemeClr val="dk1"/>
              </a:solidFill>
              <a:prstDash val="solid"/>
              <a:round/>
              <a:headEnd len="sm" w="sm" type="none"/>
              <a:tailEnd len="sm" w="sm" type="none"/>
            </a:ln>
          </p:spPr>
        </p:cxnSp>
        <p:cxnSp>
          <p:nvCxnSpPr>
            <p:cNvPr id="3031" name="Google Shape;3031;p114"/>
            <p:cNvCxnSpPr/>
            <p:nvPr/>
          </p:nvCxnSpPr>
          <p:spPr>
            <a:xfrm>
              <a:off x="3064" y="1474"/>
              <a:ext cx="166" cy="311"/>
            </a:xfrm>
            <a:prstGeom prst="straightConnector1">
              <a:avLst/>
            </a:prstGeom>
            <a:noFill/>
            <a:ln cap="flat" cmpd="sng" w="9525">
              <a:solidFill>
                <a:schemeClr val="dk1"/>
              </a:solidFill>
              <a:prstDash val="solid"/>
              <a:round/>
              <a:headEnd len="sm" w="sm" type="none"/>
              <a:tailEnd len="sm" w="sm" type="none"/>
            </a:ln>
          </p:spPr>
        </p:cxnSp>
        <p:cxnSp>
          <p:nvCxnSpPr>
            <p:cNvPr id="3032" name="Google Shape;3032;p114"/>
            <p:cNvCxnSpPr/>
            <p:nvPr/>
          </p:nvCxnSpPr>
          <p:spPr>
            <a:xfrm flipH="1">
              <a:off x="2175" y="2052"/>
              <a:ext cx="200" cy="244"/>
            </a:xfrm>
            <a:prstGeom prst="straightConnector1">
              <a:avLst/>
            </a:prstGeom>
            <a:noFill/>
            <a:ln cap="flat" cmpd="sng" w="9525">
              <a:solidFill>
                <a:schemeClr val="dk1"/>
              </a:solidFill>
              <a:prstDash val="solid"/>
              <a:round/>
              <a:headEnd len="sm" w="sm" type="none"/>
              <a:tailEnd len="sm" w="sm" type="none"/>
            </a:ln>
          </p:spPr>
        </p:cxnSp>
        <p:sp>
          <p:nvSpPr>
            <p:cNvPr id="3033" name="Google Shape;3033;p114"/>
            <p:cNvSpPr/>
            <p:nvPr/>
          </p:nvSpPr>
          <p:spPr>
            <a:xfrm>
              <a:off x="4497" y="1241"/>
              <a:ext cx="300" cy="311"/>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Times New Roman"/>
                  <a:ea typeface="Times New Roman"/>
                  <a:cs typeface="Times New Roman"/>
                  <a:sym typeface="Times New Roman"/>
                </a:rPr>
                <a:t>30</a:t>
              </a:r>
              <a:endParaRPr b="0" i="0" sz="1400" u="none" cap="none" strike="noStrike">
                <a:solidFill>
                  <a:srgbClr val="000000"/>
                </a:solidFill>
                <a:latin typeface="Arial"/>
                <a:ea typeface="Arial"/>
                <a:cs typeface="Arial"/>
                <a:sym typeface="Arial"/>
              </a:endParaRPr>
            </a:p>
          </p:txBody>
        </p:sp>
        <p:sp>
          <p:nvSpPr>
            <p:cNvPr id="3034" name="Google Shape;3034;p114"/>
            <p:cNvSpPr/>
            <p:nvPr/>
          </p:nvSpPr>
          <p:spPr>
            <a:xfrm>
              <a:off x="4037" y="1781"/>
              <a:ext cx="300" cy="311"/>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Times New Roman"/>
                  <a:ea typeface="Times New Roman"/>
                  <a:cs typeface="Times New Roman"/>
                  <a:sym typeface="Times New Roman"/>
                </a:rPr>
                <a:t>25</a:t>
              </a:r>
              <a:endParaRPr b="0" i="0" sz="1400" u="none" cap="none" strike="noStrike">
                <a:solidFill>
                  <a:srgbClr val="000000"/>
                </a:solidFill>
                <a:latin typeface="Arial"/>
                <a:ea typeface="Arial"/>
                <a:cs typeface="Arial"/>
                <a:sym typeface="Arial"/>
              </a:endParaRPr>
            </a:p>
          </p:txBody>
        </p:sp>
        <p:cxnSp>
          <p:nvCxnSpPr>
            <p:cNvPr id="3035" name="Google Shape;3035;p114"/>
            <p:cNvCxnSpPr/>
            <p:nvPr/>
          </p:nvCxnSpPr>
          <p:spPr>
            <a:xfrm flipH="1">
              <a:off x="4263" y="1496"/>
              <a:ext cx="245" cy="322"/>
            </a:xfrm>
            <a:prstGeom prst="straightConnector1">
              <a:avLst/>
            </a:prstGeom>
            <a:noFill/>
            <a:ln cap="flat" cmpd="sng" w="9525">
              <a:solidFill>
                <a:schemeClr val="dk1"/>
              </a:solidFill>
              <a:prstDash val="solid"/>
              <a:round/>
              <a:headEnd len="sm" w="sm" type="none"/>
              <a:tailEnd len="sm" w="sm" type="none"/>
            </a:ln>
          </p:spPr>
        </p:cxnSp>
        <p:sp>
          <p:nvSpPr>
            <p:cNvPr id="3036" name="Google Shape;3036;p114"/>
            <p:cNvSpPr txBox="1"/>
            <p:nvPr/>
          </p:nvSpPr>
          <p:spPr>
            <a:xfrm>
              <a:off x="687" y="1195"/>
              <a:ext cx="302"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Times New Roman"/>
                  <a:ea typeface="Times New Roman"/>
                  <a:cs typeface="Times New Roman"/>
                  <a:sym typeface="Times New Roman"/>
                </a:rPr>
                <a:t>[1]</a:t>
              </a:r>
              <a:endParaRPr b="1" i="0" sz="2000" u="sng" cap="none" strike="noStrike">
                <a:solidFill>
                  <a:schemeClr val="dk1"/>
                </a:solidFill>
                <a:latin typeface="Times New Roman"/>
                <a:ea typeface="Times New Roman"/>
                <a:cs typeface="Times New Roman"/>
                <a:sym typeface="Times New Roman"/>
              </a:endParaRPr>
            </a:p>
          </p:txBody>
        </p:sp>
        <p:sp>
          <p:nvSpPr>
            <p:cNvPr id="3037" name="Google Shape;3037;p114"/>
            <p:cNvSpPr txBox="1"/>
            <p:nvPr/>
          </p:nvSpPr>
          <p:spPr>
            <a:xfrm>
              <a:off x="220" y="1750"/>
              <a:ext cx="302"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sp>
          <p:nvSpPr>
            <p:cNvPr id="3038" name="Google Shape;3038;p114"/>
            <p:cNvSpPr txBox="1"/>
            <p:nvPr/>
          </p:nvSpPr>
          <p:spPr>
            <a:xfrm>
              <a:off x="1075" y="1750"/>
              <a:ext cx="302"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Times New Roman"/>
                  <a:ea typeface="Times New Roman"/>
                  <a:cs typeface="Times New Roman"/>
                  <a:sym typeface="Times New Roman"/>
                </a:rPr>
                <a:t>[3]</a:t>
              </a:r>
              <a:endParaRPr b="0" i="0" sz="1400" u="none" cap="none" strike="noStrike">
                <a:solidFill>
                  <a:srgbClr val="000000"/>
                </a:solidFill>
                <a:latin typeface="Arial"/>
                <a:ea typeface="Arial"/>
                <a:cs typeface="Arial"/>
                <a:sym typeface="Arial"/>
              </a:endParaRPr>
            </a:p>
          </p:txBody>
        </p:sp>
        <p:sp>
          <p:nvSpPr>
            <p:cNvPr id="3039" name="Google Shape;3039;p114"/>
            <p:cNvSpPr txBox="1"/>
            <p:nvPr/>
          </p:nvSpPr>
          <p:spPr>
            <a:xfrm>
              <a:off x="575" y="2161"/>
              <a:ext cx="302"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Times New Roman"/>
                  <a:ea typeface="Times New Roman"/>
                  <a:cs typeface="Times New Roman"/>
                  <a:sym typeface="Times New Roman"/>
                </a:rPr>
                <a:t>[5]</a:t>
              </a:r>
              <a:endParaRPr b="0" i="0" sz="1400" u="none" cap="none" strike="noStrike">
                <a:solidFill>
                  <a:srgbClr val="000000"/>
                </a:solidFill>
                <a:latin typeface="Arial"/>
                <a:ea typeface="Arial"/>
                <a:cs typeface="Arial"/>
                <a:sym typeface="Arial"/>
              </a:endParaRPr>
            </a:p>
          </p:txBody>
        </p:sp>
        <p:sp>
          <p:nvSpPr>
            <p:cNvPr id="3040" name="Google Shape;3040;p114"/>
            <p:cNvSpPr txBox="1"/>
            <p:nvPr/>
          </p:nvSpPr>
          <p:spPr>
            <a:xfrm>
              <a:off x="1009" y="2150"/>
              <a:ext cx="302"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Times New Roman"/>
                  <a:ea typeface="Times New Roman"/>
                  <a:cs typeface="Times New Roman"/>
                  <a:sym typeface="Times New Roman"/>
                </a:rPr>
                <a:t>[6]</a:t>
              </a:r>
              <a:endParaRPr b="0" i="0" sz="1400" u="none" cap="none" strike="noStrike">
                <a:solidFill>
                  <a:srgbClr val="000000"/>
                </a:solidFill>
                <a:latin typeface="Arial"/>
                <a:ea typeface="Arial"/>
                <a:cs typeface="Arial"/>
                <a:sym typeface="Arial"/>
              </a:endParaRPr>
            </a:p>
          </p:txBody>
        </p:sp>
        <p:sp>
          <p:nvSpPr>
            <p:cNvPr id="3041" name="Google Shape;3041;p114"/>
            <p:cNvSpPr txBox="1"/>
            <p:nvPr/>
          </p:nvSpPr>
          <p:spPr>
            <a:xfrm>
              <a:off x="2509" y="1206"/>
              <a:ext cx="302"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Times New Roman"/>
                  <a:ea typeface="Times New Roman"/>
                  <a:cs typeface="Times New Roman"/>
                  <a:sym typeface="Times New Roman"/>
                </a:rPr>
                <a:t>[1]</a:t>
              </a:r>
              <a:endParaRPr b="0" i="0" sz="1400" u="none" cap="none" strike="noStrike">
                <a:solidFill>
                  <a:srgbClr val="000000"/>
                </a:solidFill>
                <a:latin typeface="Arial"/>
                <a:ea typeface="Arial"/>
                <a:cs typeface="Arial"/>
                <a:sym typeface="Arial"/>
              </a:endParaRPr>
            </a:p>
          </p:txBody>
        </p:sp>
        <p:sp>
          <p:nvSpPr>
            <p:cNvPr id="3042" name="Google Shape;3042;p114"/>
            <p:cNvSpPr txBox="1"/>
            <p:nvPr/>
          </p:nvSpPr>
          <p:spPr>
            <a:xfrm>
              <a:off x="1998" y="1750"/>
              <a:ext cx="342"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Times New Roman"/>
                  <a:ea typeface="Times New Roman"/>
                  <a:cs typeface="Times New Roman"/>
                  <a:sym typeface="Times New Roman"/>
                </a:rPr>
                <a:t> [2]</a:t>
              </a:r>
              <a:endParaRPr b="0" i="0" sz="1400" u="none" cap="none" strike="noStrike">
                <a:solidFill>
                  <a:srgbClr val="000000"/>
                </a:solidFill>
                <a:latin typeface="Arial"/>
                <a:ea typeface="Arial"/>
                <a:cs typeface="Arial"/>
                <a:sym typeface="Arial"/>
              </a:endParaRPr>
            </a:p>
          </p:txBody>
        </p:sp>
        <p:sp>
          <p:nvSpPr>
            <p:cNvPr id="3043" name="Google Shape;3043;p114"/>
            <p:cNvSpPr txBox="1"/>
            <p:nvPr/>
          </p:nvSpPr>
          <p:spPr>
            <a:xfrm>
              <a:off x="2887" y="1761"/>
              <a:ext cx="302"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Times New Roman"/>
                  <a:ea typeface="Times New Roman"/>
                  <a:cs typeface="Times New Roman"/>
                  <a:sym typeface="Times New Roman"/>
                </a:rPr>
                <a:t>[3]</a:t>
              </a:r>
              <a:endParaRPr b="0" i="0" sz="1400" u="none" cap="none" strike="noStrike">
                <a:solidFill>
                  <a:srgbClr val="000000"/>
                </a:solidFill>
                <a:latin typeface="Arial"/>
                <a:ea typeface="Arial"/>
                <a:cs typeface="Arial"/>
                <a:sym typeface="Arial"/>
              </a:endParaRPr>
            </a:p>
          </p:txBody>
        </p:sp>
        <p:sp>
          <p:nvSpPr>
            <p:cNvPr id="3044" name="Google Shape;3044;p114"/>
            <p:cNvSpPr txBox="1"/>
            <p:nvPr/>
          </p:nvSpPr>
          <p:spPr>
            <a:xfrm>
              <a:off x="1820" y="2172"/>
              <a:ext cx="302"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sp>
          <p:nvSpPr>
            <p:cNvPr id="3045" name="Google Shape;3045;p114"/>
            <p:cNvSpPr txBox="1"/>
            <p:nvPr/>
          </p:nvSpPr>
          <p:spPr>
            <a:xfrm>
              <a:off x="4098" y="1239"/>
              <a:ext cx="422"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Times New Roman"/>
                  <a:ea typeface="Times New Roman"/>
                  <a:cs typeface="Times New Roman"/>
                  <a:sym typeface="Times New Roman"/>
                </a:rPr>
                <a:t>   [1]</a:t>
              </a:r>
              <a:endParaRPr b="0" i="0" sz="1400" u="none" cap="none" strike="noStrike">
                <a:solidFill>
                  <a:srgbClr val="000000"/>
                </a:solidFill>
                <a:latin typeface="Arial"/>
                <a:ea typeface="Arial"/>
                <a:cs typeface="Arial"/>
                <a:sym typeface="Arial"/>
              </a:endParaRPr>
            </a:p>
          </p:txBody>
        </p:sp>
        <p:sp>
          <p:nvSpPr>
            <p:cNvPr id="3046" name="Google Shape;3046;p114"/>
            <p:cNvSpPr txBox="1"/>
            <p:nvPr/>
          </p:nvSpPr>
          <p:spPr>
            <a:xfrm>
              <a:off x="3776" y="1728"/>
              <a:ext cx="302"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grpSp>
      <p:sp>
        <p:nvSpPr>
          <p:cNvPr id="3047" name="Google Shape;3047;p114"/>
          <p:cNvSpPr txBox="1"/>
          <p:nvPr/>
        </p:nvSpPr>
        <p:spPr>
          <a:xfrm>
            <a:off x="517525" y="4781550"/>
            <a:ext cx="7156450" cy="14335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3399"/>
                </a:solidFill>
                <a:latin typeface="Times New Roman"/>
                <a:ea typeface="Times New Roman"/>
                <a:cs typeface="Times New Roman"/>
                <a:sym typeface="Times New Roman"/>
              </a:rPr>
              <a:t>Property:</a:t>
            </a:r>
            <a:endParaRPr b="0" i="0" sz="2800" u="none" cap="none" strike="noStrike">
              <a:solidFill>
                <a:srgbClr val="003399"/>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3399"/>
                </a:solidFill>
                <a:latin typeface="Times New Roman"/>
                <a:ea typeface="Times New Roman"/>
                <a:cs typeface="Times New Roman"/>
                <a:sym typeface="Times New Roman"/>
              </a:rPr>
              <a:t>	The root of </a:t>
            </a:r>
            <a:r>
              <a:rPr b="0" i="0" lang="en-US" sz="2800" u="none" cap="none" strike="noStrike">
                <a:solidFill>
                  <a:srgbClr val="006600"/>
                </a:solidFill>
                <a:latin typeface="Times New Roman"/>
                <a:ea typeface="Times New Roman"/>
                <a:cs typeface="Times New Roman"/>
                <a:sym typeface="Times New Roman"/>
              </a:rPr>
              <a:t>max heap</a:t>
            </a:r>
            <a:r>
              <a:rPr b="0" i="0" lang="en-US" sz="2800" u="none" cap="none" strike="noStrike">
                <a:solidFill>
                  <a:srgbClr val="003399"/>
                </a:solidFill>
                <a:latin typeface="Times New Roman"/>
                <a:ea typeface="Times New Roman"/>
                <a:cs typeface="Times New Roman"/>
                <a:sym typeface="Times New Roman"/>
              </a:rPr>
              <a:t> (</a:t>
            </a:r>
            <a:r>
              <a:rPr b="0" i="0" lang="en-US" sz="2800" u="none" cap="none" strike="noStrike">
                <a:solidFill>
                  <a:srgbClr val="006600"/>
                </a:solidFill>
                <a:latin typeface="Times New Roman"/>
                <a:ea typeface="Times New Roman"/>
                <a:cs typeface="Times New Roman"/>
                <a:sym typeface="Times New Roman"/>
              </a:rPr>
              <a:t>min heap</a:t>
            </a:r>
            <a:r>
              <a:rPr b="0" i="0" lang="en-US" sz="2800" u="none" cap="none" strike="noStrike">
                <a:solidFill>
                  <a:srgbClr val="003399"/>
                </a:solidFill>
                <a:latin typeface="Times New Roman"/>
                <a:ea typeface="Times New Roman"/>
                <a:cs typeface="Times New Roman"/>
                <a:sym typeface="Times New Roman"/>
              </a:rPr>
              <a:t>) contains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3399"/>
                </a:solidFill>
                <a:latin typeface="Times New Roman"/>
                <a:ea typeface="Times New Roman"/>
                <a:cs typeface="Times New Roman"/>
                <a:sym typeface="Times New Roman"/>
              </a:rPr>
              <a:t>	the </a:t>
            </a:r>
            <a:r>
              <a:rPr b="0" i="0" lang="en-US" sz="2800" u="none" cap="none" strike="noStrike">
                <a:solidFill>
                  <a:srgbClr val="006600"/>
                </a:solidFill>
                <a:latin typeface="Times New Roman"/>
                <a:ea typeface="Times New Roman"/>
                <a:cs typeface="Times New Roman"/>
                <a:sym typeface="Times New Roman"/>
              </a:rPr>
              <a:t>largest</a:t>
            </a:r>
            <a:r>
              <a:rPr b="0" i="0" lang="en-US" sz="2800" u="none" cap="none" strike="noStrike">
                <a:solidFill>
                  <a:srgbClr val="003399"/>
                </a:solidFill>
                <a:latin typeface="Times New Roman"/>
                <a:ea typeface="Times New Roman"/>
                <a:cs typeface="Times New Roman"/>
                <a:sym typeface="Times New Roman"/>
              </a:rPr>
              <a:t> (</a:t>
            </a:r>
            <a:r>
              <a:rPr b="0" i="0" lang="en-US" sz="2800" u="none" cap="none" strike="noStrike">
                <a:solidFill>
                  <a:srgbClr val="006600"/>
                </a:solidFill>
                <a:latin typeface="Times New Roman"/>
                <a:ea typeface="Times New Roman"/>
                <a:cs typeface="Times New Roman"/>
                <a:sym typeface="Times New Roman"/>
              </a:rPr>
              <a:t>smallest</a:t>
            </a:r>
            <a:r>
              <a:rPr b="0" i="0" lang="en-US" sz="2800" u="none" cap="none" strike="noStrike">
                <a:solidFill>
                  <a:srgbClr val="003399"/>
                </a:solidFill>
                <a:latin typeface="Times New Roman"/>
                <a:ea typeface="Times New Roman"/>
                <a:cs typeface="Times New Roman"/>
                <a:sym typeface="Times New Roman"/>
              </a:rPr>
              <a:t>).</a:t>
            </a:r>
            <a:endParaRPr b="0" i="0" sz="3200" u="none" cap="none" strike="noStrike">
              <a:solidFill>
                <a:srgbClr val="003399"/>
              </a:solidFill>
              <a:latin typeface="Times New Roman"/>
              <a:ea typeface="Times New Roman"/>
              <a:cs typeface="Times New Roman"/>
              <a:sym typeface="Times New Roman"/>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051" name="Shape 3051"/>
        <p:cNvGrpSpPr/>
        <p:nvPr/>
      </p:nvGrpSpPr>
      <p:grpSpPr>
        <a:xfrm>
          <a:off x="0" y="0"/>
          <a:ext cx="0" cy="0"/>
          <a:chOff x="0" y="0"/>
          <a:chExt cx="0" cy="0"/>
        </a:xfrm>
      </p:grpSpPr>
      <p:grpSp>
        <p:nvGrpSpPr>
          <p:cNvPr id="3052" name="Google Shape;3052;p115"/>
          <p:cNvGrpSpPr/>
          <p:nvPr/>
        </p:nvGrpSpPr>
        <p:grpSpPr>
          <a:xfrm>
            <a:off x="555625" y="2089150"/>
            <a:ext cx="7707313" cy="2284413"/>
            <a:chOff x="498" y="1328"/>
            <a:chExt cx="4855" cy="1439"/>
          </a:xfrm>
        </p:grpSpPr>
        <p:grpSp>
          <p:nvGrpSpPr>
            <p:cNvPr id="3053" name="Google Shape;3053;p115"/>
            <p:cNvGrpSpPr/>
            <p:nvPr/>
          </p:nvGrpSpPr>
          <p:grpSpPr>
            <a:xfrm>
              <a:off x="776" y="1328"/>
              <a:ext cx="4577" cy="1439"/>
              <a:chOff x="220" y="1195"/>
              <a:chExt cx="4577" cy="1439"/>
            </a:xfrm>
          </p:grpSpPr>
          <p:sp>
            <p:nvSpPr>
              <p:cNvPr id="3054" name="Google Shape;3054;p115"/>
              <p:cNvSpPr/>
              <p:nvPr/>
            </p:nvSpPr>
            <p:spPr>
              <a:xfrm>
                <a:off x="945" y="1245"/>
                <a:ext cx="300" cy="311"/>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sp>
            <p:nvSpPr>
              <p:cNvPr id="3055" name="Google Shape;3055;p115"/>
              <p:cNvSpPr/>
              <p:nvPr/>
            </p:nvSpPr>
            <p:spPr>
              <a:xfrm>
                <a:off x="485" y="1785"/>
                <a:ext cx="300" cy="311"/>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Times New Roman"/>
                    <a:ea typeface="Times New Roman"/>
                    <a:cs typeface="Times New Roman"/>
                    <a:sym typeface="Times New Roman"/>
                  </a:rPr>
                  <a:t>7</a:t>
                </a:r>
                <a:endParaRPr b="0" i="0" sz="1400" u="none" cap="none" strike="noStrike">
                  <a:solidFill>
                    <a:srgbClr val="000000"/>
                  </a:solidFill>
                  <a:latin typeface="Arial"/>
                  <a:ea typeface="Arial"/>
                  <a:cs typeface="Arial"/>
                  <a:sym typeface="Arial"/>
                </a:endParaRPr>
              </a:p>
            </p:txBody>
          </p:sp>
          <p:sp>
            <p:nvSpPr>
              <p:cNvPr id="3056" name="Google Shape;3056;p115"/>
              <p:cNvSpPr/>
              <p:nvPr/>
            </p:nvSpPr>
            <p:spPr>
              <a:xfrm>
                <a:off x="1348" y="1781"/>
                <a:ext cx="300" cy="311"/>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sp>
            <p:nvSpPr>
              <p:cNvPr id="3057" name="Google Shape;3057;p115"/>
              <p:cNvSpPr/>
              <p:nvPr/>
            </p:nvSpPr>
            <p:spPr>
              <a:xfrm>
                <a:off x="722" y="2322"/>
                <a:ext cx="300" cy="311"/>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Times New Roman"/>
                    <a:ea typeface="Times New Roman"/>
                    <a:cs typeface="Times New Roman"/>
                    <a:sym typeface="Times New Roman"/>
                  </a:rPr>
                  <a:t>8</a:t>
                </a:r>
                <a:endParaRPr b="0" i="0" sz="1400" u="none" cap="none" strike="noStrike">
                  <a:solidFill>
                    <a:srgbClr val="000000"/>
                  </a:solidFill>
                  <a:latin typeface="Arial"/>
                  <a:ea typeface="Arial"/>
                  <a:cs typeface="Arial"/>
                  <a:sym typeface="Arial"/>
                </a:endParaRPr>
              </a:p>
            </p:txBody>
          </p:sp>
          <p:sp>
            <p:nvSpPr>
              <p:cNvPr id="3058" name="Google Shape;3058;p115"/>
              <p:cNvSpPr/>
              <p:nvPr/>
            </p:nvSpPr>
            <p:spPr>
              <a:xfrm>
                <a:off x="222" y="2308"/>
                <a:ext cx="300" cy="322"/>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Times New Roman"/>
                    <a:ea typeface="Times New Roman"/>
                    <a:cs typeface="Times New Roman"/>
                    <a:sym typeface="Times New Roman"/>
                  </a:rPr>
                  <a:t>10</a:t>
                </a:r>
                <a:endParaRPr b="0" i="0" sz="1400" u="none" cap="none" strike="noStrike">
                  <a:solidFill>
                    <a:srgbClr val="000000"/>
                  </a:solidFill>
                  <a:latin typeface="Arial"/>
                  <a:ea typeface="Arial"/>
                  <a:cs typeface="Arial"/>
                  <a:sym typeface="Arial"/>
                </a:endParaRPr>
              </a:p>
            </p:txBody>
          </p:sp>
          <p:sp>
            <p:nvSpPr>
              <p:cNvPr id="3059" name="Google Shape;3059;p115"/>
              <p:cNvSpPr/>
              <p:nvPr/>
            </p:nvSpPr>
            <p:spPr>
              <a:xfrm>
                <a:off x="1078" y="2323"/>
                <a:ext cx="300" cy="311"/>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Times New Roman"/>
                    <a:ea typeface="Times New Roman"/>
                    <a:cs typeface="Times New Roman"/>
                    <a:sym typeface="Times New Roman"/>
                  </a:rPr>
                  <a:t>6</a:t>
                </a:r>
                <a:endParaRPr b="0" i="0" sz="1400" u="none" cap="none" strike="noStrike">
                  <a:solidFill>
                    <a:srgbClr val="000000"/>
                  </a:solidFill>
                  <a:latin typeface="Arial"/>
                  <a:ea typeface="Arial"/>
                  <a:cs typeface="Arial"/>
                  <a:sym typeface="Arial"/>
                </a:endParaRPr>
              </a:p>
            </p:txBody>
          </p:sp>
          <p:cxnSp>
            <p:nvCxnSpPr>
              <p:cNvPr id="3060" name="Google Shape;3060;p115"/>
              <p:cNvCxnSpPr/>
              <p:nvPr/>
            </p:nvCxnSpPr>
            <p:spPr>
              <a:xfrm flipH="1">
                <a:off x="711" y="1500"/>
                <a:ext cx="245" cy="322"/>
              </a:xfrm>
              <a:prstGeom prst="straightConnector1">
                <a:avLst/>
              </a:prstGeom>
              <a:noFill/>
              <a:ln cap="flat" cmpd="sng" w="9525">
                <a:solidFill>
                  <a:schemeClr val="dk1"/>
                </a:solidFill>
                <a:prstDash val="solid"/>
                <a:round/>
                <a:headEnd len="sm" w="sm" type="none"/>
                <a:tailEnd len="sm" w="sm" type="none"/>
              </a:ln>
            </p:spPr>
          </p:cxnSp>
          <p:cxnSp>
            <p:nvCxnSpPr>
              <p:cNvPr id="3061" name="Google Shape;3061;p115"/>
              <p:cNvCxnSpPr/>
              <p:nvPr/>
            </p:nvCxnSpPr>
            <p:spPr>
              <a:xfrm>
                <a:off x="1245" y="1500"/>
                <a:ext cx="166" cy="311"/>
              </a:xfrm>
              <a:prstGeom prst="straightConnector1">
                <a:avLst/>
              </a:prstGeom>
              <a:noFill/>
              <a:ln cap="flat" cmpd="sng" w="9525">
                <a:solidFill>
                  <a:schemeClr val="dk1"/>
                </a:solidFill>
                <a:prstDash val="solid"/>
                <a:round/>
                <a:headEnd len="sm" w="sm" type="none"/>
                <a:tailEnd len="sm" w="sm" type="none"/>
              </a:ln>
            </p:spPr>
          </p:cxnSp>
          <p:cxnSp>
            <p:nvCxnSpPr>
              <p:cNvPr id="3062" name="Google Shape;3062;p115"/>
              <p:cNvCxnSpPr/>
              <p:nvPr/>
            </p:nvCxnSpPr>
            <p:spPr>
              <a:xfrm flipH="1">
                <a:off x="356" y="2078"/>
                <a:ext cx="200" cy="244"/>
              </a:xfrm>
              <a:prstGeom prst="straightConnector1">
                <a:avLst/>
              </a:prstGeom>
              <a:noFill/>
              <a:ln cap="flat" cmpd="sng" w="9525">
                <a:solidFill>
                  <a:schemeClr val="dk1"/>
                </a:solidFill>
                <a:prstDash val="solid"/>
                <a:round/>
                <a:headEnd len="sm" w="sm" type="none"/>
                <a:tailEnd len="sm" w="sm" type="none"/>
              </a:ln>
            </p:spPr>
          </p:cxnSp>
          <p:cxnSp>
            <p:nvCxnSpPr>
              <p:cNvPr id="3063" name="Google Shape;3063;p115"/>
              <p:cNvCxnSpPr/>
              <p:nvPr/>
            </p:nvCxnSpPr>
            <p:spPr>
              <a:xfrm>
                <a:off x="722" y="2078"/>
                <a:ext cx="189" cy="255"/>
              </a:xfrm>
              <a:prstGeom prst="straightConnector1">
                <a:avLst/>
              </a:prstGeom>
              <a:noFill/>
              <a:ln cap="flat" cmpd="sng" w="9525">
                <a:solidFill>
                  <a:schemeClr val="dk1"/>
                </a:solidFill>
                <a:prstDash val="solid"/>
                <a:round/>
                <a:headEnd len="sm" w="sm" type="none"/>
                <a:tailEnd len="sm" w="sm" type="none"/>
              </a:ln>
            </p:spPr>
          </p:cxnSp>
          <p:cxnSp>
            <p:nvCxnSpPr>
              <p:cNvPr id="3064" name="Google Shape;3064;p115"/>
              <p:cNvCxnSpPr/>
              <p:nvPr/>
            </p:nvCxnSpPr>
            <p:spPr>
              <a:xfrm flipH="1">
                <a:off x="1256" y="2078"/>
                <a:ext cx="144" cy="255"/>
              </a:xfrm>
              <a:prstGeom prst="straightConnector1">
                <a:avLst/>
              </a:prstGeom>
              <a:noFill/>
              <a:ln cap="flat" cmpd="sng" w="9525">
                <a:solidFill>
                  <a:schemeClr val="dk1"/>
                </a:solidFill>
                <a:prstDash val="solid"/>
                <a:round/>
                <a:headEnd len="sm" w="sm" type="none"/>
                <a:tailEnd len="sm" w="sm" type="none"/>
              </a:ln>
            </p:spPr>
          </p:cxnSp>
          <p:sp>
            <p:nvSpPr>
              <p:cNvPr id="3065" name="Google Shape;3065;p115"/>
              <p:cNvSpPr/>
              <p:nvPr/>
            </p:nvSpPr>
            <p:spPr>
              <a:xfrm>
                <a:off x="2764" y="1219"/>
                <a:ext cx="300" cy="311"/>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Times New Roman"/>
                    <a:ea typeface="Times New Roman"/>
                    <a:cs typeface="Times New Roman"/>
                    <a:sym typeface="Times New Roman"/>
                  </a:rPr>
                  <a:t>10</a:t>
                </a:r>
                <a:endParaRPr b="0" i="0" sz="1400" u="none" cap="none" strike="noStrike">
                  <a:solidFill>
                    <a:srgbClr val="000000"/>
                  </a:solidFill>
                  <a:latin typeface="Arial"/>
                  <a:ea typeface="Arial"/>
                  <a:cs typeface="Arial"/>
                  <a:sym typeface="Arial"/>
                </a:endParaRPr>
              </a:p>
            </p:txBody>
          </p:sp>
          <p:sp>
            <p:nvSpPr>
              <p:cNvPr id="3066" name="Google Shape;3066;p115"/>
              <p:cNvSpPr/>
              <p:nvPr/>
            </p:nvSpPr>
            <p:spPr>
              <a:xfrm>
                <a:off x="2304" y="1759"/>
                <a:ext cx="300" cy="311"/>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Times New Roman"/>
                    <a:ea typeface="Times New Roman"/>
                    <a:cs typeface="Times New Roman"/>
                    <a:sym typeface="Times New Roman"/>
                  </a:rPr>
                  <a:t>20</a:t>
                </a:r>
                <a:endParaRPr b="0" i="0" sz="1400" u="none" cap="none" strike="noStrike">
                  <a:solidFill>
                    <a:srgbClr val="000000"/>
                  </a:solidFill>
                  <a:latin typeface="Arial"/>
                  <a:ea typeface="Arial"/>
                  <a:cs typeface="Arial"/>
                  <a:sym typeface="Arial"/>
                </a:endParaRPr>
              </a:p>
            </p:txBody>
          </p:sp>
          <p:sp>
            <p:nvSpPr>
              <p:cNvPr id="3067" name="Google Shape;3067;p115"/>
              <p:cNvSpPr/>
              <p:nvPr/>
            </p:nvSpPr>
            <p:spPr>
              <a:xfrm>
                <a:off x="3167" y="1755"/>
                <a:ext cx="300" cy="311"/>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Times New Roman"/>
                    <a:ea typeface="Times New Roman"/>
                    <a:cs typeface="Times New Roman"/>
                    <a:sym typeface="Times New Roman"/>
                  </a:rPr>
                  <a:t>83</a:t>
                </a:r>
                <a:endParaRPr b="0" i="0" sz="1400" u="none" cap="none" strike="noStrike">
                  <a:solidFill>
                    <a:srgbClr val="000000"/>
                  </a:solidFill>
                  <a:latin typeface="Arial"/>
                  <a:ea typeface="Arial"/>
                  <a:cs typeface="Arial"/>
                  <a:sym typeface="Arial"/>
                </a:endParaRPr>
              </a:p>
            </p:txBody>
          </p:sp>
          <p:sp>
            <p:nvSpPr>
              <p:cNvPr id="3068" name="Google Shape;3068;p115"/>
              <p:cNvSpPr/>
              <p:nvPr/>
            </p:nvSpPr>
            <p:spPr>
              <a:xfrm>
                <a:off x="2041" y="2282"/>
                <a:ext cx="300" cy="322"/>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Times New Roman"/>
                    <a:ea typeface="Times New Roman"/>
                    <a:cs typeface="Times New Roman"/>
                    <a:sym typeface="Times New Roman"/>
                  </a:rPr>
                  <a:t>50</a:t>
                </a:r>
                <a:endParaRPr b="0" i="0" sz="1400" u="none" cap="none" strike="noStrike">
                  <a:solidFill>
                    <a:srgbClr val="000000"/>
                  </a:solidFill>
                  <a:latin typeface="Arial"/>
                  <a:ea typeface="Arial"/>
                  <a:cs typeface="Arial"/>
                  <a:sym typeface="Arial"/>
                </a:endParaRPr>
              </a:p>
            </p:txBody>
          </p:sp>
          <p:cxnSp>
            <p:nvCxnSpPr>
              <p:cNvPr id="3069" name="Google Shape;3069;p115"/>
              <p:cNvCxnSpPr/>
              <p:nvPr/>
            </p:nvCxnSpPr>
            <p:spPr>
              <a:xfrm flipH="1">
                <a:off x="2530" y="1474"/>
                <a:ext cx="245" cy="322"/>
              </a:xfrm>
              <a:prstGeom prst="straightConnector1">
                <a:avLst/>
              </a:prstGeom>
              <a:noFill/>
              <a:ln cap="flat" cmpd="sng" w="9525">
                <a:solidFill>
                  <a:schemeClr val="dk1"/>
                </a:solidFill>
                <a:prstDash val="solid"/>
                <a:round/>
                <a:headEnd len="sm" w="sm" type="none"/>
                <a:tailEnd len="sm" w="sm" type="none"/>
              </a:ln>
            </p:spPr>
          </p:cxnSp>
          <p:cxnSp>
            <p:nvCxnSpPr>
              <p:cNvPr id="3070" name="Google Shape;3070;p115"/>
              <p:cNvCxnSpPr/>
              <p:nvPr/>
            </p:nvCxnSpPr>
            <p:spPr>
              <a:xfrm>
                <a:off x="3064" y="1474"/>
                <a:ext cx="166" cy="311"/>
              </a:xfrm>
              <a:prstGeom prst="straightConnector1">
                <a:avLst/>
              </a:prstGeom>
              <a:noFill/>
              <a:ln cap="flat" cmpd="sng" w="9525">
                <a:solidFill>
                  <a:schemeClr val="dk1"/>
                </a:solidFill>
                <a:prstDash val="solid"/>
                <a:round/>
                <a:headEnd len="sm" w="sm" type="none"/>
                <a:tailEnd len="sm" w="sm" type="none"/>
              </a:ln>
            </p:spPr>
          </p:cxnSp>
          <p:cxnSp>
            <p:nvCxnSpPr>
              <p:cNvPr id="3071" name="Google Shape;3071;p115"/>
              <p:cNvCxnSpPr/>
              <p:nvPr/>
            </p:nvCxnSpPr>
            <p:spPr>
              <a:xfrm flipH="1">
                <a:off x="2175" y="2052"/>
                <a:ext cx="200" cy="244"/>
              </a:xfrm>
              <a:prstGeom prst="straightConnector1">
                <a:avLst/>
              </a:prstGeom>
              <a:noFill/>
              <a:ln cap="flat" cmpd="sng" w="9525">
                <a:solidFill>
                  <a:schemeClr val="dk1"/>
                </a:solidFill>
                <a:prstDash val="solid"/>
                <a:round/>
                <a:headEnd len="sm" w="sm" type="none"/>
                <a:tailEnd len="sm" w="sm" type="none"/>
              </a:ln>
            </p:spPr>
          </p:cxnSp>
          <p:sp>
            <p:nvSpPr>
              <p:cNvPr id="3072" name="Google Shape;3072;p115"/>
              <p:cNvSpPr/>
              <p:nvPr/>
            </p:nvSpPr>
            <p:spPr>
              <a:xfrm>
                <a:off x="4497" y="1241"/>
                <a:ext cx="300" cy="311"/>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Times New Roman"/>
                    <a:ea typeface="Times New Roman"/>
                    <a:cs typeface="Times New Roman"/>
                    <a:sym typeface="Times New Roman"/>
                  </a:rPr>
                  <a:t>11</a:t>
                </a:r>
                <a:endParaRPr b="0" i="0" sz="1400" u="none" cap="none" strike="noStrike">
                  <a:solidFill>
                    <a:srgbClr val="000000"/>
                  </a:solidFill>
                  <a:latin typeface="Arial"/>
                  <a:ea typeface="Arial"/>
                  <a:cs typeface="Arial"/>
                  <a:sym typeface="Arial"/>
                </a:endParaRPr>
              </a:p>
            </p:txBody>
          </p:sp>
          <p:sp>
            <p:nvSpPr>
              <p:cNvPr id="3073" name="Google Shape;3073;p115"/>
              <p:cNvSpPr/>
              <p:nvPr/>
            </p:nvSpPr>
            <p:spPr>
              <a:xfrm>
                <a:off x="4037" y="1781"/>
                <a:ext cx="300" cy="311"/>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Times New Roman"/>
                    <a:ea typeface="Times New Roman"/>
                    <a:cs typeface="Times New Roman"/>
                    <a:sym typeface="Times New Roman"/>
                  </a:rPr>
                  <a:t>21</a:t>
                </a:r>
                <a:endParaRPr b="0" i="0" sz="1400" u="none" cap="none" strike="noStrike">
                  <a:solidFill>
                    <a:srgbClr val="000000"/>
                  </a:solidFill>
                  <a:latin typeface="Arial"/>
                  <a:ea typeface="Arial"/>
                  <a:cs typeface="Arial"/>
                  <a:sym typeface="Arial"/>
                </a:endParaRPr>
              </a:p>
            </p:txBody>
          </p:sp>
          <p:cxnSp>
            <p:nvCxnSpPr>
              <p:cNvPr id="3074" name="Google Shape;3074;p115"/>
              <p:cNvCxnSpPr/>
              <p:nvPr/>
            </p:nvCxnSpPr>
            <p:spPr>
              <a:xfrm flipH="1">
                <a:off x="4263" y="1496"/>
                <a:ext cx="245" cy="322"/>
              </a:xfrm>
              <a:prstGeom prst="straightConnector1">
                <a:avLst/>
              </a:prstGeom>
              <a:noFill/>
              <a:ln cap="flat" cmpd="sng" w="9525">
                <a:solidFill>
                  <a:schemeClr val="dk1"/>
                </a:solidFill>
                <a:prstDash val="solid"/>
                <a:round/>
                <a:headEnd len="sm" w="sm" type="none"/>
                <a:tailEnd len="sm" w="sm" type="none"/>
              </a:ln>
            </p:spPr>
          </p:cxnSp>
          <p:sp>
            <p:nvSpPr>
              <p:cNvPr id="3075" name="Google Shape;3075;p115"/>
              <p:cNvSpPr txBox="1"/>
              <p:nvPr/>
            </p:nvSpPr>
            <p:spPr>
              <a:xfrm>
                <a:off x="687" y="1195"/>
                <a:ext cx="302"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Times New Roman"/>
                    <a:ea typeface="Times New Roman"/>
                    <a:cs typeface="Times New Roman"/>
                    <a:sym typeface="Times New Roman"/>
                  </a:rPr>
                  <a:t>[1]</a:t>
                </a:r>
                <a:endParaRPr b="1" i="0" sz="2000" u="sng" cap="none" strike="noStrike">
                  <a:solidFill>
                    <a:schemeClr val="dk1"/>
                  </a:solidFill>
                  <a:latin typeface="Times New Roman"/>
                  <a:ea typeface="Times New Roman"/>
                  <a:cs typeface="Times New Roman"/>
                  <a:sym typeface="Times New Roman"/>
                </a:endParaRPr>
              </a:p>
            </p:txBody>
          </p:sp>
          <p:sp>
            <p:nvSpPr>
              <p:cNvPr id="3076" name="Google Shape;3076;p115"/>
              <p:cNvSpPr txBox="1"/>
              <p:nvPr/>
            </p:nvSpPr>
            <p:spPr>
              <a:xfrm>
                <a:off x="220" y="1750"/>
                <a:ext cx="302"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sp>
            <p:nvSpPr>
              <p:cNvPr id="3077" name="Google Shape;3077;p115"/>
              <p:cNvSpPr txBox="1"/>
              <p:nvPr/>
            </p:nvSpPr>
            <p:spPr>
              <a:xfrm>
                <a:off x="1075" y="1750"/>
                <a:ext cx="302"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Times New Roman"/>
                    <a:ea typeface="Times New Roman"/>
                    <a:cs typeface="Times New Roman"/>
                    <a:sym typeface="Times New Roman"/>
                  </a:rPr>
                  <a:t>[3]</a:t>
                </a:r>
                <a:endParaRPr b="0" i="0" sz="1400" u="none" cap="none" strike="noStrike">
                  <a:solidFill>
                    <a:srgbClr val="000000"/>
                  </a:solidFill>
                  <a:latin typeface="Arial"/>
                  <a:ea typeface="Arial"/>
                  <a:cs typeface="Arial"/>
                  <a:sym typeface="Arial"/>
                </a:endParaRPr>
              </a:p>
            </p:txBody>
          </p:sp>
          <p:sp>
            <p:nvSpPr>
              <p:cNvPr id="3078" name="Google Shape;3078;p115"/>
              <p:cNvSpPr txBox="1"/>
              <p:nvPr/>
            </p:nvSpPr>
            <p:spPr>
              <a:xfrm>
                <a:off x="575" y="2161"/>
                <a:ext cx="302"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Times New Roman"/>
                    <a:ea typeface="Times New Roman"/>
                    <a:cs typeface="Times New Roman"/>
                    <a:sym typeface="Times New Roman"/>
                  </a:rPr>
                  <a:t>[5]</a:t>
                </a:r>
                <a:endParaRPr b="0" i="0" sz="1400" u="none" cap="none" strike="noStrike">
                  <a:solidFill>
                    <a:srgbClr val="000000"/>
                  </a:solidFill>
                  <a:latin typeface="Arial"/>
                  <a:ea typeface="Arial"/>
                  <a:cs typeface="Arial"/>
                  <a:sym typeface="Arial"/>
                </a:endParaRPr>
              </a:p>
            </p:txBody>
          </p:sp>
          <p:sp>
            <p:nvSpPr>
              <p:cNvPr id="3079" name="Google Shape;3079;p115"/>
              <p:cNvSpPr txBox="1"/>
              <p:nvPr/>
            </p:nvSpPr>
            <p:spPr>
              <a:xfrm>
                <a:off x="1009" y="2150"/>
                <a:ext cx="302"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Times New Roman"/>
                    <a:ea typeface="Times New Roman"/>
                    <a:cs typeface="Times New Roman"/>
                    <a:sym typeface="Times New Roman"/>
                  </a:rPr>
                  <a:t>[6]</a:t>
                </a:r>
                <a:endParaRPr b="0" i="0" sz="1400" u="none" cap="none" strike="noStrike">
                  <a:solidFill>
                    <a:srgbClr val="000000"/>
                  </a:solidFill>
                  <a:latin typeface="Arial"/>
                  <a:ea typeface="Arial"/>
                  <a:cs typeface="Arial"/>
                  <a:sym typeface="Arial"/>
                </a:endParaRPr>
              </a:p>
            </p:txBody>
          </p:sp>
          <p:sp>
            <p:nvSpPr>
              <p:cNvPr id="3080" name="Google Shape;3080;p115"/>
              <p:cNvSpPr txBox="1"/>
              <p:nvPr/>
            </p:nvSpPr>
            <p:spPr>
              <a:xfrm>
                <a:off x="2509" y="1206"/>
                <a:ext cx="302"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Times New Roman"/>
                    <a:ea typeface="Times New Roman"/>
                    <a:cs typeface="Times New Roman"/>
                    <a:sym typeface="Times New Roman"/>
                  </a:rPr>
                  <a:t>[1]</a:t>
                </a:r>
                <a:endParaRPr b="0" i="0" sz="1400" u="none" cap="none" strike="noStrike">
                  <a:solidFill>
                    <a:srgbClr val="000000"/>
                  </a:solidFill>
                  <a:latin typeface="Arial"/>
                  <a:ea typeface="Arial"/>
                  <a:cs typeface="Arial"/>
                  <a:sym typeface="Arial"/>
                </a:endParaRPr>
              </a:p>
            </p:txBody>
          </p:sp>
          <p:sp>
            <p:nvSpPr>
              <p:cNvPr id="3081" name="Google Shape;3081;p115"/>
              <p:cNvSpPr txBox="1"/>
              <p:nvPr/>
            </p:nvSpPr>
            <p:spPr>
              <a:xfrm>
                <a:off x="1998" y="1750"/>
                <a:ext cx="342"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Times New Roman"/>
                    <a:ea typeface="Times New Roman"/>
                    <a:cs typeface="Times New Roman"/>
                    <a:sym typeface="Times New Roman"/>
                  </a:rPr>
                  <a:t> [2]</a:t>
                </a:r>
                <a:endParaRPr b="0" i="0" sz="1400" u="none" cap="none" strike="noStrike">
                  <a:solidFill>
                    <a:srgbClr val="000000"/>
                  </a:solidFill>
                  <a:latin typeface="Arial"/>
                  <a:ea typeface="Arial"/>
                  <a:cs typeface="Arial"/>
                  <a:sym typeface="Arial"/>
                </a:endParaRPr>
              </a:p>
            </p:txBody>
          </p:sp>
          <p:sp>
            <p:nvSpPr>
              <p:cNvPr id="3082" name="Google Shape;3082;p115"/>
              <p:cNvSpPr txBox="1"/>
              <p:nvPr/>
            </p:nvSpPr>
            <p:spPr>
              <a:xfrm>
                <a:off x="2887" y="1761"/>
                <a:ext cx="302"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Times New Roman"/>
                    <a:ea typeface="Times New Roman"/>
                    <a:cs typeface="Times New Roman"/>
                    <a:sym typeface="Times New Roman"/>
                  </a:rPr>
                  <a:t>[3]</a:t>
                </a:r>
                <a:endParaRPr b="0" i="0" sz="1400" u="none" cap="none" strike="noStrike">
                  <a:solidFill>
                    <a:srgbClr val="000000"/>
                  </a:solidFill>
                  <a:latin typeface="Arial"/>
                  <a:ea typeface="Arial"/>
                  <a:cs typeface="Arial"/>
                  <a:sym typeface="Arial"/>
                </a:endParaRPr>
              </a:p>
            </p:txBody>
          </p:sp>
          <p:sp>
            <p:nvSpPr>
              <p:cNvPr id="3083" name="Google Shape;3083;p115"/>
              <p:cNvSpPr txBox="1"/>
              <p:nvPr/>
            </p:nvSpPr>
            <p:spPr>
              <a:xfrm>
                <a:off x="1820" y="2172"/>
                <a:ext cx="302"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sp>
            <p:nvSpPr>
              <p:cNvPr id="3084" name="Google Shape;3084;p115"/>
              <p:cNvSpPr txBox="1"/>
              <p:nvPr/>
            </p:nvSpPr>
            <p:spPr>
              <a:xfrm>
                <a:off x="4098" y="1239"/>
                <a:ext cx="422"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Times New Roman"/>
                    <a:ea typeface="Times New Roman"/>
                    <a:cs typeface="Times New Roman"/>
                    <a:sym typeface="Times New Roman"/>
                  </a:rPr>
                  <a:t>   [1]</a:t>
                </a:r>
                <a:endParaRPr b="0" i="0" sz="1400" u="none" cap="none" strike="noStrike">
                  <a:solidFill>
                    <a:srgbClr val="000000"/>
                  </a:solidFill>
                  <a:latin typeface="Arial"/>
                  <a:ea typeface="Arial"/>
                  <a:cs typeface="Arial"/>
                  <a:sym typeface="Arial"/>
                </a:endParaRPr>
              </a:p>
            </p:txBody>
          </p:sp>
          <p:sp>
            <p:nvSpPr>
              <p:cNvPr id="3085" name="Google Shape;3085;p115"/>
              <p:cNvSpPr txBox="1"/>
              <p:nvPr/>
            </p:nvSpPr>
            <p:spPr>
              <a:xfrm>
                <a:off x="3776" y="1728"/>
                <a:ext cx="302"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grpSp>
        <p:sp>
          <p:nvSpPr>
            <p:cNvPr id="3086" name="Google Shape;3086;p115"/>
            <p:cNvSpPr txBox="1"/>
            <p:nvPr/>
          </p:nvSpPr>
          <p:spPr>
            <a:xfrm>
              <a:off x="498" y="2316"/>
              <a:ext cx="342"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Times New Roman"/>
                  <a:ea typeface="Times New Roman"/>
                  <a:cs typeface="Times New Roman"/>
                  <a:sym typeface="Times New Roman"/>
                </a:rPr>
                <a:t> [4]</a:t>
              </a:r>
              <a:endParaRPr b="0" i="0" sz="1400" u="none" cap="none" strike="noStrike">
                <a:solidFill>
                  <a:srgbClr val="000000"/>
                </a:solidFill>
                <a:latin typeface="Arial"/>
                <a:ea typeface="Arial"/>
                <a:cs typeface="Arial"/>
                <a:sym typeface="Arial"/>
              </a:endParaRPr>
            </a:p>
          </p:txBody>
        </p:sp>
      </p:grpSp>
      <p:sp>
        <p:nvSpPr>
          <p:cNvPr id="3087" name="Google Shape;3087;p115"/>
          <p:cNvSpPr txBox="1"/>
          <p:nvPr/>
        </p:nvSpPr>
        <p:spPr>
          <a:xfrm>
            <a:off x="173038" y="384175"/>
            <a:ext cx="5106987"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sng" cap="none" strike="noStrike">
                <a:solidFill>
                  <a:schemeClr val="dk1"/>
                </a:solidFill>
                <a:latin typeface="Times New Roman"/>
                <a:ea typeface="Times New Roman"/>
                <a:cs typeface="Times New Roman"/>
                <a:sym typeface="Times New Roman"/>
              </a:rPr>
              <a:t>*Figure 5.26:</a:t>
            </a:r>
            <a:r>
              <a:rPr b="0" i="0" lang="en-US" sz="2400" u="sng" cap="none" strike="noStrike">
                <a:solidFill>
                  <a:schemeClr val="dk1"/>
                </a:solidFill>
                <a:latin typeface="Times New Roman"/>
                <a:ea typeface="Times New Roman"/>
                <a:cs typeface="Times New Roman"/>
                <a:sym typeface="Times New Roman"/>
              </a:rPr>
              <a:t>Sample min heaps (p.220)</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1" name="Shape 3091"/>
        <p:cNvGrpSpPr/>
        <p:nvPr/>
      </p:nvGrpSpPr>
      <p:grpSpPr>
        <a:xfrm>
          <a:off x="0" y="0"/>
          <a:ext cx="0" cy="0"/>
          <a:chOff x="0" y="0"/>
          <a:chExt cx="0" cy="0"/>
        </a:xfrm>
      </p:grpSpPr>
      <p:sp>
        <p:nvSpPr>
          <p:cNvPr id="3092" name="Google Shape;3092;p116"/>
          <p:cNvSpPr/>
          <p:nvPr/>
        </p:nvSpPr>
        <p:spPr>
          <a:xfrm>
            <a:off x="762000" y="0"/>
            <a:ext cx="9163050" cy="800100"/>
          </a:xfrm>
          <a:prstGeom prst="rect">
            <a:avLst/>
          </a:prstGeom>
          <a:noFill/>
          <a:ln>
            <a:noFill/>
          </a:ln>
        </p:spPr>
        <p:txBody>
          <a:bodyPr anchorCtr="0" anchor="ctr" bIns="46025" lIns="92075" spcFirstLastPara="1" rIns="92075" wrap="square" tIns="46025">
            <a:noAutofit/>
          </a:bodyPr>
          <a:lstStyle/>
          <a:p>
            <a:pPr indent="0" lvl="0" marL="0" marR="0" rtl="0" algn="ctr">
              <a:lnSpc>
                <a:spcPct val="100000"/>
              </a:lnSpc>
              <a:spcBef>
                <a:spcPts val="0"/>
              </a:spcBef>
              <a:spcAft>
                <a:spcPts val="0"/>
              </a:spcAft>
              <a:buClr>
                <a:srgbClr val="000000"/>
              </a:buClr>
              <a:buSzPts val="3600"/>
              <a:buFont typeface="Arial"/>
              <a:buNone/>
            </a:pPr>
            <a:r>
              <a:rPr b="0" i="0" lang="en-US" sz="3600" u="none" cap="none" strike="noStrike">
                <a:solidFill>
                  <a:schemeClr val="dk2"/>
                </a:solidFill>
                <a:latin typeface="Times New Roman"/>
                <a:ea typeface="Times New Roman"/>
                <a:cs typeface="Times New Roman"/>
                <a:sym typeface="Times New Roman"/>
              </a:rPr>
              <a:t>ADT for Max Heap</a:t>
            </a:r>
            <a:endParaRPr b="0" i="0" sz="4400" u="none" cap="none" strike="noStrike">
              <a:solidFill>
                <a:schemeClr val="dk2"/>
              </a:solidFill>
              <a:latin typeface="Times New Roman"/>
              <a:ea typeface="Times New Roman"/>
              <a:cs typeface="Times New Roman"/>
              <a:sym typeface="Times New Roman"/>
            </a:endParaRPr>
          </a:p>
        </p:txBody>
      </p:sp>
      <p:sp>
        <p:nvSpPr>
          <p:cNvPr id="3093" name="Google Shape;3093;p116"/>
          <p:cNvSpPr/>
          <p:nvPr/>
        </p:nvSpPr>
        <p:spPr>
          <a:xfrm>
            <a:off x="742950" y="336550"/>
            <a:ext cx="9163050" cy="5210175"/>
          </a:xfrm>
          <a:prstGeom prst="rect">
            <a:avLst/>
          </a:prstGeom>
          <a:noFill/>
          <a:ln>
            <a:noFill/>
          </a:ln>
        </p:spPr>
        <p:txBody>
          <a:bodyPr anchorCtr="0" anchor="t" bIns="46025" lIns="92075" spcFirstLastPara="1" rIns="92075" wrap="square" tIns="46025">
            <a:noAutofit/>
          </a:bodyPr>
          <a:lstStyle/>
          <a:p>
            <a:pPr indent="-342900" lvl="0" marL="342900" marR="0" rtl="0" algn="l">
              <a:lnSpc>
                <a:spcPct val="80000"/>
              </a:lnSpc>
              <a:spcBef>
                <a:spcPts val="0"/>
              </a:spcBef>
              <a:spcAft>
                <a:spcPts val="0"/>
              </a:spcAft>
              <a:buClr>
                <a:schemeClr val="accent1"/>
              </a:buClr>
              <a:buSzPts val="1680"/>
              <a:buFont typeface="Arial"/>
              <a:buNone/>
            </a:pPr>
            <a:r>
              <a:rPr b="0" i="0" lang="en-US" sz="2400" u="none" cap="none" strike="noStrike">
                <a:solidFill>
                  <a:schemeClr val="dk1"/>
                </a:solidFill>
                <a:latin typeface="Times New Roman"/>
                <a:ea typeface="Times New Roman"/>
                <a:cs typeface="Times New Roman"/>
                <a:sym typeface="Times New Roman"/>
              </a:rPr>
              <a:t>structure MaxHeap</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480"/>
              </a:spcBef>
              <a:spcAft>
                <a:spcPts val="0"/>
              </a:spcAft>
              <a:buClr>
                <a:schemeClr val="accent1"/>
              </a:buClr>
              <a:buSzPts val="1680"/>
              <a:buFont typeface="Arial"/>
              <a:buNone/>
            </a:pPr>
            <a:r>
              <a:rPr b="0" i="0" lang="en-US" sz="2400" u="none" cap="none" strike="noStrike">
                <a:solidFill>
                  <a:schemeClr val="dk1"/>
                </a:solidFill>
                <a:latin typeface="Times New Roman"/>
                <a:ea typeface="Times New Roman"/>
                <a:cs typeface="Times New Roman"/>
                <a:sym typeface="Times New Roman"/>
              </a:rPr>
              <a:t>  objects: a complete binary tree of n &gt; 0 elements organized so that </a:t>
            </a:r>
            <a:br>
              <a:rPr b="0" i="0" lang="en-US" sz="2400" u="none" cap="none" strike="noStrike">
                <a:solidFill>
                  <a:schemeClr val="dk1"/>
                </a:solidFill>
                <a:latin typeface="Times New Roman"/>
                <a:ea typeface="Times New Roman"/>
                <a:cs typeface="Times New Roman"/>
                <a:sym typeface="Times New Roman"/>
              </a:rPr>
            </a:br>
            <a:r>
              <a:rPr b="0" i="0" lang="en-US" sz="2400" u="none" cap="none" strike="noStrike">
                <a:solidFill>
                  <a:schemeClr val="dk1"/>
                </a:solidFill>
                <a:latin typeface="Times New Roman"/>
                <a:ea typeface="Times New Roman"/>
                <a:cs typeface="Times New Roman"/>
                <a:sym typeface="Times New Roman"/>
              </a:rPr>
              <a:t>the value in each node is at least as large as those in its children</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480"/>
              </a:spcBef>
              <a:spcAft>
                <a:spcPts val="0"/>
              </a:spcAft>
              <a:buClr>
                <a:schemeClr val="accent1"/>
              </a:buClr>
              <a:buSzPts val="1680"/>
              <a:buFont typeface="Arial"/>
              <a:buNone/>
            </a:pPr>
            <a:r>
              <a:rPr b="0" i="0" lang="en-US" sz="2400" u="none" cap="none" strike="noStrike">
                <a:solidFill>
                  <a:schemeClr val="dk1"/>
                </a:solidFill>
                <a:latin typeface="Times New Roman"/>
                <a:ea typeface="Times New Roman"/>
                <a:cs typeface="Times New Roman"/>
                <a:sym typeface="Times New Roman"/>
              </a:rPr>
              <a:t>  functions:</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480"/>
              </a:spcBef>
              <a:spcAft>
                <a:spcPts val="0"/>
              </a:spcAft>
              <a:buClr>
                <a:schemeClr val="accent1"/>
              </a:buClr>
              <a:buSzPts val="1680"/>
              <a:buFont typeface="Arial"/>
              <a:buNone/>
            </a:pPr>
            <a:r>
              <a:rPr b="0" i="0" lang="en-US" sz="2400" u="none" cap="none" strike="noStrike">
                <a:solidFill>
                  <a:schemeClr val="dk1"/>
                </a:solidFill>
                <a:latin typeface="Times New Roman"/>
                <a:ea typeface="Times New Roman"/>
                <a:cs typeface="Times New Roman"/>
                <a:sym typeface="Times New Roman"/>
              </a:rPr>
              <a:t>    for all </a:t>
            </a:r>
            <a:r>
              <a:rPr b="0" i="1" lang="en-US" sz="2400" u="none" cap="none" strike="noStrike">
                <a:solidFill>
                  <a:schemeClr val="dk1"/>
                </a:solidFill>
                <a:latin typeface="Times New Roman"/>
                <a:ea typeface="Times New Roman"/>
                <a:cs typeface="Times New Roman"/>
                <a:sym typeface="Times New Roman"/>
              </a:rPr>
              <a:t>heap</a:t>
            </a:r>
            <a:r>
              <a:rPr b="0" i="0" lang="en-US" sz="2400" u="none" cap="none" strike="noStrike">
                <a:solidFill>
                  <a:schemeClr val="dk1"/>
                </a:solidFill>
                <a:latin typeface="Times New Roman"/>
                <a:ea typeface="Times New Roman"/>
                <a:cs typeface="Times New Roman"/>
                <a:sym typeface="Times New Roman"/>
              </a:rPr>
              <a:t> belong to </a:t>
            </a:r>
            <a:r>
              <a:rPr b="0" i="1" lang="en-US" sz="2400" u="none" cap="none" strike="noStrike">
                <a:solidFill>
                  <a:schemeClr val="dk1"/>
                </a:solidFill>
                <a:latin typeface="Times New Roman"/>
                <a:ea typeface="Times New Roman"/>
                <a:cs typeface="Times New Roman"/>
                <a:sym typeface="Times New Roman"/>
              </a:rPr>
              <a:t>MaxHeap</a:t>
            </a:r>
            <a:r>
              <a:rPr b="0" i="0" lang="en-US" sz="2400" u="none" cap="none" strike="noStrike">
                <a:solidFill>
                  <a:schemeClr val="dk1"/>
                </a:solidFill>
                <a:latin typeface="Times New Roman"/>
                <a:ea typeface="Times New Roman"/>
                <a:cs typeface="Times New Roman"/>
                <a:sym typeface="Times New Roman"/>
              </a:rPr>
              <a:t>, </a:t>
            </a:r>
            <a:r>
              <a:rPr b="0" i="1" lang="en-US" sz="2400" u="none" cap="none" strike="noStrike">
                <a:solidFill>
                  <a:schemeClr val="dk1"/>
                </a:solidFill>
                <a:latin typeface="Times New Roman"/>
                <a:ea typeface="Times New Roman"/>
                <a:cs typeface="Times New Roman"/>
                <a:sym typeface="Times New Roman"/>
              </a:rPr>
              <a:t>item</a:t>
            </a:r>
            <a:r>
              <a:rPr b="0" i="0" lang="en-US" sz="2400" u="none" cap="none" strike="noStrike">
                <a:solidFill>
                  <a:schemeClr val="dk1"/>
                </a:solidFill>
                <a:latin typeface="Times New Roman"/>
                <a:ea typeface="Times New Roman"/>
                <a:cs typeface="Times New Roman"/>
                <a:sym typeface="Times New Roman"/>
              </a:rPr>
              <a:t> belong to </a:t>
            </a:r>
            <a:r>
              <a:rPr b="0" i="1" lang="en-US" sz="2400" u="none" cap="none" strike="noStrike">
                <a:solidFill>
                  <a:schemeClr val="dk1"/>
                </a:solidFill>
                <a:latin typeface="Times New Roman"/>
                <a:ea typeface="Times New Roman"/>
                <a:cs typeface="Times New Roman"/>
                <a:sym typeface="Times New Roman"/>
              </a:rPr>
              <a:t>Element</a:t>
            </a:r>
            <a:r>
              <a:rPr b="0" i="0" lang="en-US" sz="2400" u="none" cap="none" strike="noStrike">
                <a:solidFill>
                  <a:schemeClr val="dk1"/>
                </a:solidFill>
                <a:latin typeface="Times New Roman"/>
                <a:ea typeface="Times New Roman"/>
                <a:cs typeface="Times New Roman"/>
                <a:sym typeface="Times New Roman"/>
              </a:rPr>
              <a:t>, </a:t>
            </a:r>
            <a:r>
              <a:rPr b="0" i="1" lang="en-US" sz="2400" u="none" cap="none" strike="noStrike">
                <a:solidFill>
                  <a:schemeClr val="dk1"/>
                </a:solidFill>
                <a:latin typeface="Times New Roman"/>
                <a:ea typeface="Times New Roman"/>
                <a:cs typeface="Times New Roman"/>
                <a:sym typeface="Times New Roman"/>
              </a:rPr>
              <a:t>n</a:t>
            </a:r>
            <a:r>
              <a:rPr b="0" i="0" lang="en-US" sz="2400" u="none" cap="none" strike="noStrike">
                <a:solidFill>
                  <a:schemeClr val="dk1"/>
                </a:solidFill>
                <a:latin typeface="Times New Roman"/>
                <a:ea typeface="Times New Roman"/>
                <a:cs typeface="Times New Roman"/>
                <a:sym typeface="Times New Roman"/>
              </a:rPr>
              <a:t>, </a:t>
            </a:r>
            <a:br>
              <a:rPr b="0" i="0" lang="en-US" sz="2400" u="none" cap="none" strike="noStrike">
                <a:solidFill>
                  <a:schemeClr val="dk1"/>
                </a:solidFill>
                <a:latin typeface="Times New Roman"/>
                <a:ea typeface="Times New Roman"/>
                <a:cs typeface="Times New Roman"/>
                <a:sym typeface="Times New Roman"/>
              </a:rPr>
            </a:br>
            <a:r>
              <a:rPr b="0" i="1" lang="en-US" sz="2400" u="none" cap="none" strike="noStrike">
                <a:solidFill>
                  <a:schemeClr val="dk1"/>
                </a:solidFill>
                <a:latin typeface="Times New Roman"/>
                <a:ea typeface="Times New Roman"/>
                <a:cs typeface="Times New Roman"/>
                <a:sym typeface="Times New Roman"/>
              </a:rPr>
              <a:t>max_size</a:t>
            </a:r>
            <a:r>
              <a:rPr b="0" i="0" lang="en-US" sz="2400" u="none" cap="none" strike="noStrike">
                <a:solidFill>
                  <a:schemeClr val="dk1"/>
                </a:solidFill>
                <a:latin typeface="Times New Roman"/>
                <a:ea typeface="Times New Roman"/>
                <a:cs typeface="Times New Roman"/>
                <a:sym typeface="Times New Roman"/>
              </a:rPr>
              <a:t> belong to integer</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480"/>
              </a:spcBef>
              <a:spcAft>
                <a:spcPts val="0"/>
              </a:spcAft>
              <a:buClr>
                <a:schemeClr val="accent1"/>
              </a:buClr>
              <a:buSzPts val="1680"/>
              <a:buFont typeface="Arial"/>
              <a:buNone/>
            </a:pPr>
            <a:r>
              <a:rPr b="0" i="0" lang="en-US" sz="2400" u="none" cap="none" strike="noStrike">
                <a:solidFill>
                  <a:schemeClr val="dk1"/>
                </a:solidFill>
                <a:latin typeface="Times New Roman"/>
                <a:ea typeface="Times New Roman"/>
                <a:cs typeface="Times New Roman"/>
                <a:sym typeface="Times New Roman"/>
              </a:rPr>
              <a:t>    MaxHeap Create(max_size)::= create an empty heap that can </a:t>
            </a:r>
            <a:br>
              <a:rPr b="0" i="0" lang="en-US" sz="2400" u="none" cap="none" strike="noStrike">
                <a:solidFill>
                  <a:schemeClr val="dk1"/>
                </a:solidFill>
                <a:latin typeface="Times New Roman"/>
                <a:ea typeface="Times New Roman"/>
                <a:cs typeface="Times New Roman"/>
                <a:sym typeface="Times New Roman"/>
              </a:rPr>
            </a:br>
            <a:r>
              <a:rPr b="0" i="0" lang="en-US" sz="2400" u="none" cap="none" strike="noStrike">
                <a:solidFill>
                  <a:schemeClr val="dk1"/>
                </a:solidFill>
                <a:latin typeface="Times New Roman"/>
                <a:ea typeface="Times New Roman"/>
                <a:cs typeface="Times New Roman"/>
                <a:sym typeface="Times New Roman"/>
              </a:rPr>
              <a:t>                               hold a maximum of max_size elements</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480"/>
              </a:spcBef>
              <a:spcAft>
                <a:spcPts val="0"/>
              </a:spcAft>
              <a:buClr>
                <a:schemeClr val="accent1"/>
              </a:buClr>
              <a:buSzPts val="1680"/>
              <a:buFont typeface="Arial"/>
              <a:buNone/>
            </a:pPr>
            <a:r>
              <a:rPr b="0" i="0" lang="en-US" sz="2400" u="none" cap="none" strike="noStrike">
                <a:solidFill>
                  <a:schemeClr val="dk1"/>
                </a:solidFill>
                <a:latin typeface="Times New Roman"/>
                <a:ea typeface="Times New Roman"/>
                <a:cs typeface="Times New Roman"/>
                <a:sym typeface="Times New Roman"/>
              </a:rPr>
              <a:t>    Boolean HeapFull(heap, n)::= if (n==max_size) return TRUE</a:t>
            </a:r>
            <a:br>
              <a:rPr b="0" i="0" lang="en-US" sz="2400" u="none" cap="none" strike="noStrike">
                <a:solidFill>
                  <a:schemeClr val="dk1"/>
                </a:solidFill>
                <a:latin typeface="Times New Roman"/>
                <a:ea typeface="Times New Roman"/>
                <a:cs typeface="Times New Roman"/>
                <a:sym typeface="Times New Roman"/>
              </a:rPr>
            </a:br>
            <a:r>
              <a:rPr b="0" i="0" lang="en-US" sz="2400" u="none" cap="none" strike="noStrike">
                <a:solidFill>
                  <a:schemeClr val="dk1"/>
                </a:solidFill>
                <a:latin typeface="Times New Roman"/>
                <a:ea typeface="Times New Roman"/>
                <a:cs typeface="Times New Roman"/>
                <a:sym typeface="Times New Roman"/>
              </a:rPr>
              <a:t>                                                else return FALSE</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480"/>
              </a:spcBef>
              <a:spcAft>
                <a:spcPts val="0"/>
              </a:spcAft>
              <a:buClr>
                <a:schemeClr val="accent1"/>
              </a:buClr>
              <a:buSzPts val="1680"/>
              <a:buFont typeface="Arial"/>
              <a:buNone/>
            </a:pPr>
            <a:r>
              <a:rPr b="0" i="0" lang="en-US" sz="2400" u="none" cap="none" strike="noStrike">
                <a:solidFill>
                  <a:schemeClr val="dk1"/>
                </a:solidFill>
                <a:latin typeface="Times New Roman"/>
                <a:ea typeface="Times New Roman"/>
                <a:cs typeface="Times New Roman"/>
                <a:sym typeface="Times New Roman"/>
              </a:rPr>
              <a:t>    MaxHeap Insert(heap, item, n)::= if (!HeapFull(heap,n)) insert </a:t>
            </a:r>
            <a:br>
              <a:rPr b="0" i="0" lang="en-US" sz="2400" u="none" cap="none" strike="noStrike">
                <a:solidFill>
                  <a:schemeClr val="dk1"/>
                </a:solidFill>
                <a:latin typeface="Times New Roman"/>
                <a:ea typeface="Times New Roman"/>
                <a:cs typeface="Times New Roman"/>
                <a:sym typeface="Times New Roman"/>
              </a:rPr>
            </a:br>
            <a:r>
              <a:rPr b="0" i="0" lang="en-US" sz="2400" u="none" cap="none" strike="noStrike">
                <a:solidFill>
                  <a:schemeClr val="dk1"/>
                </a:solidFill>
                <a:latin typeface="Times New Roman"/>
                <a:ea typeface="Times New Roman"/>
                <a:cs typeface="Times New Roman"/>
                <a:sym typeface="Times New Roman"/>
              </a:rPr>
              <a:t>                               item into heap and return the resulting heap </a:t>
            </a:r>
            <a:br>
              <a:rPr b="0" i="0" lang="en-US" sz="2400" u="none" cap="none" strike="noStrike">
                <a:solidFill>
                  <a:schemeClr val="dk1"/>
                </a:solidFill>
                <a:latin typeface="Times New Roman"/>
                <a:ea typeface="Times New Roman"/>
                <a:cs typeface="Times New Roman"/>
                <a:sym typeface="Times New Roman"/>
              </a:rPr>
            </a:br>
            <a:r>
              <a:rPr b="0" i="0" lang="en-US" sz="2400" u="none" cap="none" strike="noStrike">
                <a:solidFill>
                  <a:schemeClr val="dk1"/>
                </a:solidFill>
                <a:latin typeface="Times New Roman"/>
                <a:ea typeface="Times New Roman"/>
                <a:cs typeface="Times New Roman"/>
                <a:sym typeface="Times New Roman"/>
              </a:rPr>
              <a:t>                                                else return error</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480"/>
              </a:spcBef>
              <a:spcAft>
                <a:spcPts val="0"/>
              </a:spcAft>
              <a:buClr>
                <a:schemeClr val="accent1"/>
              </a:buClr>
              <a:buSzPts val="1680"/>
              <a:buFont typeface="Arial"/>
              <a:buNone/>
            </a:pPr>
            <a:r>
              <a:rPr b="0" i="0" lang="en-US" sz="2400" u="none" cap="none" strike="noStrike">
                <a:solidFill>
                  <a:schemeClr val="dk1"/>
                </a:solidFill>
                <a:latin typeface="Times New Roman"/>
                <a:ea typeface="Times New Roman"/>
                <a:cs typeface="Times New Roman"/>
                <a:sym typeface="Times New Roman"/>
              </a:rPr>
              <a:t>    Boolean HeapEmpty(heap, n)::= if (n&gt;0) return FALSE</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480"/>
              </a:spcBef>
              <a:spcAft>
                <a:spcPts val="0"/>
              </a:spcAft>
              <a:buClr>
                <a:schemeClr val="accent1"/>
              </a:buClr>
              <a:buSzPts val="1680"/>
              <a:buFont typeface="Arial"/>
              <a:buNone/>
            </a:pPr>
            <a:r>
              <a:rPr b="0" i="0" lang="en-US" sz="2400" u="none" cap="none" strike="noStrike">
                <a:solidFill>
                  <a:schemeClr val="dk1"/>
                </a:solidFill>
                <a:latin typeface="Times New Roman"/>
                <a:ea typeface="Times New Roman"/>
                <a:cs typeface="Times New Roman"/>
                <a:sym typeface="Times New Roman"/>
              </a:rPr>
              <a:t>                                                     else return TRUE</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480"/>
              </a:spcBef>
              <a:spcAft>
                <a:spcPts val="0"/>
              </a:spcAft>
              <a:buClr>
                <a:schemeClr val="accent1"/>
              </a:buClr>
              <a:buSzPts val="1680"/>
              <a:buFont typeface="Arial"/>
              <a:buNone/>
            </a:pPr>
            <a:r>
              <a:rPr b="0" i="0" lang="en-US" sz="2400" u="none" cap="none" strike="noStrike">
                <a:solidFill>
                  <a:schemeClr val="dk1"/>
                </a:solidFill>
                <a:latin typeface="Times New Roman"/>
                <a:ea typeface="Times New Roman"/>
                <a:cs typeface="Times New Roman"/>
                <a:sym typeface="Times New Roman"/>
              </a:rPr>
              <a:t>    Element Delete(heap,n)::= if (!HeapEmpty(heap,n)) return one</a:t>
            </a:r>
            <a:br>
              <a:rPr b="0" i="0" lang="en-US" sz="2400" u="none" cap="none" strike="noStrike">
                <a:solidFill>
                  <a:schemeClr val="dk1"/>
                </a:solidFill>
                <a:latin typeface="Times New Roman"/>
                <a:ea typeface="Times New Roman"/>
                <a:cs typeface="Times New Roman"/>
                <a:sym typeface="Times New Roman"/>
              </a:rPr>
            </a:br>
            <a:r>
              <a:rPr b="0" i="0" lang="en-US" sz="2400" u="none" cap="none" strike="noStrike">
                <a:solidFill>
                  <a:schemeClr val="dk1"/>
                </a:solidFill>
                <a:latin typeface="Times New Roman"/>
                <a:ea typeface="Times New Roman"/>
                <a:cs typeface="Times New Roman"/>
                <a:sym typeface="Times New Roman"/>
              </a:rPr>
              <a:t>                               instance of the </a:t>
            </a:r>
            <a:r>
              <a:rPr b="0" i="0" lang="en-US" sz="2400" u="none" cap="none" strike="noStrike">
                <a:solidFill>
                  <a:srgbClr val="CC3300"/>
                </a:solidFill>
                <a:latin typeface="Times New Roman"/>
                <a:ea typeface="Times New Roman"/>
                <a:cs typeface="Times New Roman"/>
                <a:sym typeface="Times New Roman"/>
              </a:rPr>
              <a:t>largest</a:t>
            </a:r>
            <a:r>
              <a:rPr b="0" i="0" lang="en-US" sz="2400" u="none" cap="none" strike="noStrike">
                <a:solidFill>
                  <a:schemeClr val="dk1"/>
                </a:solidFill>
                <a:latin typeface="Times New Roman"/>
                <a:ea typeface="Times New Roman"/>
                <a:cs typeface="Times New Roman"/>
                <a:sym typeface="Times New Roman"/>
              </a:rPr>
              <a:t> element in the heap </a:t>
            </a:r>
            <a:br>
              <a:rPr b="0" i="0" lang="en-US" sz="2400" u="none" cap="none" strike="noStrike">
                <a:solidFill>
                  <a:schemeClr val="dk1"/>
                </a:solidFill>
                <a:latin typeface="Times New Roman"/>
                <a:ea typeface="Times New Roman"/>
                <a:cs typeface="Times New Roman"/>
                <a:sym typeface="Times New Roman"/>
              </a:rPr>
            </a:br>
            <a:r>
              <a:rPr b="0" i="0" lang="en-US" sz="2400" u="none" cap="none" strike="noStrike">
                <a:solidFill>
                  <a:schemeClr val="dk1"/>
                </a:solidFill>
                <a:latin typeface="Times New Roman"/>
                <a:ea typeface="Times New Roman"/>
                <a:cs typeface="Times New Roman"/>
                <a:sym typeface="Times New Roman"/>
              </a:rPr>
              <a:t>                               and remove it from the heap </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480"/>
              </a:spcBef>
              <a:spcAft>
                <a:spcPts val="0"/>
              </a:spcAft>
              <a:buClr>
                <a:schemeClr val="accent1"/>
              </a:buClr>
              <a:buSzPts val="1680"/>
              <a:buFont typeface="Arial"/>
              <a:buNone/>
            </a:pPr>
            <a:r>
              <a:rPr b="0" i="0" lang="en-US" sz="2400" u="none" cap="none" strike="noStrike">
                <a:solidFill>
                  <a:schemeClr val="dk1"/>
                </a:solidFill>
                <a:latin typeface="Times New Roman"/>
                <a:ea typeface="Times New Roman"/>
                <a:cs typeface="Times New Roman"/>
                <a:sym typeface="Times New Roman"/>
              </a:rPr>
              <a:t>                                                     else return error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7" name="Shape 3097"/>
        <p:cNvGrpSpPr/>
        <p:nvPr/>
      </p:nvGrpSpPr>
      <p:grpSpPr>
        <a:xfrm>
          <a:off x="0" y="0"/>
          <a:ext cx="0" cy="0"/>
          <a:chOff x="0" y="0"/>
          <a:chExt cx="0" cy="0"/>
        </a:xfrm>
      </p:grpSpPr>
      <p:sp>
        <p:nvSpPr>
          <p:cNvPr id="3098" name="Google Shape;3098;p117"/>
          <p:cNvSpPr txBox="1"/>
          <p:nvPr>
            <p:ph type="title"/>
          </p:nvPr>
        </p:nvSpPr>
        <p:spPr>
          <a:xfrm>
            <a:off x="696913" y="592138"/>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Data Structures</a:t>
            </a:r>
            <a:endParaRPr/>
          </a:p>
        </p:txBody>
      </p:sp>
      <p:sp>
        <p:nvSpPr>
          <p:cNvPr id="3099" name="Google Shape;3099;p117"/>
          <p:cNvSpPr txBox="1"/>
          <p:nvPr>
            <p:ph idx="1" type="body"/>
          </p:nvPr>
        </p:nvSpPr>
        <p:spPr>
          <a:xfrm>
            <a:off x="696913" y="2116138"/>
            <a:ext cx="7772400" cy="41148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240"/>
              <a:buChar char="●"/>
            </a:pPr>
            <a:r>
              <a:rPr lang="en-US"/>
              <a:t>unordered linked list</a:t>
            </a:r>
            <a:endParaRPr/>
          </a:p>
          <a:p>
            <a:pPr indent="-342900" lvl="0" marL="342900" rtl="0" algn="l">
              <a:lnSpc>
                <a:spcPct val="100000"/>
              </a:lnSpc>
              <a:spcBef>
                <a:spcPts val="640"/>
              </a:spcBef>
              <a:spcAft>
                <a:spcPts val="0"/>
              </a:spcAft>
              <a:buSzPts val="2240"/>
              <a:buChar char="●"/>
            </a:pPr>
            <a:r>
              <a:rPr lang="en-US"/>
              <a:t>unordered array</a:t>
            </a:r>
            <a:endParaRPr/>
          </a:p>
          <a:p>
            <a:pPr indent="-342900" lvl="0" marL="342900" rtl="0" algn="l">
              <a:lnSpc>
                <a:spcPct val="100000"/>
              </a:lnSpc>
              <a:spcBef>
                <a:spcPts val="640"/>
              </a:spcBef>
              <a:spcAft>
                <a:spcPts val="0"/>
              </a:spcAft>
              <a:buSzPts val="2240"/>
              <a:buChar char="●"/>
            </a:pPr>
            <a:r>
              <a:rPr lang="en-US"/>
              <a:t>sorted linked list</a:t>
            </a:r>
            <a:endParaRPr/>
          </a:p>
          <a:p>
            <a:pPr indent="-342900" lvl="0" marL="342900" rtl="0" algn="l">
              <a:lnSpc>
                <a:spcPct val="100000"/>
              </a:lnSpc>
              <a:spcBef>
                <a:spcPts val="640"/>
              </a:spcBef>
              <a:spcAft>
                <a:spcPts val="0"/>
              </a:spcAft>
              <a:buSzPts val="2240"/>
              <a:buChar char="●"/>
            </a:pPr>
            <a:r>
              <a:rPr lang="en-US"/>
              <a:t>sorted array</a:t>
            </a:r>
            <a:endParaRPr/>
          </a:p>
          <a:p>
            <a:pPr indent="-342900" lvl="0" marL="342900" rtl="0" algn="l">
              <a:lnSpc>
                <a:spcPct val="100000"/>
              </a:lnSpc>
              <a:spcBef>
                <a:spcPts val="640"/>
              </a:spcBef>
              <a:spcAft>
                <a:spcPts val="0"/>
              </a:spcAft>
              <a:buSzPts val="2240"/>
              <a:buChar char="●"/>
            </a:pPr>
            <a:r>
              <a:rPr lang="en-US"/>
              <a:t>heap</a:t>
            </a:r>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103" name="Shape 3103"/>
        <p:cNvGrpSpPr/>
        <p:nvPr/>
      </p:nvGrpSpPr>
      <p:grpSpPr>
        <a:xfrm>
          <a:off x="0" y="0"/>
          <a:ext cx="0" cy="0"/>
          <a:chOff x="0" y="0"/>
          <a:chExt cx="0" cy="0"/>
        </a:xfrm>
      </p:grpSpPr>
      <p:graphicFrame>
        <p:nvGraphicFramePr>
          <p:cNvPr id="3104" name="Google Shape;3104;p118"/>
          <p:cNvGraphicFramePr/>
          <p:nvPr/>
        </p:nvGraphicFramePr>
        <p:xfrm>
          <a:off x="2044700" y="1719263"/>
          <a:ext cx="7099300" cy="4462462"/>
        </p:xfrm>
        <a:graphic>
          <a:graphicData uri="http://schemas.openxmlformats.org/presentationml/2006/ole">
            <mc:AlternateContent>
              <mc:Choice Requires="v">
                <p:oleObj r:id="rId4" imgH="4462462" imgW="7099300" progId="Word.Document.8" spid="_x0000_s1">
                  <p:embed/>
                </p:oleObj>
              </mc:Choice>
              <mc:Fallback>
                <p:oleObj r:id="rId5" imgH="4462462" imgW="7099300" progId="Word.Document.8">
                  <p:embed/>
                  <p:pic>
                    <p:nvPicPr>
                      <p:cNvPr id="3104" name="Google Shape;3104;p118"/>
                      <p:cNvPicPr preferRelativeResize="0"/>
                      <p:nvPr/>
                    </p:nvPicPr>
                    <p:blipFill rotWithShape="1">
                      <a:blip r:embed="rId6">
                        <a:alphaModFix/>
                      </a:blip>
                      <a:srcRect b="0" l="0" r="0" t="0"/>
                      <a:stretch/>
                    </p:blipFill>
                    <p:spPr>
                      <a:xfrm>
                        <a:off x="2044700" y="1719263"/>
                        <a:ext cx="7099300" cy="4462462"/>
                      </a:xfrm>
                      <a:prstGeom prst="rect">
                        <a:avLst/>
                      </a:prstGeom>
                      <a:noFill/>
                      <a:ln>
                        <a:noFill/>
                      </a:ln>
                    </p:spPr>
                  </p:pic>
                </p:oleObj>
              </mc:Fallback>
            </mc:AlternateContent>
          </a:graphicData>
        </a:graphic>
      </p:graphicFrame>
      <p:sp>
        <p:nvSpPr>
          <p:cNvPr id="3105" name="Google Shape;3105;p118"/>
          <p:cNvSpPr txBox="1"/>
          <p:nvPr/>
        </p:nvSpPr>
        <p:spPr>
          <a:xfrm>
            <a:off x="454025" y="612775"/>
            <a:ext cx="66040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sng" cap="none" strike="noStrike">
                <a:solidFill>
                  <a:schemeClr val="dk1"/>
                </a:solidFill>
                <a:latin typeface="Times New Roman"/>
                <a:ea typeface="Times New Roman"/>
                <a:cs typeface="Times New Roman"/>
                <a:sym typeface="Times New Roman"/>
              </a:rPr>
              <a:t>*Figure 5.27: </a:t>
            </a:r>
            <a:r>
              <a:rPr b="0" i="0" lang="en-US" sz="2400" u="sng" cap="none" strike="noStrike">
                <a:solidFill>
                  <a:schemeClr val="dk1"/>
                </a:solidFill>
                <a:latin typeface="Times New Roman"/>
                <a:ea typeface="Times New Roman"/>
                <a:cs typeface="Times New Roman"/>
                <a:sym typeface="Times New Roman"/>
              </a:rPr>
              <a:t>Priority queue representations (p.221)</a:t>
            </a:r>
            <a:endParaRPr b="1" i="0" sz="2400" u="sng"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9" name="Shape 3109"/>
        <p:cNvGrpSpPr/>
        <p:nvPr/>
      </p:nvGrpSpPr>
      <p:grpSpPr>
        <a:xfrm>
          <a:off x="0" y="0"/>
          <a:ext cx="0" cy="0"/>
          <a:chOff x="0" y="0"/>
          <a:chExt cx="0" cy="0"/>
        </a:xfrm>
      </p:grpSpPr>
      <p:sp>
        <p:nvSpPr>
          <p:cNvPr id="3110" name="Google Shape;3110;p119"/>
          <p:cNvSpPr/>
          <p:nvPr/>
        </p:nvSpPr>
        <p:spPr>
          <a:xfrm>
            <a:off x="381000" y="590550"/>
            <a:ext cx="9163050" cy="1143000"/>
          </a:xfrm>
          <a:prstGeom prst="rect">
            <a:avLst/>
          </a:prstGeom>
          <a:noFill/>
          <a:ln>
            <a:noFill/>
          </a:ln>
        </p:spPr>
        <p:txBody>
          <a:bodyPr anchorCtr="0" anchor="ctr" bIns="46025" lIns="92075" spcFirstLastPara="1" rIns="92075" wrap="square" tIns="46025">
            <a:noAutofit/>
          </a:bodyPr>
          <a:lstStyle/>
          <a:p>
            <a:pPr indent="0" lvl="0" marL="0" marR="0" rtl="0" algn="ctr">
              <a:lnSpc>
                <a:spcPct val="100000"/>
              </a:lnSpc>
              <a:spcBef>
                <a:spcPts val="0"/>
              </a:spcBef>
              <a:spcAft>
                <a:spcPts val="0"/>
              </a:spcAft>
              <a:buClr>
                <a:srgbClr val="000000"/>
              </a:buClr>
              <a:buSzPts val="4400"/>
              <a:buFont typeface="Arial"/>
              <a:buNone/>
            </a:pPr>
            <a:r>
              <a:rPr b="0" i="0" lang="en-US" sz="4400" u="none" cap="none" strike="noStrike">
                <a:solidFill>
                  <a:schemeClr val="dk2"/>
                </a:solidFill>
                <a:latin typeface="Times New Roman"/>
                <a:ea typeface="Times New Roman"/>
                <a:cs typeface="Times New Roman"/>
                <a:sym typeface="Times New Roman"/>
              </a:rPr>
              <a:t>Example of Insertion to Max Heap</a:t>
            </a:r>
            <a:endParaRPr b="0" i="0" sz="1400" u="none" cap="none" strike="noStrike">
              <a:solidFill>
                <a:srgbClr val="000000"/>
              </a:solidFill>
              <a:latin typeface="Arial"/>
              <a:ea typeface="Arial"/>
              <a:cs typeface="Arial"/>
              <a:sym typeface="Arial"/>
            </a:endParaRPr>
          </a:p>
        </p:txBody>
      </p:sp>
      <p:sp>
        <p:nvSpPr>
          <p:cNvPr id="3111" name="Google Shape;3111;p119"/>
          <p:cNvSpPr/>
          <p:nvPr/>
        </p:nvSpPr>
        <p:spPr>
          <a:xfrm>
            <a:off x="2281238" y="2490788"/>
            <a:ext cx="392112" cy="392112"/>
          </a:xfrm>
          <a:prstGeom prst="ellipse">
            <a:avLst/>
          </a:prstGeom>
          <a:solidFill>
            <a:schemeClr val="folHlink"/>
          </a:solidFill>
          <a:ln cap="flat" cmpd="sng" w="12700">
            <a:solidFill>
              <a:schemeClr val="dk1"/>
            </a:solidFill>
            <a:prstDash val="solid"/>
            <a:round/>
            <a:headEnd len="sm" w="sm" type="none"/>
            <a:tailEnd len="sm" w="sm" type="none"/>
          </a:ln>
        </p:spPr>
        <p:txBody>
          <a:bodyPr anchorCtr="0" anchor="ctr" bIns="46025" lIns="92075" spcFirstLastPara="1" rIns="92075" wrap="square" tIns="46025">
            <a:no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20</a:t>
            </a:r>
            <a:endParaRPr b="0" i="0" sz="1400" u="none" cap="none" strike="noStrike">
              <a:solidFill>
                <a:srgbClr val="000000"/>
              </a:solidFill>
              <a:latin typeface="Arial"/>
              <a:ea typeface="Arial"/>
              <a:cs typeface="Arial"/>
              <a:sym typeface="Arial"/>
            </a:endParaRPr>
          </a:p>
        </p:txBody>
      </p:sp>
      <p:sp>
        <p:nvSpPr>
          <p:cNvPr id="3112" name="Google Shape;3112;p119"/>
          <p:cNvSpPr/>
          <p:nvPr/>
        </p:nvSpPr>
        <p:spPr>
          <a:xfrm>
            <a:off x="1670050" y="3308350"/>
            <a:ext cx="392113" cy="392113"/>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3113" name="Google Shape;3113;p119"/>
          <p:cNvSpPr/>
          <p:nvPr/>
        </p:nvSpPr>
        <p:spPr>
          <a:xfrm>
            <a:off x="2921000" y="3275013"/>
            <a:ext cx="392113" cy="392112"/>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3114" name="Google Shape;3114;p119"/>
          <p:cNvSpPr/>
          <p:nvPr/>
        </p:nvSpPr>
        <p:spPr>
          <a:xfrm>
            <a:off x="1387475" y="4192588"/>
            <a:ext cx="392113" cy="392112"/>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cxnSp>
        <p:nvCxnSpPr>
          <p:cNvPr id="3115" name="Google Shape;3115;p119"/>
          <p:cNvCxnSpPr/>
          <p:nvPr/>
        </p:nvCxnSpPr>
        <p:spPr>
          <a:xfrm flipH="1">
            <a:off x="1881188" y="2878138"/>
            <a:ext cx="488950" cy="428625"/>
          </a:xfrm>
          <a:prstGeom prst="straightConnector1">
            <a:avLst/>
          </a:prstGeom>
          <a:noFill/>
          <a:ln cap="flat" cmpd="sng" w="12700">
            <a:solidFill>
              <a:schemeClr val="dk1"/>
            </a:solidFill>
            <a:prstDash val="solid"/>
            <a:round/>
            <a:headEnd len="sm" w="sm" type="none"/>
            <a:tailEnd len="sm" w="sm" type="none"/>
          </a:ln>
        </p:spPr>
      </p:cxnSp>
      <p:cxnSp>
        <p:nvCxnSpPr>
          <p:cNvPr id="3116" name="Google Shape;3116;p119"/>
          <p:cNvCxnSpPr/>
          <p:nvPr/>
        </p:nvCxnSpPr>
        <p:spPr>
          <a:xfrm flipH="1">
            <a:off x="1585913" y="3678238"/>
            <a:ext cx="130175" cy="525462"/>
          </a:xfrm>
          <a:prstGeom prst="straightConnector1">
            <a:avLst/>
          </a:prstGeom>
          <a:noFill/>
          <a:ln cap="flat" cmpd="sng" w="12700">
            <a:solidFill>
              <a:schemeClr val="dk1"/>
            </a:solidFill>
            <a:prstDash val="solid"/>
            <a:round/>
            <a:headEnd len="sm" w="sm" type="none"/>
            <a:tailEnd len="sm" w="sm" type="none"/>
          </a:ln>
        </p:spPr>
      </p:cxnSp>
      <p:sp>
        <p:nvSpPr>
          <p:cNvPr id="3117" name="Google Shape;3117;p119"/>
          <p:cNvSpPr/>
          <p:nvPr/>
        </p:nvSpPr>
        <p:spPr>
          <a:xfrm>
            <a:off x="1624013" y="3314700"/>
            <a:ext cx="488950"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15</a:t>
            </a:r>
            <a:endParaRPr b="0" i="0" sz="1400" u="none" cap="none" strike="noStrike">
              <a:solidFill>
                <a:srgbClr val="000000"/>
              </a:solidFill>
              <a:latin typeface="Arial"/>
              <a:ea typeface="Arial"/>
              <a:cs typeface="Arial"/>
              <a:sym typeface="Arial"/>
            </a:endParaRPr>
          </a:p>
        </p:txBody>
      </p:sp>
      <p:sp>
        <p:nvSpPr>
          <p:cNvPr id="3118" name="Google Shape;3118;p119"/>
          <p:cNvSpPr/>
          <p:nvPr/>
        </p:nvSpPr>
        <p:spPr>
          <a:xfrm>
            <a:off x="2955925" y="3267075"/>
            <a:ext cx="336550"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sp>
        <p:nvSpPr>
          <p:cNvPr id="3119" name="Google Shape;3119;p119"/>
          <p:cNvSpPr/>
          <p:nvPr/>
        </p:nvSpPr>
        <p:spPr>
          <a:xfrm>
            <a:off x="1339850" y="4198938"/>
            <a:ext cx="488950"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14</a:t>
            </a:r>
            <a:endParaRPr b="0" i="0" sz="1400" u="none" cap="none" strike="noStrike">
              <a:solidFill>
                <a:srgbClr val="000000"/>
              </a:solidFill>
              <a:latin typeface="Arial"/>
              <a:ea typeface="Arial"/>
              <a:cs typeface="Arial"/>
              <a:sym typeface="Arial"/>
            </a:endParaRPr>
          </a:p>
        </p:txBody>
      </p:sp>
      <p:sp>
        <p:nvSpPr>
          <p:cNvPr id="3120" name="Google Shape;3120;p119"/>
          <p:cNvSpPr/>
          <p:nvPr/>
        </p:nvSpPr>
        <p:spPr>
          <a:xfrm>
            <a:off x="1982788" y="4206875"/>
            <a:ext cx="392112" cy="392113"/>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3121" name="Google Shape;3121;p119"/>
          <p:cNvSpPr/>
          <p:nvPr/>
        </p:nvSpPr>
        <p:spPr>
          <a:xfrm>
            <a:off x="1920875" y="4195763"/>
            <a:ext cx="488950"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10</a:t>
            </a:r>
            <a:endParaRPr b="0" i="0" sz="1400" u="none" cap="none" strike="noStrike">
              <a:solidFill>
                <a:srgbClr val="000000"/>
              </a:solidFill>
              <a:latin typeface="Arial"/>
              <a:ea typeface="Arial"/>
              <a:cs typeface="Arial"/>
              <a:sym typeface="Arial"/>
            </a:endParaRPr>
          </a:p>
        </p:txBody>
      </p:sp>
      <p:cxnSp>
        <p:nvCxnSpPr>
          <p:cNvPr id="3122" name="Google Shape;3122;p119"/>
          <p:cNvCxnSpPr/>
          <p:nvPr/>
        </p:nvCxnSpPr>
        <p:spPr>
          <a:xfrm>
            <a:off x="2027238" y="3668713"/>
            <a:ext cx="166687" cy="534987"/>
          </a:xfrm>
          <a:prstGeom prst="straightConnector1">
            <a:avLst/>
          </a:prstGeom>
          <a:noFill/>
          <a:ln cap="flat" cmpd="sng" w="12700">
            <a:solidFill>
              <a:schemeClr val="dk1"/>
            </a:solidFill>
            <a:prstDash val="solid"/>
            <a:round/>
            <a:headEnd len="sm" w="sm" type="none"/>
            <a:tailEnd len="sm" w="sm" type="none"/>
          </a:ln>
        </p:spPr>
      </p:cxnSp>
      <p:cxnSp>
        <p:nvCxnSpPr>
          <p:cNvPr id="3123" name="Google Shape;3123;p119"/>
          <p:cNvCxnSpPr/>
          <p:nvPr/>
        </p:nvCxnSpPr>
        <p:spPr>
          <a:xfrm>
            <a:off x="2597150" y="2868613"/>
            <a:ext cx="536575" cy="404812"/>
          </a:xfrm>
          <a:prstGeom prst="straightConnector1">
            <a:avLst/>
          </a:prstGeom>
          <a:noFill/>
          <a:ln cap="flat" cmpd="sng" w="12700">
            <a:solidFill>
              <a:schemeClr val="dk1"/>
            </a:solidFill>
            <a:prstDash val="solid"/>
            <a:round/>
            <a:headEnd len="sm" w="sm" type="none"/>
            <a:tailEnd len="sm" w="sm" type="none"/>
          </a:ln>
        </p:spPr>
      </p:cxnSp>
      <p:sp>
        <p:nvSpPr>
          <p:cNvPr descr="菱形外框線" id="3124" name="Google Shape;3124;p119"/>
          <p:cNvSpPr/>
          <p:nvPr/>
        </p:nvSpPr>
        <p:spPr>
          <a:xfrm>
            <a:off x="2647950" y="4179888"/>
            <a:ext cx="392113" cy="392112"/>
          </a:xfrm>
          <a:prstGeom prst="ellipse">
            <a:avLst/>
          </a:prstGeom>
          <a:solidFill>
            <a:schemeClr val="lt1"/>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cxnSp>
        <p:nvCxnSpPr>
          <p:cNvPr id="3125" name="Google Shape;3125;p119"/>
          <p:cNvCxnSpPr/>
          <p:nvPr/>
        </p:nvCxnSpPr>
        <p:spPr>
          <a:xfrm flipH="1">
            <a:off x="2847975" y="3667125"/>
            <a:ext cx="179388" cy="523875"/>
          </a:xfrm>
          <a:prstGeom prst="straightConnector1">
            <a:avLst/>
          </a:prstGeom>
          <a:noFill/>
          <a:ln cap="flat" cmpd="sng" w="12700">
            <a:solidFill>
              <a:schemeClr val="dk1"/>
            </a:solidFill>
            <a:prstDash val="solid"/>
            <a:round/>
            <a:headEnd len="sm" w="sm" type="none"/>
            <a:tailEnd len="sm" w="sm" type="none"/>
          </a:ln>
        </p:spPr>
      </p:cxnSp>
      <p:sp>
        <p:nvSpPr>
          <p:cNvPr id="3126" name="Google Shape;3126;p119"/>
          <p:cNvSpPr/>
          <p:nvPr/>
        </p:nvSpPr>
        <p:spPr>
          <a:xfrm>
            <a:off x="839788" y="4979988"/>
            <a:ext cx="2971800" cy="396875"/>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initial location of new node</a:t>
            </a:r>
            <a:endParaRPr b="0" i="0" sz="1400" u="none" cap="none" strike="noStrike">
              <a:solidFill>
                <a:srgbClr val="000000"/>
              </a:solidFill>
              <a:latin typeface="Arial"/>
              <a:ea typeface="Arial"/>
              <a:cs typeface="Arial"/>
              <a:sym typeface="Arial"/>
            </a:endParaRPr>
          </a:p>
        </p:txBody>
      </p:sp>
      <p:sp>
        <p:nvSpPr>
          <p:cNvPr id="3127" name="Google Shape;3127;p119"/>
          <p:cNvSpPr/>
          <p:nvPr/>
        </p:nvSpPr>
        <p:spPr>
          <a:xfrm>
            <a:off x="7943850" y="2427288"/>
            <a:ext cx="392113" cy="392112"/>
          </a:xfrm>
          <a:prstGeom prst="ellipse">
            <a:avLst/>
          </a:prstGeom>
          <a:solidFill>
            <a:schemeClr val="folHlink"/>
          </a:solidFill>
          <a:ln cap="flat" cmpd="sng" w="12700">
            <a:solidFill>
              <a:schemeClr val="dk1"/>
            </a:solidFill>
            <a:prstDash val="solid"/>
            <a:round/>
            <a:headEnd len="sm" w="sm" type="none"/>
            <a:tailEnd len="sm" w="sm" type="none"/>
          </a:ln>
        </p:spPr>
        <p:txBody>
          <a:bodyPr anchorCtr="0" anchor="ctr" bIns="46025" lIns="92075" spcFirstLastPara="1" rIns="92075" wrap="square" tIns="46025">
            <a:no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21</a:t>
            </a:r>
            <a:endParaRPr b="0" i="0" sz="1400" u="none" cap="none" strike="noStrike">
              <a:solidFill>
                <a:srgbClr val="000000"/>
              </a:solidFill>
              <a:latin typeface="Arial"/>
              <a:ea typeface="Arial"/>
              <a:cs typeface="Arial"/>
              <a:sym typeface="Arial"/>
            </a:endParaRPr>
          </a:p>
        </p:txBody>
      </p:sp>
      <p:sp>
        <p:nvSpPr>
          <p:cNvPr id="3128" name="Google Shape;3128;p119"/>
          <p:cNvSpPr/>
          <p:nvPr/>
        </p:nvSpPr>
        <p:spPr>
          <a:xfrm>
            <a:off x="7332663" y="3244850"/>
            <a:ext cx="392112" cy="392113"/>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3129" name="Google Shape;3129;p119"/>
          <p:cNvSpPr/>
          <p:nvPr/>
        </p:nvSpPr>
        <p:spPr>
          <a:xfrm>
            <a:off x="8583613" y="3211513"/>
            <a:ext cx="392112" cy="392112"/>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3130" name="Google Shape;3130;p119"/>
          <p:cNvSpPr/>
          <p:nvPr/>
        </p:nvSpPr>
        <p:spPr>
          <a:xfrm>
            <a:off x="7050088" y="4129088"/>
            <a:ext cx="392112" cy="392112"/>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cxnSp>
        <p:nvCxnSpPr>
          <p:cNvPr id="3131" name="Google Shape;3131;p119"/>
          <p:cNvCxnSpPr/>
          <p:nvPr/>
        </p:nvCxnSpPr>
        <p:spPr>
          <a:xfrm flipH="1">
            <a:off x="7543800" y="2814638"/>
            <a:ext cx="488950" cy="428625"/>
          </a:xfrm>
          <a:prstGeom prst="straightConnector1">
            <a:avLst/>
          </a:prstGeom>
          <a:noFill/>
          <a:ln cap="flat" cmpd="sng" w="12700">
            <a:solidFill>
              <a:schemeClr val="dk1"/>
            </a:solidFill>
            <a:prstDash val="solid"/>
            <a:round/>
            <a:headEnd len="sm" w="sm" type="none"/>
            <a:tailEnd len="sm" w="sm" type="none"/>
          </a:ln>
        </p:spPr>
      </p:cxnSp>
      <p:cxnSp>
        <p:nvCxnSpPr>
          <p:cNvPr id="3132" name="Google Shape;3132;p119"/>
          <p:cNvCxnSpPr/>
          <p:nvPr/>
        </p:nvCxnSpPr>
        <p:spPr>
          <a:xfrm flipH="1">
            <a:off x="7248525" y="3614738"/>
            <a:ext cx="130175" cy="525462"/>
          </a:xfrm>
          <a:prstGeom prst="straightConnector1">
            <a:avLst/>
          </a:prstGeom>
          <a:noFill/>
          <a:ln cap="flat" cmpd="sng" w="12700">
            <a:solidFill>
              <a:schemeClr val="dk1"/>
            </a:solidFill>
            <a:prstDash val="solid"/>
            <a:round/>
            <a:headEnd len="sm" w="sm" type="none"/>
            <a:tailEnd len="sm" w="sm" type="none"/>
          </a:ln>
        </p:spPr>
      </p:cxnSp>
      <p:sp>
        <p:nvSpPr>
          <p:cNvPr id="3133" name="Google Shape;3133;p119"/>
          <p:cNvSpPr/>
          <p:nvPr/>
        </p:nvSpPr>
        <p:spPr>
          <a:xfrm>
            <a:off x="7286625" y="3251200"/>
            <a:ext cx="488950"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15</a:t>
            </a:r>
            <a:endParaRPr b="0" i="0" sz="1400" u="none" cap="none" strike="noStrike">
              <a:solidFill>
                <a:srgbClr val="000000"/>
              </a:solidFill>
              <a:latin typeface="Arial"/>
              <a:ea typeface="Arial"/>
              <a:cs typeface="Arial"/>
              <a:sym typeface="Arial"/>
            </a:endParaRPr>
          </a:p>
        </p:txBody>
      </p:sp>
      <p:sp>
        <p:nvSpPr>
          <p:cNvPr id="3134" name="Google Shape;3134;p119"/>
          <p:cNvSpPr/>
          <p:nvPr/>
        </p:nvSpPr>
        <p:spPr>
          <a:xfrm>
            <a:off x="8547100" y="3227388"/>
            <a:ext cx="488950"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20</a:t>
            </a:r>
            <a:endParaRPr b="0" i="0" sz="1400" u="none" cap="none" strike="noStrike">
              <a:solidFill>
                <a:srgbClr val="000000"/>
              </a:solidFill>
              <a:latin typeface="Arial"/>
              <a:ea typeface="Arial"/>
              <a:cs typeface="Arial"/>
              <a:sym typeface="Arial"/>
            </a:endParaRPr>
          </a:p>
        </p:txBody>
      </p:sp>
      <p:sp>
        <p:nvSpPr>
          <p:cNvPr id="3135" name="Google Shape;3135;p119"/>
          <p:cNvSpPr/>
          <p:nvPr/>
        </p:nvSpPr>
        <p:spPr>
          <a:xfrm>
            <a:off x="7002463" y="4135438"/>
            <a:ext cx="488950"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14</a:t>
            </a:r>
            <a:endParaRPr b="0" i="0" sz="1400" u="none" cap="none" strike="noStrike">
              <a:solidFill>
                <a:srgbClr val="000000"/>
              </a:solidFill>
              <a:latin typeface="Arial"/>
              <a:ea typeface="Arial"/>
              <a:cs typeface="Arial"/>
              <a:sym typeface="Arial"/>
            </a:endParaRPr>
          </a:p>
        </p:txBody>
      </p:sp>
      <p:sp>
        <p:nvSpPr>
          <p:cNvPr id="3136" name="Google Shape;3136;p119"/>
          <p:cNvSpPr/>
          <p:nvPr/>
        </p:nvSpPr>
        <p:spPr>
          <a:xfrm>
            <a:off x="7645400" y="4143375"/>
            <a:ext cx="392113" cy="392113"/>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3137" name="Google Shape;3137;p119"/>
          <p:cNvSpPr/>
          <p:nvPr/>
        </p:nvSpPr>
        <p:spPr>
          <a:xfrm>
            <a:off x="7583488" y="4132263"/>
            <a:ext cx="488950"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10</a:t>
            </a:r>
            <a:endParaRPr b="0" i="0" sz="1400" u="none" cap="none" strike="noStrike">
              <a:solidFill>
                <a:srgbClr val="000000"/>
              </a:solidFill>
              <a:latin typeface="Arial"/>
              <a:ea typeface="Arial"/>
              <a:cs typeface="Arial"/>
              <a:sym typeface="Arial"/>
            </a:endParaRPr>
          </a:p>
        </p:txBody>
      </p:sp>
      <p:cxnSp>
        <p:nvCxnSpPr>
          <p:cNvPr id="3138" name="Google Shape;3138;p119"/>
          <p:cNvCxnSpPr/>
          <p:nvPr/>
        </p:nvCxnSpPr>
        <p:spPr>
          <a:xfrm>
            <a:off x="7689850" y="3605213"/>
            <a:ext cx="166688" cy="534987"/>
          </a:xfrm>
          <a:prstGeom prst="straightConnector1">
            <a:avLst/>
          </a:prstGeom>
          <a:noFill/>
          <a:ln cap="flat" cmpd="sng" w="12700">
            <a:solidFill>
              <a:schemeClr val="dk1"/>
            </a:solidFill>
            <a:prstDash val="solid"/>
            <a:round/>
            <a:headEnd len="sm" w="sm" type="none"/>
            <a:tailEnd len="sm" w="sm" type="none"/>
          </a:ln>
        </p:spPr>
      </p:cxnSp>
      <p:cxnSp>
        <p:nvCxnSpPr>
          <p:cNvPr id="3139" name="Google Shape;3139;p119"/>
          <p:cNvCxnSpPr/>
          <p:nvPr/>
        </p:nvCxnSpPr>
        <p:spPr>
          <a:xfrm>
            <a:off x="8259763" y="2805113"/>
            <a:ext cx="536575" cy="404812"/>
          </a:xfrm>
          <a:prstGeom prst="straightConnector1">
            <a:avLst/>
          </a:prstGeom>
          <a:noFill/>
          <a:ln cap="flat" cmpd="sng" w="12700">
            <a:solidFill>
              <a:schemeClr val="dk1"/>
            </a:solidFill>
            <a:prstDash val="solid"/>
            <a:round/>
            <a:headEnd len="sm" w="sm" type="none"/>
            <a:tailEnd len="sm" w="sm" type="none"/>
          </a:ln>
        </p:spPr>
      </p:cxnSp>
      <p:sp>
        <p:nvSpPr>
          <p:cNvPr id="3140" name="Google Shape;3140;p119"/>
          <p:cNvSpPr/>
          <p:nvPr/>
        </p:nvSpPr>
        <p:spPr>
          <a:xfrm>
            <a:off x="8310563" y="4116388"/>
            <a:ext cx="392112" cy="392112"/>
          </a:xfrm>
          <a:prstGeom prst="ellipse">
            <a:avLst/>
          </a:prstGeom>
          <a:noFill/>
          <a:ln cap="flat" cmpd="sng" w="12700">
            <a:solidFill>
              <a:schemeClr val="dk1"/>
            </a:solidFill>
            <a:prstDash val="solid"/>
            <a:round/>
            <a:headEnd len="sm" w="sm" type="none"/>
            <a:tailEnd len="sm" w="sm" type="none"/>
          </a:ln>
        </p:spPr>
        <p:txBody>
          <a:bodyPr anchorCtr="0" anchor="ctr" bIns="46025" lIns="92075" spcFirstLastPara="1" rIns="92075" wrap="square" tIns="46025">
            <a:no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cxnSp>
        <p:nvCxnSpPr>
          <p:cNvPr id="3141" name="Google Shape;3141;p119"/>
          <p:cNvCxnSpPr/>
          <p:nvPr/>
        </p:nvCxnSpPr>
        <p:spPr>
          <a:xfrm flipH="1">
            <a:off x="8510588" y="3603625"/>
            <a:ext cx="179387" cy="523875"/>
          </a:xfrm>
          <a:prstGeom prst="straightConnector1">
            <a:avLst/>
          </a:prstGeom>
          <a:noFill/>
          <a:ln cap="flat" cmpd="sng" w="12700">
            <a:solidFill>
              <a:schemeClr val="dk1"/>
            </a:solidFill>
            <a:prstDash val="solid"/>
            <a:round/>
            <a:headEnd len="sm" w="sm" type="none"/>
            <a:tailEnd len="sm" w="sm" type="none"/>
          </a:ln>
        </p:spPr>
      </p:cxnSp>
      <p:sp>
        <p:nvSpPr>
          <p:cNvPr id="3142" name="Google Shape;3142;p119"/>
          <p:cNvSpPr/>
          <p:nvPr/>
        </p:nvSpPr>
        <p:spPr>
          <a:xfrm>
            <a:off x="7077075" y="4932363"/>
            <a:ext cx="2063750" cy="396875"/>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insert 21 into heap</a:t>
            </a:r>
            <a:endParaRPr b="0" i="0" sz="1400" u="none" cap="none" strike="noStrike">
              <a:solidFill>
                <a:srgbClr val="000000"/>
              </a:solidFill>
              <a:latin typeface="Arial"/>
              <a:ea typeface="Arial"/>
              <a:cs typeface="Arial"/>
              <a:sym typeface="Arial"/>
            </a:endParaRPr>
          </a:p>
        </p:txBody>
      </p:sp>
      <p:sp>
        <p:nvSpPr>
          <p:cNvPr id="3143" name="Google Shape;3143;p119"/>
          <p:cNvSpPr/>
          <p:nvPr/>
        </p:nvSpPr>
        <p:spPr>
          <a:xfrm>
            <a:off x="5224463" y="2459038"/>
            <a:ext cx="392112" cy="392112"/>
          </a:xfrm>
          <a:prstGeom prst="ellipse">
            <a:avLst/>
          </a:prstGeom>
          <a:solidFill>
            <a:schemeClr val="folHlink"/>
          </a:solidFill>
          <a:ln cap="flat" cmpd="sng" w="12700">
            <a:solidFill>
              <a:schemeClr val="dk1"/>
            </a:solidFill>
            <a:prstDash val="solid"/>
            <a:round/>
            <a:headEnd len="sm" w="sm" type="none"/>
            <a:tailEnd len="sm" w="sm" type="none"/>
          </a:ln>
        </p:spPr>
        <p:txBody>
          <a:bodyPr anchorCtr="0" anchor="ctr" bIns="46025" lIns="92075" spcFirstLastPara="1" rIns="92075" wrap="square" tIns="46025">
            <a:no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20</a:t>
            </a:r>
            <a:endParaRPr b="0" i="0" sz="1400" u="none" cap="none" strike="noStrike">
              <a:solidFill>
                <a:srgbClr val="000000"/>
              </a:solidFill>
              <a:latin typeface="Arial"/>
              <a:ea typeface="Arial"/>
              <a:cs typeface="Arial"/>
              <a:sym typeface="Arial"/>
            </a:endParaRPr>
          </a:p>
        </p:txBody>
      </p:sp>
      <p:sp>
        <p:nvSpPr>
          <p:cNvPr id="3144" name="Google Shape;3144;p119"/>
          <p:cNvSpPr/>
          <p:nvPr/>
        </p:nvSpPr>
        <p:spPr>
          <a:xfrm>
            <a:off x="4613275" y="3276600"/>
            <a:ext cx="392113" cy="392113"/>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3145" name="Google Shape;3145;p119"/>
          <p:cNvSpPr/>
          <p:nvPr/>
        </p:nvSpPr>
        <p:spPr>
          <a:xfrm>
            <a:off x="5864225" y="3243263"/>
            <a:ext cx="392113" cy="392112"/>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3146" name="Google Shape;3146;p119"/>
          <p:cNvSpPr/>
          <p:nvPr/>
        </p:nvSpPr>
        <p:spPr>
          <a:xfrm>
            <a:off x="4330700" y="4160838"/>
            <a:ext cx="392113" cy="392112"/>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cxnSp>
        <p:nvCxnSpPr>
          <p:cNvPr id="3147" name="Google Shape;3147;p119"/>
          <p:cNvCxnSpPr/>
          <p:nvPr/>
        </p:nvCxnSpPr>
        <p:spPr>
          <a:xfrm flipH="1">
            <a:off x="4824413" y="2846388"/>
            <a:ext cx="488950" cy="428625"/>
          </a:xfrm>
          <a:prstGeom prst="straightConnector1">
            <a:avLst/>
          </a:prstGeom>
          <a:noFill/>
          <a:ln cap="flat" cmpd="sng" w="12700">
            <a:solidFill>
              <a:schemeClr val="dk1"/>
            </a:solidFill>
            <a:prstDash val="solid"/>
            <a:round/>
            <a:headEnd len="sm" w="sm" type="none"/>
            <a:tailEnd len="sm" w="sm" type="none"/>
          </a:ln>
        </p:spPr>
      </p:cxnSp>
      <p:cxnSp>
        <p:nvCxnSpPr>
          <p:cNvPr id="3148" name="Google Shape;3148;p119"/>
          <p:cNvCxnSpPr/>
          <p:nvPr/>
        </p:nvCxnSpPr>
        <p:spPr>
          <a:xfrm flipH="1">
            <a:off x="4529138" y="3646488"/>
            <a:ext cx="130175" cy="525462"/>
          </a:xfrm>
          <a:prstGeom prst="straightConnector1">
            <a:avLst/>
          </a:prstGeom>
          <a:noFill/>
          <a:ln cap="flat" cmpd="sng" w="12700">
            <a:solidFill>
              <a:schemeClr val="dk1"/>
            </a:solidFill>
            <a:prstDash val="solid"/>
            <a:round/>
            <a:headEnd len="sm" w="sm" type="none"/>
            <a:tailEnd len="sm" w="sm" type="none"/>
          </a:ln>
        </p:spPr>
      </p:cxnSp>
      <p:sp>
        <p:nvSpPr>
          <p:cNvPr id="3149" name="Google Shape;3149;p119"/>
          <p:cNvSpPr/>
          <p:nvPr/>
        </p:nvSpPr>
        <p:spPr>
          <a:xfrm>
            <a:off x="4567238" y="3282950"/>
            <a:ext cx="488950"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15</a:t>
            </a:r>
            <a:endParaRPr b="0" i="0" sz="1400" u="none" cap="none" strike="noStrike">
              <a:solidFill>
                <a:srgbClr val="000000"/>
              </a:solidFill>
              <a:latin typeface="Arial"/>
              <a:ea typeface="Arial"/>
              <a:cs typeface="Arial"/>
              <a:sym typeface="Arial"/>
            </a:endParaRPr>
          </a:p>
        </p:txBody>
      </p:sp>
      <p:sp>
        <p:nvSpPr>
          <p:cNvPr id="3150" name="Google Shape;3150;p119"/>
          <p:cNvSpPr/>
          <p:nvPr/>
        </p:nvSpPr>
        <p:spPr>
          <a:xfrm>
            <a:off x="5899150" y="3259138"/>
            <a:ext cx="336550"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5</a:t>
            </a:r>
            <a:endParaRPr b="0" i="0" sz="1400" u="none" cap="none" strike="noStrike">
              <a:solidFill>
                <a:srgbClr val="000000"/>
              </a:solidFill>
              <a:latin typeface="Arial"/>
              <a:ea typeface="Arial"/>
              <a:cs typeface="Arial"/>
              <a:sym typeface="Arial"/>
            </a:endParaRPr>
          </a:p>
        </p:txBody>
      </p:sp>
      <p:sp>
        <p:nvSpPr>
          <p:cNvPr id="3151" name="Google Shape;3151;p119"/>
          <p:cNvSpPr/>
          <p:nvPr/>
        </p:nvSpPr>
        <p:spPr>
          <a:xfrm>
            <a:off x="4283075" y="4167188"/>
            <a:ext cx="488950"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14</a:t>
            </a:r>
            <a:endParaRPr b="0" i="0" sz="1400" u="none" cap="none" strike="noStrike">
              <a:solidFill>
                <a:srgbClr val="000000"/>
              </a:solidFill>
              <a:latin typeface="Arial"/>
              <a:ea typeface="Arial"/>
              <a:cs typeface="Arial"/>
              <a:sym typeface="Arial"/>
            </a:endParaRPr>
          </a:p>
        </p:txBody>
      </p:sp>
      <p:sp>
        <p:nvSpPr>
          <p:cNvPr id="3152" name="Google Shape;3152;p119"/>
          <p:cNvSpPr/>
          <p:nvPr/>
        </p:nvSpPr>
        <p:spPr>
          <a:xfrm>
            <a:off x="4926013" y="4175125"/>
            <a:ext cx="392112" cy="392113"/>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3153" name="Google Shape;3153;p119"/>
          <p:cNvSpPr/>
          <p:nvPr/>
        </p:nvSpPr>
        <p:spPr>
          <a:xfrm>
            <a:off x="4864100" y="4164013"/>
            <a:ext cx="488950"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10</a:t>
            </a:r>
            <a:endParaRPr b="0" i="0" sz="1400" u="none" cap="none" strike="noStrike">
              <a:solidFill>
                <a:srgbClr val="000000"/>
              </a:solidFill>
              <a:latin typeface="Arial"/>
              <a:ea typeface="Arial"/>
              <a:cs typeface="Arial"/>
              <a:sym typeface="Arial"/>
            </a:endParaRPr>
          </a:p>
        </p:txBody>
      </p:sp>
      <p:cxnSp>
        <p:nvCxnSpPr>
          <p:cNvPr id="3154" name="Google Shape;3154;p119"/>
          <p:cNvCxnSpPr/>
          <p:nvPr/>
        </p:nvCxnSpPr>
        <p:spPr>
          <a:xfrm>
            <a:off x="4970463" y="3636963"/>
            <a:ext cx="166687" cy="534987"/>
          </a:xfrm>
          <a:prstGeom prst="straightConnector1">
            <a:avLst/>
          </a:prstGeom>
          <a:noFill/>
          <a:ln cap="flat" cmpd="sng" w="12700">
            <a:solidFill>
              <a:schemeClr val="dk1"/>
            </a:solidFill>
            <a:prstDash val="solid"/>
            <a:round/>
            <a:headEnd len="sm" w="sm" type="none"/>
            <a:tailEnd len="sm" w="sm" type="none"/>
          </a:ln>
        </p:spPr>
      </p:cxnSp>
      <p:cxnSp>
        <p:nvCxnSpPr>
          <p:cNvPr id="3155" name="Google Shape;3155;p119"/>
          <p:cNvCxnSpPr/>
          <p:nvPr/>
        </p:nvCxnSpPr>
        <p:spPr>
          <a:xfrm>
            <a:off x="5540375" y="2836863"/>
            <a:ext cx="536575" cy="404812"/>
          </a:xfrm>
          <a:prstGeom prst="straightConnector1">
            <a:avLst/>
          </a:prstGeom>
          <a:noFill/>
          <a:ln cap="flat" cmpd="sng" w="12700">
            <a:solidFill>
              <a:schemeClr val="dk1"/>
            </a:solidFill>
            <a:prstDash val="solid"/>
            <a:round/>
            <a:headEnd len="sm" w="sm" type="none"/>
            <a:tailEnd len="sm" w="sm" type="none"/>
          </a:ln>
        </p:spPr>
      </p:cxnSp>
      <p:sp>
        <p:nvSpPr>
          <p:cNvPr id="3156" name="Google Shape;3156;p119"/>
          <p:cNvSpPr/>
          <p:nvPr/>
        </p:nvSpPr>
        <p:spPr>
          <a:xfrm>
            <a:off x="5591175" y="4148138"/>
            <a:ext cx="392113" cy="392112"/>
          </a:xfrm>
          <a:prstGeom prst="ellipse">
            <a:avLst/>
          </a:prstGeom>
          <a:noFill/>
          <a:ln cap="flat" cmpd="sng" w="12700">
            <a:solidFill>
              <a:schemeClr val="dk1"/>
            </a:solidFill>
            <a:prstDash val="solid"/>
            <a:round/>
            <a:headEnd len="sm" w="sm" type="none"/>
            <a:tailEnd len="sm" w="sm" type="none"/>
          </a:ln>
        </p:spPr>
        <p:txBody>
          <a:bodyPr anchorCtr="0" anchor="ctr" bIns="46025" lIns="92075" spcFirstLastPara="1" rIns="92075" wrap="square" tIns="46025">
            <a:no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cxnSp>
        <p:nvCxnSpPr>
          <p:cNvPr id="3157" name="Google Shape;3157;p119"/>
          <p:cNvCxnSpPr/>
          <p:nvPr/>
        </p:nvCxnSpPr>
        <p:spPr>
          <a:xfrm flipH="1">
            <a:off x="5791200" y="3635375"/>
            <a:ext cx="179388" cy="523875"/>
          </a:xfrm>
          <a:prstGeom prst="straightConnector1">
            <a:avLst/>
          </a:prstGeom>
          <a:noFill/>
          <a:ln cap="flat" cmpd="sng" w="12700">
            <a:solidFill>
              <a:schemeClr val="dk1"/>
            </a:solidFill>
            <a:prstDash val="solid"/>
            <a:round/>
            <a:headEnd len="sm" w="sm" type="none"/>
            <a:tailEnd len="sm" w="sm" type="none"/>
          </a:ln>
        </p:spPr>
      </p:cxnSp>
      <p:sp>
        <p:nvSpPr>
          <p:cNvPr id="3158" name="Google Shape;3158;p119"/>
          <p:cNvSpPr/>
          <p:nvPr/>
        </p:nvSpPr>
        <p:spPr>
          <a:xfrm>
            <a:off x="4357688" y="4964113"/>
            <a:ext cx="1936750" cy="396875"/>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insert 5 into heap</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2" name="Shape 3162"/>
        <p:cNvGrpSpPr/>
        <p:nvPr/>
      </p:nvGrpSpPr>
      <p:grpSpPr>
        <a:xfrm>
          <a:off x="0" y="0"/>
          <a:ext cx="0" cy="0"/>
          <a:chOff x="0" y="0"/>
          <a:chExt cx="0" cy="0"/>
        </a:xfrm>
      </p:grpSpPr>
      <p:sp>
        <p:nvSpPr>
          <p:cNvPr id="3163" name="Google Shape;3163;p120"/>
          <p:cNvSpPr/>
          <p:nvPr/>
        </p:nvSpPr>
        <p:spPr>
          <a:xfrm>
            <a:off x="0" y="285750"/>
            <a:ext cx="9163050" cy="1143000"/>
          </a:xfrm>
          <a:prstGeom prst="rect">
            <a:avLst/>
          </a:prstGeom>
          <a:noFill/>
          <a:ln>
            <a:noFill/>
          </a:ln>
        </p:spPr>
        <p:txBody>
          <a:bodyPr anchorCtr="0" anchor="ctr" bIns="46025" lIns="92075" spcFirstLastPara="1" rIns="92075" wrap="square" tIns="46025">
            <a:noAutofit/>
          </a:bodyPr>
          <a:lstStyle/>
          <a:p>
            <a:pPr indent="0" lvl="0" marL="0" marR="0" rtl="0" algn="ctr">
              <a:lnSpc>
                <a:spcPct val="100000"/>
              </a:lnSpc>
              <a:spcBef>
                <a:spcPts val="0"/>
              </a:spcBef>
              <a:spcAft>
                <a:spcPts val="0"/>
              </a:spcAft>
              <a:buClr>
                <a:srgbClr val="000000"/>
              </a:buClr>
              <a:buSzPts val="4400"/>
              <a:buFont typeface="Arial"/>
              <a:buNone/>
            </a:pPr>
            <a:r>
              <a:rPr b="0" i="0" lang="en-US" sz="4400" u="none" cap="none" strike="noStrike">
                <a:solidFill>
                  <a:schemeClr val="dk2"/>
                </a:solidFill>
                <a:latin typeface="Times New Roman"/>
                <a:ea typeface="Times New Roman"/>
                <a:cs typeface="Times New Roman"/>
                <a:sym typeface="Times New Roman"/>
              </a:rPr>
              <a:t>Insertion into a Max Heap</a:t>
            </a:r>
            <a:endParaRPr b="0" i="0" sz="1400" u="none" cap="none" strike="noStrike">
              <a:solidFill>
                <a:srgbClr val="000000"/>
              </a:solidFill>
              <a:latin typeface="Arial"/>
              <a:ea typeface="Arial"/>
              <a:cs typeface="Arial"/>
              <a:sym typeface="Arial"/>
            </a:endParaRPr>
          </a:p>
        </p:txBody>
      </p:sp>
      <p:sp>
        <p:nvSpPr>
          <p:cNvPr id="3164" name="Google Shape;3164;p120"/>
          <p:cNvSpPr/>
          <p:nvPr/>
        </p:nvSpPr>
        <p:spPr>
          <a:xfrm>
            <a:off x="876300" y="1562100"/>
            <a:ext cx="9163050" cy="4318000"/>
          </a:xfrm>
          <a:prstGeom prst="rect">
            <a:avLst/>
          </a:prstGeom>
          <a:noFill/>
          <a:ln>
            <a:noFill/>
          </a:ln>
        </p:spPr>
        <p:txBody>
          <a:bodyPr anchorCtr="0" anchor="t" bIns="46025" lIns="92075" spcFirstLastPara="1" rIns="92075" wrap="square" tIns="46025">
            <a:noAutofit/>
          </a:bodyPr>
          <a:lstStyle/>
          <a:p>
            <a:pPr indent="-342900" lvl="0" marL="342900" marR="0" rtl="0" algn="l">
              <a:lnSpc>
                <a:spcPct val="80000"/>
              </a:lnSpc>
              <a:spcBef>
                <a:spcPts val="0"/>
              </a:spcBef>
              <a:spcAft>
                <a:spcPts val="0"/>
              </a:spcAft>
              <a:buClr>
                <a:schemeClr val="accent1"/>
              </a:buClr>
              <a:buSzPts val="1680"/>
              <a:buFont typeface="Arial"/>
              <a:buNone/>
            </a:pPr>
            <a:r>
              <a:rPr b="1" i="0" lang="en-US" sz="2400" u="none" cap="none" strike="noStrike">
                <a:solidFill>
                  <a:schemeClr val="dk1"/>
                </a:solidFill>
                <a:latin typeface="Courier New"/>
                <a:ea typeface="Courier New"/>
                <a:cs typeface="Courier New"/>
                <a:sym typeface="Courier New"/>
              </a:rPr>
              <a:t>void insert_max_heap(element item, int *n)</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480"/>
              </a:spcBef>
              <a:spcAft>
                <a:spcPts val="0"/>
              </a:spcAft>
              <a:buClr>
                <a:schemeClr val="accent1"/>
              </a:buClr>
              <a:buSzPts val="1680"/>
              <a:buFont typeface="Arial"/>
              <a:buNone/>
            </a:pPr>
            <a:r>
              <a:rPr b="1" i="0" lang="en-US" sz="24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480"/>
              </a:spcBef>
              <a:spcAft>
                <a:spcPts val="0"/>
              </a:spcAft>
              <a:buClr>
                <a:schemeClr val="accent1"/>
              </a:buClr>
              <a:buSzPts val="1680"/>
              <a:buFont typeface="Arial"/>
              <a:buNone/>
            </a:pPr>
            <a:r>
              <a:rPr b="1" i="0" lang="en-US" sz="2400" u="none" cap="none" strike="noStrike">
                <a:solidFill>
                  <a:schemeClr val="dk1"/>
                </a:solidFill>
                <a:latin typeface="Courier New"/>
                <a:ea typeface="Courier New"/>
                <a:cs typeface="Courier New"/>
                <a:sym typeface="Courier New"/>
              </a:rPr>
              <a:t>  int i;</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480"/>
              </a:spcBef>
              <a:spcAft>
                <a:spcPts val="0"/>
              </a:spcAft>
              <a:buClr>
                <a:schemeClr val="accent1"/>
              </a:buClr>
              <a:buSzPts val="1680"/>
              <a:buFont typeface="Arial"/>
              <a:buNone/>
            </a:pPr>
            <a:r>
              <a:rPr b="1" i="0" lang="en-US" sz="2400" u="none" cap="none" strike="noStrike">
                <a:solidFill>
                  <a:schemeClr val="dk1"/>
                </a:solidFill>
                <a:latin typeface="Courier New"/>
                <a:ea typeface="Courier New"/>
                <a:cs typeface="Courier New"/>
                <a:sym typeface="Courier New"/>
              </a:rPr>
              <a:t>  if (HEAP_FULL(*n)) {</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480"/>
              </a:spcBef>
              <a:spcAft>
                <a:spcPts val="0"/>
              </a:spcAft>
              <a:buClr>
                <a:schemeClr val="accent1"/>
              </a:buClr>
              <a:buSzPts val="1680"/>
              <a:buFont typeface="Arial"/>
              <a:buNone/>
            </a:pPr>
            <a:r>
              <a:rPr b="1" i="0" lang="en-US" sz="2400" u="none" cap="none" strike="noStrike">
                <a:solidFill>
                  <a:schemeClr val="dk1"/>
                </a:solidFill>
                <a:latin typeface="Courier New"/>
                <a:ea typeface="Courier New"/>
                <a:cs typeface="Courier New"/>
                <a:sym typeface="Courier New"/>
              </a:rPr>
              <a:t>    fprintf(stderr, “the heap is full.\n”);</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480"/>
              </a:spcBef>
              <a:spcAft>
                <a:spcPts val="0"/>
              </a:spcAft>
              <a:buClr>
                <a:schemeClr val="accent1"/>
              </a:buClr>
              <a:buSzPts val="1680"/>
              <a:buFont typeface="Arial"/>
              <a:buNone/>
            </a:pPr>
            <a:r>
              <a:rPr b="1" i="0" lang="en-US" sz="2400" u="none" cap="none" strike="noStrike">
                <a:solidFill>
                  <a:schemeClr val="dk1"/>
                </a:solidFill>
                <a:latin typeface="Courier New"/>
                <a:ea typeface="Courier New"/>
                <a:cs typeface="Courier New"/>
                <a:sym typeface="Courier New"/>
              </a:rPr>
              <a:t>    exit(1);</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480"/>
              </a:spcBef>
              <a:spcAft>
                <a:spcPts val="0"/>
              </a:spcAft>
              <a:buClr>
                <a:schemeClr val="accent1"/>
              </a:buClr>
              <a:buSzPts val="1680"/>
              <a:buFont typeface="Arial"/>
              <a:buNone/>
            </a:pPr>
            <a:r>
              <a:rPr b="1" i="0" lang="en-US" sz="2400" u="none" cap="none" strike="noStrike">
                <a:solidFill>
                  <a:schemeClr val="dk1"/>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480"/>
              </a:spcBef>
              <a:spcAft>
                <a:spcPts val="0"/>
              </a:spcAft>
              <a:buClr>
                <a:schemeClr val="accent1"/>
              </a:buClr>
              <a:buSzPts val="1680"/>
              <a:buFont typeface="Arial"/>
              <a:buNone/>
            </a:pPr>
            <a:r>
              <a:rPr b="1" i="0" lang="en-US" sz="2400" u="none" cap="none" strike="noStrike">
                <a:solidFill>
                  <a:schemeClr val="dk1"/>
                </a:solidFill>
                <a:latin typeface="Courier New"/>
                <a:ea typeface="Courier New"/>
                <a:cs typeface="Courier New"/>
                <a:sym typeface="Courier New"/>
              </a:rPr>
              <a:t>  i = ++(*n);</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480"/>
              </a:spcBef>
              <a:spcAft>
                <a:spcPts val="0"/>
              </a:spcAft>
              <a:buClr>
                <a:schemeClr val="accent1"/>
              </a:buClr>
              <a:buSzPts val="1680"/>
              <a:buFont typeface="Arial"/>
              <a:buNone/>
            </a:pPr>
            <a:r>
              <a:rPr b="1" i="0" lang="en-US" sz="2400" u="none" cap="none" strike="noStrike">
                <a:solidFill>
                  <a:schemeClr val="dk1"/>
                </a:solidFill>
                <a:latin typeface="Courier New"/>
                <a:ea typeface="Courier New"/>
                <a:cs typeface="Courier New"/>
                <a:sym typeface="Courier New"/>
              </a:rPr>
              <a:t>  while ((i!=1)&amp;&amp;(item.key&gt;heap[i/2].key)) {</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480"/>
              </a:spcBef>
              <a:spcAft>
                <a:spcPts val="0"/>
              </a:spcAft>
              <a:buClr>
                <a:schemeClr val="accent1"/>
              </a:buClr>
              <a:buSzPts val="1680"/>
              <a:buFont typeface="Arial"/>
              <a:buNone/>
            </a:pPr>
            <a:r>
              <a:rPr b="1" i="0" lang="en-US" sz="2400" u="none" cap="none" strike="noStrike">
                <a:solidFill>
                  <a:schemeClr val="dk1"/>
                </a:solidFill>
                <a:latin typeface="Courier New"/>
                <a:ea typeface="Courier New"/>
                <a:cs typeface="Courier New"/>
                <a:sym typeface="Courier New"/>
              </a:rPr>
              <a:t>    heap[i] = heap[i/2];</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480"/>
              </a:spcBef>
              <a:spcAft>
                <a:spcPts val="0"/>
              </a:spcAft>
              <a:buClr>
                <a:schemeClr val="accent1"/>
              </a:buClr>
              <a:buSzPts val="1680"/>
              <a:buFont typeface="Arial"/>
              <a:buNone/>
            </a:pPr>
            <a:r>
              <a:rPr b="1" i="0" lang="en-US" sz="2400" u="none" cap="none" strike="noStrike">
                <a:solidFill>
                  <a:schemeClr val="dk1"/>
                </a:solidFill>
                <a:latin typeface="Courier New"/>
                <a:ea typeface="Courier New"/>
                <a:cs typeface="Courier New"/>
                <a:sym typeface="Courier New"/>
              </a:rPr>
              <a:t>    i /= 2;</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480"/>
              </a:spcBef>
              <a:spcAft>
                <a:spcPts val="0"/>
              </a:spcAft>
              <a:buClr>
                <a:schemeClr val="accent1"/>
              </a:buClr>
              <a:buSzPts val="1680"/>
              <a:buFont typeface="Arial"/>
              <a:buNone/>
            </a:pPr>
            <a:r>
              <a:rPr b="1" i="0" lang="en-US" sz="2400" u="none" cap="none" strike="noStrike">
                <a:solidFill>
                  <a:schemeClr val="dk1"/>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480"/>
              </a:spcBef>
              <a:spcAft>
                <a:spcPts val="0"/>
              </a:spcAft>
              <a:buClr>
                <a:schemeClr val="accent1"/>
              </a:buClr>
              <a:buSzPts val="1680"/>
              <a:buFont typeface="Arial"/>
              <a:buNone/>
            </a:pPr>
            <a:r>
              <a:rPr b="1" i="0" lang="en-US" sz="2400" u="none" cap="none" strike="noStrike">
                <a:solidFill>
                  <a:schemeClr val="dk1"/>
                </a:solidFill>
                <a:latin typeface="Courier New"/>
                <a:ea typeface="Courier New"/>
                <a:cs typeface="Courier New"/>
                <a:sym typeface="Courier New"/>
              </a:rPr>
              <a:t>  heap[i]= item;</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480"/>
              </a:spcBef>
              <a:spcAft>
                <a:spcPts val="0"/>
              </a:spcAft>
              <a:buClr>
                <a:schemeClr val="accent1"/>
              </a:buClr>
              <a:buSzPts val="1680"/>
              <a:buFont typeface="Arial"/>
              <a:buNone/>
            </a:pPr>
            <a:r>
              <a:rPr b="1" i="0" lang="en-US" sz="24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p:txBody>
      </p:sp>
      <p:sp>
        <p:nvSpPr>
          <p:cNvPr id="3165" name="Google Shape;3165;p120"/>
          <p:cNvSpPr txBox="1"/>
          <p:nvPr/>
        </p:nvSpPr>
        <p:spPr>
          <a:xfrm>
            <a:off x="4060825" y="5154613"/>
            <a:ext cx="4479925"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3399"/>
                </a:solidFill>
                <a:latin typeface="Times New Roman"/>
                <a:ea typeface="Times New Roman"/>
                <a:cs typeface="Times New Roman"/>
                <a:sym typeface="Times New Roman"/>
              </a:rPr>
              <a:t>2</a:t>
            </a:r>
            <a:r>
              <a:rPr b="0" baseline="30000" i="0" lang="en-US" sz="3200" u="none" cap="none" strike="noStrike">
                <a:solidFill>
                  <a:srgbClr val="003399"/>
                </a:solidFill>
                <a:latin typeface="Times New Roman"/>
                <a:ea typeface="Times New Roman"/>
                <a:cs typeface="Times New Roman"/>
                <a:sym typeface="Times New Roman"/>
              </a:rPr>
              <a:t>k</a:t>
            </a:r>
            <a:r>
              <a:rPr b="0" i="0" lang="en-US" sz="3200" u="none" cap="none" strike="noStrike">
                <a:solidFill>
                  <a:srgbClr val="003399"/>
                </a:solidFill>
                <a:latin typeface="Times New Roman"/>
                <a:ea typeface="Times New Roman"/>
                <a:cs typeface="Times New Roman"/>
                <a:sym typeface="Times New Roman"/>
              </a:rPr>
              <a:t>-1=n ==&gt; k=⎡log</a:t>
            </a:r>
            <a:r>
              <a:rPr b="0" baseline="-25000" i="0" lang="en-US" sz="3200" u="none" cap="none" strike="noStrike">
                <a:solidFill>
                  <a:srgbClr val="003399"/>
                </a:solidFill>
                <a:latin typeface="Times New Roman"/>
                <a:ea typeface="Times New Roman"/>
                <a:cs typeface="Times New Roman"/>
                <a:sym typeface="Times New Roman"/>
              </a:rPr>
              <a:t>2</a:t>
            </a:r>
            <a:r>
              <a:rPr b="0" i="0" lang="en-US" sz="3200" u="none" cap="none" strike="noStrike">
                <a:solidFill>
                  <a:srgbClr val="003399"/>
                </a:solidFill>
                <a:latin typeface="Times New Roman"/>
                <a:ea typeface="Times New Roman"/>
                <a:cs typeface="Times New Roman"/>
                <a:sym typeface="Times New Roman"/>
              </a:rPr>
              <a:t>(n+1)⎤</a:t>
            </a:r>
            <a:endParaRPr b="0" i="0" sz="3200" u="none" cap="none" strike="noStrike">
              <a:solidFill>
                <a:srgbClr val="003399"/>
              </a:solidFill>
              <a:latin typeface="Times New Roman"/>
              <a:ea typeface="Times New Roman"/>
              <a:cs typeface="Times New Roman"/>
              <a:sym typeface="Times New Roman"/>
            </a:endParaRPr>
          </a:p>
        </p:txBody>
      </p:sp>
      <p:sp>
        <p:nvSpPr>
          <p:cNvPr id="3166" name="Google Shape;3166;p120"/>
          <p:cNvSpPr txBox="1"/>
          <p:nvPr/>
        </p:nvSpPr>
        <p:spPr>
          <a:xfrm>
            <a:off x="3984625" y="5753100"/>
            <a:ext cx="1603375" cy="5794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CC3300"/>
                </a:solidFill>
                <a:latin typeface="Times New Roman"/>
                <a:ea typeface="Times New Roman"/>
                <a:cs typeface="Times New Roman"/>
                <a:sym typeface="Times New Roman"/>
              </a:rPr>
              <a:t>O(log</a:t>
            </a:r>
            <a:r>
              <a:rPr b="0" baseline="-25000" i="0" lang="en-US" sz="3200" u="none" cap="none" strike="noStrike">
                <a:solidFill>
                  <a:srgbClr val="CC3300"/>
                </a:solidFill>
                <a:latin typeface="Times New Roman"/>
                <a:ea typeface="Times New Roman"/>
                <a:cs typeface="Times New Roman"/>
                <a:sym typeface="Times New Roman"/>
              </a:rPr>
              <a:t>2</a:t>
            </a:r>
            <a:r>
              <a:rPr b="0" i="0" lang="en-US" sz="3200" u="none" cap="none" strike="noStrike">
                <a:solidFill>
                  <a:srgbClr val="CC3300"/>
                </a:solidFill>
                <a:latin typeface="Times New Roman"/>
                <a:ea typeface="Times New Roman"/>
                <a:cs typeface="Times New Roman"/>
                <a:sym typeface="Times New Roman"/>
              </a:rPr>
              <a:t>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0" name="Shape 3170"/>
        <p:cNvGrpSpPr/>
        <p:nvPr/>
      </p:nvGrpSpPr>
      <p:grpSpPr>
        <a:xfrm>
          <a:off x="0" y="0"/>
          <a:ext cx="0" cy="0"/>
          <a:chOff x="0" y="0"/>
          <a:chExt cx="0" cy="0"/>
        </a:xfrm>
      </p:grpSpPr>
      <p:sp>
        <p:nvSpPr>
          <p:cNvPr id="3171" name="Google Shape;3171;p121"/>
          <p:cNvSpPr/>
          <p:nvPr/>
        </p:nvSpPr>
        <p:spPr>
          <a:xfrm>
            <a:off x="361950" y="609600"/>
            <a:ext cx="9163050" cy="1143000"/>
          </a:xfrm>
          <a:prstGeom prst="rect">
            <a:avLst/>
          </a:prstGeom>
          <a:noFill/>
          <a:ln>
            <a:noFill/>
          </a:ln>
        </p:spPr>
        <p:txBody>
          <a:bodyPr anchorCtr="0" anchor="ctr" bIns="46025" lIns="92075" spcFirstLastPara="1" rIns="92075" wrap="square" tIns="46025">
            <a:noAutofit/>
          </a:bodyPr>
          <a:lstStyle/>
          <a:p>
            <a:pPr indent="0" lvl="0" marL="0" marR="0" rtl="0" algn="ctr">
              <a:lnSpc>
                <a:spcPct val="100000"/>
              </a:lnSpc>
              <a:spcBef>
                <a:spcPts val="0"/>
              </a:spcBef>
              <a:spcAft>
                <a:spcPts val="0"/>
              </a:spcAft>
              <a:buClr>
                <a:srgbClr val="000000"/>
              </a:buClr>
              <a:buSzPts val="4000"/>
              <a:buFont typeface="Arial"/>
              <a:buNone/>
            </a:pPr>
            <a:r>
              <a:rPr b="0" i="0" lang="en-US" sz="4000" u="none" cap="none" strike="noStrike">
                <a:solidFill>
                  <a:schemeClr val="dk2"/>
                </a:solidFill>
                <a:latin typeface="Times New Roman"/>
                <a:ea typeface="Times New Roman"/>
                <a:cs typeface="Times New Roman"/>
                <a:sym typeface="Times New Roman"/>
              </a:rPr>
              <a:t>Example of Deletion from Max Heap</a:t>
            </a:r>
            <a:endParaRPr b="0" i="0" sz="4400" u="none" cap="none" strike="noStrike">
              <a:solidFill>
                <a:schemeClr val="dk2"/>
              </a:solidFill>
              <a:latin typeface="Times New Roman"/>
              <a:ea typeface="Times New Roman"/>
              <a:cs typeface="Times New Roman"/>
              <a:sym typeface="Times New Roman"/>
            </a:endParaRPr>
          </a:p>
        </p:txBody>
      </p:sp>
      <p:sp>
        <p:nvSpPr>
          <p:cNvPr id="3172" name="Google Shape;3172;p121"/>
          <p:cNvSpPr/>
          <p:nvPr/>
        </p:nvSpPr>
        <p:spPr>
          <a:xfrm>
            <a:off x="2292350" y="2547938"/>
            <a:ext cx="392113" cy="392112"/>
          </a:xfrm>
          <a:prstGeom prst="ellipse">
            <a:avLst/>
          </a:prstGeom>
          <a:solidFill>
            <a:schemeClr val="folHlink"/>
          </a:solidFill>
          <a:ln cap="flat" cmpd="sng" w="12700">
            <a:solidFill>
              <a:schemeClr val="dk1"/>
            </a:solidFill>
            <a:prstDash val="solid"/>
            <a:round/>
            <a:headEnd len="sm" w="sm" type="none"/>
            <a:tailEnd len="sm" w="sm" type="none"/>
          </a:ln>
        </p:spPr>
        <p:txBody>
          <a:bodyPr anchorCtr="0" anchor="ctr" bIns="46025" lIns="92075" spcFirstLastPara="1" rIns="92075" wrap="square" tIns="46025">
            <a:no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20</a:t>
            </a:r>
            <a:endParaRPr b="0" i="0" sz="1400" u="none" cap="none" strike="noStrike">
              <a:solidFill>
                <a:srgbClr val="000000"/>
              </a:solidFill>
              <a:latin typeface="Arial"/>
              <a:ea typeface="Arial"/>
              <a:cs typeface="Arial"/>
              <a:sym typeface="Arial"/>
            </a:endParaRPr>
          </a:p>
        </p:txBody>
      </p:sp>
      <p:sp>
        <p:nvSpPr>
          <p:cNvPr id="3173" name="Google Shape;3173;p121"/>
          <p:cNvSpPr/>
          <p:nvPr/>
        </p:nvSpPr>
        <p:spPr>
          <a:xfrm>
            <a:off x="1681163" y="3365500"/>
            <a:ext cx="392112" cy="392113"/>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3174" name="Google Shape;3174;p121"/>
          <p:cNvSpPr/>
          <p:nvPr/>
        </p:nvSpPr>
        <p:spPr>
          <a:xfrm>
            <a:off x="2932113" y="3332163"/>
            <a:ext cx="392112" cy="392112"/>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3175" name="Google Shape;3175;p121"/>
          <p:cNvSpPr/>
          <p:nvPr/>
        </p:nvSpPr>
        <p:spPr>
          <a:xfrm>
            <a:off x="1100138" y="4273550"/>
            <a:ext cx="392112" cy="392113"/>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cxnSp>
        <p:nvCxnSpPr>
          <p:cNvPr id="3176" name="Google Shape;3176;p121"/>
          <p:cNvCxnSpPr/>
          <p:nvPr/>
        </p:nvCxnSpPr>
        <p:spPr>
          <a:xfrm flipH="1">
            <a:off x="1892300" y="2935288"/>
            <a:ext cx="488950" cy="428625"/>
          </a:xfrm>
          <a:prstGeom prst="straightConnector1">
            <a:avLst/>
          </a:prstGeom>
          <a:noFill/>
          <a:ln cap="flat" cmpd="sng" w="12700">
            <a:solidFill>
              <a:schemeClr val="dk1"/>
            </a:solidFill>
            <a:prstDash val="solid"/>
            <a:round/>
            <a:headEnd len="sm" w="sm" type="none"/>
            <a:tailEnd len="sm" w="sm" type="none"/>
          </a:ln>
        </p:spPr>
      </p:cxnSp>
      <p:cxnSp>
        <p:nvCxnSpPr>
          <p:cNvPr id="3177" name="Google Shape;3177;p121"/>
          <p:cNvCxnSpPr/>
          <p:nvPr/>
        </p:nvCxnSpPr>
        <p:spPr>
          <a:xfrm flipH="1">
            <a:off x="1311275" y="3735388"/>
            <a:ext cx="415925" cy="547687"/>
          </a:xfrm>
          <a:prstGeom prst="straightConnector1">
            <a:avLst/>
          </a:prstGeom>
          <a:noFill/>
          <a:ln cap="flat" cmpd="sng" w="12700">
            <a:solidFill>
              <a:schemeClr val="dk1"/>
            </a:solidFill>
            <a:prstDash val="solid"/>
            <a:round/>
            <a:headEnd len="sm" w="sm" type="none"/>
            <a:tailEnd len="sm" w="sm" type="none"/>
          </a:ln>
        </p:spPr>
      </p:cxnSp>
      <p:cxnSp>
        <p:nvCxnSpPr>
          <p:cNvPr id="3178" name="Google Shape;3178;p121"/>
          <p:cNvCxnSpPr/>
          <p:nvPr/>
        </p:nvCxnSpPr>
        <p:spPr>
          <a:xfrm rot="10800000">
            <a:off x="2025650" y="2438400"/>
            <a:ext cx="282575" cy="269875"/>
          </a:xfrm>
          <a:prstGeom prst="straightConnector1">
            <a:avLst/>
          </a:prstGeom>
          <a:noFill/>
          <a:ln cap="flat" cmpd="sng" w="12700">
            <a:solidFill>
              <a:schemeClr val="dk1"/>
            </a:solidFill>
            <a:prstDash val="dot"/>
            <a:round/>
            <a:headEnd len="sm" w="sm" type="none"/>
            <a:tailEnd len="med" w="med" type="stealth"/>
          </a:ln>
        </p:spPr>
      </p:cxnSp>
      <p:sp>
        <p:nvSpPr>
          <p:cNvPr id="3179" name="Google Shape;3179;p121"/>
          <p:cNvSpPr/>
          <p:nvPr/>
        </p:nvSpPr>
        <p:spPr>
          <a:xfrm>
            <a:off x="1274763" y="2163763"/>
            <a:ext cx="944562" cy="396875"/>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remove</a:t>
            </a:r>
            <a:endParaRPr b="0" i="0" sz="1400" u="none" cap="none" strike="noStrike">
              <a:solidFill>
                <a:srgbClr val="000000"/>
              </a:solidFill>
              <a:latin typeface="Arial"/>
              <a:ea typeface="Arial"/>
              <a:cs typeface="Arial"/>
              <a:sym typeface="Arial"/>
            </a:endParaRPr>
          </a:p>
        </p:txBody>
      </p:sp>
      <p:sp>
        <p:nvSpPr>
          <p:cNvPr id="3180" name="Google Shape;3180;p121"/>
          <p:cNvSpPr/>
          <p:nvPr/>
        </p:nvSpPr>
        <p:spPr>
          <a:xfrm>
            <a:off x="1635125" y="3371850"/>
            <a:ext cx="488950"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15</a:t>
            </a:r>
            <a:endParaRPr b="0" i="0" sz="1400" u="none" cap="none" strike="noStrike">
              <a:solidFill>
                <a:srgbClr val="000000"/>
              </a:solidFill>
              <a:latin typeface="Arial"/>
              <a:ea typeface="Arial"/>
              <a:cs typeface="Arial"/>
              <a:sym typeface="Arial"/>
            </a:endParaRPr>
          </a:p>
        </p:txBody>
      </p:sp>
      <p:sp>
        <p:nvSpPr>
          <p:cNvPr id="3181" name="Google Shape;3181;p121"/>
          <p:cNvSpPr/>
          <p:nvPr/>
        </p:nvSpPr>
        <p:spPr>
          <a:xfrm>
            <a:off x="2967038" y="3324225"/>
            <a:ext cx="336550"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sp>
        <p:nvSpPr>
          <p:cNvPr id="3182" name="Google Shape;3182;p121"/>
          <p:cNvSpPr/>
          <p:nvPr/>
        </p:nvSpPr>
        <p:spPr>
          <a:xfrm>
            <a:off x="1039813" y="4279900"/>
            <a:ext cx="488950"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14</a:t>
            </a:r>
            <a:endParaRPr b="0" i="0" sz="1400" u="none" cap="none" strike="noStrike">
              <a:solidFill>
                <a:srgbClr val="000000"/>
              </a:solidFill>
              <a:latin typeface="Arial"/>
              <a:ea typeface="Arial"/>
              <a:cs typeface="Arial"/>
              <a:sym typeface="Arial"/>
            </a:endParaRPr>
          </a:p>
        </p:txBody>
      </p:sp>
      <p:sp>
        <p:nvSpPr>
          <p:cNvPr id="3183" name="Google Shape;3183;p121"/>
          <p:cNvSpPr/>
          <p:nvPr/>
        </p:nvSpPr>
        <p:spPr>
          <a:xfrm>
            <a:off x="2362200" y="4287838"/>
            <a:ext cx="392113" cy="392112"/>
          </a:xfrm>
          <a:prstGeom prst="ellipse">
            <a:avLst/>
          </a:prstGeom>
          <a:solidFill>
            <a:schemeClr val="accent1"/>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3184" name="Google Shape;3184;p121"/>
          <p:cNvSpPr/>
          <p:nvPr/>
        </p:nvSpPr>
        <p:spPr>
          <a:xfrm>
            <a:off x="2325688" y="4300538"/>
            <a:ext cx="488950"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10</a:t>
            </a:r>
            <a:endParaRPr b="0" i="0" sz="1400" u="none" cap="none" strike="noStrike">
              <a:solidFill>
                <a:srgbClr val="000000"/>
              </a:solidFill>
              <a:latin typeface="Arial"/>
              <a:ea typeface="Arial"/>
              <a:cs typeface="Arial"/>
              <a:sym typeface="Arial"/>
            </a:endParaRPr>
          </a:p>
        </p:txBody>
      </p:sp>
      <p:cxnSp>
        <p:nvCxnSpPr>
          <p:cNvPr id="3185" name="Google Shape;3185;p121"/>
          <p:cNvCxnSpPr/>
          <p:nvPr/>
        </p:nvCxnSpPr>
        <p:spPr>
          <a:xfrm>
            <a:off x="2038350" y="3725863"/>
            <a:ext cx="500063" cy="547687"/>
          </a:xfrm>
          <a:prstGeom prst="straightConnector1">
            <a:avLst/>
          </a:prstGeom>
          <a:noFill/>
          <a:ln cap="flat" cmpd="sng" w="12700">
            <a:solidFill>
              <a:schemeClr val="dk1"/>
            </a:solidFill>
            <a:prstDash val="solid"/>
            <a:round/>
            <a:headEnd len="sm" w="sm" type="none"/>
            <a:tailEnd len="sm" w="sm" type="none"/>
          </a:ln>
        </p:spPr>
      </p:cxnSp>
      <p:cxnSp>
        <p:nvCxnSpPr>
          <p:cNvPr id="3186" name="Google Shape;3186;p121"/>
          <p:cNvCxnSpPr/>
          <p:nvPr/>
        </p:nvCxnSpPr>
        <p:spPr>
          <a:xfrm>
            <a:off x="2608263" y="2925763"/>
            <a:ext cx="536575" cy="404812"/>
          </a:xfrm>
          <a:prstGeom prst="straightConnector1">
            <a:avLst/>
          </a:prstGeom>
          <a:noFill/>
          <a:ln cap="flat" cmpd="sng" w="12700">
            <a:solidFill>
              <a:schemeClr val="dk1"/>
            </a:solidFill>
            <a:prstDash val="solid"/>
            <a:round/>
            <a:headEnd len="sm" w="sm" type="none"/>
            <a:tailEnd len="sm" w="sm" type="none"/>
          </a:ln>
        </p:spPr>
      </p:cxnSp>
      <p:sp>
        <p:nvSpPr>
          <p:cNvPr id="3187" name="Google Shape;3187;p121"/>
          <p:cNvSpPr/>
          <p:nvPr/>
        </p:nvSpPr>
        <p:spPr>
          <a:xfrm>
            <a:off x="4979988" y="2557463"/>
            <a:ext cx="392112" cy="392112"/>
          </a:xfrm>
          <a:prstGeom prst="ellipse">
            <a:avLst/>
          </a:prstGeom>
          <a:solidFill>
            <a:schemeClr val="folHlink"/>
          </a:solidFill>
          <a:ln cap="flat" cmpd="sng" w="12700">
            <a:solidFill>
              <a:schemeClr val="dk1"/>
            </a:solidFill>
            <a:prstDash val="solid"/>
            <a:round/>
            <a:headEnd len="sm" w="sm" type="none"/>
            <a:tailEnd len="sm" w="sm" type="none"/>
          </a:ln>
        </p:spPr>
        <p:txBody>
          <a:bodyPr anchorCtr="0" anchor="ctr" bIns="46025" lIns="92075" spcFirstLastPara="1" rIns="92075" wrap="square" tIns="46025">
            <a:no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10</a:t>
            </a:r>
            <a:endParaRPr b="0" i="0" sz="1400" u="none" cap="none" strike="noStrike">
              <a:solidFill>
                <a:srgbClr val="000000"/>
              </a:solidFill>
              <a:latin typeface="Arial"/>
              <a:ea typeface="Arial"/>
              <a:cs typeface="Arial"/>
              <a:sym typeface="Arial"/>
            </a:endParaRPr>
          </a:p>
        </p:txBody>
      </p:sp>
      <p:sp>
        <p:nvSpPr>
          <p:cNvPr id="3188" name="Google Shape;3188;p121"/>
          <p:cNvSpPr/>
          <p:nvPr/>
        </p:nvSpPr>
        <p:spPr>
          <a:xfrm>
            <a:off x="4368800" y="3375025"/>
            <a:ext cx="392113" cy="392113"/>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3189" name="Google Shape;3189;p121"/>
          <p:cNvSpPr/>
          <p:nvPr/>
        </p:nvSpPr>
        <p:spPr>
          <a:xfrm>
            <a:off x="5619750" y="3341688"/>
            <a:ext cx="392113" cy="392112"/>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3190" name="Google Shape;3190;p121"/>
          <p:cNvSpPr/>
          <p:nvPr/>
        </p:nvSpPr>
        <p:spPr>
          <a:xfrm>
            <a:off x="3787775" y="4283075"/>
            <a:ext cx="392113" cy="392113"/>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cxnSp>
        <p:nvCxnSpPr>
          <p:cNvPr id="3191" name="Google Shape;3191;p121"/>
          <p:cNvCxnSpPr/>
          <p:nvPr/>
        </p:nvCxnSpPr>
        <p:spPr>
          <a:xfrm flipH="1">
            <a:off x="4579938" y="2944813"/>
            <a:ext cx="488950" cy="428625"/>
          </a:xfrm>
          <a:prstGeom prst="straightConnector1">
            <a:avLst/>
          </a:prstGeom>
          <a:noFill/>
          <a:ln cap="flat" cmpd="sng" w="12700">
            <a:solidFill>
              <a:schemeClr val="dk1"/>
            </a:solidFill>
            <a:prstDash val="solid"/>
            <a:round/>
            <a:headEnd len="sm" w="sm" type="none"/>
            <a:tailEnd len="sm" w="sm" type="none"/>
          </a:ln>
        </p:spPr>
      </p:cxnSp>
      <p:cxnSp>
        <p:nvCxnSpPr>
          <p:cNvPr id="3192" name="Google Shape;3192;p121"/>
          <p:cNvCxnSpPr/>
          <p:nvPr/>
        </p:nvCxnSpPr>
        <p:spPr>
          <a:xfrm flipH="1">
            <a:off x="3998913" y="3744913"/>
            <a:ext cx="415925" cy="547687"/>
          </a:xfrm>
          <a:prstGeom prst="straightConnector1">
            <a:avLst/>
          </a:prstGeom>
          <a:noFill/>
          <a:ln cap="flat" cmpd="sng" w="12700">
            <a:solidFill>
              <a:schemeClr val="dk1"/>
            </a:solidFill>
            <a:prstDash val="solid"/>
            <a:round/>
            <a:headEnd len="sm" w="sm" type="none"/>
            <a:tailEnd len="sm" w="sm" type="none"/>
          </a:ln>
        </p:spPr>
      </p:cxnSp>
      <p:sp>
        <p:nvSpPr>
          <p:cNvPr id="3193" name="Google Shape;3193;p121"/>
          <p:cNvSpPr/>
          <p:nvPr/>
        </p:nvSpPr>
        <p:spPr>
          <a:xfrm>
            <a:off x="4322763" y="3381375"/>
            <a:ext cx="488950"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15</a:t>
            </a:r>
            <a:endParaRPr b="0" i="0" sz="1400" u="none" cap="none" strike="noStrike">
              <a:solidFill>
                <a:srgbClr val="000000"/>
              </a:solidFill>
              <a:latin typeface="Arial"/>
              <a:ea typeface="Arial"/>
              <a:cs typeface="Arial"/>
              <a:sym typeface="Arial"/>
            </a:endParaRPr>
          </a:p>
        </p:txBody>
      </p:sp>
      <p:sp>
        <p:nvSpPr>
          <p:cNvPr id="3194" name="Google Shape;3194;p121"/>
          <p:cNvSpPr/>
          <p:nvPr/>
        </p:nvSpPr>
        <p:spPr>
          <a:xfrm>
            <a:off x="5654675" y="3333750"/>
            <a:ext cx="336550"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sp>
        <p:nvSpPr>
          <p:cNvPr id="3195" name="Google Shape;3195;p121"/>
          <p:cNvSpPr/>
          <p:nvPr/>
        </p:nvSpPr>
        <p:spPr>
          <a:xfrm>
            <a:off x="3727450" y="4289425"/>
            <a:ext cx="488950"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14</a:t>
            </a:r>
            <a:endParaRPr b="0" i="0" sz="1400" u="none" cap="none" strike="noStrike">
              <a:solidFill>
                <a:srgbClr val="000000"/>
              </a:solidFill>
              <a:latin typeface="Arial"/>
              <a:ea typeface="Arial"/>
              <a:cs typeface="Arial"/>
              <a:sym typeface="Arial"/>
            </a:endParaRPr>
          </a:p>
        </p:txBody>
      </p:sp>
      <p:cxnSp>
        <p:nvCxnSpPr>
          <p:cNvPr id="3196" name="Google Shape;3196;p121"/>
          <p:cNvCxnSpPr/>
          <p:nvPr/>
        </p:nvCxnSpPr>
        <p:spPr>
          <a:xfrm>
            <a:off x="5295900" y="2935288"/>
            <a:ext cx="536575" cy="404812"/>
          </a:xfrm>
          <a:prstGeom prst="straightConnector1">
            <a:avLst/>
          </a:prstGeom>
          <a:noFill/>
          <a:ln cap="flat" cmpd="sng" w="12700">
            <a:solidFill>
              <a:schemeClr val="dk1"/>
            </a:solidFill>
            <a:prstDash val="solid"/>
            <a:round/>
            <a:headEnd len="sm" w="sm" type="none"/>
            <a:tailEnd len="sm" w="sm" type="none"/>
          </a:ln>
        </p:spPr>
      </p:cxnSp>
      <p:sp>
        <p:nvSpPr>
          <p:cNvPr id="3197" name="Google Shape;3197;p121"/>
          <p:cNvSpPr/>
          <p:nvPr/>
        </p:nvSpPr>
        <p:spPr>
          <a:xfrm>
            <a:off x="7845425" y="2554288"/>
            <a:ext cx="392113" cy="392112"/>
          </a:xfrm>
          <a:prstGeom prst="ellipse">
            <a:avLst/>
          </a:prstGeom>
          <a:solidFill>
            <a:schemeClr val="folHlink"/>
          </a:solidFill>
          <a:ln cap="flat" cmpd="sng" w="12700">
            <a:solidFill>
              <a:schemeClr val="dk1"/>
            </a:solidFill>
            <a:prstDash val="solid"/>
            <a:round/>
            <a:headEnd len="sm" w="sm" type="none"/>
            <a:tailEnd len="sm" w="sm" type="none"/>
          </a:ln>
        </p:spPr>
        <p:txBody>
          <a:bodyPr anchorCtr="0" anchor="ctr" bIns="46025" lIns="92075" spcFirstLastPara="1" rIns="92075" wrap="square" tIns="46025">
            <a:no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15</a:t>
            </a:r>
            <a:endParaRPr b="0" i="0" sz="1400" u="none" cap="none" strike="noStrike">
              <a:solidFill>
                <a:srgbClr val="000000"/>
              </a:solidFill>
              <a:latin typeface="Arial"/>
              <a:ea typeface="Arial"/>
              <a:cs typeface="Arial"/>
              <a:sym typeface="Arial"/>
            </a:endParaRPr>
          </a:p>
        </p:txBody>
      </p:sp>
      <p:sp>
        <p:nvSpPr>
          <p:cNvPr id="3198" name="Google Shape;3198;p121"/>
          <p:cNvSpPr/>
          <p:nvPr/>
        </p:nvSpPr>
        <p:spPr>
          <a:xfrm>
            <a:off x="7234238" y="3371850"/>
            <a:ext cx="392112" cy="392113"/>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3199" name="Google Shape;3199;p121"/>
          <p:cNvSpPr/>
          <p:nvPr/>
        </p:nvSpPr>
        <p:spPr>
          <a:xfrm>
            <a:off x="8485188" y="3338513"/>
            <a:ext cx="392112" cy="392112"/>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3200" name="Google Shape;3200;p121"/>
          <p:cNvSpPr/>
          <p:nvPr/>
        </p:nvSpPr>
        <p:spPr>
          <a:xfrm>
            <a:off x="6653213" y="4279900"/>
            <a:ext cx="392112" cy="392113"/>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cxnSp>
        <p:nvCxnSpPr>
          <p:cNvPr id="3201" name="Google Shape;3201;p121"/>
          <p:cNvCxnSpPr/>
          <p:nvPr/>
        </p:nvCxnSpPr>
        <p:spPr>
          <a:xfrm flipH="1">
            <a:off x="7445375" y="2941638"/>
            <a:ext cx="488950" cy="428625"/>
          </a:xfrm>
          <a:prstGeom prst="straightConnector1">
            <a:avLst/>
          </a:prstGeom>
          <a:noFill/>
          <a:ln cap="flat" cmpd="sng" w="12700">
            <a:solidFill>
              <a:schemeClr val="dk1"/>
            </a:solidFill>
            <a:prstDash val="solid"/>
            <a:round/>
            <a:headEnd len="sm" w="sm" type="none"/>
            <a:tailEnd len="sm" w="sm" type="none"/>
          </a:ln>
        </p:spPr>
      </p:cxnSp>
      <p:cxnSp>
        <p:nvCxnSpPr>
          <p:cNvPr id="3202" name="Google Shape;3202;p121"/>
          <p:cNvCxnSpPr/>
          <p:nvPr/>
        </p:nvCxnSpPr>
        <p:spPr>
          <a:xfrm flipH="1">
            <a:off x="6864350" y="3741738"/>
            <a:ext cx="415925" cy="547687"/>
          </a:xfrm>
          <a:prstGeom prst="straightConnector1">
            <a:avLst/>
          </a:prstGeom>
          <a:noFill/>
          <a:ln cap="flat" cmpd="sng" w="12700">
            <a:solidFill>
              <a:schemeClr val="dk1"/>
            </a:solidFill>
            <a:prstDash val="solid"/>
            <a:round/>
            <a:headEnd len="sm" w="sm" type="none"/>
            <a:tailEnd len="sm" w="sm" type="none"/>
          </a:ln>
        </p:spPr>
      </p:cxnSp>
      <p:sp>
        <p:nvSpPr>
          <p:cNvPr id="3203" name="Google Shape;3203;p121"/>
          <p:cNvSpPr/>
          <p:nvPr/>
        </p:nvSpPr>
        <p:spPr>
          <a:xfrm>
            <a:off x="7188200" y="3378200"/>
            <a:ext cx="488950"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14</a:t>
            </a:r>
            <a:endParaRPr b="0" i="0" sz="1400" u="none" cap="none" strike="noStrike">
              <a:solidFill>
                <a:srgbClr val="000000"/>
              </a:solidFill>
              <a:latin typeface="Arial"/>
              <a:ea typeface="Arial"/>
              <a:cs typeface="Arial"/>
              <a:sym typeface="Arial"/>
            </a:endParaRPr>
          </a:p>
        </p:txBody>
      </p:sp>
      <p:sp>
        <p:nvSpPr>
          <p:cNvPr id="3204" name="Google Shape;3204;p121"/>
          <p:cNvSpPr/>
          <p:nvPr/>
        </p:nvSpPr>
        <p:spPr>
          <a:xfrm>
            <a:off x="8520113" y="3330575"/>
            <a:ext cx="336550"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sp>
        <p:nvSpPr>
          <p:cNvPr id="3205" name="Google Shape;3205;p121"/>
          <p:cNvSpPr/>
          <p:nvPr/>
        </p:nvSpPr>
        <p:spPr>
          <a:xfrm>
            <a:off x="6592888" y="4286250"/>
            <a:ext cx="488950"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10</a:t>
            </a:r>
            <a:endParaRPr b="0" i="0" sz="1400" u="none" cap="none" strike="noStrike">
              <a:solidFill>
                <a:srgbClr val="000000"/>
              </a:solidFill>
              <a:latin typeface="Arial"/>
              <a:ea typeface="Arial"/>
              <a:cs typeface="Arial"/>
              <a:sym typeface="Arial"/>
            </a:endParaRPr>
          </a:p>
        </p:txBody>
      </p:sp>
      <p:cxnSp>
        <p:nvCxnSpPr>
          <p:cNvPr id="3206" name="Google Shape;3206;p121"/>
          <p:cNvCxnSpPr/>
          <p:nvPr/>
        </p:nvCxnSpPr>
        <p:spPr>
          <a:xfrm>
            <a:off x="8161338" y="2932113"/>
            <a:ext cx="536575" cy="404812"/>
          </a:xfrm>
          <a:prstGeom prst="straightConnector1">
            <a:avLst/>
          </a:prstGeom>
          <a:noFill/>
          <a:ln cap="flat" cmpd="sng" w="12700">
            <a:solidFill>
              <a:schemeClr val="dk1"/>
            </a:solidFill>
            <a:prstDash val="solid"/>
            <a:round/>
            <a:headEnd len="sm" w="sm" type="none"/>
            <a:tailEnd len="sm" w="sm" type="none"/>
          </a:ln>
        </p:spPr>
      </p:cxn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0" name="Shape 3210"/>
        <p:cNvGrpSpPr/>
        <p:nvPr/>
      </p:nvGrpSpPr>
      <p:grpSpPr>
        <a:xfrm>
          <a:off x="0" y="0"/>
          <a:ext cx="0" cy="0"/>
          <a:chOff x="0" y="0"/>
          <a:chExt cx="0" cy="0"/>
        </a:xfrm>
      </p:grpSpPr>
      <p:sp>
        <p:nvSpPr>
          <p:cNvPr id="3211" name="Google Shape;3211;p122"/>
          <p:cNvSpPr/>
          <p:nvPr/>
        </p:nvSpPr>
        <p:spPr>
          <a:xfrm>
            <a:off x="-19050" y="0"/>
            <a:ext cx="9163050" cy="1143000"/>
          </a:xfrm>
          <a:prstGeom prst="rect">
            <a:avLst/>
          </a:prstGeom>
          <a:noFill/>
          <a:ln>
            <a:noFill/>
          </a:ln>
        </p:spPr>
        <p:txBody>
          <a:bodyPr anchorCtr="0" anchor="ctr" bIns="46025" lIns="92075" spcFirstLastPara="1" rIns="92075" wrap="square" tIns="46025">
            <a:noAutofit/>
          </a:bodyPr>
          <a:lstStyle/>
          <a:p>
            <a:pPr indent="0" lvl="0" marL="0" marR="0" rtl="0" algn="ctr">
              <a:lnSpc>
                <a:spcPct val="100000"/>
              </a:lnSpc>
              <a:spcBef>
                <a:spcPts val="0"/>
              </a:spcBef>
              <a:spcAft>
                <a:spcPts val="0"/>
              </a:spcAft>
              <a:buClr>
                <a:srgbClr val="000000"/>
              </a:buClr>
              <a:buSzPts val="4400"/>
              <a:buFont typeface="Arial"/>
              <a:buNone/>
            </a:pPr>
            <a:r>
              <a:rPr b="0" i="0" lang="en-US" sz="4400" u="none" cap="none" strike="noStrike">
                <a:solidFill>
                  <a:schemeClr val="dk2"/>
                </a:solidFill>
                <a:latin typeface="Times New Roman"/>
                <a:ea typeface="Times New Roman"/>
                <a:cs typeface="Times New Roman"/>
                <a:sym typeface="Times New Roman"/>
              </a:rPr>
              <a:t>Deletion from a Max Heap</a:t>
            </a:r>
            <a:endParaRPr b="0" i="0" sz="1400" u="none" cap="none" strike="noStrike">
              <a:solidFill>
                <a:srgbClr val="000000"/>
              </a:solidFill>
              <a:latin typeface="Arial"/>
              <a:ea typeface="Arial"/>
              <a:cs typeface="Arial"/>
              <a:sym typeface="Arial"/>
            </a:endParaRPr>
          </a:p>
        </p:txBody>
      </p:sp>
      <p:sp>
        <p:nvSpPr>
          <p:cNvPr id="3212" name="Google Shape;3212;p122"/>
          <p:cNvSpPr/>
          <p:nvPr/>
        </p:nvSpPr>
        <p:spPr>
          <a:xfrm>
            <a:off x="971550" y="1044575"/>
            <a:ext cx="9163050" cy="4449763"/>
          </a:xfrm>
          <a:prstGeom prst="rect">
            <a:avLst/>
          </a:prstGeom>
          <a:noFill/>
          <a:ln>
            <a:noFill/>
          </a:ln>
        </p:spPr>
        <p:txBody>
          <a:bodyPr anchorCtr="0" anchor="t" bIns="46025" lIns="92075" spcFirstLastPara="1" rIns="92075" wrap="square" tIns="46025">
            <a:noAutofit/>
          </a:bodyPr>
          <a:lstStyle/>
          <a:p>
            <a:pPr indent="-342900" lvl="0" marL="342900" marR="0" rtl="0" algn="l">
              <a:lnSpc>
                <a:spcPct val="80000"/>
              </a:lnSpc>
              <a:spcBef>
                <a:spcPts val="0"/>
              </a:spcBef>
              <a:spcAft>
                <a:spcPts val="0"/>
              </a:spcAft>
              <a:buClr>
                <a:schemeClr val="accent1"/>
              </a:buClr>
              <a:buSzPts val="1680"/>
              <a:buFont typeface="Arial"/>
              <a:buNone/>
            </a:pPr>
            <a:r>
              <a:rPr b="1" i="0" lang="en-US" sz="2400" u="none" cap="none" strike="noStrike">
                <a:solidFill>
                  <a:schemeClr val="dk1"/>
                </a:solidFill>
                <a:latin typeface="Courier New"/>
                <a:ea typeface="Courier New"/>
                <a:cs typeface="Courier New"/>
                <a:sym typeface="Courier New"/>
              </a:rPr>
              <a:t>element delete_max_heap(int *n)</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480"/>
              </a:spcBef>
              <a:spcAft>
                <a:spcPts val="0"/>
              </a:spcAft>
              <a:buClr>
                <a:schemeClr val="accent1"/>
              </a:buClr>
              <a:buSzPts val="1680"/>
              <a:buFont typeface="Arial"/>
              <a:buNone/>
            </a:pPr>
            <a:r>
              <a:rPr b="1" i="0" lang="en-US" sz="24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480"/>
              </a:spcBef>
              <a:spcAft>
                <a:spcPts val="0"/>
              </a:spcAft>
              <a:buClr>
                <a:schemeClr val="accent1"/>
              </a:buClr>
              <a:buSzPts val="1680"/>
              <a:buFont typeface="Arial"/>
              <a:buNone/>
            </a:pPr>
            <a:r>
              <a:rPr b="1" i="0" lang="en-US" sz="2400" u="none" cap="none" strike="noStrike">
                <a:solidFill>
                  <a:schemeClr val="dk1"/>
                </a:solidFill>
                <a:latin typeface="Courier New"/>
                <a:ea typeface="Courier New"/>
                <a:cs typeface="Courier New"/>
                <a:sym typeface="Courier New"/>
              </a:rPr>
              <a:t>  int parent, child;</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480"/>
              </a:spcBef>
              <a:spcAft>
                <a:spcPts val="0"/>
              </a:spcAft>
              <a:buClr>
                <a:schemeClr val="accent1"/>
              </a:buClr>
              <a:buSzPts val="1680"/>
              <a:buFont typeface="Arial"/>
              <a:buNone/>
            </a:pPr>
            <a:r>
              <a:rPr b="1" i="0" lang="en-US" sz="2400" u="none" cap="none" strike="noStrike">
                <a:solidFill>
                  <a:schemeClr val="dk1"/>
                </a:solidFill>
                <a:latin typeface="Courier New"/>
                <a:ea typeface="Courier New"/>
                <a:cs typeface="Courier New"/>
                <a:sym typeface="Courier New"/>
              </a:rPr>
              <a:t>  element item, temp;</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480"/>
              </a:spcBef>
              <a:spcAft>
                <a:spcPts val="0"/>
              </a:spcAft>
              <a:buClr>
                <a:schemeClr val="accent1"/>
              </a:buClr>
              <a:buSzPts val="1680"/>
              <a:buFont typeface="Arial"/>
              <a:buNone/>
            </a:pPr>
            <a:r>
              <a:rPr b="1" i="0" lang="en-US" sz="2400" u="none" cap="none" strike="noStrike">
                <a:solidFill>
                  <a:schemeClr val="dk1"/>
                </a:solidFill>
                <a:latin typeface="Courier New"/>
                <a:ea typeface="Courier New"/>
                <a:cs typeface="Courier New"/>
                <a:sym typeface="Courier New"/>
              </a:rPr>
              <a:t>  if (HEAP_EMPTY(*n)) {</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480"/>
              </a:spcBef>
              <a:spcAft>
                <a:spcPts val="0"/>
              </a:spcAft>
              <a:buClr>
                <a:schemeClr val="accent1"/>
              </a:buClr>
              <a:buSzPts val="1680"/>
              <a:buFont typeface="Arial"/>
              <a:buNone/>
            </a:pPr>
            <a:r>
              <a:rPr b="1" i="0" lang="en-US" sz="2400" u="none" cap="none" strike="noStrike">
                <a:solidFill>
                  <a:schemeClr val="dk1"/>
                </a:solidFill>
                <a:latin typeface="Courier New"/>
                <a:ea typeface="Courier New"/>
                <a:cs typeface="Courier New"/>
                <a:sym typeface="Courier New"/>
              </a:rPr>
              <a:t>    fprintf(stderr, “The heap is empty\n”);</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480"/>
              </a:spcBef>
              <a:spcAft>
                <a:spcPts val="0"/>
              </a:spcAft>
              <a:buClr>
                <a:schemeClr val="accent1"/>
              </a:buClr>
              <a:buSzPts val="1680"/>
              <a:buFont typeface="Arial"/>
              <a:buNone/>
            </a:pPr>
            <a:r>
              <a:rPr b="1" i="0" lang="en-US" sz="2400" u="none" cap="none" strike="noStrike">
                <a:solidFill>
                  <a:schemeClr val="dk1"/>
                </a:solidFill>
                <a:latin typeface="Courier New"/>
                <a:ea typeface="Courier New"/>
                <a:cs typeface="Courier New"/>
                <a:sym typeface="Courier New"/>
              </a:rPr>
              <a:t>    exit(1);</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480"/>
              </a:spcBef>
              <a:spcAft>
                <a:spcPts val="0"/>
              </a:spcAft>
              <a:buClr>
                <a:schemeClr val="accent1"/>
              </a:buClr>
              <a:buSzPts val="1680"/>
              <a:buFont typeface="Arial"/>
              <a:buNone/>
            </a:pPr>
            <a:r>
              <a:rPr b="1" i="0" lang="en-US" sz="2400" u="none" cap="none" strike="noStrike">
                <a:solidFill>
                  <a:schemeClr val="dk1"/>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480"/>
              </a:spcBef>
              <a:spcAft>
                <a:spcPts val="0"/>
              </a:spcAft>
              <a:buClr>
                <a:schemeClr val="accent1"/>
              </a:buClr>
              <a:buSzPts val="1680"/>
              <a:buFont typeface="Arial"/>
              <a:buNone/>
            </a:pPr>
            <a:r>
              <a:rPr b="1" i="0" lang="en-US" sz="2400" u="none" cap="none" strike="noStrike">
                <a:solidFill>
                  <a:schemeClr val="dk1"/>
                </a:solidFill>
                <a:latin typeface="Courier New"/>
                <a:ea typeface="Courier New"/>
                <a:cs typeface="Courier New"/>
                <a:sym typeface="Courier New"/>
              </a:rPr>
              <a:t>  /* save value of the element with the </a:t>
            </a:r>
            <a:br>
              <a:rPr b="1" i="0" lang="en-US" sz="2400" u="none" cap="none" strike="noStrike">
                <a:solidFill>
                  <a:schemeClr val="dk1"/>
                </a:solidFill>
                <a:latin typeface="Courier New"/>
                <a:ea typeface="Courier New"/>
                <a:cs typeface="Courier New"/>
                <a:sym typeface="Courier New"/>
              </a:rPr>
            </a:br>
            <a:r>
              <a:rPr b="1" i="0" lang="en-US" sz="2400" u="none" cap="none" strike="noStrike">
                <a:solidFill>
                  <a:schemeClr val="dk1"/>
                </a:solidFill>
                <a:latin typeface="Courier New"/>
                <a:ea typeface="Courier New"/>
                <a:cs typeface="Courier New"/>
                <a:sym typeface="Courier New"/>
              </a:rPr>
              <a:t>   highest key */</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480"/>
              </a:spcBef>
              <a:spcAft>
                <a:spcPts val="0"/>
              </a:spcAft>
              <a:buClr>
                <a:schemeClr val="accent1"/>
              </a:buClr>
              <a:buSzPts val="1680"/>
              <a:buFont typeface="Arial"/>
              <a:buNone/>
            </a:pPr>
            <a:r>
              <a:rPr b="1" i="0" lang="en-US" sz="2400" u="none" cap="none" strike="noStrike">
                <a:solidFill>
                  <a:schemeClr val="dk1"/>
                </a:solidFill>
                <a:latin typeface="Courier New"/>
                <a:ea typeface="Courier New"/>
                <a:cs typeface="Courier New"/>
                <a:sym typeface="Courier New"/>
              </a:rPr>
              <a:t>  item = heap[1];</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480"/>
              </a:spcBef>
              <a:spcAft>
                <a:spcPts val="0"/>
              </a:spcAft>
              <a:buClr>
                <a:schemeClr val="accent1"/>
              </a:buClr>
              <a:buSzPts val="1680"/>
              <a:buFont typeface="Arial"/>
              <a:buNone/>
            </a:pPr>
            <a:r>
              <a:rPr b="1" i="0" lang="en-US" sz="2400" u="none" cap="none" strike="noStrike">
                <a:solidFill>
                  <a:schemeClr val="dk1"/>
                </a:solidFill>
                <a:latin typeface="Courier New"/>
                <a:ea typeface="Courier New"/>
                <a:cs typeface="Courier New"/>
                <a:sym typeface="Courier New"/>
              </a:rPr>
              <a:t>  /* use last element in heap to adjust heap */</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480"/>
              </a:spcBef>
              <a:spcAft>
                <a:spcPts val="0"/>
              </a:spcAft>
              <a:buClr>
                <a:schemeClr val="accent1"/>
              </a:buClr>
              <a:buSzPts val="1680"/>
              <a:buFont typeface="Arial"/>
              <a:buNone/>
            </a:pPr>
            <a:r>
              <a:rPr b="1" i="0" lang="en-US" sz="2400" u="none" cap="none" strike="noStrike">
                <a:solidFill>
                  <a:schemeClr val="dk1"/>
                </a:solidFill>
                <a:latin typeface="Courier New"/>
                <a:ea typeface="Courier New"/>
                <a:cs typeface="Courier New"/>
                <a:sym typeface="Courier New"/>
              </a:rPr>
              <a:t>  temp = heap[(*n)--];</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480"/>
              </a:spcBef>
              <a:spcAft>
                <a:spcPts val="0"/>
              </a:spcAft>
              <a:buClr>
                <a:schemeClr val="accent1"/>
              </a:buClr>
              <a:buSzPts val="1680"/>
              <a:buFont typeface="Arial"/>
              <a:buNone/>
            </a:pPr>
            <a:r>
              <a:rPr b="1" i="0" lang="en-US" sz="2400" u="none" cap="none" strike="noStrike">
                <a:solidFill>
                  <a:schemeClr val="dk1"/>
                </a:solidFill>
                <a:latin typeface="Courier New"/>
                <a:ea typeface="Courier New"/>
                <a:cs typeface="Courier New"/>
                <a:sym typeface="Courier New"/>
              </a:rPr>
              <a:t>  parent = 1;</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480"/>
              </a:spcBef>
              <a:spcAft>
                <a:spcPts val="0"/>
              </a:spcAft>
              <a:buClr>
                <a:schemeClr val="accent1"/>
              </a:buClr>
              <a:buSzPts val="1680"/>
              <a:buFont typeface="Arial"/>
              <a:buNone/>
            </a:pPr>
            <a:r>
              <a:rPr b="1" i="0" lang="en-US" sz="2400" u="none" cap="none" strike="noStrike">
                <a:solidFill>
                  <a:schemeClr val="dk1"/>
                </a:solidFill>
                <a:latin typeface="Courier New"/>
                <a:ea typeface="Courier New"/>
                <a:cs typeface="Courier New"/>
                <a:sym typeface="Courier New"/>
              </a:rPr>
              <a:t>  child = 2;</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6" name="Shape 3216"/>
        <p:cNvGrpSpPr/>
        <p:nvPr/>
      </p:nvGrpSpPr>
      <p:grpSpPr>
        <a:xfrm>
          <a:off x="0" y="0"/>
          <a:ext cx="0" cy="0"/>
          <a:chOff x="0" y="0"/>
          <a:chExt cx="0" cy="0"/>
        </a:xfrm>
      </p:grpSpPr>
      <p:sp>
        <p:nvSpPr>
          <p:cNvPr id="3217" name="Google Shape;3217;p123"/>
          <p:cNvSpPr/>
          <p:nvPr/>
        </p:nvSpPr>
        <p:spPr>
          <a:xfrm>
            <a:off x="927100" y="1109663"/>
            <a:ext cx="8216900" cy="4181475"/>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2400"/>
              <a:buFont typeface="Arial"/>
              <a:buNone/>
            </a:pPr>
            <a:r>
              <a:rPr b="1" i="0" lang="en-US" sz="2400" u="none" cap="none" strike="noStrike">
                <a:solidFill>
                  <a:schemeClr val="dk1"/>
                </a:solidFill>
                <a:latin typeface="Courier New"/>
                <a:ea typeface="Courier New"/>
                <a:cs typeface="Courier New"/>
                <a:sym typeface="Courier New"/>
              </a:rPr>
              <a:t>while (child &lt;= *n) {</a:t>
            </a:r>
            <a:endParaRPr b="0" i="0" sz="1400" u="none" cap="none" strike="noStrike">
              <a:solidFill>
                <a:srgbClr val="000000"/>
              </a:solidFill>
              <a:latin typeface="Arial"/>
              <a:ea typeface="Arial"/>
              <a:cs typeface="Arial"/>
              <a:sym typeface="Arial"/>
            </a:endParaRPr>
          </a:p>
          <a:p>
            <a:pPr indent="0" lvl="0" marL="0" marR="0" rtl="0" algn="l">
              <a:lnSpc>
                <a:spcPct val="80000"/>
              </a:lnSpc>
              <a:spcBef>
                <a:spcPts val="0"/>
              </a:spcBef>
              <a:spcAft>
                <a:spcPts val="0"/>
              </a:spcAft>
              <a:buClr>
                <a:srgbClr val="000000"/>
              </a:buClr>
              <a:buSzPts val="2400"/>
              <a:buFont typeface="Arial"/>
              <a:buNone/>
            </a:pPr>
            <a:r>
              <a:rPr b="1" i="0" lang="en-US" sz="2400" u="none" cap="none" strike="noStrike">
                <a:solidFill>
                  <a:schemeClr val="dk1"/>
                </a:solidFill>
                <a:latin typeface="Courier New"/>
                <a:ea typeface="Courier New"/>
                <a:cs typeface="Courier New"/>
                <a:sym typeface="Courier New"/>
              </a:rPr>
              <a:t>    /* find the larger child of the current </a:t>
            </a:r>
            <a:endParaRPr b="0" i="0" sz="1400" u="none" cap="none" strike="noStrike">
              <a:solidFill>
                <a:srgbClr val="000000"/>
              </a:solidFill>
              <a:latin typeface="Arial"/>
              <a:ea typeface="Arial"/>
              <a:cs typeface="Arial"/>
              <a:sym typeface="Arial"/>
            </a:endParaRPr>
          </a:p>
          <a:p>
            <a:pPr indent="0" lvl="0" marL="0" marR="0" rtl="0" algn="l">
              <a:lnSpc>
                <a:spcPct val="80000"/>
              </a:lnSpc>
              <a:spcBef>
                <a:spcPts val="0"/>
              </a:spcBef>
              <a:spcAft>
                <a:spcPts val="0"/>
              </a:spcAft>
              <a:buClr>
                <a:srgbClr val="000000"/>
              </a:buClr>
              <a:buSzPts val="2400"/>
              <a:buFont typeface="Arial"/>
              <a:buNone/>
            </a:pPr>
            <a:r>
              <a:rPr b="1" i="0" lang="en-US" sz="2400" u="none" cap="none" strike="noStrike">
                <a:solidFill>
                  <a:schemeClr val="dk1"/>
                </a:solidFill>
                <a:latin typeface="Courier New"/>
                <a:ea typeface="Courier New"/>
                <a:cs typeface="Courier New"/>
                <a:sym typeface="Courier New"/>
              </a:rPr>
              <a:t>       parent */</a:t>
            </a:r>
            <a:endParaRPr b="0" i="0" sz="1400" u="none" cap="none" strike="noStrike">
              <a:solidFill>
                <a:srgbClr val="000000"/>
              </a:solidFill>
              <a:latin typeface="Arial"/>
              <a:ea typeface="Arial"/>
              <a:cs typeface="Arial"/>
              <a:sym typeface="Arial"/>
            </a:endParaRPr>
          </a:p>
          <a:p>
            <a:pPr indent="0" lvl="0" marL="0" marR="0" rtl="0" algn="l">
              <a:lnSpc>
                <a:spcPct val="80000"/>
              </a:lnSpc>
              <a:spcBef>
                <a:spcPts val="0"/>
              </a:spcBef>
              <a:spcAft>
                <a:spcPts val="0"/>
              </a:spcAft>
              <a:buClr>
                <a:srgbClr val="000000"/>
              </a:buClr>
              <a:buSzPts val="2400"/>
              <a:buFont typeface="Arial"/>
              <a:buNone/>
            </a:pPr>
            <a:r>
              <a:rPr b="1" i="0" lang="en-US" sz="2400" u="none" cap="none" strike="noStrike">
                <a:solidFill>
                  <a:schemeClr val="dk1"/>
                </a:solidFill>
                <a:latin typeface="Courier New"/>
                <a:ea typeface="Courier New"/>
                <a:cs typeface="Courier New"/>
                <a:sym typeface="Courier New"/>
              </a:rPr>
              <a:t>    if ((child &lt; *n)&amp;&amp;</a:t>
            </a:r>
            <a:endParaRPr b="0" i="0" sz="1400" u="none" cap="none" strike="noStrike">
              <a:solidFill>
                <a:srgbClr val="000000"/>
              </a:solidFill>
              <a:latin typeface="Arial"/>
              <a:ea typeface="Arial"/>
              <a:cs typeface="Arial"/>
              <a:sym typeface="Arial"/>
            </a:endParaRPr>
          </a:p>
          <a:p>
            <a:pPr indent="0" lvl="0" marL="0" marR="0" rtl="0" algn="l">
              <a:lnSpc>
                <a:spcPct val="80000"/>
              </a:lnSpc>
              <a:spcBef>
                <a:spcPts val="0"/>
              </a:spcBef>
              <a:spcAft>
                <a:spcPts val="0"/>
              </a:spcAft>
              <a:buClr>
                <a:srgbClr val="000000"/>
              </a:buClr>
              <a:buSzPts val="2400"/>
              <a:buFont typeface="Arial"/>
              <a:buNone/>
            </a:pPr>
            <a:r>
              <a:rPr b="1" i="0" lang="en-US" sz="2400" u="none" cap="none" strike="noStrike">
                <a:solidFill>
                  <a:schemeClr val="dk1"/>
                </a:solidFill>
                <a:latin typeface="Courier New"/>
                <a:ea typeface="Courier New"/>
                <a:cs typeface="Courier New"/>
                <a:sym typeface="Courier New"/>
              </a:rPr>
              <a:t>        (heap[child].key&lt;heap[child+1].key))</a:t>
            </a:r>
            <a:endParaRPr b="0" i="0" sz="1400" u="none" cap="none" strike="noStrike">
              <a:solidFill>
                <a:srgbClr val="000000"/>
              </a:solidFill>
              <a:latin typeface="Arial"/>
              <a:ea typeface="Arial"/>
              <a:cs typeface="Arial"/>
              <a:sym typeface="Arial"/>
            </a:endParaRPr>
          </a:p>
          <a:p>
            <a:pPr indent="0" lvl="0" marL="0" marR="0" rtl="0" algn="l">
              <a:lnSpc>
                <a:spcPct val="80000"/>
              </a:lnSpc>
              <a:spcBef>
                <a:spcPts val="0"/>
              </a:spcBef>
              <a:spcAft>
                <a:spcPts val="0"/>
              </a:spcAft>
              <a:buClr>
                <a:srgbClr val="000000"/>
              </a:buClr>
              <a:buSzPts val="2400"/>
              <a:buFont typeface="Arial"/>
              <a:buNone/>
            </a:pPr>
            <a:r>
              <a:rPr b="1" i="0" lang="en-US" sz="2400" u="none" cap="none" strike="noStrike">
                <a:solidFill>
                  <a:schemeClr val="dk1"/>
                </a:solidFill>
                <a:latin typeface="Courier New"/>
                <a:ea typeface="Courier New"/>
                <a:cs typeface="Courier New"/>
                <a:sym typeface="Courier New"/>
              </a:rPr>
              <a:t>      child++;</a:t>
            </a:r>
            <a:endParaRPr b="0" i="0" sz="1400" u="none" cap="none" strike="noStrike">
              <a:solidFill>
                <a:srgbClr val="000000"/>
              </a:solidFill>
              <a:latin typeface="Arial"/>
              <a:ea typeface="Arial"/>
              <a:cs typeface="Arial"/>
              <a:sym typeface="Arial"/>
            </a:endParaRPr>
          </a:p>
          <a:p>
            <a:pPr indent="0" lvl="0" marL="0" marR="0" rtl="0" algn="l">
              <a:lnSpc>
                <a:spcPct val="80000"/>
              </a:lnSpc>
              <a:spcBef>
                <a:spcPts val="0"/>
              </a:spcBef>
              <a:spcAft>
                <a:spcPts val="0"/>
              </a:spcAft>
              <a:buClr>
                <a:srgbClr val="000000"/>
              </a:buClr>
              <a:buSzPts val="2400"/>
              <a:buFont typeface="Arial"/>
              <a:buNone/>
            </a:pPr>
            <a:r>
              <a:rPr b="1" i="0" lang="en-US" sz="2400" u="none" cap="none" strike="noStrike">
                <a:solidFill>
                  <a:schemeClr val="dk1"/>
                </a:solidFill>
                <a:latin typeface="Courier New"/>
                <a:ea typeface="Courier New"/>
                <a:cs typeface="Courier New"/>
                <a:sym typeface="Courier New"/>
              </a:rPr>
              <a:t>    if (temp.key &gt;= heap[child].key) break;</a:t>
            </a:r>
            <a:endParaRPr b="0" i="0" sz="1400" u="none" cap="none" strike="noStrike">
              <a:solidFill>
                <a:srgbClr val="000000"/>
              </a:solidFill>
              <a:latin typeface="Arial"/>
              <a:ea typeface="Arial"/>
              <a:cs typeface="Arial"/>
              <a:sym typeface="Arial"/>
            </a:endParaRPr>
          </a:p>
          <a:p>
            <a:pPr indent="0" lvl="0" marL="0" marR="0" rtl="0" algn="l">
              <a:lnSpc>
                <a:spcPct val="80000"/>
              </a:lnSpc>
              <a:spcBef>
                <a:spcPts val="0"/>
              </a:spcBef>
              <a:spcAft>
                <a:spcPts val="0"/>
              </a:spcAft>
              <a:buClr>
                <a:srgbClr val="000000"/>
              </a:buClr>
              <a:buSzPts val="2400"/>
              <a:buFont typeface="Arial"/>
              <a:buNone/>
            </a:pPr>
            <a:r>
              <a:rPr b="1" i="0" lang="en-US" sz="2400" u="none" cap="none" strike="noStrike">
                <a:solidFill>
                  <a:schemeClr val="dk1"/>
                </a:solidFill>
                <a:latin typeface="Courier New"/>
                <a:ea typeface="Courier New"/>
                <a:cs typeface="Courier New"/>
                <a:sym typeface="Courier New"/>
              </a:rPr>
              <a:t>    /* move to the next lower level */</a:t>
            </a:r>
            <a:endParaRPr b="0" i="0" sz="1400" u="none" cap="none" strike="noStrike">
              <a:solidFill>
                <a:srgbClr val="000000"/>
              </a:solidFill>
              <a:latin typeface="Arial"/>
              <a:ea typeface="Arial"/>
              <a:cs typeface="Arial"/>
              <a:sym typeface="Arial"/>
            </a:endParaRPr>
          </a:p>
          <a:p>
            <a:pPr indent="0" lvl="0" marL="0" marR="0" rtl="0" algn="l">
              <a:lnSpc>
                <a:spcPct val="80000"/>
              </a:lnSpc>
              <a:spcBef>
                <a:spcPts val="0"/>
              </a:spcBef>
              <a:spcAft>
                <a:spcPts val="0"/>
              </a:spcAft>
              <a:buClr>
                <a:srgbClr val="000000"/>
              </a:buClr>
              <a:buSzPts val="2400"/>
              <a:buFont typeface="Arial"/>
              <a:buNone/>
            </a:pPr>
            <a:r>
              <a:rPr b="1" i="0" lang="en-US" sz="2400" u="none" cap="none" strike="noStrike">
                <a:solidFill>
                  <a:schemeClr val="dk1"/>
                </a:solidFill>
                <a:latin typeface="Courier New"/>
                <a:ea typeface="Courier New"/>
                <a:cs typeface="Courier New"/>
                <a:sym typeface="Courier New"/>
              </a:rPr>
              <a:t>    heap[parent] = heap[child];</a:t>
            </a:r>
            <a:endParaRPr b="0" i="0" sz="1400" u="none" cap="none" strike="noStrike">
              <a:solidFill>
                <a:srgbClr val="000000"/>
              </a:solidFill>
              <a:latin typeface="Arial"/>
              <a:ea typeface="Arial"/>
              <a:cs typeface="Arial"/>
              <a:sym typeface="Arial"/>
            </a:endParaRPr>
          </a:p>
          <a:p>
            <a:pPr indent="0" lvl="0" marL="0" marR="0" rtl="0" algn="l">
              <a:lnSpc>
                <a:spcPct val="80000"/>
              </a:lnSpc>
              <a:spcBef>
                <a:spcPts val="0"/>
              </a:spcBef>
              <a:spcAft>
                <a:spcPts val="0"/>
              </a:spcAft>
              <a:buClr>
                <a:srgbClr val="000000"/>
              </a:buClr>
              <a:buSzPts val="2400"/>
              <a:buFont typeface="Arial"/>
              <a:buNone/>
            </a:pPr>
            <a:r>
              <a:rPr b="1" i="0" lang="en-US" sz="2400" u="none" cap="none" strike="noStrike">
                <a:solidFill>
                  <a:schemeClr val="dk1"/>
                </a:solidFill>
                <a:latin typeface="Courier New"/>
                <a:ea typeface="Courier New"/>
                <a:cs typeface="Courier New"/>
                <a:sym typeface="Courier New"/>
              </a:rPr>
              <a:t>    child *= 2;</a:t>
            </a:r>
            <a:endParaRPr b="0" i="0" sz="1400" u="none" cap="none" strike="noStrike">
              <a:solidFill>
                <a:srgbClr val="000000"/>
              </a:solidFill>
              <a:latin typeface="Arial"/>
              <a:ea typeface="Arial"/>
              <a:cs typeface="Arial"/>
              <a:sym typeface="Arial"/>
            </a:endParaRPr>
          </a:p>
          <a:p>
            <a:pPr indent="0" lvl="0" marL="0" marR="0" rtl="0" algn="l">
              <a:lnSpc>
                <a:spcPct val="80000"/>
              </a:lnSpc>
              <a:spcBef>
                <a:spcPts val="0"/>
              </a:spcBef>
              <a:spcAft>
                <a:spcPts val="0"/>
              </a:spcAft>
              <a:buClr>
                <a:srgbClr val="000000"/>
              </a:buClr>
              <a:buSzPts val="2400"/>
              <a:buFont typeface="Arial"/>
              <a:buNone/>
            </a:pPr>
            <a:r>
              <a:rPr b="1" i="0" lang="en-US" sz="2400" u="none" cap="none" strike="noStrike">
                <a:solidFill>
                  <a:schemeClr val="dk1"/>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a:p>
            <a:pPr indent="0" lvl="0" marL="0" marR="0" rtl="0" algn="l">
              <a:lnSpc>
                <a:spcPct val="80000"/>
              </a:lnSpc>
              <a:spcBef>
                <a:spcPts val="0"/>
              </a:spcBef>
              <a:spcAft>
                <a:spcPts val="0"/>
              </a:spcAft>
              <a:buClr>
                <a:srgbClr val="000000"/>
              </a:buClr>
              <a:buSzPts val="2400"/>
              <a:buFont typeface="Arial"/>
              <a:buNone/>
            </a:pPr>
            <a:r>
              <a:rPr b="1" i="0" lang="en-US" sz="2400" u="none" cap="none" strike="noStrike">
                <a:solidFill>
                  <a:schemeClr val="dk1"/>
                </a:solidFill>
                <a:latin typeface="Courier New"/>
                <a:ea typeface="Courier New"/>
                <a:cs typeface="Courier New"/>
                <a:sym typeface="Courier New"/>
              </a:rPr>
              <a:t>  heap[parent] = temp;</a:t>
            </a:r>
            <a:endParaRPr b="0" i="0" sz="1400" u="none" cap="none" strike="noStrike">
              <a:solidFill>
                <a:srgbClr val="000000"/>
              </a:solidFill>
              <a:latin typeface="Arial"/>
              <a:ea typeface="Arial"/>
              <a:cs typeface="Arial"/>
              <a:sym typeface="Arial"/>
            </a:endParaRPr>
          </a:p>
          <a:p>
            <a:pPr indent="0" lvl="0" marL="0" marR="0" rtl="0" algn="l">
              <a:lnSpc>
                <a:spcPct val="80000"/>
              </a:lnSpc>
              <a:spcBef>
                <a:spcPts val="0"/>
              </a:spcBef>
              <a:spcAft>
                <a:spcPts val="0"/>
              </a:spcAft>
              <a:buClr>
                <a:srgbClr val="000000"/>
              </a:buClr>
              <a:buSzPts val="2400"/>
              <a:buFont typeface="Arial"/>
              <a:buNone/>
            </a:pPr>
            <a:r>
              <a:rPr b="1" i="0" lang="en-US" sz="2400" u="none" cap="none" strike="noStrike">
                <a:solidFill>
                  <a:schemeClr val="dk1"/>
                </a:solidFill>
                <a:latin typeface="Courier New"/>
                <a:ea typeface="Courier New"/>
                <a:cs typeface="Courier New"/>
                <a:sym typeface="Courier New"/>
              </a:rPr>
              <a:t>  return item;</a:t>
            </a:r>
            <a:endParaRPr b="0" i="0" sz="1400" u="none" cap="none" strike="noStrike">
              <a:solidFill>
                <a:srgbClr val="000000"/>
              </a:solidFill>
              <a:latin typeface="Arial"/>
              <a:ea typeface="Arial"/>
              <a:cs typeface="Arial"/>
              <a:sym typeface="Arial"/>
            </a:endParaRPr>
          </a:p>
          <a:p>
            <a:pPr indent="0" lvl="0" marL="0" marR="0" rtl="0" algn="l">
              <a:lnSpc>
                <a:spcPct val="80000"/>
              </a:lnSpc>
              <a:spcBef>
                <a:spcPts val="0"/>
              </a:spcBef>
              <a:spcAft>
                <a:spcPts val="0"/>
              </a:spcAft>
              <a:buClr>
                <a:srgbClr val="000000"/>
              </a:buClr>
              <a:buSzPts val="2400"/>
              <a:buFont typeface="Arial"/>
              <a:buNone/>
            </a:pPr>
            <a:r>
              <a:rPr b="1" i="0" lang="en-US" sz="24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1" name="Shape 3221"/>
        <p:cNvGrpSpPr/>
        <p:nvPr/>
      </p:nvGrpSpPr>
      <p:grpSpPr>
        <a:xfrm>
          <a:off x="0" y="0"/>
          <a:ext cx="0" cy="0"/>
          <a:chOff x="0" y="0"/>
          <a:chExt cx="0" cy="0"/>
        </a:xfrm>
      </p:grpSpPr>
      <p:sp>
        <p:nvSpPr>
          <p:cNvPr id="3222" name="Google Shape;3222;p124"/>
          <p:cNvSpPr txBox="1"/>
          <p:nvPr>
            <p:ph type="title"/>
          </p:nvPr>
        </p:nvSpPr>
        <p:spPr>
          <a:xfrm>
            <a:off x="1371600" y="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Binary Search Tree</a:t>
            </a:r>
            <a:endParaRPr/>
          </a:p>
        </p:txBody>
      </p:sp>
      <p:sp>
        <p:nvSpPr>
          <p:cNvPr id="3223" name="Google Shape;3223;p124"/>
          <p:cNvSpPr txBox="1"/>
          <p:nvPr>
            <p:ph idx="1" type="body"/>
          </p:nvPr>
        </p:nvSpPr>
        <p:spPr>
          <a:xfrm>
            <a:off x="971550" y="1009650"/>
            <a:ext cx="7772400" cy="41148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240"/>
              <a:buChar char="●"/>
            </a:pPr>
            <a:r>
              <a:rPr lang="en-US"/>
              <a:t>Heap</a:t>
            </a:r>
            <a:endParaRPr/>
          </a:p>
          <a:p>
            <a:pPr indent="-285750" lvl="1" marL="742950" rtl="0" algn="l">
              <a:lnSpc>
                <a:spcPct val="100000"/>
              </a:lnSpc>
              <a:spcBef>
                <a:spcPts val="560"/>
              </a:spcBef>
              <a:spcAft>
                <a:spcPts val="0"/>
              </a:spcAft>
              <a:buClr>
                <a:schemeClr val="dk1"/>
              </a:buClr>
              <a:buSzPts val="2800"/>
              <a:buFont typeface="Times New Roman"/>
              <a:buChar char="–"/>
            </a:pPr>
            <a:r>
              <a:rPr lang="en-US"/>
              <a:t>a min (max) element is deleted.  	</a:t>
            </a:r>
            <a:r>
              <a:rPr lang="en-US">
                <a:solidFill>
                  <a:srgbClr val="CC3300"/>
                </a:solidFill>
              </a:rPr>
              <a:t>O(log</a:t>
            </a:r>
            <a:r>
              <a:rPr baseline="-25000" lang="en-US">
                <a:solidFill>
                  <a:srgbClr val="CC3300"/>
                </a:solidFill>
              </a:rPr>
              <a:t>2</a:t>
            </a:r>
            <a:r>
              <a:rPr lang="en-US">
                <a:solidFill>
                  <a:srgbClr val="CC3300"/>
                </a:solidFill>
              </a:rPr>
              <a:t>n)</a:t>
            </a:r>
            <a:endParaRPr/>
          </a:p>
          <a:p>
            <a:pPr indent="-285750" lvl="1" marL="742950" rtl="0" algn="l">
              <a:lnSpc>
                <a:spcPct val="100000"/>
              </a:lnSpc>
              <a:spcBef>
                <a:spcPts val="560"/>
              </a:spcBef>
              <a:spcAft>
                <a:spcPts val="0"/>
              </a:spcAft>
              <a:buClr>
                <a:schemeClr val="dk1"/>
              </a:buClr>
              <a:buSzPts val="2800"/>
              <a:buFont typeface="Times New Roman"/>
              <a:buChar char="–"/>
            </a:pPr>
            <a:r>
              <a:rPr lang="en-US"/>
              <a:t>deletion of an arbitrary element  	</a:t>
            </a:r>
            <a:r>
              <a:rPr lang="en-US">
                <a:solidFill>
                  <a:srgbClr val="CC3300"/>
                </a:solidFill>
              </a:rPr>
              <a:t>O(n)</a:t>
            </a:r>
            <a:endParaRPr/>
          </a:p>
          <a:p>
            <a:pPr indent="-285750" lvl="1" marL="742950" rtl="0" algn="l">
              <a:lnSpc>
                <a:spcPct val="100000"/>
              </a:lnSpc>
              <a:spcBef>
                <a:spcPts val="560"/>
              </a:spcBef>
              <a:spcAft>
                <a:spcPts val="0"/>
              </a:spcAft>
              <a:buClr>
                <a:schemeClr val="dk1"/>
              </a:buClr>
              <a:buSzPts val="2800"/>
              <a:buFont typeface="Times New Roman"/>
              <a:buChar char="–"/>
            </a:pPr>
            <a:r>
              <a:rPr lang="en-US"/>
              <a:t>search for an arbitrary element 	</a:t>
            </a:r>
            <a:r>
              <a:rPr lang="en-US">
                <a:solidFill>
                  <a:srgbClr val="CC3300"/>
                </a:solidFill>
              </a:rPr>
              <a:t>O(n)</a:t>
            </a:r>
            <a:endParaRPr/>
          </a:p>
          <a:p>
            <a:pPr indent="-342900" lvl="0" marL="342900" rtl="0" algn="l">
              <a:lnSpc>
                <a:spcPct val="100000"/>
              </a:lnSpc>
              <a:spcBef>
                <a:spcPts val="640"/>
              </a:spcBef>
              <a:spcAft>
                <a:spcPts val="0"/>
              </a:spcAft>
              <a:buSzPts val="2240"/>
              <a:buChar char="●"/>
            </a:pPr>
            <a:r>
              <a:rPr lang="en-US"/>
              <a:t>Binary search tree</a:t>
            </a:r>
            <a:endParaRPr/>
          </a:p>
          <a:p>
            <a:pPr indent="-285750" lvl="1" marL="742950" rtl="0" algn="l">
              <a:lnSpc>
                <a:spcPct val="100000"/>
              </a:lnSpc>
              <a:spcBef>
                <a:spcPts val="560"/>
              </a:spcBef>
              <a:spcAft>
                <a:spcPts val="0"/>
              </a:spcAft>
              <a:buClr>
                <a:schemeClr val="dk1"/>
              </a:buClr>
              <a:buSzPts val="2800"/>
              <a:buFont typeface="Times New Roman"/>
              <a:buChar char="–"/>
            </a:pPr>
            <a:r>
              <a:rPr lang="en-US"/>
              <a:t> Every element has a unique key.</a:t>
            </a:r>
            <a:endParaRPr/>
          </a:p>
          <a:p>
            <a:pPr indent="-285750" lvl="1" marL="742950" rtl="0" algn="l">
              <a:lnSpc>
                <a:spcPct val="100000"/>
              </a:lnSpc>
              <a:spcBef>
                <a:spcPts val="560"/>
              </a:spcBef>
              <a:spcAft>
                <a:spcPts val="0"/>
              </a:spcAft>
              <a:buClr>
                <a:schemeClr val="dk1"/>
              </a:buClr>
              <a:buSzPts val="2800"/>
              <a:buFont typeface="Times New Roman"/>
              <a:buChar char="–"/>
            </a:pPr>
            <a:r>
              <a:rPr lang="en-US"/>
              <a:t>The keys in a nonempty </a:t>
            </a:r>
            <a:r>
              <a:rPr lang="en-US">
                <a:solidFill>
                  <a:srgbClr val="003399"/>
                </a:solidFill>
              </a:rPr>
              <a:t>left subtree</a:t>
            </a:r>
            <a:r>
              <a:rPr lang="en-US"/>
              <a:t> (</a:t>
            </a:r>
            <a:r>
              <a:rPr lang="en-US">
                <a:solidFill>
                  <a:srgbClr val="003399"/>
                </a:solidFill>
              </a:rPr>
              <a:t>right subtree</a:t>
            </a:r>
            <a:r>
              <a:rPr lang="en-US"/>
              <a:t>) are </a:t>
            </a:r>
            <a:r>
              <a:rPr lang="en-US">
                <a:solidFill>
                  <a:srgbClr val="003399"/>
                </a:solidFill>
              </a:rPr>
              <a:t>smaller</a:t>
            </a:r>
            <a:r>
              <a:rPr lang="en-US"/>
              <a:t> (</a:t>
            </a:r>
            <a:r>
              <a:rPr lang="en-US">
                <a:solidFill>
                  <a:srgbClr val="003399"/>
                </a:solidFill>
              </a:rPr>
              <a:t>larger</a:t>
            </a:r>
            <a:r>
              <a:rPr lang="en-US"/>
              <a:t>) than the key in the root of subtree.</a:t>
            </a:r>
            <a:endParaRPr/>
          </a:p>
          <a:p>
            <a:pPr indent="-285750" lvl="1" marL="742950" rtl="0" algn="l">
              <a:lnSpc>
                <a:spcPct val="100000"/>
              </a:lnSpc>
              <a:spcBef>
                <a:spcPts val="560"/>
              </a:spcBef>
              <a:spcAft>
                <a:spcPts val="0"/>
              </a:spcAft>
              <a:buClr>
                <a:schemeClr val="dk1"/>
              </a:buClr>
              <a:buSzPts val="2800"/>
              <a:buFont typeface="Times New Roman"/>
              <a:buChar char="–"/>
            </a:pPr>
            <a:r>
              <a:rPr lang="en-US"/>
              <a:t>The left and right subtrees are also binary search trees.</a:t>
            </a:r>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7" name="Shape 3227"/>
        <p:cNvGrpSpPr/>
        <p:nvPr/>
      </p:nvGrpSpPr>
      <p:grpSpPr>
        <a:xfrm>
          <a:off x="0" y="0"/>
          <a:ext cx="0" cy="0"/>
          <a:chOff x="0" y="0"/>
          <a:chExt cx="0" cy="0"/>
        </a:xfrm>
      </p:grpSpPr>
      <p:sp>
        <p:nvSpPr>
          <p:cNvPr id="3228" name="Google Shape;3228;p125"/>
          <p:cNvSpPr/>
          <p:nvPr/>
        </p:nvSpPr>
        <p:spPr>
          <a:xfrm>
            <a:off x="342900" y="609600"/>
            <a:ext cx="9163050" cy="1143000"/>
          </a:xfrm>
          <a:prstGeom prst="rect">
            <a:avLst/>
          </a:prstGeom>
          <a:noFill/>
          <a:ln>
            <a:noFill/>
          </a:ln>
        </p:spPr>
        <p:txBody>
          <a:bodyPr anchorCtr="0" anchor="ctr" bIns="46025" lIns="92075" spcFirstLastPara="1" rIns="92075" wrap="square" tIns="46025">
            <a:noAutofit/>
          </a:bodyPr>
          <a:lstStyle/>
          <a:p>
            <a:pPr indent="0" lvl="0" marL="0" marR="0" rtl="0" algn="ctr">
              <a:lnSpc>
                <a:spcPct val="100000"/>
              </a:lnSpc>
              <a:spcBef>
                <a:spcPts val="0"/>
              </a:spcBef>
              <a:spcAft>
                <a:spcPts val="0"/>
              </a:spcAft>
              <a:buClr>
                <a:srgbClr val="000000"/>
              </a:buClr>
              <a:buSzPts val="4400"/>
              <a:buFont typeface="Arial"/>
              <a:buNone/>
            </a:pPr>
            <a:r>
              <a:rPr b="0" i="0" lang="en-US" sz="4400" u="none" cap="none" strike="noStrike">
                <a:solidFill>
                  <a:schemeClr val="dk2"/>
                </a:solidFill>
                <a:latin typeface="Times New Roman"/>
                <a:ea typeface="Times New Roman"/>
                <a:cs typeface="Times New Roman"/>
                <a:sym typeface="Times New Roman"/>
              </a:rPr>
              <a:t>Examples of Binary Search Trees</a:t>
            </a:r>
            <a:endParaRPr b="0" i="0" sz="1400" u="none" cap="none" strike="noStrike">
              <a:solidFill>
                <a:srgbClr val="000000"/>
              </a:solidFill>
              <a:latin typeface="Arial"/>
              <a:ea typeface="Arial"/>
              <a:cs typeface="Arial"/>
              <a:sym typeface="Arial"/>
            </a:endParaRPr>
          </a:p>
        </p:txBody>
      </p:sp>
      <p:sp>
        <p:nvSpPr>
          <p:cNvPr id="3229" name="Google Shape;3229;p125"/>
          <p:cNvSpPr/>
          <p:nvPr/>
        </p:nvSpPr>
        <p:spPr>
          <a:xfrm>
            <a:off x="2263775" y="2579688"/>
            <a:ext cx="392113" cy="392112"/>
          </a:xfrm>
          <a:prstGeom prst="ellipse">
            <a:avLst/>
          </a:prstGeom>
          <a:noFill/>
          <a:ln cap="flat" cmpd="sng" w="12700">
            <a:solidFill>
              <a:schemeClr val="dk1"/>
            </a:solidFill>
            <a:prstDash val="solid"/>
            <a:round/>
            <a:headEnd len="sm" w="sm" type="none"/>
            <a:tailEnd len="sm" w="sm" type="none"/>
          </a:ln>
        </p:spPr>
        <p:txBody>
          <a:bodyPr anchorCtr="0" anchor="ctr" bIns="46025" lIns="92075" spcFirstLastPara="1" rIns="92075" wrap="square" tIns="46025">
            <a:no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20</a:t>
            </a:r>
            <a:endParaRPr b="0" i="0" sz="1400" u="none" cap="none" strike="noStrike">
              <a:solidFill>
                <a:srgbClr val="000000"/>
              </a:solidFill>
              <a:latin typeface="Arial"/>
              <a:ea typeface="Arial"/>
              <a:cs typeface="Arial"/>
              <a:sym typeface="Arial"/>
            </a:endParaRPr>
          </a:p>
        </p:txBody>
      </p:sp>
      <p:sp>
        <p:nvSpPr>
          <p:cNvPr id="3230" name="Google Shape;3230;p125"/>
          <p:cNvSpPr/>
          <p:nvPr/>
        </p:nvSpPr>
        <p:spPr>
          <a:xfrm>
            <a:off x="1652588" y="3397250"/>
            <a:ext cx="392112" cy="392113"/>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3231" name="Google Shape;3231;p125"/>
          <p:cNvSpPr/>
          <p:nvPr/>
        </p:nvSpPr>
        <p:spPr>
          <a:xfrm>
            <a:off x="2903538" y="3363913"/>
            <a:ext cx="392112" cy="392112"/>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3232" name="Google Shape;3232;p125"/>
          <p:cNvSpPr/>
          <p:nvPr/>
        </p:nvSpPr>
        <p:spPr>
          <a:xfrm>
            <a:off x="1143000" y="4305300"/>
            <a:ext cx="392113" cy="392113"/>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cxnSp>
        <p:nvCxnSpPr>
          <p:cNvPr id="3233" name="Google Shape;3233;p125"/>
          <p:cNvCxnSpPr/>
          <p:nvPr/>
        </p:nvCxnSpPr>
        <p:spPr>
          <a:xfrm flipH="1">
            <a:off x="1863725" y="2967038"/>
            <a:ext cx="488950" cy="428625"/>
          </a:xfrm>
          <a:prstGeom prst="straightConnector1">
            <a:avLst/>
          </a:prstGeom>
          <a:noFill/>
          <a:ln cap="flat" cmpd="sng" w="12700">
            <a:solidFill>
              <a:schemeClr val="dk1"/>
            </a:solidFill>
            <a:prstDash val="solid"/>
            <a:round/>
            <a:headEnd len="sm" w="sm" type="none"/>
            <a:tailEnd len="sm" w="sm" type="none"/>
          </a:ln>
        </p:spPr>
      </p:cxnSp>
      <p:cxnSp>
        <p:nvCxnSpPr>
          <p:cNvPr id="3234" name="Google Shape;3234;p125"/>
          <p:cNvCxnSpPr/>
          <p:nvPr/>
        </p:nvCxnSpPr>
        <p:spPr>
          <a:xfrm flipH="1">
            <a:off x="1349375" y="3767138"/>
            <a:ext cx="349250" cy="531812"/>
          </a:xfrm>
          <a:prstGeom prst="straightConnector1">
            <a:avLst/>
          </a:prstGeom>
          <a:noFill/>
          <a:ln cap="flat" cmpd="sng" w="12700">
            <a:solidFill>
              <a:schemeClr val="dk1"/>
            </a:solidFill>
            <a:prstDash val="solid"/>
            <a:round/>
            <a:headEnd len="sm" w="sm" type="none"/>
            <a:tailEnd len="sm" w="sm" type="none"/>
          </a:ln>
        </p:spPr>
      </p:cxnSp>
      <p:sp>
        <p:nvSpPr>
          <p:cNvPr id="3235" name="Google Shape;3235;p125"/>
          <p:cNvSpPr/>
          <p:nvPr/>
        </p:nvSpPr>
        <p:spPr>
          <a:xfrm>
            <a:off x="1606550" y="3403600"/>
            <a:ext cx="488950"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12</a:t>
            </a:r>
            <a:endParaRPr b="0" i="0" sz="1400" u="none" cap="none" strike="noStrike">
              <a:solidFill>
                <a:srgbClr val="000000"/>
              </a:solidFill>
              <a:latin typeface="Arial"/>
              <a:ea typeface="Arial"/>
              <a:cs typeface="Arial"/>
              <a:sym typeface="Arial"/>
            </a:endParaRPr>
          </a:p>
        </p:txBody>
      </p:sp>
      <p:sp>
        <p:nvSpPr>
          <p:cNvPr id="3236" name="Google Shape;3236;p125"/>
          <p:cNvSpPr/>
          <p:nvPr/>
        </p:nvSpPr>
        <p:spPr>
          <a:xfrm>
            <a:off x="2867025" y="3355975"/>
            <a:ext cx="488950"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25</a:t>
            </a:r>
            <a:endParaRPr b="0" i="0" sz="1400" u="none" cap="none" strike="noStrike">
              <a:solidFill>
                <a:srgbClr val="000000"/>
              </a:solidFill>
              <a:latin typeface="Arial"/>
              <a:ea typeface="Arial"/>
              <a:cs typeface="Arial"/>
              <a:sym typeface="Arial"/>
            </a:endParaRPr>
          </a:p>
        </p:txBody>
      </p:sp>
      <p:sp>
        <p:nvSpPr>
          <p:cNvPr id="3237" name="Google Shape;3237;p125"/>
          <p:cNvSpPr/>
          <p:nvPr/>
        </p:nvSpPr>
        <p:spPr>
          <a:xfrm>
            <a:off x="1082675" y="4311650"/>
            <a:ext cx="488950"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10</a:t>
            </a:r>
            <a:endParaRPr b="0" i="0" sz="1400" u="none" cap="none" strike="noStrike">
              <a:solidFill>
                <a:srgbClr val="000000"/>
              </a:solidFill>
              <a:latin typeface="Arial"/>
              <a:ea typeface="Arial"/>
              <a:cs typeface="Arial"/>
              <a:sym typeface="Arial"/>
            </a:endParaRPr>
          </a:p>
        </p:txBody>
      </p:sp>
      <p:cxnSp>
        <p:nvCxnSpPr>
          <p:cNvPr id="3238" name="Google Shape;3238;p125"/>
          <p:cNvCxnSpPr/>
          <p:nvPr/>
        </p:nvCxnSpPr>
        <p:spPr>
          <a:xfrm>
            <a:off x="2579688" y="2957513"/>
            <a:ext cx="536575" cy="404812"/>
          </a:xfrm>
          <a:prstGeom prst="straightConnector1">
            <a:avLst/>
          </a:prstGeom>
          <a:noFill/>
          <a:ln cap="flat" cmpd="sng" w="12700">
            <a:solidFill>
              <a:schemeClr val="dk1"/>
            </a:solidFill>
            <a:prstDash val="solid"/>
            <a:round/>
            <a:headEnd len="sm" w="sm" type="none"/>
            <a:tailEnd len="sm" w="sm" type="none"/>
          </a:ln>
        </p:spPr>
      </p:cxnSp>
      <p:sp>
        <p:nvSpPr>
          <p:cNvPr id="3239" name="Google Shape;3239;p125"/>
          <p:cNvSpPr/>
          <p:nvPr/>
        </p:nvSpPr>
        <p:spPr>
          <a:xfrm>
            <a:off x="2068513" y="4289425"/>
            <a:ext cx="392112" cy="392113"/>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cxnSp>
        <p:nvCxnSpPr>
          <p:cNvPr id="3240" name="Google Shape;3240;p125"/>
          <p:cNvCxnSpPr/>
          <p:nvPr/>
        </p:nvCxnSpPr>
        <p:spPr>
          <a:xfrm>
            <a:off x="1955800" y="3786188"/>
            <a:ext cx="333375" cy="512762"/>
          </a:xfrm>
          <a:prstGeom prst="straightConnector1">
            <a:avLst/>
          </a:prstGeom>
          <a:noFill/>
          <a:ln cap="flat" cmpd="sng" w="12700">
            <a:solidFill>
              <a:schemeClr val="dk1"/>
            </a:solidFill>
            <a:prstDash val="solid"/>
            <a:round/>
            <a:headEnd len="sm" w="sm" type="none"/>
            <a:tailEnd len="sm" w="sm" type="none"/>
          </a:ln>
        </p:spPr>
      </p:cxnSp>
      <p:sp>
        <p:nvSpPr>
          <p:cNvPr id="3241" name="Google Shape;3241;p125"/>
          <p:cNvSpPr/>
          <p:nvPr/>
        </p:nvSpPr>
        <p:spPr>
          <a:xfrm>
            <a:off x="2006600" y="4294188"/>
            <a:ext cx="488950"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15</a:t>
            </a:r>
            <a:endParaRPr b="0" i="0" sz="1400" u="none" cap="none" strike="noStrike">
              <a:solidFill>
                <a:srgbClr val="000000"/>
              </a:solidFill>
              <a:latin typeface="Arial"/>
              <a:ea typeface="Arial"/>
              <a:cs typeface="Arial"/>
              <a:sym typeface="Arial"/>
            </a:endParaRPr>
          </a:p>
        </p:txBody>
      </p:sp>
      <p:sp>
        <p:nvSpPr>
          <p:cNvPr id="3242" name="Google Shape;3242;p125"/>
          <p:cNvSpPr/>
          <p:nvPr/>
        </p:nvSpPr>
        <p:spPr>
          <a:xfrm>
            <a:off x="5129213" y="2541588"/>
            <a:ext cx="392112" cy="392112"/>
          </a:xfrm>
          <a:prstGeom prst="ellipse">
            <a:avLst/>
          </a:prstGeom>
          <a:noFill/>
          <a:ln cap="flat" cmpd="sng" w="12700">
            <a:solidFill>
              <a:schemeClr val="dk1"/>
            </a:solidFill>
            <a:prstDash val="solid"/>
            <a:round/>
            <a:headEnd len="sm" w="sm" type="none"/>
            <a:tailEnd len="sm" w="sm" type="none"/>
          </a:ln>
        </p:spPr>
        <p:txBody>
          <a:bodyPr anchorCtr="0" anchor="ctr" bIns="46025" lIns="92075" spcFirstLastPara="1" rIns="92075" wrap="square" tIns="46025">
            <a:no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30</a:t>
            </a:r>
            <a:endParaRPr b="0" i="0" sz="1400" u="none" cap="none" strike="noStrike">
              <a:solidFill>
                <a:srgbClr val="000000"/>
              </a:solidFill>
              <a:latin typeface="Arial"/>
              <a:ea typeface="Arial"/>
              <a:cs typeface="Arial"/>
              <a:sym typeface="Arial"/>
            </a:endParaRPr>
          </a:p>
        </p:txBody>
      </p:sp>
      <p:sp>
        <p:nvSpPr>
          <p:cNvPr id="3243" name="Google Shape;3243;p125"/>
          <p:cNvSpPr/>
          <p:nvPr/>
        </p:nvSpPr>
        <p:spPr>
          <a:xfrm>
            <a:off x="4518025" y="3359150"/>
            <a:ext cx="392113" cy="392113"/>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3244" name="Google Shape;3244;p125"/>
          <p:cNvSpPr/>
          <p:nvPr/>
        </p:nvSpPr>
        <p:spPr>
          <a:xfrm>
            <a:off x="5768975" y="3325813"/>
            <a:ext cx="392113" cy="392112"/>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3245" name="Google Shape;3245;p125"/>
          <p:cNvSpPr/>
          <p:nvPr/>
        </p:nvSpPr>
        <p:spPr>
          <a:xfrm>
            <a:off x="4008438" y="4267200"/>
            <a:ext cx="392112" cy="392113"/>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cxnSp>
        <p:nvCxnSpPr>
          <p:cNvPr id="3246" name="Google Shape;3246;p125"/>
          <p:cNvCxnSpPr/>
          <p:nvPr/>
        </p:nvCxnSpPr>
        <p:spPr>
          <a:xfrm flipH="1">
            <a:off x="4729163" y="2928938"/>
            <a:ext cx="488950" cy="428625"/>
          </a:xfrm>
          <a:prstGeom prst="straightConnector1">
            <a:avLst/>
          </a:prstGeom>
          <a:noFill/>
          <a:ln cap="flat" cmpd="sng" w="12700">
            <a:solidFill>
              <a:schemeClr val="dk1"/>
            </a:solidFill>
            <a:prstDash val="solid"/>
            <a:round/>
            <a:headEnd len="sm" w="sm" type="none"/>
            <a:tailEnd len="sm" w="sm" type="none"/>
          </a:ln>
        </p:spPr>
      </p:cxnSp>
      <p:cxnSp>
        <p:nvCxnSpPr>
          <p:cNvPr id="3247" name="Google Shape;3247;p125"/>
          <p:cNvCxnSpPr/>
          <p:nvPr/>
        </p:nvCxnSpPr>
        <p:spPr>
          <a:xfrm flipH="1">
            <a:off x="4214813" y="3729038"/>
            <a:ext cx="349250" cy="531812"/>
          </a:xfrm>
          <a:prstGeom prst="straightConnector1">
            <a:avLst/>
          </a:prstGeom>
          <a:noFill/>
          <a:ln cap="flat" cmpd="sng" w="12700">
            <a:solidFill>
              <a:schemeClr val="dk1"/>
            </a:solidFill>
            <a:prstDash val="solid"/>
            <a:round/>
            <a:headEnd len="sm" w="sm" type="none"/>
            <a:tailEnd len="sm" w="sm" type="none"/>
          </a:ln>
        </p:spPr>
      </p:cxnSp>
      <p:sp>
        <p:nvSpPr>
          <p:cNvPr id="3248" name="Google Shape;3248;p125"/>
          <p:cNvSpPr/>
          <p:nvPr/>
        </p:nvSpPr>
        <p:spPr>
          <a:xfrm>
            <a:off x="4567238" y="3365500"/>
            <a:ext cx="336550"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5</a:t>
            </a:r>
            <a:endParaRPr b="0" i="0" sz="1400" u="none" cap="none" strike="noStrike">
              <a:solidFill>
                <a:srgbClr val="000000"/>
              </a:solidFill>
              <a:latin typeface="Arial"/>
              <a:ea typeface="Arial"/>
              <a:cs typeface="Arial"/>
              <a:sym typeface="Arial"/>
            </a:endParaRPr>
          </a:p>
        </p:txBody>
      </p:sp>
      <p:sp>
        <p:nvSpPr>
          <p:cNvPr id="3249" name="Google Shape;3249;p125"/>
          <p:cNvSpPr/>
          <p:nvPr/>
        </p:nvSpPr>
        <p:spPr>
          <a:xfrm>
            <a:off x="5732463" y="3317875"/>
            <a:ext cx="488950"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40</a:t>
            </a:r>
            <a:endParaRPr b="0" i="0" sz="1400" u="none" cap="none" strike="noStrike">
              <a:solidFill>
                <a:srgbClr val="000000"/>
              </a:solidFill>
              <a:latin typeface="Arial"/>
              <a:ea typeface="Arial"/>
              <a:cs typeface="Arial"/>
              <a:sym typeface="Arial"/>
            </a:endParaRPr>
          </a:p>
        </p:txBody>
      </p:sp>
      <p:sp>
        <p:nvSpPr>
          <p:cNvPr id="3250" name="Google Shape;3250;p125"/>
          <p:cNvSpPr/>
          <p:nvPr/>
        </p:nvSpPr>
        <p:spPr>
          <a:xfrm>
            <a:off x="4056063" y="4273550"/>
            <a:ext cx="336550"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cxnSp>
        <p:nvCxnSpPr>
          <p:cNvPr id="3251" name="Google Shape;3251;p125"/>
          <p:cNvCxnSpPr/>
          <p:nvPr/>
        </p:nvCxnSpPr>
        <p:spPr>
          <a:xfrm>
            <a:off x="5445125" y="2919413"/>
            <a:ext cx="536575" cy="404812"/>
          </a:xfrm>
          <a:prstGeom prst="straightConnector1">
            <a:avLst/>
          </a:prstGeom>
          <a:noFill/>
          <a:ln cap="flat" cmpd="sng" w="12700">
            <a:solidFill>
              <a:schemeClr val="dk1"/>
            </a:solidFill>
            <a:prstDash val="solid"/>
            <a:round/>
            <a:headEnd len="sm" w="sm" type="none"/>
            <a:tailEnd len="sm" w="sm" type="none"/>
          </a:ln>
        </p:spPr>
      </p:cxnSp>
      <p:sp>
        <p:nvSpPr>
          <p:cNvPr id="3252" name="Google Shape;3252;p125"/>
          <p:cNvSpPr/>
          <p:nvPr/>
        </p:nvSpPr>
        <p:spPr>
          <a:xfrm>
            <a:off x="7308850" y="2528888"/>
            <a:ext cx="392113" cy="392112"/>
          </a:xfrm>
          <a:prstGeom prst="ellipse">
            <a:avLst/>
          </a:prstGeom>
          <a:noFill/>
          <a:ln cap="flat" cmpd="sng" w="12700">
            <a:solidFill>
              <a:schemeClr val="dk1"/>
            </a:solidFill>
            <a:prstDash val="solid"/>
            <a:round/>
            <a:headEnd len="sm" w="sm" type="none"/>
            <a:tailEnd len="sm" w="sm" type="none"/>
          </a:ln>
        </p:spPr>
        <p:txBody>
          <a:bodyPr anchorCtr="0" anchor="ctr" bIns="46025" lIns="92075" spcFirstLastPara="1" rIns="92075" wrap="square" tIns="46025">
            <a:no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60</a:t>
            </a:r>
            <a:endParaRPr b="0" i="0" sz="1400" u="none" cap="none" strike="noStrike">
              <a:solidFill>
                <a:srgbClr val="000000"/>
              </a:solidFill>
              <a:latin typeface="Arial"/>
              <a:ea typeface="Arial"/>
              <a:cs typeface="Arial"/>
              <a:sym typeface="Arial"/>
            </a:endParaRPr>
          </a:p>
        </p:txBody>
      </p:sp>
      <p:sp>
        <p:nvSpPr>
          <p:cNvPr id="3253" name="Google Shape;3253;p125"/>
          <p:cNvSpPr/>
          <p:nvPr/>
        </p:nvSpPr>
        <p:spPr>
          <a:xfrm>
            <a:off x="7948613" y="3313113"/>
            <a:ext cx="392112" cy="392112"/>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3254" name="Google Shape;3254;p125"/>
          <p:cNvSpPr/>
          <p:nvPr/>
        </p:nvSpPr>
        <p:spPr>
          <a:xfrm>
            <a:off x="7485063" y="4194175"/>
            <a:ext cx="392112" cy="392113"/>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cxnSp>
        <p:nvCxnSpPr>
          <p:cNvPr id="3255" name="Google Shape;3255;p125"/>
          <p:cNvCxnSpPr/>
          <p:nvPr/>
        </p:nvCxnSpPr>
        <p:spPr>
          <a:xfrm flipH="1">
            <a:off x="7691438" y="3656013"/>
            <a:ext cx="349250" cy="531812"/>
          </a:xfrm>
          <a:prstGeom prst="straightConnector1">
            <a:avLst/>
          </a:prstGeom>
          <a:noFill/>
          <a:ln cap="flat" cmpd="sng" w="12700">
            <a:solidFill>
              <a:schemeClr val="dk1"/>
            </a:solidFill>
            <a:prstDash val="solid"/>
            <a:round/>
            <a:headEnd len="sm" w="sm" type="none"/>
            <a:tailEnd len="sm" w="sm" type="none"/>
          </a:ln>
        </p:spPr>
      </p:cxnSp>
      <p:sp>
        <p:nvSpPr>
          <p:cNvPr id="3256" name="Google Shape;3256;p125"/>
          <p:cNvSpPr/>
          <p:nvPr/>
        </p:nvSpPr>
        <p:spPr>
          <a:xfrm>
            <a:off x="7912100" y="3305175"/>
            <a:ext cx="488950"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70</a:t>
            </a:r>
            <a:endParaRPr b="0" i="0" sz="1400" u="none" cap="none" strike="noStrike">
              <a:solidFill>
                <a:srgbClr val="000000"/>
              </a:solidFill>
              <a:latin typeface="Arial"/>
              <a:ea typeface="Arial"/>
              <a:cs typeface="Arial"/>
              <a:sym typeface="Arial"/>
            </a:endParaRPr>
          </a:p>
        </p:txBody>
      </p:sp>
      <p:sp>
        <p:nvSpPr>
          <p:cNvPr id="3257" name="Google Shape;3257;p125"/>
          <p:cNvSpPr/>
          <p:nvPr/>
        </p:nvSpPr>
        <p:spPr>
          <a:xfrm>
            <a:off x="7424738" y="4200525"/>
            <a:ext cx="488950"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65</a:t>
            </a:r>
            <a:endParaRPr b="0" i="0" sz="1400" u="none" cap="none" strike="noStrike">
              <a:solidFill>
                <a:srgbClr val="000000"/>
              </a:solidFill>
              <a:latin typeface="Arial"/>
              <a:ea typeface="Arial"/>
              <a:cs typeface="Arial"/>
              <a:sym typeface="Arial"/>
            </a:endParaRPr>
          </a:p>
        </p:txBody>
      </p:sp>
      <p:cxnSp>
        <p:nvCxnSpPr>
          <p:cNvPr id="3258" name="Google Shape;3258;p125"/>
          <p:cNvCxnSpPr/>
          <p:nvPr/>
        </p:nvCxnSpPr>
        <p:spPr>
          <a:xfrm>
            <a:off x="7624763" y="2906713"/>
            <a:ext cx="536575" cy="404812"/>
          </a:xfrm>
          <a:prstGeom prst="straightConnector1">
            <a:avLst/>
          </a:prstGeom>
          <a:noFill/>
          <a:ln cap="flat" cmpd="sng" w="12700">
            <a:solidFill>
              <a:schemeClr val="dk1"/>
            </a:solidFill>
            <a:prstDash val="solid"/>
            <a:round/>
            <a:headEnd len="sm" w="sm" type="none"/>
            <a:tailEnd len="sm" w="sm" type="none"/>
          </a:ln>
        </p:spPr>
      </p:cxnSp>
      <p:sp>
        <p:nvSpPr>
          <p:cNvPr id="3259" name="Google Shape;3259;p125"/>
          <p:cNvSpPr/>
          <p:nvPr/>
        </p:nvSpPr>
        <p:spPr>
          <a:xfrm>
            <a:off x="8410575" y="4178300"/>
            <a:ext cx="392113" cy="392113"/>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cxnSp>
        <p:nvCxnSpPr>
          <p:cNvPr id="3260" name="Google Shape;3260;p125"/>
          <p:cNvCxnSpPr/>
          <p:nvPr/>
        </p:nvCxnSpPr>
        <p:spPr>
          <a:xfrm>
            <a:off x="8297863" y="3675063"/>
            <a:ext cx="333375" cy="512762"/>
          </a:xfrm>
          <a:prstGeom prst="straightConnector1">
            <a:avLst/>
          </a:prstGeom>
          <a:noFill/>
          <a:ln cap="flat" cmpd="sng" w="12700">
            <a:solidFill>
              <a:schemeClr val="dk1"/>
            </a:solidFill>
            <a:prstDash val="solid"/>
            <a:round/>
            <a:headEnd len="sm" w="sm" type="none"/>
            <a:tailEnd len="sm" w="sm" type="none"/>
          </a:ln>
        </p:spPr>
      </p:cxnSp>
      <p:sp>
        <p:nvSpPr>
          <p:cNvPr id="3261" name="Google Shape;3261;p125"/>
          <p:cNvSpPr/>
          <p:nvPr/>
        </p:nvSpPr>
        <p:spPr>
          <a:xfrm>
            <a:off x="8348663" y="4183063"/>
            <a:ext cx="488950"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80</a:t>
            </a:r>
            <a:endParaRPr b="0" i="0" sz="1400" u="none" cap="none" strike="noStrike">
              <a:solidFill>
                <a:srgbClr val="000000"/>
              </a:solidFill>
              <a:latin typeface="Arial"/>
              <a:ea typeface="Arial"/>
              <a:cs typeface="Arial"/>
              <a:sym typeface="Arial"/>
            </a:endParaRPr>
          </a:p>
        </p:txBody>
      </p:sp>
      <p:sp>
        <p:nvSpPr>
          <p:cNvPr id="3262" name="Google Shape;3262;p125"/>
          <p:cNvSpPr/>
          <p:nvPr/>
        </p:nvSpPr>
        <p:spPr>
          <a:xfrm>
            <a:off x="3379788" y="4305300"/>
            <a:ext cx="392112" cy="392113"/>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3263" name="Google Shape;3263;p125"/>
          <p:cNvSpPr txBox="1"/>
          <p:nvPr/>
        </p:nvSpPr>
        <p:spPr>
          <a:xfrm>
            <a:off x="3336925" y="4251325"/>
            <a:ext cx="488950"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22</a:t>
            </a:r>
            <a:endParaRPr b="0" i="0" sz="1400" u="none" cap="none" strike="noStrike">
              <a:solidFill>
                <a:srgbClr val="000000"/>
              </a:solidFill>
              <a:latin typeface="Arial"/>
              <a:ea typeface="Arial"/>
              <a:cs typeface="Arial"/>
              <a:sym typeface="Arial"/>
            </a:endParaRPr>
          </a:p>
        </p:txBody>
      </p:sp>
      <p:cxnSp>
        <p:nvCxnSpPr>
          <p:cNvPr id="3264" name="Google Shape;3264;p125"/>
          <p:cNvCxnSpPr/>
          <p:nvPr/>
        </p:nvCxnSpPr>
        <p:spPr>
          <a:xfrm>
            <a:off x="3200400" y="3714750"/>
            <a:ext cx="285750" cy="590550"/>
          </a:xfrm>
          <a:prstGeom prst="straightConnector1">
            <a:avLst/>
          </a:prstGeom>
          <a:noFill/>
          <a:ln cap="flat" cmpd="sng" w="9525">
            <a:solidFill>
              <a:schemeClr val="dk1"/>
            </a:solidFill>
            <a:prstDash val="solid"/>
            <a:round/>
            <a:headEnd len="sm" w="sm" type="none"/>
            <a:tailEnd len="sm" w="sm" type="none"/>
          </a:ln>
        </p:spPr>
      </p:cxn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8" name="Shape 3268"/>
        <p:cNvGrpSpPr/>
        <p:nvPr/>
      </p:nvGrpSpPr>
      <p:grpSpPr>
        <a:xfrm>
          <a:off x="0" y="0"/>
          <a:ext cx="0" cy="0"/>
          <a:chOff x="0" y="0"/>
          <a:chExt cx="0" cy="0"/>
        </a:xfrm>
      </p:grpSpPr>
      <p:sp>
        <p:nvSpPr>
          <p:cNvPr id="3269" name="Google Shape;3269;p126"/>
          <p:cNvSpPr/>
          <p:nvPr/>
        </p:nvSpPr>
        <p:spPr>
          <a:xfrm>
            <a:off x="419100" y="-247650"/>
            <a:ext cx="9163050" cy="1143000"/>
          </a:xfrm>
          <a:prstGeom prst="rect">
            <a:avLst/>
          </a:prstGeom>
          <a:noFill/>
          <a:ln>
            <a:noFill/>
          </a:ln>
        </p:spPr>
        <p:txBody>
          <a:bodyPr anchorCtr="0" anchor="ctr" bIns="46025" lIns="92075" spcFirstLastPara="1" rIns="92075" wrap="square" tIns="46025">
            <a:noAutofit/>
          </a:bodyPr>
          <a:lstStyle/>
          <a:p>
            <a:pPr indent="0" lvl="0" marL="0" marR="0" rtl="0" algn="ctr">
              <a:lnSpc>
                <a:spcPct val="100000"/>
              </a:lnSpc>
              <a:spcBef>
                <a:spcPts val="0"/>
              </a:spcBef>
              <a:spcAft>
                <a:spcPts val="0"/>
              </a:spcAft>
              <a:buClr>
                <a:srgbClr val="000000"/>
              </a:buClr>
              <a:buSzPts val="4400"/>
              <a:buFont typeface="Arial"/>
              <a:buNone/>
            </a:pPr>
            <a:r>
              <a:rPr b="0" i="0" lang="en-US" sz="4400" u="none" cap="none" strike="noStrike">
                <a:solidFill>
                  <a:schemeClr val="dk2"/>
                </a:solidFill>
                <a:latin typeface="Times New Roman"/>
                <a:ea typeface="Times New Roman"/>
                <a:cs typeface="Times New Roman"/>
                <a:sym typeface="Times New Roman"/>
              </a:rPr>
              <a:t>Searching a Binary Search Tree</a:t>
            </a:r>
            <a:endParaRPr b="0" i="0" sz="1400" u="none" cap="none" strike="noStrike">
              <a:solidFill>
                <a:srgbClr val="000000"/>
              </a:solidFill>
              <a:latin typeface="Arial"/>
              <a:ea typeface="Arial"/>
              <a:cs typeface="Arial"/>
              <a:sym typeface="Arial"/>
            </a:endParaRPr>
          </a:p>
        </p:txBody>
      </p:sp>
      <p:sp>
        <p:nvSpPr>
          <p:cNvPr id="3270" name="Google Shape;3270;p126"/>
          <p:cNvSpPr/>
          <p:nvPr/>
        </p:nvSpPr>
        <p:spPr>
          <a:xfrm>
            <a:off x="800100" y="990600"/>
            <a:ext cx="9163050" cy="4114800"/>
          </a:xfrm>
          <a:prstGeom prst="rect">
            <a:avLst/>
          </a:prstGeom>
          <a:noFill/>
          <a:ln>
            <a:noFill/>
          </a:ln>
        </p:spPr>
        <p:txBody>
          <a:bodyPr anchorCtr="0" anchor="t" bIns="46025" lIns="92075" spcFirstLastPara="1" rIns="92075" wrap="square" tIns="46025">
            <a:noAutofit/>
          </a:bodyPr>
          <a:lstStyle/>
          <a:p>
            <a:pPr indent="-342900" lvl="0" marL="342900" marR="0" rtl="0" algn="l">
              <a:lnSpc>
                <a:spcPct val="80000"/>
              </a:lnSpc>
              <a:spcBef>
                <a:spcPts val="0"/>
              </a:spcBef>
              <a:spcAft>
                <a:spcPts val="0"/>
              </a:spcAft>
              <a:buClr>
                <a:schemeClr val="accent1"/>
              </a:buClr>
              <a:buSzPts val="1960"/>
              <a:buFont typeface="Arial"/>
              <a:buNone/>
            </a:pPr>
            <a:r>
              <a:rPr b="1" i="0" lang="en-US" sz="2800" u="none" cap="none" strike="noStrike">
                <a:solidFill>
                  <a:schemeClr val="dk1"/>
                </a:solidFill>
                <a:latin typeface="Courier New"/>
                <a:ea typeface="Courier New"/>
                <a:cs typeface="Courier New"/>
                <a:sym typeface="Courier New"/>
              </a:rPr>
              <a:t>tree_pointer search(tree_pointer root,</a:t>
            </a:r>
            <a:br>
              <a:rPr b="1" i="0" lang="en-US" sz="2800" u="none" cap="none" strike="noStrike">
                <a:solidFill>
                  <a:schemeClr val="dk1"/>
                </a:solidFill>
                <a:latin typeface="Courier New"/>
                <a:ea typeface="Courier New"/>
                <a:cs typeface="Courier New"/>
                <a:sym typeface="Courier New"/>
              </a:rPr>
            </a:br>
            <a:r>
              <a:rPr b="1" i="0" lang="en-US" sz="2800" u="none" cap="none" strike="noStrike">
                <a:solidFill>
                  <a:schemeClr val="dk1"/>
                </a:solidFill>
                <a:latin typeface="Courier New"/>
                <a:ea typeface="Courier New"/>
                <a:cs typeface="Courier New"/>
                <a:sym typeface="Courier New"/>
              </a:rPr>
              <a:t>				   int key)</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560"/>
              </a:spcBef>
              <a:spcAft>
                <a:spcPts val="0"/>
              </a:spcAft>
              <a:buClr>
                <a:schemeClr val="accent1"/>
              </a:buClr>
              <a:buSzPts val="1960"/>
              <a:buFont typeface="Arial"/>
              <a:buNone/>
            </a:pPr>
            <a:r>
              <a:rPr b="1" i="0" lang="en-US" sz="28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560"/>
              </a:spcBef>
              <a:spcAft>
                <a:spcPts val="0"/>
              </a:spcAft>
              <a:buClr>
                <a:schemeClr val="accent1"/>
              </a:buClr>
              <a:buSzPts val="1960"/>
              <a:buFont typeface="Arial"/>
              <a:buNone/>
            </a:pPr>
            <a:r>
              <a:rPr b="1" i="0" lang="en-US" sz="2800" u="none" cap="none" strike="noStrike">
                <a:solidFill>
                  <a:schemeClr val="dk1"/>
                </a:solidFill>
                <a:latin typeface="Courier New"/>
                <a:ea typeface="Courier New"/>
                <a:cs typeface="Courier New"/>
                <a:sym typeface="Courier New"/>
              </a:rPr>
              <a:t>/* return a pointer to the node that contains key. If there is no such </a:t>
            </a:r>
            <a:br>
              <a:rPr b="1" i="0" lang="en-US" sz="2800" u="none" cap="none" strike="noStrike">
                <a:solidFill>
                  <a:schemeClr val="dk1"/>
                </a:solidFill>
                <a:latin typeface="Courier New"/>
                <a:ea typeface="Courier New"/>
                <a:cs typeface="Courier New"/>
                <a:sym typeface="Courier New"/>
              </a:rPr>
            </a:br>
            <a:r>
              <a:rPr b="1" i="0" lang="en-US" sz="2800" u="none" cap="none" strike="noStrike">
                <a:solidFill>
                  <a:schemeClr val="dk1"/>
                </a:solidFill>
                <a:latin typeface="Courier New"/>
                <a:ea typeface="Courier New"/>
                <a:cs typeface="Courier New"/>
                <a:sym typeface="Courier New"/>
              </a:rPr>
              <a:t>node, return NULL */</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560"/>
              </a:spcBef>
              <a:spcAft>
                <a:spcPts val="0"/>
              </a:spcAft>
              <a:buClr>
                <a:schemeClr val="accent1"/>
              </a:buClr>
              <a:buSzPts val="1960"/>
              <a:buFont typeface="Arial"/>
              <a:buNone/>
            </a:pPr>
            <a:r>
              <a:t/>
            </a:r>
            <a:endParaRPr b="1" i="0" sz="2800" u="none" cap="none" strike="noStrike">
              <a:solidFill>
                <a:schemeClr val="dk1"/>
              </a:solidFill>
              <a:latin typeface="Courier New"/>
              <a:ea typeface="Courier New"/>
              <a:cs typeface="Courier New"/>
              <a:sym typeface="Courier New"/>
            </a:endParaRPr>
          </a:p>
          <a:p>
            <a:pPr indent="-342900" lvl="0" marL="342900" marR="0" rtl="0" algn="l">
              <a:lnSpc>
                <a:spcPct val="80000"/>
              </a:lnSpc>
              <a:spcBef>
                <a:spcPts val="560"/>
              </a:spcBef>
              <a:spcAft>
                <a:spcPts val="0"/>
              </a:spcAft>
              <a:buClr>
                <a:schemeClr val="accent1"/>
              </a:buClr>
              <a:buSzPts val="1960"/>
              <a:buFont typeface="Arial"/>
              <a:buNone/>
            </a:pPr>
            <a:r>
              <a:rPr b="1" i="0" lang="en-US" sz="2800" u="none" cap="none" strike="noStrike">
                <a:solidFill>
                  <a:schemeClr val="dk1"/>
                </a:solidFill>
                <a:latin typeface="Courier New"/>
                <a:ea typeface="Courier New"/>
                <a:cs typeface="Courier New"/>
                <a:sym typeface="Courier New"/>
              </a:rPr>
              <a:t>  if (!root) return NULL;</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560"/>
              </a:spcBef>
              <a:spcAft>
                <a:spcPts val="0"/>
              </a:spcAft>
              <a:buClr>
                <a:schemeClr val="accent1"/>
              </a:buClr>
              <a:buSzPts val="1960"/>
              <a:buFont typeface="Arial"/>
              <a:buNone/>
            </a:pPr>
            <a:r>
              <a:rPr b="1" i="0" lang="en-US" sz="2800" u="none" cap="none" strike="noStrike">
                <a:solidFill>
                  <a:schemeClr val="dk1"/>
                </a:solidFill>
                <a:latin typeface="Courier New"/>
                <a:ea typeface="Courier New"/>
                <a:cs typeface="Courier New"/>
                <a:sym typeface="Courier New"/>
              </a:rPr>
              <a:t>  if (key == root-&gt;data) return root;</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560"/>
              </a:spcBef>
              <a:spcAft>
                <a:spcPts val="0"/>
              </a:spcAft>
              <a:buClr>
                <a:schemeClr val="accent1"/>
              </a:buClr>
              <a:buSzPts val="1960"/>
              <a:buFont typeface="Arial"/>
              <a:buNone/>
            </a:pPr>
            <a:r>
              <a:rPr b="1" i="0" lang="en-US" sz="2800" u="none" cap="none" strike="noStrike">
                <a:solidFill>
                  <a:schemeClr val="dk1"/>
                </a:solidFill>
                <a:latin typeface="Courier New"/>
                <a:ea typeface="Courier New"/>
                <a:cs typeface="Courier New"/>
                <a:sym typeface="Courier New"/>
              </a:rPr>
              <a:t>  if (key &lt; root-&gt;data) </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560"/>
              </a:spcBef>
              <a:spcAft>
                <a:spcPts val="0"/>
              </a:spcAft>
              <a:buClr>
                <a:schemeClr val="accent1"/>
              </a:buClr>
              <a:buSzPts val="1960"/>
              <a:buFont typeface="Arial"/>
              <a:buNone/>
            </a:pPr>
            <a:r>
              <a:rPr b="1" i="0" lang="en-US" sz="2800" u="none" cap="none" strike="noStrike">
                <a:solidFill>
                  <a:schemeClr val="dk1"/>
                </a:solidFill>
                <a:latin typeface="Courier New"/>
                <a:ea typeface="Courier New"/>
                <a:cs typeface="Courier New"/>
                <a:sym typeface="Courier New"/>
              </a:rPr>
              <a:t>      return search(root-&gt;left_child,</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560"/>
              </a:spcBef>
              <a:spcAft>
                <a:spcPts val="0"/>
              </a:spcAft>
              <a:buClr>
                <a:schemeClr val="accent1"/>
              </a:buClr>
              <a:buSzPts val="1960"/>
              <a:buFont typeface="Arial"/>
              <a:buNone/>
            </a:pPr>
            <a:r>
              <a:rPr b="1" i="0" lang="en-US" sz="2800" u="none" cap="none" strike="noStrike">
                <a:solidFill>
                  <a:schemeClr val="dk1"/>
                </a:solidFill>
                <a:latin typeface="Courier New"/>
                <a:ea typeface="Courier New"/>
                <a:cs typeface="Courier New"/>
                <a:sym typeface="Courier New"/>
              </a:rPr>
              <a:t>                    key);</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560"/>
              </a:spcBef>
              <a:spcAft>
                <a:spcPts val="0"/>
              </a:spcAft>
              <a:buClr>
                <a:schemeClr val="accent1"/>
              </a:buClr>
              <a:buSzPts val="1960"/>
              <a:buFont typeface="Arial"/>
              <a:buNone/>
            </a:pPr>
            <a:r>
              <a:rPr b="1" i="0" lang="en-US" sz="2800" u="none" cap="none" strike="noStrike">
                <a:solidFill>
                  <a:schemeClr val="dk1"/>
                </a:solidFill>
                <a:latin typeface="Courier New"/>
                <a:ea typeface="Courier New"/>
                <a:cs typeface="Courier New"/>
                <a:sym typeface="Courier New"/>
              </a:rPr>
              <a:t>  return search(root-&gt;right_child,key);</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560"/>
              </a:spcBef>
              <a:spcAft>
                <a:spcPts val="0"/>
              </a:spcAft>
              <a:buClr>
                <a:schemeClr val="accent1"/>
              </a:buClr>
              <a:buSzPts val="1960"/>
              <a:buFont typeface="Arial"/>
              <a:buNone/>
            </a:pPr>
            <a:r>
              <a:rPr b="1" i="0" lang="en-US" sz="28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4" name="Shape 3274"/>
        <p:cNvGrpSpPr/>
        <p:nvPr/>
      </p:nvGrpSpPr>
      <p:grpSpPr>
        <a:xfrm>
          <a:off x="0" y="0"/>
          <a:ext cx="0" cy="0"/>
          <a:chOff x="0" y="0"/>
          <a:chExt cx="0" cy="0"/>
        </a:xfrm>
      </p:grpSpPr>
      <p:sp>
        <p:nvSpPr>
          <p:cNvPr id="3275" name="Google Shape;3275;p127"/>
          <p:cNvSpPr/>
          <p:nvPr/>
        </p:nvSpPr>
        <p:spPr>
          <a:xfrm>
            <a:off x="342900" y="0"/>
            <a:ext cx="9163050" cy="1143000"/>
          </a:xfrm>
          <a:prstGeom prst="rect">
            <a:avLst/>
          </a:prstGeom>
          <a:noFill/>
          <a:ln>
            <a:noFill/>
          </a:ln>
        </p:spPr>
        <p:txBody>
          <a:bodyPr anchorCtr="0" anchor="ctr" bIns="46025" lIns="92075" spcFirstLastPara="1" rIns="92075" wrap="square" tIns="46025">
            <a:noAutofit/>
          </a:bodyPr>
          <a:lstStyle/>
          <a:p>
            <a:pPr indent="0" lvl="0" marL="0" marR="0" rtl="0" algn="ctr">
              <a:lnSpc>
                <a:spcPct val="100000"/>
              </a:lnSpc>
              <a:spcBef>
                <a:spcPts val="0"/>
              </a:spcBef>
              <a:spcAft>
                <a:spcPts val="0"/>
              </a:spcAft>
              <a:buClr>
                <a:srgbClr val="000000"/>
              </a:buClr>
              <a:buSzPts val="4400"/>
              <a:buFont typeface="Arial"/>
              <a:buNone/>
            </a:pPr>
            <a:r>
              <a:rPr b="0" i="0" lang="en-US" sz="4400" u="none" cap="none" strike="noStrike">
                <a:solidFill>
                  <a:schemeClr val="dk2"/>
                </a:solidFill>
                <a:latin typeface="Times New Roman"/>
                <a:ea typeface="Times New Roman"/>
                <a:cs typeface="Times New Roman"/>
                <a:sym typeface="Times New Roman"/>
              </a:rPr>
              <a:t>Another Searching Algorithm</a:t>
            </a:r>
            <a:endParaRPr b="0" i="0" sz="1400" u="none" cap="none" strike="noStrike">
              <a:solidFill>
                <a:srgbClr val="000000"/>
              </a:solidFill>
              <a:latin typeface="Arial"/>
              <a:ea typeface="Arial"/>
              <a:cs typeface="Arial"/>
              <a:sym typeface="Arial"/>
            </a:endParaRPr>
          </a:p>
        </p:txBody>
      </p:sp>
      <p:sp>
        <p:nvSpPr>
          <p:cNvPr id="3276" name="Google Shape;3276;p127"/>
          <p:cNvSpPr/>
          <p:nvPr/>
        </p:nvSpPr>
        <p:spPr>
          <a:xfrm>
            <a:off x="800100" y="1181100"/>
            <a:ext cx="9163050" cy="4114800"/>
          </a:xfrm>
          <a:prstGeom prst="rect">
            <a:avLst/>
          </a:prstGeom>
          <a:noFill/>
          <a:ln>
            <a:noFill/>
          </a:ln>
        </p:spPr>
        <p:txBody>
          <a:bodyPr anchorCtr="0" anchor="t" bIns="46025" lIns="92075" spcFirstLastPara="1" rIns="92075" wrap="square" tIns="46025">
            <a:noAutofit/>
          </a:bodyPr>
          <a:lstStyle/>
          <a:p>
            <a:pPr indent="-342900" lvl="0" marL="342900" marR="0" rtl="0" algn="l">
              <a:lnSpc>
                <a:spcPct val="100000"/>
              </a:lnSpc>
              <a:spcBef>
                <a:spcPts val="0"/>
              </a:spcBef>
              <a:spcAft>
                <a:spcPts val="0"/>
              </a:spcAft>
              <a:buClr>
                <a:schemeClr val="accent1"/>
              </a:buClr>
              <a:buSzPts val="1960"/>
              <a:buFont typeface="Arial"/>
              <a:buNone/>
            </a:pPr>
            <a:r>
              <a:rPr b="1" i="0" lang="en-US" sz="2800" u="none" cap="none" strike="noStrike">
                <a:solidFill>
                  <a:schemeClr val="dk1"/>
                </a:solidFill>
                <a:latin typeface="Courier New"/>
                <a:ea typeface="Courier New"/>
                <a:cs typeface="Courier New"/>
                <a:sym typeface="Courier New"/>
              </a:rPr>
              <a:t>tree_pointer search2(tree_pointer tree, int key)</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560"/>
              </a:spcBef>
              <a:spcAft>
                <a:spcPts val="0"/>
              </a:spcAft>
              <a:buClr>
                <a:schemeClr val="accent1"/>
              </a:buClr>
              <a:buSzPts val="1960"/>
              <a:buFont typeface="Arial"/>
              <a:buNone/>
            </a:pPr>
            <a:r>
              <a:rPr b="1" i="0" lang="en-US" sz="28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560"/>
              </a:spcBef>
              <a:spcAft>
                <a:spcPts val="0"/>
              </a:spcAft>
              <a:buClr>
                <a:schemeClr val="accent1"/>
              </a:buClr>
              <a:buSzPts val="1960"/>
              <a:buFont typeface="Arial"/>
              <a:buNone/>
            </a:pPr>
            <a:r>
              <a:rPr b="1" i="0" lang="en-US" sz="2800" u="none" cap="none" strike="noStrike">
                <a:solidFill>
                  <a:schemeClr val="dk1"/>
                </a:solidFill>
                <a:latin typeface="Courier New"/>
                <a:ea typeface="Courier New"/>
                <a:cs typeface="Courier New"/>
                <a:sym typeface="Courier New"/>
              </a:rPr>
              <a:t>  while (tree)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560"/>
              </a:spcBef>
              <a:spcAft>
                <a:spcPts val="0"/>
              </a:spcAft>
              <a:buClr>
                <a:schemeClr val="accent1"/>
              </a:buClr>
              <a:buSzPts val="1960"/>
              <a:buFont typeface="Arial"/>
              <a:buNone/>
            </a:pPr>
            <a:r>
              <a:rPr b="1" i="0" lang="en-US" sz="2800" u="none" cap="none" strike="noStrike">
                <a:solidFill>
                  <a:schemeClr val="dk1"/>
                </a:solidFill>
                <a:latin typeface="Courier New"/>
                <a:ea typeface="Courier New"/>
                <a:cs typeface="Courier New"/>
                <a:sym typeface="Courier New"/>
              </a:rPr>
              <a:t>    if (key == tree-&gt;data) return tree;</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560"/>
              </a:spcBef>
              <a:spcAft>
                <a:spcPts val="0"/>
              </a:spcAft>
              <a:buClr>
                <a:schemeClr val="accent1"/>
              </a:buClr>
              <a:buSzPts val="1960"/>
              <a:buFont typeface="Arial"/>
              <a:buNone/>
            </a:pPr>
            <a:r>
              <a:rPr b="1" i="0" lang="en-US" sz="2800" u="none" cap="none" strike="noStrike">
                <a:solidFill>
                  <a:schemeClr val="dk1"/>
                </a:solidFill>
                <a:latin typeface="Courier New"/>
                <a:ea typeface="Courier New"/>
                <a:cs typeface="Courier New"/>
                <a:sym typeface="Courier New"/>
              </a:rPr>
              <a:t>    if (key &lt; tree-&gt;data)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560"/>
              </a:spcBef>
              <a:spcAft>
                <a:spcPts val="0"/>
              </a:spcAft>
              <a:buClr>
                <a:schemeClr val="accent1"/>
              </a:buClr>
              <a:buSzPts val="1960"/>
              <a:buFont typeface="Arial"/>
              <a:buNone/>
            </a:pPr>
            <a:r>
              <a:rPr b="1" i="0" lang="en-US" sz="2800" u="none" cap="none" strike="noStrike">
                <a:solidFill>
                  <a:schemeClr val="dk1"/>
                </a:solidFill>
                <a:latin typeface="Courier New"/>
                <a:ea typeface="Courier New"/>
                <a:cs typeface="Courier New"/>
                <a:sym typeface="Courier New"/>
              </a:rPr>
              <a:t>        tree = tree-&gt;left_child;</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560"/>
              </a:spcBef>
              <a:spcAft>
                <a:spcPts val="0"/>
              </a:spcAft>
              <a:buClr>
                <a:schemeClr val="accent1"/>
              </a:buClr>
              <a:buSzPts val="1960"/>
              <a:buFont typeface="Arial"/>
              <a:buNone/>
            </a:pPr>
            <a:r>
              <a:rPr b="1" i="0" lang="en-US" sz="2800" u="none" cap="none" strike="noStrike">
                <a:solidFill>
                  <a:schemeClr val="dk1"/>
                </a:solidFill>
                <a:latin typeface="Courier New"/>
                <a:ea typeface="Courier New"/>
                <a:cs typeface="Courier New"/>
                <a:sym typeface="Courier New"/>
              </a:rPr>
              <a:t>    else tree = tree-&gt;right_child;</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560"/>
              </a:spcBef>
              <a:spcAft>
                <a:spcPts val="0"/>
              </a:spcAft>
              <a:buClr>
                <a:schemeClr val="accent1"/>
              </a:buClr>
              <a:buSzPts val="1960"/>
              <a:buFont typeface="Arial"/>
              <a:buNone/>
            </a:pPr>
            <a:r>
              <a:rPr b="1" i="0" lang="en-US" sz="2800" u="none" cap="none" strike="noStrike">
                <a:solidFill>
                  <a:schemeClr val="dk1"/>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560"/>
              </a:spcBef>
              <a:spcAft>
                <a:spcPts val="0"/>
              </a:spcAft>
              <a:buClr>
                <a:schemeClr val="accent1"/>
              </a:buClr>
              <a:buSzPts val="1960"/>
              <a:buFont typeface="Arial"/>
              <a:buNone/>
            </a:pPr>
            <a:r>
              <a:rPr b="1" i="0" lang="en-US" sz="2800" u="none" cap="none" strike="noStrike">
                <a:solidFill>
                  <a:schemeClr val="dk1"/>
                </a:solidFill>
                <a:latin typeface="Courier New"/>
                <a:ea typeface="Courier New"/>
                <a:cs typeface="Courier New"/>
                <a:sym typeface="Courier New"/>
              </a:rPr>
              <a:t>  return NULL;</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560"/>
              </a:spcBef>
              <a:spcAft>
                <a:spcPts val="0"/>
              </a:spcAft>
              <a:buClr>
                <a:schemeClr val="accent1"/>
              </a:buClr>
              <a:buSzPts val="1960"/>
              <a:buFont typeface="Arial"/>
              <a:buNone/>
            </a:pPr>
            <a:r>
              <a:rPr b="1" i="0" lang="en-US" sz="28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p:txBody>
      </p:sp>
      <p:sp>
        <p:nvSpPr>
          <p:cNvPr id="3277" name="Google Shape;3277;p127"/>
          <p:cNvSpPr txBox="1"/>
          <p:nvPr/>
        </p:nvSpPr>
        <p:spPr>
          <a:xfrm>
            <a:off x="5584825" y="5619750"/>
            <a:ext cx="950913" cy="5794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CC3300"/>
                </a:solidFill>
                <a:latin typeface="Times New Roman"/>
                <a:ea typeface="Times New Roman"/>
                <a:cs typeface="Times New Roman"/>
                <a:sym typeface="Times New Roman"/>
              </a:rPr>
              <a:t>O(h)</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1" name="Shape 3281"/>
        <p:cNvGrpSpPr/>
        <p:nvPr/>
      </p:nvGrpSpPr>
      <p:grpSpPr>
        <a:xfrm>
          <a:off x="0" y="0"/>
          <a:ext cx="0" cy="0"/>
          <a:chOff x="0" y="0"/>
          <a:chExt cx="0" cy="0"/>
        </a:xfrm>
      </p:grpSpPr>
      <p:sp>
        <p:nvSpPr>
          <p:cNvPr id="3282" name="Google Shape;3282;p128"/>
          <p:cNvSpPr/>
          <p:nvPr/>
        </p:nvSpPr>
        <p:spPr>
          <a:xfrm>
            <a:off x="419100" y="609600"/>
            <a:ext cx="9163050" cy="1143000"/>
          </a:xfrm>
          <a:prstGeom prst="rect">
            <a:avLst/>
          </a:prstGeom>
          <a:noFill/>
          <a:ln>
            <a:noFill/>
          </a:ln>
        </p:spPr>
        <p:txBody>
          <a:bodyPr anchorCtr="0" anchor="ctr" bIns="46025" lIns="92075" spcFirstLastPara="1" rIns="92075" wrap="square" tIns="46025">
            <a:noAutofit/>
          </a:bodyPr>
          <a:lstStyle/>
          <a:p>
            <a:pPr indent="0" lvl="0" marL="0" marR="0" rtl="0" algn="ctr">
              <a:lnSpc>
                <a:spcPct val="100000"/>
              </a:lnSpc>
              <a:spcBef>
                <a:spcPts val="0"/>
              </a:spcBef>
              <a:spcAft>
                <a:spcPts val="0"/>
              </a:spcAft>
              <a:buClr>
                <a:srgbClr val="000000"/>
              </a:buClr>
              <a:buSzPts val="4400"/>
              <a:buFont typeface="Arial"/>
              <a:buNone/>
            </a:pPr>
            <a:r>
              <a:rPr b="0" i="0" lang="en-US" sz="4400" u="none" cap="none" strike="noStrike">
                <a:solidFill>
                  <a:schemeClr val="dk2"/>
                </a:solidFill>
                <a:latin typeface="Times New Roman"/>
                <a:ea typeface="Times New Roman"/>
                <a:cs typeface="Times New Roman"/>
                <a:sym typeface="Times New Roman"/>
              </a:rPr>
              <a:t>Insert Node in Binary Search Tree</a:t>
            </a:r>
            <a:endParaRPr b="0" i="0" sz="1400" u="none" cap="none" strike="noStrike">
              <a:solidFill>
                <a:srgbClr val="000000"/>
              </a:solidFill>
              <a:latin typeface="Arial"/>
              <a:ea typeface="Arial"/>
              <a:cs typeface="Arial"/>
              <a:sym typeface="Arial"/>
            </a:endParaRPr>
          </a:p>
        </p:txBody>
      </p:sp>
      <p:sp>
        <p:nvSpPr>
          <p:cNvPr id="3283" name="Google Shape;3283;p128"/>
          <p:cNvSpPr/>
          <p:nvPr/>
        </p:nvSpPr>
        <p:spPr>
          <a:xfrm>
            <a:off x="2143125" y="2627313"/>
            <a:ext cx="392113" cy="392112"/>
          </a:xfrm>
          <a:prstGeom prst="ellipse">
            <a:avLst/>
          </a:prstGeom>
          <a:noFill/>
          <a:ln cap="flat" cmpd="sng" w="12700">
            <a:solidFill>
              <a:schemeClr val="dk1"/>
            </a:solidFill>
            <a:prstDash val="solid"/>
            <a:round/>
            <a:headEnd len="sm" w="sm" type="none"/>
            <a:tailEnd len="sm" w="sm" type="none"/>
          </a:ln>
        </p:spPr>
        <p:txBody>
          <a:bodyPr anchorCtr="0" anchor="ctr" bIns="46025" lIns="92075" spcFirstLastPara="1" rIns="92075" wrap="square" tIns="46025">
            <a:no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30</a:t>
            </a:r>
            <a:endParaRPr b="0" i="0" sz="1400" u="none" cap="none" strike="noStrike">
              <a:solidFill>
                <a:srgbClr val="000000"/>
              </a:solidFill>
              <a:latin typeface="Arial"/>
              <a:ea typeface="Arial"/>
              <a:cs typeface="Arial"/>
              <a:sym typeface="Arial"/>
            </a:endParaRPr>
          </a:p>
        </p:txBody>
      </p:sp>
      <p:sp>
        <p:nvSpPr>
          <p:cNvPr id="3284" name="Google Shape;3284;p128"/>
          <p:cNvSpPr/>
          <p:nvPr/>
        </p:nvSpPr>
        <p:spPr>
          <a:xfrm>
            <a:off x="1531938" y="3444875"/>
            <a:ext cx="392112" cy="392113"/>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3285" name="Google Shape;3285;p128"/>
          <p:cNvSpPr/>
          <p:nvPr/>
        </p:nvSpPr>
        <p:spPr>
          <a:xfrm>
            <a:off x="2782888" y="3411538"/>
            <a:ext cx="392112" cy="392112"/>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3286" name="Google Shape;3286;p128"/>
          <p:cNvSpPr/>
          <p:nvPr/>
        </p:nvSpPr>
        <p:spPr>
          <a:xfrm>
            <a:off x="1022350" y="4352925"/>
            <a:ext cx="392113" cy="392113"/>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cxnSp>
        <p:nvCxnSpPr>
          <p:cNvPr id="3287" name="Google Shape;3287;p128"/>
          <p:cNvCxnSpPr/>
          <p:nvPr/>
        </p:nvCxnSpPr>
        <p:spPr>
          <a:xfrm flipH="1">
            <a:off x="1743075" y="3014663"/>
            <a:ext cx="488950" cy="428625"/>
          </a:xfrm>
          <a:prstGeom prst="straightConnector1">
            <a:avLst/>
          </a:prstGeom>
          <a:noFill/>
          <a:ln cap="flat" cmpd="sng" w="12700">
            <a:solidFill>
              <a:schemeClr val="dk1"/>
            </a:solidFill>
            <a:prstDash val="solid"/>
            <a:round/>
            <a:headEnd len="sm" w="sm" type="none"/>
            <a:tailEnd len="sm" w="sm" type="none"/>
          </a:ln>
        </p:spPr>
      </p:cxnSp>
      <p:cxnSp>
        <p:nvCxnSpPr>
          <p:cNvPr id="3288" name="Google Shape;3288;p128"/>
          <p:cNvCxnSpPr/>
          <p:nvPr/>
        </p:nvCxnSpPr>
        <p:spPr>
          <a:xfrm flipH="1">
            <a:off x="1228725" y="3814763"/>
            <a:ext cx="349250" cy="531812"/>
          </a:xfrm>
          <a:prstGeom prst="straightConnector1">
            <a:avLst/>
          </a:prstGeom>
          <a:noFill/>
          <a:ln cap="flat" cmpd="sng" w="12700">
            <a:solidFill>
              <a:schemeClr val="dk1"/>
            </a:solidFill>
            <a:prstDash val="solid"/>
            <a:round/>
            <a:headEnd len="sm" w="sm" type="none"/>
            <a:tailEnd len="sm" w="sm" type="none"/>
          </a:ln>
        </p:spPr>
      </p:cxnSp>
      <p:sp>
        <p:nvSpPr>
          <p:cNvPr id="3289" name="Google Shape;3289;p128"/>
          <p:cNvSpPr/>
          <p:nvPr/>
        </p:nvSpPr>
        <p:spPr>
          <a:xfrm>
            <a:off x="1485900" y="3451225"/>
            <a:ext cx="336550"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5</a:t>
            </a:r>
            <a:endParaRPr b="0" i="0" sz="1400" u="none" cap="none" strike="noStrike">
              <a:solidFill>
                <a:srgbClr val="000000"/>
              </a:solidFill>
              <a:latin typeface="Arial"/>
              <a:ea typeface="Arial"/>
              <a:cs typeface="Arial"/>
              <a:sym typeface="Arial"/>
            </a:endParaRPr>
          </a:p>
        </p:txBody>
      </p:sp>
      <p:sp>
        <p:nvSpPr>
          <p:cNvPr id="3290" name="Google Shape;3290;p128"/>
          <p:cNvSpPr/>
          <p:nvPr/>
        </p:nvSpPr>
        <p:spPr>
          <a:xfrm>
            <a:off x="2746375" y="3403600"/>
            <a:ext cx="488950"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40</a:t>
            </a:r>
            <a:endParaRPr b="0" i="0" sz="1400" u="none" cap="none" strike="noStrike">
              <a:solidFill>
                <a:srgbClr val="000000"/>
              </a:solidFill>
              <a:latin typeface="Arial"/>
              <a:ea typeface="Arial"/>
              <a:cs typeface="Arial"/>
              <a:sym typeface="Arial"/>
            </a:endParaRPr>
          </a:p>
        </p:txBody>
      </p:sp>
      <p:sp>
        <p:nvSpPr>
          <p:cNvPr id="3291" name="Google Shape;3291;p128"/>
          <p:cNvSpPr/>
          <p:nvPr/>
        </p:nvSpPr>
        <p:spPr>
          <a:xfrm>
            <a:off x="1057275" y="4359275"/>
            <a:ext cx="336550"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cxnSp>
        <p:nvCxnSpPr>
          <p:cNvPr id="3292" name="Google Shape;3292;p128"/>
          <p:cNvCxnSpPr/>
          <p:nvPr/>
        </p:nvCxnSpPr>
        <p:spPr>
          <a:xfrm>
            <a:off x="2459038" y="3005138"/>
            <a:ext cx="536575" cy="404812"/>
          </a:xfrm>
          <a:prstGeom prst="straightConnector1">
            <a:avLst/>
          </a:prstGeom>
          <a:noFill/>
          <a:ln cap="flat" cmpd="sng" w="12700">
            <a:solidFill>
              <a:schemeClr val="dk1"/>
            </a:solidFill>
            <a:prstDash val="solid"/>
            <a:round/>
            <a:headEnd len="sm" w="sm" type="none"/>
            <a:tailEnd len="sm" w="sm" type="none"/>
          </a:ln>
        </p:spPr>
      </p:cxnSp>
      <p:sp>
        <p:nvSpPr>
          <p:cNvPr id="3293" name="Google Shape;3293;p128"/>
          <p:cNvSpPr/>
          <p:nvPr/>
        </p:nvSpPr>
        <p:spPr>
          <a:xfrm>
            <a:off x="7637463" y="2530475"/>
            <a:ext cx="392112" cy="392113"/>
          </a:xfrm>
          <a:prstGeom prst="ellipse">
            <a:avLst/>
          </a:prstGeom>
          <a:noFill/>
          <a:ln cap="flat" cmpd="sng" w="12700">
            <a:solidFill>
              <a:schemeClr val="dk1"/>
            </a:solidFill>
            <a:prstDash val="solid"/>
            <a:round/>
            <a:headEnd len="sm" w="sm" type="none"/>
            <a:tailEnd len="sm" w="sm" type="none"/>
          </a:ln>
        </p:spPr>
        <p:txBody>
          <a:bodyPr anchorCtr="0" anchor="ctr" bIns="46025" lIns="92075" spcFirstLastPara="1" rIns="92075" wrap="square" tIns="46025">
            <a:no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30</a:t>
            </a:r>
            <a:endParaRPr b="0" i="0" sz="1400" u="none" cap="none" strike="noStrike">
              <a:solidFill>
                <a:srgbClr val="000000"/>
              </a:solidFill>
              <a:latin typeface="Arial"/>
              <a:ea typeface="Arial"/>
              <a:cs typeface="Arial"/>
              <a:sym typeface="Arial"/>
            </a:endParaRPr>
          </a:p>
        </p:txBody>
      </p:sp>
      <p:sp>
        <p:nvSpPr>
          <p:cNvPr id="3294" name="Google Shape;3294;p128"/>
          <p:cNvSpPr/>
          <p:nvPr/>
        </p:nvSpPr>
        <p:spPr>
          <a:xfrm>
            <a:off x="7026275" y="3348038"/>
            <a:ext cx="392113" cy="392112"/>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3295" name="Google Shape;3295;p128"/>
          <p:cNvSpPr/>
          <p:nvPr/>
        </p:nvSpPr>
        <p:spPr>
          <a:xfrm>
            <a:off x="8277225" y="3314700"/>
            <a:ext cx="392113" cy="392113"/>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3296" name="Google Shape;3296;p128"/>
          <p:cNvSpPr/>
          <p:nvPr/>
        </p:nvSpPr>
        <p:spPr>
          <a:xfrm>
            <a:off x="6516688" y="4256088"/>
            <a:ext cx="392112" cy="392112"/>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cxnSp>
        <p:nvCxnSpPr>
          <p:cNvPr id="3297" name="Google Shape;3297;p128"/>
          <p:cNvCxnSpPr/>
          <p:nvPr/>
        </p:nvCxnSpPr>
        <p:spPr>
          <a:xfrm flipH="1">
            <a:off x="7237413" y="2917825"/>
            <a:ext cx="488950" cy="428625"/>
          </a:xfrm>
          <a:prstGeom prst="straightConnector1">
            <a:avLst/>
          </a:prstGeom>
          <a:noFill/>
          <a:ln cap="flat" cmpd="sng" w="12700">
            <a:solidFill>
              <a:schemeClr val="dk1"/>
            </a:solidFill>
            <a:prstDash val="solid"/>
            <a:round/>
            <a:headEnd len="sm" w="sm" type="none"/>
            <a:tailEnd len="sm" w="sm" type="none"/>
          </a:ln>
        </p:spPr>
      </p:cxnSp>
      <p:cxnSp>
        <p:nvCxnSpPr>
          <p:cNvPr id="3298" name="Google Shape;3298;p128"/>
          <p:cNvCxnSpPr/>
          <p:nvPr/>
        </p:nvCxnSpPr>
        <p:spPr>
          <a:xfrm flipH="1">
            <a:off x="6723063" y="3717925"/>
            <a:ext cx="349250" cy="531813"/>
          </a:xfrm>
          <a:prstGeom prst="straightConnector1">
            <a:avLst/>
          </a:prstGeom>
          <a:noFill/>
          <a:ln cap="flat" cmpd="sng" w="12700">
            <a:solidFill>
              <a:schemeClr val="dk1"/>
            </a:solidFill>
            <a:prstDash val="solid"/>
            <a:round/>
            <a:headEnd len="sm" w="sm" type="none"/>
            <a:tailEnd len="sm" w="sm" type="none"/>
          </a:ln>
        </p:spPr>
      </p:cxnSp>
      <p:sp>
        <p:nvSpPr>
          <p:cNvPr id="3299" name="Google Shape;3299;p128"/>
          <p:cNvSpPr/>
          <p:nvPr/>
        </p:nvSpPr>
        <p:spPr>
          <a:xfrm>
            <a:off x="6980238" y="3354388"/>
            <a:ext cx="336550"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5</a:t>
            </a:r>
            <a:endParaRPr b="0" i="0" sz="1400" u="none" cap="none" strike="noStrike">
              <a:solidFill>
                <a:srgbClr val="000000"/>
              </a:solidFill>
              <a:latin typeface="Arial"/>
              <a:ea typeface="Arial"/>
              <a:cs typeface="Arial"/>
              <a:sym typeface="Arial"/>
            </a:endParaRPr>
          </a:p>
        </p:txBody>
      </p:sp>
      <p:sp>
        <p:nvSpPr>
          <p:cNvPr id="3300" name="Google Shape;3300;p128"/>
          <p:cNvSpPr/>
          <p:nvPr/>
        </p:nvSpPr>
        <p:spPr>
          <a:xfrm>
            <a:off x="8240713" y="3306763"/>
            <a:ext cx="488950"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40</a:t>
            </a:r>
            <a:endParaRPr b="0" i="0" sz="1400" u="none" cap="none" strike="noStrike">
              <a:solidFill>
                <a:srgbClr val="000000"/>
              </a:solidFill>
              <a:latin typeface="Arial"/>
              <a:ea typeface="Arial"/>
              <a:cs typeface="Arial"/>
              <a:sym typeface="Arial"/>
            </a:endParaRPr>
          </a:p>
        </p:txBody>
      </p:sp>
      <p:sp>
        <p:nvSpPr>
          <p:cNvPr id="3301" name="Google Shape;3301;p128"/>
          <p:cNvSpPr/>
          <p:nvPr/>
        </p:nvSpPr>
        <p:spPr>
          <a:xfrm>
            <a:off x="6551613" y="4262438"/>
            <a:ext cx="336550"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cxnSp>
        <p:nvCxnSpPr>
          <p:cNvPr id="3302" name="Google Shape;3302;p128"/>
          <p:cNvCxnSpPr/>
          <p:nvPr/>
        </p:nvCxnSpPr>
        <p:spPr>
          <a:xfrm>
            <a:off x="7953375" y="2908300"/>
            <a:ext cx="536575" cy="404813"/>
          </a:xfrm>
          <a:prstGeom prst="straightConnector1">
            <a:avLst/>
          </a:prstGeom>
          <a:noFill/>
          <a:ln cap="flat" cmpd="sng" w="12700">
            <a:solidFill>
              <a:schemeClr val="dk1"/>
            </a:solidFill>
            <a:prstDash val="solid"/>
            <a:round/>
            <a:headEnd len="sm" w="sm" type="none"/>
            <a:tailEnd len="sm" w="sm" type="none"/>
          </a:ln>
        </p:spPr>
      </p:cxnSp>
      <p:sp>
        <p:nvSpPr>
          <p:cNvPr id="3303" name="Google Shape;3303;p128"/>
          <p:cNvSpPr/>
          <p:nvPr/>
        </p:nvSpPr>
        <p:spPr>
          <a:xfrm>
            <a:off x="7942263" y="4252913"/>
            <a:ext cx="392112" cy="392112"/>
          </a:xfrm>
          <a:prstGeom prst="ellipse">
            <a:avLst/>
          </a:prstGeom>
          <a:solidFill>
            <a:srgbClr val="CC3300"/>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3304" name="Google Shape;3304;p128"/>
          <p:cNvSpPr/>
          <p:nvPr/>
        </p:nvSpPr>
        <p:spPr>
          <a:xfrm>
            <a:off x="7905750" y="4244975"/>
            <a:ext cx="488950"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35</a:t>
            </a:r>
            <a:endParaRPr b="0" i="0" sz="1400" u="none" cap="none" strike="noStrike">
              <a:solidFill>
                <a:srgbClr val="000000"/>
              </a:solidFill>
              <a:latin typeface="Arial"/>
              <a:ea typeface="Arial"/>
              <a:cs typeface="Arial"/>
              <a:sym typeface="Arial"/>
            </a:endParaRPr>
          </a:p>
        </p:txBody>
      </p:sp>
      <p:sp>
        <p:nvSpPr>
          <p:cNvPr id="3305" name="Google Shape;3305;p128"/>
          <p:cNvSpPr/>
          <p:nvPr/>
        </p:nvSpPr>
        <p:spPr>
          <a:xfrm>
            <a:off x="8691563" y="4229100"/>
            <a:ext cx="392112" cy="392113"/>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3306" name="Google Shape;3306;p128"/>
          <p:cNvSpPr/>
          <p:nvPr/>
        </p:nvSpPr>
        <p:spPr>
          <a:xfrm>
            <a:off x="8655050" y="4221163"/>
            <a:ext cx="488950"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80</a:t>
            </a:r>
            <a:endParaRPr b="0" i="0" sz="1400" u="none" cap="none" strike="noStrike">
              <a:solidFill>
                <a:srgbClr val="000000"/>
              </a:solidFill>
              <a:latin typeface="Arial"/>
              <a:ea typeface="Arial"/>
              <a:cs typeface="Arial"/>
              <a:sym typeface="Arial"/>
            </a:endParaRPr>
          </a:p>
        </p:txBody>
      </p:sp>
      <p:cxnSp>
        <p:nvCxnSpPr>
          <p:cNvPr id="3307" name="Google Shape;3307;p128"/>
          <p:cNvCxnSpPr/>
          <p:nvPr/>
        </p:nvCxnSpPr>
        <p:spPr>
          <a:xfrm flipH="1">
            <a:off x="8128000" y="3689350"/>
            <a:ext cx="238125" cy="571500"/>
          </a:xfrm>
          <a:prstGeom prst="straightConnector1">
            <a:avLst/>
          </a:prstGeom>
          <a:noFill/>
          <a:ln cap="flat" cmpd="sng" w="12700">
            <a:solidFill>
              <a:schemeClr val="dk1"/>
            </a:solidFill>
            <a:prstDash val="solid"/>
            <a:round/>
            <a:headEnd len="sm" w="sm" type="none"/>
            <a:tailEnd len="sm" w="sm" type="none"/>
          </a:ln>
        </p:spPr>
      </p:cxnSp>
      <p:cxnSp>
        <p:nvCxnSpPr>
          <p:cNvPr id="3308" name="Google Shape;3308;p128"/>
          <p:cNvCxnSpPr/>
          <p:nvPr/>
        </p:nvCxnSpPr>
        <p:spPr>
          <a:xfrm>
            <a:off x="8591550" y="3678238"/>
            <a:ext cx="298450" cy="547687"/>
          </a:xfrm>
          <a:prstGeom prst="straightConnector1">
            <a:avLst/>
          </a:prstGeom>
          <a:noFill/>
          <a:ln cap="flat" cmpd="sng" w="12700">
            <a:solidFill>
              <a:schemeClr val="dk1"/>
            </a:solidFill>
            <a:prstDash val="solid"/>
            <a:round/>
            <a:headEnd len="sm" w="sm" type="none"/>
            <a:tailEnd len="sm" w="sm" type="none"/>
          </a:ln>
        </p:spPr>
      </p:cxnSp>
      <p:sp>
        <p:nvSpPr>
          <p:cNvPr id="3309" name="Google Shape;3309;p128"/>
          <p:cNvSpPr/>
          <p:nvPr/>
        </p:nvSpPr>
        <p:spPr>
          <a:xfrm>
            <a:off x="4635500" y="2589213"/>
            <a:ext cx="392113" cy="392112"/>
          </a:xfrm>
          <a:prstGeom prst="ellipse">
            <a:avLst/>
          </a:prstGeom>
          <a:noFill/>
          <a:ln cap="flat" cmpd="sng" w="12700">
            <a:solidFill>
              <a:schemeClr val="dk1"/>
            </a:solidFill>
            <a:prstDash val="solid"/>
            <a:round/>
            <a:headEnd len="sm" w="sm" type="none"/>
            <a:tailEnd len="sm" w="sm" type="none"/>
          </a:ln>
        </p:spPr>
        <p:txBody>
          <a:bodyPr anchorCtr="0" anchor="ctr" bIns="46025" lIns="92075" spcFirstLastPara="1" rIns="92075" wrap="square" tIns="46025">
            <a:no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30</a:t>
            </a:r>
            <a:endParaRPr b="0" i="0" sz="1400" u="none" cap="none" strike="noStrike">
              <a:solidFill>
                <a:srgbClr val="000000"/>
              </a:solidFill>
              <a:latin typeface="Arial"/>
              <a:ea typeface="Arial"/>
              <a:cs typeface="Arial"/>
              <a:sym typeface="Arial"/>
            </a:endParaRPr>
          </a:p>
        </p:txBody>
      </p:sp>
      <p:sp>
        <p:nvSpPr>
          <p:cNvPr id="3310" name="Google Shape;3310;p128"/>
          <p:cNvSpPr/>
          <p:nvPr/>
        </p:nvSpPr>
        <p:spPr>
          <a:xfrm>
            <a:off x="4024313" y="3406775"/>
            <a:ext cx="392112" cy="392113"/>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3311" name="Google Shape;3311;p128"/>
          <p:cNvSpPr/>
          <p:nvPr/>
        </p:nvSpPr>
        <p:spPr>
          <a:xfrm>
            <a:off x="5275263" y="3373438"/>
            <a:ext cx="392112" cy="392112"/>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3312" name="Google Shape;3312;p128"/>
          <p:cNvSpPr/>
          <p:nvPr/>
        </p:nvSpPr>
        <p:spPr>
          <a:xfrm>
            <a:off x="3514725" y="4314825"/>
            <a:ext cx="392113" cy="392113"/>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cxnSp>
        <p:nvCxnSpPr>
          <p:cNvPr id="3313" name="Google Shape;3313;p128"/>
          <p:cNvCxnSpPr/>
          <p:nvPr/>
        </p:nvCxnSpPr>
        <p:spPr>
          <a:xfrm flipH="1">
            <a:off x="4235450" y="2976563"/>
            <a:ext cx="488950" cy="428625"/>
          </a:xfrm>
          <a:prstGeom prst="straightConnector1">
            <a:avLst/>
          </a:prstGeom>
          <a:noFill/>
          <a:ln cap="flat" cmpd="sng" w="12700">
            <a:solidFill>
              <a:schemeClr val="dk1"/>
            </a:solidFill>
            <a:prstDash val="solid"/>
            <a:round/>
            <a:headEnd len="sm" w="sm" type="none"/>
            <a:tailEnd len="sm" w="sm" type="none"/>
          </a:ln>
        </p:spPr>
      </p:cxnSp>
      <p:cxnSp>
        <p:nvCxnSpPr>
          <p:cNvPr id="3314" name="Google Shape;3314;p128"/>
          <p:cNvCxnSpPr/>
          <p:nvPr/>
        </p:nvCxnSpPr>
        <p:spPr>
          <a:xfrm flipH="1">
            <a:off x="3721100" y="3776663"/>
            <a:ext cx="349250" cy="531812"/>
          </a:xfrm>
          <a:prstGeom prst="straightConnector1">
            <a:avLst/>
          </a:prstGeom>
          <a:noFill/>
          <a:ln cap="flat" cmpd="sng" w="12700">
            <a:solidFill>
              <a:schemeClr val="dk1"/>
            </a:solidFill>
            <a:prstDash val="solid"/>
            <a:round/>
            <a:headEnd len="sm" w="sm" type="none"/>
            <a:tailEnd len="sm" w="sm" type="none"/>
          </a:ln>
        </p:spPr>
      </p:cxnSp>
      <p:sp>
        <p:nvSpPr>
          <p:cNvPr id="3315" name="Google Shape;3315;p128"/>
          <p:cNvSpPr/>
          <p:nvPr/>
        </p:nvSpPr>
        <p:spPr>
          <a:xfrm>
            <a:off x="3978275" y="3413125"/>
            <a:ext cx="336550"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5</a:t>
            </a:r>
            <a:endParaRPr b="0" i="0" sz="1400" u="none" cap="none" strike="noStrike">
              <a:solidFill>
                <a:srgbClr val="000000"/>
              </a:solidFill>
              <a:latin typeface="Arial"/>
              <a:ea typeface="Arial"/>
              <a:cs typeface="Arial"/>
              <a:sym typeface="Arial"/>
            </a:endParaRPr>
          </a:p>
        </p:txBody>
      </p:sp>
      <p:sp>
        <p:nvSpPr>
          <p:cNvPr id="3316" name="Google Shape;3316;p128"/>
          <p:cNvSpPr/>
          <p:nvPr/>
        </p:nvSpPr>
        <p:spPr>
          <a:xfrm>
            <a:off x="5238750" y="3365500"/>
            <a:ext cx="488950"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40</a:t>
            </a:r>
            <a:endParaRPr b="0" i="0" sz="1400" u="none" cap="none" strike="noStrike">
              <a:solidFill>
                <a:srgbClr val="000000"/>
              </a:solidFill>
              <a:latin typeface="Arial"/>
              <a:ea typeface="Arial"/>
              <a:cs typeface="Arial"/>
              <a:sym typeface="Arial"/>
            </a:endParaRPr>
          </a:p>
        </p:txBody>
      </p:sp>
      <p:sp>
        <p:nvSpPr>
          <p:cNvPr id="3317" name="Google Shape;3317;p128"/>
          <p:cNvSpPr/>
          <p:nvPr/>
        </p:nvSpPr>
        <p:spPr>
          <a:xfrm>
            <a:off x="3560763" y="4319588"/>
            <a:ext cx="336550"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cxnSp>
        <p:nvCxnSpPr>
          <p:cNvPr id="3318" name="Google Shape;3318;p128"/>
          <p:cNvCxnSpPr/>
          <p:nvPr/>
        </p:nvCxnSpPr>
        <p:spPr>
          <a:xfrm>
            <a:off x="4951413" y="2967038"/>
            <a:ext cx="536575" cy="404812"/>
          </a:xfrm>
          <a:prstGeom prst="straightConnector1">
            <a:avLst/>
          </a:prstGeom>
          <a:noFill/>
          <a:ln cap="flat" cmpd="sng" w="12700">
            <a:solidFill>
              <a:schemeClr val="dk1"/>
            </a:solidFill>
            <a:prstDash val="solid"/>
            <a:round/>
            <a:headEnd len="sm" w="sm" type="none"/>
            <a:tailEnd len="sm" w="sm" type="none"/>
          </a:ln>
        </p:spPr>
      </p:cxnSp>
      <p:sp>
        <p:nvSpPr>
          <p:cNvPr id="3319" name="Google Shape;3319;p128"/>
          <p:cNvSpPr/>
          <p:nvPr/>
        </p:nvSpPr>
        <p:spPr>
          <a:xfrm>
            <a:off x="5689600" y="4287838"/>
            <a:ext cx="392113" cy="392112"/>
          </a:xfrm>
          <a:prstGeom prst="ellipse">
            <a:avLst/>
          </a:prstGeom>
          <a:solidFill>
            <a:srgbClr val="CC3300"/>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3320" name="Google Shape;3320;p128"/>
          <p:cNvSpPr/>
          <p:nvPr/>
        </p:nvSpPr>
        <p:spPr>
          <a:xfrm>
            <a:off x="5653088" y="4279900"/>
            <a:ext cx="488950"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80</a:t>
            </a:r>
            <a:endParaRPr b="0" i="0" sz="1400" u="none" cap="none" strike="noStrike">
              <a:solidFill>
                <a:srgbClr val="000000"/>
              </a:solidFill>
              <a:latin typeface="Arial"/>
              <a:ea typeface="Arial"/>
              <a:cs typeface="Arial"/>
              <a:sym typeface="Arial"/>
            </a:endParaRPr>
          </a:p>
        </p:txBody>
      </p:sp>
      <p:cxnSp>
        <p:nvCxnSpPr>
          <p:cNvPr id="3321" name="Google Shape;3321;p128"/>
          <p:cNvCxnSpPr/>
          <p:nvPr/>
        </p:nvCxnSpPr>
        <p:spPr>
          <a:xfrm>
            <a:off x="5589588" y="3736975"/>
            <a:ext cx="298450" cy="547688"/>
          </a:xfrm>
          <a:prstGeom prst="straightConnector1">
            <a:avLst/>
          </a:prstGeom>
          <a:noFill/>
          <a:ln cap="flat" cmpd="sng" w="12700">
            <a:solidFill>
              <a:schemeClr val="dk1"/>
            </a:solidFill>
            <a:prstDash val="solid"/>
            <a:round/>
            <a:headEnd len="sm" w="sm" type="none"/>
            <a:tailEnd len="sm" w="sm" type="none"/>
          </a:ln>
        </p:spPr>
      </p:cxnSp>
      <p:sp>
        <p:nvSpPr>
          <p:cNvPr id="3322" name="Google Shape;3322;p128"/>
          <p:cNvSpPr/>
          <p:nvPr/>
        </p:nvSpPr>
        <p:spPr>
          <a:xfrm>
            <a:off x="4319588" y="5199063"/>
            <a:ext cx="1258887"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Insert 80</a:t>
            </a:r>
            <a:endParaRPr b="0" i="0" sz="1400" u="none" cap="none" strike="noStrike">
              <a:solidFill>
                <a:srgbClr val="000000"/>
              </a:solidFill>
              <a:latin typeface="Arial"/>
              <a:ea typeface="Arial"/>
              <a:cs typeface="Arial"/>
              <a:sym typeface="Arial"/>
            </a:endParaRPr>
          </a:p>
        </p:txBody>
      </p:sp>
      <p:sp>
        <p:nvSpPr>
          <p:cNvPr id="3323" name="Google Shape;3323;p128"/>
          <p:cNvSpPr/>
          <p:nvPr/>
        </p:nvSpPr>
        <p:spPr>
          <a:xfrm>
            <a:off x="7329488" y="5184775"/>
            <a:ext cx="1258887"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Insert 35</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7" name="Shape 3327"/>
        <p:cNvGrpSpPr/>
        <p:nvPr/>
      </p:nvGrpSpPr>
      <p:grpSpPr>
        <a:xfrm>
          <a:off x="0" y="0"/>
          <a:ext cx="0" cy="0"/>
          <a:chOff x="0" y="0"/>
          <a:chExt cx="0" cy="0"/>
        </a:xfrm>
      </p:grpSpPr>
      <p:sp>
        <p:nvSpPr>
          <p:cNvPr id="3328" name="Google Shape;3328;p129"/>
          <p:cNvSpPr/>
          <p:nvPr/>
        </p:nvSpPr>
        <p:spPr>
          <a:xfrm>
            <a:off x="457200" y="-285750"/>
            <a:ext cx="9163050" cy="1143000"/>
          </a:xfrm>
          <a:prstGeom prst="rect">
            <a:avLst/>
          </a:prstGeom>
          <a:noFill/>
          <a:ln>
            <a:noFill/>
          </a:ln>
        </p:spPr>
        <p:txBody>
          <a:bodyPr anchorCtr="0" anchor="ctr" bIns="46025" lIns="92075" spcFirstLastPara="1" rIns="92075" wrap="square" tIns="46025">
            <a:noAutofit/>
          </a:bodyPr>
          <a:lstStyle/>
          <a:p>
            <a:pPr indent="0" lvl="0" marL="0" marR="0" rtl="0" algn="ctr">
              <a:lnSpc>
                <a:spcPct val="100000"/>
              </a:lnSpc>
              <a:spcBef>
                <a:spcPts val="0"/>
              </a:spcBef>
              <a:spcAft>
                <a:spcPts val="0"/>
              </a:spcAft>
              <a:buClr>
                <a:srgbClr val="000000"/>
              </a:buClr>
              <a:buSzPts val="3600"/>
              <a:buFont typeface="Arial"/>
              <a:buNone/>
            </a:pPr>
            <a:r>
              <a:rPr b="0" i="0" lang="en-US" sz="3600" u="none" cap="none" strike="noStrike">
                <a:solidFill>
                  <a:schemeClr val="dk2"/>
                </a:solidFill>
                <a:latin typeface="Times New Roman"/>
                <a:ea typeface="Times New Roman"/>
                <a:cs typeface="Times New Roman"/>
                <a:sym typeface="Times New Roman"/>
              </a:rPr>
              <a:t>Insertion into A Binary Search Tree</a:t>
            </a:r>
            <a:endParaRPr b="0" i="0" sz="4400" u="none" cap="none" strike="noStrike">
              <a:solidFill>
                <a:schemeClr val="dk2"/>
              </a:solidFill>
              <a:latin typeface="Times New Roman"/>
              <a:ea typeface="Times New Roman"/>
              <a:cs typeface="Times New Roman"/>
              <a:sym typeface="Times New Roman"/>
            </a:endParaRPr>
          </a:p>
        </p:txBody>
      </p:sp>
      <p:sp>
        <p:nvSpPr>
          <p:cNvPr id="3329" name="Google Shape;3329;p129"/>
          <p:cNvSpPr/>
          <p:nvPr/>
        </p:nvSpPr>
        <p:spPr>
          <a:xfrm>
            <a:off x="671513" y="477838"/>
            <a:ext cx="9163050" cy="4997450"/>
          </a:xfrm>
          <a:prstGeom prst="rect">
            <a:avLst/>
          </a:prstGeom>
          <a:noFill/>
          <a:ln>
            <a:noFill/>
          </a:ln>
        </p:spPr>
        <p:txBody>
          <a:bodyPr anchorCtr="0" anchor="t" bIns="46025" lIns="92075" spcFirstLastPara="1" rIns="92075" wrap="square" tIns="46025">
            <a:noAutofit/>
          </a:bodyPr>
          <a:lstStyle/>
          <a:p>
            <a:pPr indent="-342900" lvl="0" marL="342900" marR="0" rtl="0" algn="l">
              <a:lnSpc>
                <a:spcPct val="80000"/>
              </a:lnSpc>
              <a:spcBef>
                <a:spcPts val="0"/>
              </a:spcBef>
              <a:spcAft>
                <a:spcPts val="0"/>
              </a:spcAft>
              <a:buClr>
                <a:schemeClr val="accent1"/>
              </a:buClr>
              <a:buSzPts val="1680"/>
              <a:buFont typeface="Arial"/>
              <a:buNone/>
            </a:pPr>
            <a:r>
              <a:rPr b="1" i="0" lang="en-US" sz="2400" u="none" cap="none" strike="noStrike">
                <a:solidFill>
                  <a:schemeClr val="dk1"/>
                </a:solidFill>
                <a:latin typeface="Courier New"/>
                <a:ea typeface="Courier New"/>
                <a:cs typeface="Courier New"/>
                <a:sym typeface="Courier New"/>
              </a:rPr>
              <a:t>void insert_node(tree_pointer *node, int num)</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480"/>
              </a:spcBef>
              <a:spcAft>
                <a:spcPts val="0"/>
              </a:spcAft>
              <a:buClr>
                <a:schemeClr val="accent1"/>
              </a:buClr>
              <a:buSzPts val="1680"/>
              <a:buFont typeface="Arial"/>
              <a:buNone/>
            </a:pPr>
            <a:r>
              <a:rPr b="1" i="0" lang="en-US" sz="2400" u="none" cap="none" strike="noStrike">
                <a:solidFill>
                  <a:schemeClr val="dk1"/>
                </a:solidFill>
                <a:latin typeface="Courier New"/>
                <a:ea typeface="Courier New"/>
                <a:cs typeface="Courier New"/>
                <a:sym typeface="Courier New"/>
              </a:rPr>
              <a:t>{tree_pointer ptr, </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480"/>
              </a:spcBef>
              <a:spcAft>
                <a:spcPts val="0"/>
              </a:spcAft>
              <a:buClr>
                <a:schemeClr val="accent1"/>
              </a:buClr>
              <a:buSzPts val="1680"/>
              <a:buFont typeface="Arial"/>
              <a:buNone/>
            </a:pPr>
            <a:r>
              <a:rPr b="1" i="0" lang="en-US" sz="2400" u="none" cap="none" strike="noStrike">
                <a:solidFill>
                  <a:schemeClr val="dk1"/>
                </a:solidFill>
                <a:latin typeface="Courier New"/>
                <a:ea typeface="Courier New"/>
                <a:cs typeface="Courier New"/>
                <a:sym typeface="Courier New"/>
              </a:rPr>
              <a:t>      temp = modified_search(*node, num);</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480"/>
              </a:spcBef>
              <a:spcAft>
                <a:spcPts val="0"/>
              </a:spcAft>
              <a:buClr>
                <a:schemeClr val="accent1"/>
              </a:buClr>
              <a:buSzPts val="1680"/>
              <a:buFont typeface="Arial"/>
              <a:buNone/>
            </a:pPr>
            <a:r>
              <a:rPr b="1" i="0" lang="en-US" sz="2400" u="none" cap="none" strike="noStrike">
                <a:solidFill>
                  <a:schemeClr val="dk1"/>
                </a:solidFill>
                <a:latin typeface="Courier New"/>
                <a:ea typeface="Courier New"/>
                <a:cs typeface="Courier New"/>
                <a:sym typeface="Courier New"/>
              </a:rPr>
              <a:t>  if (temp || !(*node)) {</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480"/>
              </a:spcBef>
              <a:spcAft>
                <a:spcPts val="0"/>
              </a:spcAft>
              <a:buClr>
                <a:schemeClr val="accent1"/>
              </a:buClr>
              <a:buSzPts val="1680"/>
              <a:buFont typeface="Arial"/>
              <a:buNone/>
            </a:pPr>
            <a:r>
              <a:rPr b="1" i="0" lang="en-US" sz="2400" u="none" cap="none" strike="noStrike">
                <a:solidFill>
                  <a:schemeClr val="dk1"/>
                </a:solidFill>
                <a:latin typeface="Courier New"/>
                <a:ea typeface="Courier New"/>
                <a:cs typeface="Courier New"/>
                <a:sym typeface="Courier New"/>
              </a:rPr>
              <a:t>   ptr = (tree_pointer) malloc(sizeof(node));</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480"/>
              </a:spcBef>
              <a:spcAft>
                <a:spcPts val="0"/>
              </a:spcAft>
              <a:buClr>
                <a:schemeClr val="accent1"/>
              </a:buClr>
              <a:buSzPts val="1680"/>
              <a:buFont typeface="Arial"/>
              <a:buNone/>
            </a:pPr>
            <a:r>
              <a:rPr b="1" i="0" lang="en-US" sz="2400" u="none" cap="none" strike="noStrike">
                <a:solidFill>
                  <a:schemeClr val="dk1"/>
                </a:solidFill>
                <a:latin typeface="Courier New"/>
                <a:ea typeface="Courier New"/>
                <a:cs typeface="Courier New"/>
                <a:sym typeface="Courier New"/>
              </a:rPr>
              <a:t>   if (IS_FULL(ptr)) {</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480"/>
              </a:spcBef>
              <a:spcAft>
                <a:spcPts val="0"/>
              </a:spcAft>
              <a:buClr>
                <a:schemeClr val="accent1"/>
              </a:buClr>
              <a:buSzPts val="1680"/>
              <a:buFont typeface="Arial"/>
              <a:buNone/>
            </a:pPr>
            <a:r>
              <a:rPr b="1" i="0" lang="en-US" sz="2400" u="none" cap="none" strike="noStrike">
                <a:solidFill>
                  <a:schemeClr val="dk1"/>
                </a:solidFill>
                <a:latin typeface="Courier New"/>
                <a:ea typeface="Courier New"/>
                <a:cs typeface="Courier New"/>
                <a:sym typeface="Courier New"/>
              </a:rPr>
              <a:t>     fprintf(stderr, “The memory is full\n”);</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480"/>
              </a:spcBef>
              <a:spcAft>
                <a:spcPts val="0"/>
              </a:spcAft>
              <a:buClr>
                <a:schemeClr val="accent1"/>
              </a:buClr>
              <a:buSzPts val="1680"/>
              <a:buFont typeface="Arial"/>
              <a:buNone/>
            </a:pPr>
            <a:r>
              <a:rPr b="1" i="0" lang="en-US" sz="2400" u="none" cap="none" strike="noStrike">
                <a:solidFill>
                  <a:schemeClr val="dk1"/>
                </a:solidFill>
                <a:latin typeface="Courier New"/>
                <a:ea typeface="Courier New"/>
                <a:cs typeface="Courier New"/>
                <a:sym typeface="Courier New"/>
              </a:rPr>
              <a:t>     exit(1);</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480"/>
              </a:spcBef>
              <a:spcAft>
                <a:spcPts val="0"/>
              </a:spcAft>
              <a:buClr>
                <a:schemeClr val="accent1"/>
              </a:buClr>
              <a:buSzPts val="1680"/>
              <a:buFont typeface="Arial"/>
              <a:buNone/>
            </a:pPr>
            <a:r>
              <a:rPr b="1" i="0" lang="en-US" sz="2400" u="none" cap="none" strike="noStrike">
                <a:solidFill>
                  <a:schemeClr val="dk1"/>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480"/>
              </a:spcBef>
              <a:spcAft>
                <a:spcPts val="0"/>
              </a:spcAft>
              <a:buClr>
                <a:schemeClr val="accent1"/>
              </a:buClr>
              <a:buSzPts val="1680"/>
              <a:buFont typeface="Arial"/>
              <a:buNone/>
            </a:pPr>
            <a:r>
              <a:rPr b="1" i="0" lang="en-US" sz="2400" u="none" cap="none" strike="noStrike">
                <a:solidFill>
                  <a:schemeClr val="dk1"/>
                </a:solidFill>
                <a:latin typeface="Courier New"/>
                <a:ea typeface="Courier New"/>
                <a:cs typeface="Courier New"/>
                <a:sym typeface="Courier New"/>
              </a:rPr>
              <a:t>   ptr-&gt;data = num;</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480"/>
              </a:spcBef>
              <a:spcAft>
                <a:spcPts val="0"/>
              </a:spcAft>
              <a:buClr>
                <a:schemeClr val="accent1"/>
              </a:buClr>
              <a:buSzPts val="1680"/>
              <a:buFont typeface="Arial"/>
              <a:buNone/>
            </a:pPr>
            <a:r>
              <a:rPr b="1" i="0" lang="en-US" sz="2400" u="none" cap="none" strike="noStrike">
                <a:solidFill>
                  <a:schemeClr val="dk1"/>
                </a:solidFill>
                <a:latin typeface="Courier New"/>
                <a:ea typeface="Courier New"/>
                <a:cs typeface="Courier New"/>
                <a:sym typeface="Courier New"/>
              </a:rPr>
              <a:t>   ptr-&gt;left_child = ptr-&gt;right_child = NULL;</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480"/>
              </a:spcBef>
              <a:spcAft>
                <a:spcPts val="0"/>
              </a:spcAft>
              <a:buClr>
                <a:schemeClr val="accent1"/>
              </a:buClr>
              <a:buSzPts val="1680"/>
              <a:buFont typeface="Arial"/>
              <a:buNone/>
            </a:pPr>
            <a:r>
              <a:rPr b="1" i="0" lang="en-US" sz="2400" u="none" cap="none" strike="noStrike">
                <a:solidFill>
                  <a:schemeClr val="dk1"/>
                </a:solidFill>
                <a:latin typeface="Courier New"/>
                <a:ea typeface="Courier New"/>
                <a:cs typeface="Courier New"/>
                <a:sym typeface="Courier New"/>
              </a:rPr>
              <a:t>   if (*node) </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480"/>
              </a:spcBef>
              <a:spcAft>
                <a:spcPts val="0"/>
              </a:spcAft>
              <a:buClr>
                <a:schemeClr val="accent1"/>
              </a:buClr>
              <a:buSzPts val="1680"/>
              <a:buFont typeface="Arial"/>
              <a:buNone/>
            </a:pPr>
            <a:r>
              <a:rPr b="1" i="0" lang="en-US" sz="2400" u="none" cap="none" strike="noStrike">
                <a:solidFill>
                  <a:schemeClr val="dk1"/>
                </a:solidFill>
                <a:latin typeface="Courier New"/>
                <a:ea typeface="Courier New"/>
                <a:cs typeface="Courier New"/>
                <a:sym typeface="Courier New"/>
              </a:rPr>
              <a:t>     if (num&lt;temp-&gt;data) temp-&gt;left_child=ptr;</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480"/>
              </a:spcBef>
              <a:spcAft>
                <a:spcPts val="0"/>
              </a:spcAft>
              <a:buClr>
                <a:schemeClr val="accent1"/>
              </a:buClr>
              <a:buSzPts val="1680"/>
              <a:buFont typeface="Arial"/>
              <a:buNone/>
            </a:pPr>
            <a:r>
              <a:rPr b="1" i="0" lang="en-US" sz="2400" u="none" cap="none" strike="noStrike">
                <a:solidFill>
                  <a:schemeClr val="dk1"/>
                </a:solidFill>
                <a:latin typeface="Courier New"/>
                <a:ea typeface="Courier New"/>
                <a:cs typeface="Courier New"/>
                <a:sym typeface="Courier New"/>
              </a:rPr>
              <a:t>        else temp-&gt;right_child = ptr;</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480"/>
              </a:spcBef>
              <a:spcAft>
                <a:spcPts val="0"/>
              </a:spcAft>
              <a:buClr>
                <a:schemeClr val="accent1"/>
              </a:buClr>
              <a:buSzPts val="1680"/>
              <a:buFont typeface="Arial"/>
              <a:buNone/>
            </a:pPr>
            <a:r>
              <a:rPr b="1" i="0" lang="en-US" sz="2400" u="none" cap="none" strike="noStrike">
                <a:solidFill>
                  <a:schemeClr val="dk1"/>
                </a:solidFill>
                <a:latin typeface="Courier New"/>
                <a:ea typeface="Courier New"/>
                <a:cs typeface="Courier New"/>
                <a:sym typeface="Courier New"/>
              </a:rPr>
              <a:t>   else *node = ptr;</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480"/>
              </a:spcBef>
              <a:spcAft>
                <a:spcPts val="0"/>
              </a:spcAft>
              <a:buClr>
                <a:schemeClr val="accent1"/>
              </a:buClr>
              <a:buSzPts val="1680"/>
              <a:buFont typeface="Arial"/>
              <a:buNone/>
            </a:pPr>
            <a:r>
              <a:rPr b="1" i="0" lang="en-US" sz="2400" u="none" cap="none" strike="noStrike">
                <a:solidFill>
                  <a:schemeClr val="dk1"/>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a:p>
            <a:pPr indent="-342900" lvl="0" marL="342900" marR="0" rtl="0" algn="l">
              <a:lnSpc>
                <a:spcPct val="80000"/>
              </a:lnSpc>
              <a:spcBef>
                <a:spcPts val="480"/>
              </a:spcBef>
              <a:spcAft>
                <a:spcPts val="0"/>
              </a:spcAft>
              <a:buClr>
                <a:schemeClr val="accent1"/>
              </a:buClr>
              <a:buSzPts val="1680"/>
              <a:buFont typeface="Arial"/>
              <a:buNone/>
            </a:pPr>
            <a:r>
              <a:rPr b="1" i="0" lang="en-US" sz="2400" u="none" cap="none" strike="noStrike">
                <a:solidFill>
                  <a:schemeClr val="dk1"/>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3" name="Shape 3333"/>
        <p:cNvGrpSpPr/>
        <p:nvPr/>
      </p:nvGrpSpPr>
      <p:grpSpPr>
        <a:xfrm>
          <a:off x="0" y="0"/>
          <a:ext cx="0" cy="0"/>
          <a:chOff x="0" y="0"/>
          <a:chExt cx="0" cy="0"/>
        </a:xfrm>
      </p:grpSpPr>
      <p:sp>
        <p:nvSpPr>
          <p:cNvPr id="3334" name="Google Shape;3334;p130"/>
          <p:cNvSpPr/>
          <p:nvPr/>
        </p:nvSpPr>
        <p:spPr>
          <a:xfrm>
            <a:off x="438150" y="0"/>
            <a:ext cx="9163050" cy="1143000"/>
          </a:xfrm>
          <a:prstGeom prst="rect">
            <a:avLst/>
          </a:prstGeom>
          <a:noFill/>
          <a:ln>
            <a:noFill/>
          </a:ln>
        </p:spPr>
        <p:txBody>
          <a:bodyPr anchorCtr="0" anchor="ctr" bIns="46025" lIns="92075" spcFirstLastPara="1" rIns="92075" wrap="square" tIns="46025">
            <a:noAutofit/>
          </a:bodyPr>
          <a:lstStyle/>
          <a:p>
            <a:pPr indent="0" lvl="0" marL="0" marR="0" rtl="0" algn="ctr">
              <a:lnSpc>
                <a:spcPct val="100000"/>
              </a:lnSpc>
              <a:spcBef>
                <a:spcPts val="0"/>
              </a:spcBef>
              <a:spcAft>
                <a:spcPts val="0"/>
              </a:spcAft>
              <a:buClr>
                <a:srgbClr val="000000"/>
              </a:buClr>
              <a:buSzPts val="4400"/>
              <a:buFont typeface="Arial"/>
              <a:buNone/>
            </a:pPr>
            <a:r>
              <a:rPr b="0" i="0" lang="en-US" sz="4400" u="none" cap="none" strike="noStrike">
                <a:solidFill>
                  <a:schemeClr val="dk2"/>
                </a:solidFill>
                <a:latin typeface="Times New Roman"/>
                <a:ea typeface="Times New Roman"/>
                <a:cs typeface="Times New Roman"/>
                <a:sym typeface="Times New Roman"/>
              </a:rPr>
              <a:t>Deletion for A Binary Search Tree</a:t>
            </a:r>
            <a:endParaRPr b="0" i="0" sz="1400" u="none" cap="none" strike="noStrike">
              <a:solidFill>
                <a:srgbClr val="000000"/>
              </a:solidFill>
              <a:latin typeface="Arial"/>
              <a:ea typeface="Arial"/>
              <a:cs typeface="Arial"/>
              <a:sym typeface="Arial"/>
            </a:endParaRPr>
          </a:p>
        </p:txBody>
      </p:sp>
      <p:sp>
        <p:nvSpPr>
          <p:cNvPr id="3335" name="Google Shape;3335;p130"/>
          <p:cNvSpPr txBox="1"/>
          <p:nvPr/>
        </p:nvSpPr>
        <p:spPr>
          <a:xfrm>
            <a:off x="1250950" y="1546225"/>
            <a:ext cx="874713" cy="9461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rgbClr val="CC3300"/>
                </a:solidFill>
                <a:latin typeface="Times New Roman"/>
                <a:ea typeface="Times New Roman"/>
                <a:cs typeface="Times New Roman"/>
                <a:sym typeface="Times New Roman"/>
              </a:rPr>
              <a:t>leaf</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rgbClr val="CC3300"/>
                </a:solidFill>
                <a:latin typeface="Times New Roman"/>
                <a:ea typeface="Times New Roman"/>
                <a:cs typeface="Times New Roman"/>
                <a:sym typeface="Times New Roman"/>
              </a:rPr>
              <a:t>node</a:t>
            </a:r>
            <a:endParaRPr b="0" i="0" sz="2400" u="none" cap="none" strike="noStrike">
              <a:solidFill>
                <a:srgbClr val="CC3300"/>
              </a:solidFill>
              <a:latin typeface="Times New Roman"/>
              <a:ea typeface="Times New Roman"/>
              <a:cs typeface="Times New Roman"/>
              <a:sym typeface="Times New Roman"/>
            </a:endParaRPr>
          </a:p>
        </p:txBody>
      </p:sp>
      <p:sp>
        <p:nvSpPr>
          <p:cNvPr id="3336" name="Google Shape;3336;p130"/>
          <p:cNvSpPr/>
          <p:nvPr/>
        </p:nvSpPr>
        <p:spPr>
          <a:xfrm>
            <a:off x="2838450" y="1616075"/>
            <a:ext cx="392113" cy="392113"/>
          </a:xfrm>
          <a:prstGeom prst="ellipse">
            <a:avLst/>
          </a:prstGeom>
          <a:noFill/>
          <a:ln cap="flat" cmpd="sng" w="12700">
            <a:solidFill>
              <a:schemeClr val="dk1"/>
            </a:solidFill>
            <a:prstDash val="solid"/>
            <a:round/>
            <a:headEnd len="sm" w="sm" type="none"/>
            <a:tailEnd len="sm" w="sm" type="none"/>
          </a:ln>
        </p:spPr>
        <p:txBody>
          <a:bodyPr anchorCtr="0" anchor="ctr" bIns="46025" lIns="92075" spcFirstLastPara="1" rIns="92075" wrap="square" tIns="46025">
            <a:no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30</a:t>
            </a:r>
            <a:endParaRPr b="0" i="0" sz="1400" u="none" cap="none" strike="noStrike">
              <a:solidFill>
                <a:srgbClr val="000000"/>
              </a:solidFill>
              <a:latin typeface="Arial"/>
              <a:ea typeface="Arial"/>
              <a:cs typeface="Arial"/>
              <a:sym typeface="Arial"/>
            </a:endParaRPr>
          </a:p>
        </p:txBody>
      </p:sp>
      <p:sp>
        <p:nvSpPr>
          <p:cNvPr id="3337" name="Google Shape;3337;p130"/>
          <p:cNvSpPr/>
          <p:nvPr/>
        </p:nvSpPr>
        <p:spPr>
          <a:xfrm>
            <a:off x="2227263" y="2433638"/>
            <a:ext cx="392112" cy="392112"/>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3338" name="Google Shape;3338;p130"/>
          <p:cNvSpPr/>
          <p:nvPr/>
        </p:nvSpPr>
        <p:spPr>
          <a:xfrm>
            <a:off x="3478213" y="2400300"/>
            <a:ext cx="392112" cy="392113"/>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3339" name="Google Shape;3339;p130"/>
          <p:cNvSpPr/>
          <p:nvPr/>
        </p:nvSpPr>
        <p:spPr>
          <a:xfrm>
            <a:off x="1717675" y="3341688"/>
            <a:ext cx="392113" cy="392112"/>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cxnSp>
        <p:nvCxnSpPr>
          <p:cNvPr id="3340" name="Google Shape;3340;p130"/>
          <p:cNvCxnSpPr/>
          <p:nvPr/>
        </p:nvCxnSpPr>
        <p:spPr>
          <a:xfrm flipH="1">
            <a:off x="2438400" y="2003425"/>
            <a:ext cx="488950" cy="428625"/>
          </a:xfrm>
          <a:prstGeom prst="straightConnector1">
            <a:avLst/>
          </a:prstGeom>
          <a:noFill/>
          <a:ln cap="flat" cmpd="sng" w="12700">
            <a:solidFill>
              <a:schemeClr val="dk1"/>
            </a:solidFill>
            <a:prstDash val="solid"/>
            <a:round/>
            <a:headEnd len="sm" w="sm" type="none"/>
            <a:tailEnd len="sm" w="sm" type="none"/>
          </a:ln>
        </p:spPr>
      </p:cxnSp>
      <p:cxnSp>
        <p:nvCxnSpPr>
          <p:cNvPr id="3341" name="Google Shape;3341;p130"/>
          <p:cNvCxnSpPr/>
          <p:nvPr/>
        </p:nvCxnSpPr>
        <p:spPr>
          <a:xfrm flipH="1">
            <a:off x="1924050" y="2803525"/>
            <a:ext cx="349250" cy="531813"/>
          </a:xfrm>
          <a:prstGeom prst="straightConnector1">
            <a:avLst/>
          </a:prstGeom>
          <a:noFill/>
          <a:ln cap="flat" cmpd="sng" w="12700">
            <a:solidFill>
              <a:schemeClr val="dk1"/>
            </a:solidFill>
            <a:prstDash val="solid"/>
            <a:round/>
            <a:headEnd len="sm" w="sm" type="none"/>
            <a:tailEnd len="sm" w="sm" type="none"/>
          </a:ln>
        </p:spPr>
      </p:cxnSp>
      <p:sp>
        <p:nvSpPr>
          <p:cNvPr id="3342" name="Google Shape;3342;p130"/>
          <p:cNvSpPr/>
          <p:nvPr/>
        </p:nvSpPr>
        <p:spPr>
          <a:xfrm>
            <a:off x="2295525" y="2401888"/>
            <a:ext cx="336550"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5</a:t>
            </a:r>
            <a:endParaRPr b="0" i="0" sz="1400" u="none" cap="none" strike="noStrike">
              <a:solidFill>
                <a:srgbClr val="000000"/>
              </a:solidFill>
              <a:latin typeface="Arial"/>
              <a:ea typeface="Arial"/>
              <a:cs typeface="Arial"/>
              <a:sym typeface="Arial"/>
            </a:endParaRPr>
          </a:p>
        </p:txBody>
      </p:sp>
      <p:sp>
        <p:nvSpPr>
          <p:cNvPr id="3343" name="Google Shape;3343;p130"/>
          <p:cNvSpPr/>
          <p:nvPr/>
        </p:nvSpPr>
        <p:spPr>
          <a:xfrm>
            <a:off x="1771650" y="3290888"/>
            <a:ext cx="336550"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cxnSp>
        <p:nvCxnSpPr>
          <p:cNvPr id="3344" name="Google Shape;3344;p130"/>
          <p:cNvCxnSpPr/>
          <p:nvPr/>
        </p:nvCxnSpPr>
        <p:spPr>
          <a:xfrm>
            <a:off x="3154363" y="1993900"/>
            <a:ext cx="536575" cy="404813"/>
          </a:xfrm>
          <a:prstGeom prst="straightConnector1">
            <a:avLst/>
          </a:prstGeom>
          <a:noFill/>
          <a:ln cap="flat" cmpd="sng" w="12700">
            <a:solidFill>
              <a:schemeClr val="dk1"/>
            </a:solidFill>
            <a:prstDash val="solid"/>
            <a:round/>
            <a:headEnd len="sm" w="sm" type="none"/>
            <a:tailEnd len="sm" w="sm" type="none"/>
          </a:ln>
        </p:spPr>
      </p:cxnSp>
      <p:sp>
        <p:nvSpPr>
          <p:cNvPr id="3345" name="Google Shape;3345;p130"/>
          <p:cNvSpPr txBox="1"/>
          <p:nvPr/>
        </p:nvSpPr>
        <p:spPr>
          <a:xfrm>
            <a:off x="3451225" y="2346325"/>
            <a:ext cx="488950"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80</a:t>
            </a:r>
            <a:endParaRPr b="0" i="0" sz="3200" u="none" cap="none" strike="noStrike">
              <a:solidFill>
                <a:srgbClr val="CC3300"/>
              </a:solidFill>
              <a:latin typeface="Times New Roman"/>
              <a:ea typeface="Times New Roman"/>
              <a:cs typeface="Times New Roman"/>
              <a:sym typeface="Times New Roman"/>
            </a:endParaRPr>
          </a:p>
        </p:txBody>
      </p:sp>
      <p:sp>
        <p:nvSpPr>
          <p:cNvPr id="3346" name="Google Shape;3346;p130"/>
          <p:cNvSpPr/>
          <p:nvPr/>
        </p:nvSpPr>
        <p:spPr>
          <a:xfrm>
            <a:off x="3276600" y="2895600"/>
            <a:ext cx="514350" cy="533400"/>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3347" name="Google Shape;3347;p130"/>
          <p:cNvSpPr/>
          <p:nvPr/>
        </p:nvSpPr>
        <p:spPr>
          <a:xfrm>
            <a:off x="4495800" y="3714750"/>
            <a:ext cx="514350" cy="533400"/>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3348" name="Google Shape;3348;p130"/>
          <p:cNvSpPr txBox="1"/>
          <p:nvPr/>
        </p:nvSpPr>
        <p:spPr>
          <a:xfrm>
            <a:off x="4568825" y="3638550"/>
            <a:ext cx="387350" cy="5794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cxnSp>
        <p:nvCxnSpPr>
          <p:cNvPr id="3349" name="Google Shape;3349;p130"/>
          <p:cNvCxnSpPr/>
          <p:nvPr/>
        </p:nvCxnSpPr>
        <p:spPr>
          <a:xfrm>
            <a:off x="3733800" y="3333750"/>
            <a:ext cx="800100" cy="495300"/>
          </a:xfrm>
          <a:prstGeom prst="straightConnector1">
            <a:avLst/>
          </a:prstGeom>
          <a:noFill/>
          <a:ln cap="flat" cmpd="sng" w="9525">
            <a:solidFill>
              <a:schemeClr val="dk1"/>
            </a:solidFill>
            <a:prstDash val="solid"/>
            <a:round/>
            <a:headEnd len="sm" w="sm" type="none"/>
            <a:tailEnd len="sm" w="sm" type="none"/>
          </a:ln>
        </p:spPr>
      </p:cxnSp>
      <p:cxnSp>
        <p:nvCxnSpPr>
          <p:cNvPr id="3350" name="Google Shape;3350;p130"/>
          <p:cNvCxnSpPr/>
          <p:nvPr/>
        </p:nvCxnSpPr>
        <p:spPr>
          <a:xfrm flipH="1">
            <a:off x="2457450" y="3390900"/>
            <a:ext cx="914400" cy="552450"/>
          </a:xfrm>
          <a:prstGeom prst="straightConnector1">
            <a:avLst/>
          </a:prstGeom>
          <a:noFill/>
          <a:ln cap="flat" cmpd="sng" w="9525">
            <a:solidFill>
              <a:schemeClr val="dk1"/>
            </a:solidFill>
            <a:prstDash val="solid"/>
            <a:round/>
            <a:headEnd len="sm" w="sm" type="none"/>
            <a:tailEnd len="sm" w="sm" type="none"/>
          </a:ln>
        </p:spPr>
      </p:cxnSp>
      <p:cxnSp>
        <p:nvCxnSpPr>
          <p:cNvPr id="3351" name="Google Shape;3351;p130"/>
          <p:cNvCxnSpPr/>
          <p:nvPr/>
        </p:nvCxnSpPr>
        <p:spPr>
          <a:xfrm flipH="1">
            <a:off x="1714500" y="3962400"/>
            <a:ext cx="723900" cy="1200150"/>
          </a:xfrm>
          <a:prstGeom prst="straightConnector1">
            <a:avLst/>
          </a:prstGeom>
          <a:noFill/>
          <a:ln cap="flat" cmpd="sng" w="9525">
            <a:solidFill>
              <a:schemeClr val="dk1"/>
            </a:solidFill>
            <a:prstDash val="solid"/>
            <a:round/>
            <a:headEnd len="sm" w="sm" type="none"/>
            <a:tailEnd len="sm" w="sm" type="none"/>
          </a:ln>
        </p:spPr>
      </p:cxnSp>
      <p:cxnSp>
        <p:nvCxnSpPr>
          <p:cNvPr id="3352" name="Google Shape;3352;p130"/>
          <p:cNvCxnSpPr/>
          <p:nvPr/>
        </p:nvCxnSpPr>
        <p:spPr>
          <a:xfrm>
            <a:off x="1733550" y="5162550"/>
            <a:ext cx="1543050" cy="0"/>
          </a:xfrm>
          <a:prstGeom prst="straightConnector1">
            <a:avLst/>
          </a:prstGeom>
          <a:noFill/>
          <a:ln cap="flat" cmpd="sng" w="9525">
            <a:solidFill>
              <a:schemeClr val="dk1"/>
            </a:solidFill>
            <a:prstDash val="solid"/>
            <a:round/>
            <a:headEnd len="sm" w="sm" type="none"/>
            <a:tailEnd len="sm" w="sm" type="none"/>
          </a:ln>
        </p:spPr>
      </p:cxnSp>
      <p:cxnSp>
        <p:nvCxnSpPr>
          <p:cNvPr id="3353" name="Google Shape;3353;p130"/>
          <p:cNvCxnSpPr/>
          <p:nvPr/>
        </p:nvCxnSpPr>
        <p:spPr>
          <a:xfrm>
            <a:off x="2419350" y="3962400"/>
            <a:ext cx="838200" cy="1200150"/>
          </a:xfrm>
          <a:prstGeom prst="straightConnector1">
            <a:avLst/>
          </a:prstGeom>
          <a:noFill/>
          <a:ln cap="flat" cmpd="sng" w="9525">
            <a:solidFill>
              <a:schemeClr val="dk1"/>
            </a:solidFill>
            <a:prstDash val="solid"/>
            <a:round/>
            <a:headEnd len="sm" w="sm" type="none"/>
            <a:tailEnd len="sm" w="sm" type="none"/>
          </a:ln>
        </p:spPr>
      </p:cxnSp>
      <p:sp>
        <p:nvSpPr>
          <p:cNvPr id="3354" name="Google Shape;3354;p130"/>
          <p:cNvSpPr txBox="1"/>
          <p:nvPr/>
        </p:nvSpPr>
        <p:spPr>
          <a:xfrm>
            <a:off x="2139950" y="4419600"/>
            <a:ext cx="635000" cy="5794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T1</a:t>
            </a:r>
            <a:endParaRPr b="0" i="0" sz="1400" u="none" cap="none" strike="noStrike">
              <a:solidFill>
                <a:srgbClr val="000000"/>
              </a:solidFill>
              <a:latin typeface="Arial"/>
              <a:ea typeface="Arial"/>
              <a:cs typeface="Arial"/>
              <a:sym typeface="Arial"/>
            </a:endParaRPr>
          </a:p>
        </p:txBody>
      </p:sp>
      <p:cxnSp>
        <p:nvCxnSpPr>
          <p:cNvPr id="3355" name="Google Shape;3355;p130"/>
          <p:cNvCxnSpPr/>
          <p:nvPr/>
        </p:nvCxnSpPr>
        <p:spPr>
          <a:xfrm>
            <a:off x="4724400" y="4267200"/>
            <a:ext cx="990600" cy="762000"/>
          </a:xfrm>
          <a:prstGeom prst="straightConnector1">
            <a:avLst/>
          </a:prstGeom>
          <a:noFill/>
          <a:ln cap="flat" cmpd="sng" w="9525">
            <a:solidFill>
              <a:schemeClr val="dk1"/>
            </a:solidFill>
            <a:prstDash val="solid"/>
            <a:round/>
            <a:headEnd len="sm" w="sm" type="none"/>
            <a:tailEnd len="sm" w="sm" type="none"/>
          </a:ln>
        </p:spPr>
      </p:cxnSp>
      <p:cxnSp>
        <p:nvCxnSpPr>
          <p:cNvPr id="3356" name="Google Shape;3356;p130"/>
          <p:cNvCxnSpPr/>
          <p:nvPr/>
        </p:nvCxnSpPr>
        <p:spPr>
          <a:xfrm flipH="1">
            <a:off x="4991100" y="5029200"/>
            <a:ext cx="723900" cy="1200150"/>
          </a:xfrm>
          <a:prstGeom prst="straightConnector1">
            <a:avLst/>
          </a:prstGeom>
          <a:noFill/>
          <a:ln cap="flat" cmpd="sng" w="9525">
            <a:solidFill>
              <a:schemeClr val="dk1"/>
            </a:solidFill>
            <a:prstDash val="solid"/>
            <a:round/>
            <a:headEnd len="sm" w="sm" type="none"/>
            <a:tailEnd len="sm" w="sm" type="none"/>
          </a:ln>
        </p:spPr>
      </p:cxnSp>
      <p:cxnSp>
        <p:nvCxnSpPr>
          <p:cNvPr id="3357" name="Google Shape;3357;p130"/>
          <p:cNvCxnSpPr/>
          <p:nvPr/>
        </p:nvCxnSpPr>
        <p:spPr>
          <a:xfrm>
            <a:off x="5010150" y="6229350"/>
            <a:ext cx="1543050" cy="0"/>
          </a:xfrm>
          <a:prstGeom prst="straightConnector1">
            <a:avLst/>
          </a:prstGeom>
          <a:noFill/>
          <a:ln cap="flat" cmpd="sng" w="9525">
            <a:solidFill>
              <a:schemeClr val="dk1"/>
            </a:solidFill>
            <a:prstDash val="solid"/>
            <a:round/>
            <a:headEnd len="sm" w="sm" type="none"/>
            <a:tailEnd len="sm" w="sm" type="none"/>
          </a:ln>
        </p:spPr>
      </p:cxnSp>
      <p:cxnSp>
        <p:nvCxnSpPr>
          <p:cNvPr id="3358" name="Google Shape;3358;p130"/>
          <p:cNvCxnSpPr/>
          <p:nvPr/>
        </p:nvCxnSpPr>
        <p:spPr>
          <a:xfrm>
            <a:off x="5695950" y="5029200"/>
            <a:ext cx="838200" cy="1200150"/>
          </a:xfrm>
          <a:prstGeom prst="straightConnector1">
            <a:avLst/>
          </a:prstGeom>
          <a:noFill/>
          <a:ln cap="flat" cmpd="sng" w="9525">
            <a:solidFill>
              <a:schemeClr val="dk1"/>
            </a:solidFill>
            <a:prstDash val="solid"/>
            <a:round/>
            <a:headEnd len="sm" w="sm" type="none"/>
            <a:tailEnd len="sm" w="sm" type="none"/>
          </a:ln>
        </p:spPr>
      </p:cxnSp>
      <p:sp>
        <p:nvSpPr>
          <p:cNvPr id="3359" name="Google Shape;3359;p130"/>
          <p:cNvSpPr txBox="1"/>
          <p:nvPr/>
        </p:nvSpPr>
        <p:spPr>
          <a:xfrm>
            <a:off x="5416550" y="5486400"/>
            <a:ext cx="635000" cy="5794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T2</a:t>
            </a:r>
            <a:endParaRPr b="0" i="0" sz="1400" u="none" cap="none" strike="noStrike">
              <a:solidFill>
                <a:srgbClr val="000000"/>
              </a:solidFill>
              <a:latin typeface="Arial"/>
              <a:ea typeface="Arial"/>
              <a:cs typeface="Arial"/>
              <a:sym typeface="Arial"/>
            </a:endParaRPr>
          </a:p>
        </p:txBody>
      </p:sp>
      <p:sp>
        <p:nvSpPr>
          <p:cNvPr id="3360" name="Google Shape;3360;p130"/>
          <p:cNvSpPr txBox="1"/>
          <p:nvPr/>
        </p:nvSpPr>
        <p:spPr>
          <a:xfrm>
            <a:off x="3349625" y="2800350"/>
            <a:ext cx="387350" cy="5794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1</a:t>
            </a:r>
            <a:endParaRPr b="0" i="0" sz="1400" u="none" cap="none" strike="noStrike">
              <a:solidFill>
                <a:srgbClr val="000000"/>
              </a:solidFill>
              <a:latin typeface="Arial"/>
              <a:ea typeface="Arial"/>
              <a:cs typeface="Arial"/>
              <a:sym typeface="Arial"/>
            </a:endParaRPr>
          </a:p>
        </p:txBody>
      </p:sp>
      <p:sp>
        <p:nvSpPr>
          <p:cNvPr id="3361" name="Google Shape;3361;p130"/>
          <p:cNvSpPr txBox="1"/>
          <p:nvPr/>
        </p:nvSpPr>
        <p:spPr>
          <a:xfrm>
            <a:off x="4194175" y="4248150"/>
            <a:ext cx="477838" cy="5794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CC3300"/>
                </a:solidFill>
                <a:latin typeface="Times New Roman"/>
                <a:ea typeface="Times New Roman"/>
                <a:cs typeface="Times New Roman"/>
                <a:sym typeface="Times New Roman"/>
              </a:rPr>
              <a:t>X</a:t>
            </a:r>
            <a:endParaRPr b="0" i="0" sz="1400" u="none" cap="none" strike="noStrike">
              <a:solidFill>
                <a:srgbClr val="000000"/>
              </a:solidFill>
              <a:latin typeface="Arial"/>
              <a:ea typeface="Arial"/>
              <a:cs typeface="Arial"/>
              <a:sym typeface="Arial"/>
            </a:endParaRPr>
          </a:p>
        </p:txBody>
      </p:sp>
      <p:sp>
        <p:nvSpPr>
          <p:cNvPr id="3362" name="Google Shape;3362;p130"/>
          <p:cNvSpPr/>
          <p:nvPr/>
        </p:nvSpPr>
        <p:spPr>
          <a:xfrm>
            <a:off x="5886450" y="1028700"/>
            <a:ext cx="514350" cy="533400"/>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cxnSp>
        <p:nvCxnSpPr>
          <p:cNvPr id="3363" name="Google Shape;3363;p130"/>
          <p:cNvCxnSpPr/>
          <p:nvPr/>
        </p:nvCxnSpPr>
        <p:spPr>
          <a:xfrm>
            <a:off x="6343650" y="1466850"/>
            <a:ext cx="800100" cy="495300"/>
          </a:xfrm>
          <a:prstGeom prst="straightConnector1">
            <a:avLst/>
          </a:prstGeom>
          <a:noFill/>
          <a:ln cap="flat" cmpd="sng" w="9525">
            <a:solidFill>
              <a:schemeClr val="dk1"/>
            </a:solidFill>
            <a:prstDash val="solid"/>
            <a:round/>
            <a:headEnd len="sm" w="sm" type="none"/>
            <a:tailEnd len="sm" w="sm" type="none"/>
          </a:ln>
        </p:spPr>
      </p:cxnSp>
      <p:cxnSp>
        <p:nvCxnSpPr>
          <p:cNvPr id="3364" name="Google Shape;3364;p130"/>
          <p:cNvCxnSpPr/>
          <p:nvPr/>
        </p:nvCxnSpPr>
        <p:spPr>
          <a:xfrm flipH="1">
            <a:off x="6438900" y="2019300"/>
            <a:ext cx="723900" cy="1200150"/>
          </a:xfrm>
          <a:prstGeom prst="straightConnector1">
            <a:avLst/>
          </a:prstGeom>
          <a:noFill/>
          <a:ln cap="flat" cmpd="sng" w="9525">
            <a:solidFill>
              <a:schemeClr val="dk1"/>
            </a:solidFill>
            <a:prstDash val="solid"/>
            <a:round/>
            <a:headEnd len="sm" w="sm" type="none"/>
            <a:tailEnd len="sm" w="sm" type="none"/>
          </a:ln>
        </p:spPr>
      </p:cxnSp>
      <p:cxnSp>
        <p:nvCxnSpPr>
          <p:cNvPr id="3365" name="Google Shape;3365;p130"/>
          <p:cNvCxnSpPr/>
          <p:nvPr/>
        </p:nvCxnSpPr>
        <p:spPr>
          <a:xfrm>
            <a:off x="6457950" y="3219450"/>
            <a:ext cx="1543050" cy="0"/>
          </a:xfrm>
          <a:prstGeom prst="straightConnector1">
            <a:avLst/>
          </a:prstGeom>
          <a:noFill/>
          <a:ln cap="flat" cmpd="sng" w="9525">
            <a:solidFill>
              <a:schemeClr val="dk1"/>
            </a:solidFill>
            <a:prstDash val="solid"/>
            <a:round/>
            <a:headEnd len="sm" w="sm" type="none"/>
            <a:tailEnd len="sm" w="sm" type="none"/>
          </a:ln>
        </p:spPr>
      </p:cxnSp>
      <p:cxnSp>
        <p:nvCxnSpPr>
          <p:cNvPr id="3366" name="Google Shape;3366;p130"/>
          <p:cNvCxnSpPr/>
          <p:nvPr/>
        </p:nvCxnSpPr>
        <p:spPr>
          <a:xfrm>
            <a:off x="7143750" y="2019300"/>
            <a:ext cx="838200" cy="1200150"/>
          </a:xfrm>
          <a:prstGeom prst="straightConnector1">
            <a:avLst/>
          </a:prstGeom>
          <a:noFill/>
          <a:ln cap="flat" cmpd="sng" w="9525">
            <a:solidFill>
              <a:schemeClr val="dk1"/>
            </a:solidFill>
            <a:prstDash val="solid"/>
            <a:round/>
            <a:headEnd len="sm" w="sm" type="none"/>
            <a:tailEnd len="sm" w="sm" type="none"/>
          </a:ln>
        </p:spPr>
      </p:cxnSp>
      <p:sp>
        <p:nvSpPr>
          <p:cNvPr id="3367" name="Google Shape;3367;p130"/>
          <p:cNvSpPr txBox="1"/>
          <p:nvPr/>
        </p:nvSpPr>
        <p:spPr>
          <a:xfrm>
            <a:off x="6864350" y="2476500"/>
            <a:ext cx="635000" cy="5794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T2</a:t>
            </a:r>
            <a:endParaRPr b="0" i="0" sz="1400" u="none" cap="none" strike="noStrike">
              <a:solidFill>
                <a:srgbClr val="000000"/>
              </a:solidFill>
              <a:latin typeface="Arial"/>
              <a:ea typeface="Arial"/>
              <a:cs typeface="Arial"/>
              <a:sym typeface="Arial"/>
            </a:endParaRPr>
          </a:p>
        </p:txBody>
      </p:sp>
      <p:sp>
        <p:nvSpPr>
          <p:cNvPr id="3368" name="Google Shape;3368;p130"/>
          <p:cNvSpPr txBox="1"/>
          <p:nvPr/>
        </p:nvSpPr>
        <p:spPr>
          <a:xfrm>
            <a:off x="5959475" y="933450"/>
            <a:ext cx="387350" cy="5794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1</a:t>
            </a:r>
            <a:endParaRPr b="0" i="0" sz="1400" u="none" cap="none" strike="noStrike">
              <a:solidFill>
                <a:srgbClr val="000000"/>
              </a:solidFill>
              <a:latin typeface="Arial"/>
              <a:ea typeface="Arial"/>
              <a:cs typeface="Arial"/>
              <a:sym typeface="Arial"/>
            </a:endParaRPr>
          </a:p>
        </p:txBody>
      </p:sp>
      <p:cxnSp>
        <p:nvCxnSpPr>
          <p:cNvPr id="3369" name="Google Shape;3369;p130"/>
          <p:cNvCxnSpPr/>
          <p:nvPr/>
        </p:nvCxnSpPr>
        <p:spPr>
          <a:xfrm flipH="1">
            <a:off x="5124450" y="1562100"/>
            <a:ext cx="914400" cy="552450"/>
          </a:xfrm>
          <a:prstGeom prst="straightConnector1">
            <a:avLst/>
          </a:prstGeom>
          <a:noFill/>
          <a:ln cap="flat" cmpd="sng" w="9525">
            <a:solidFill>
              <a:schemeClr val="dk1"/>
            </a:solidFill>
            <a:prstDash val="solid"/>
            <a:round/>
            <a:headEnd len="sm" w="sm" type="none"/>
            <a:tailEnd len="sm" w="sm" type="none"/>
          </a:ln>
        </p:spPr>
      </p:cxnSp>
      <p:cxnSp>
        <p:nvCxnSpPr>
          <p:cNvPr id="3370" name="Google Shape;3370;p130"/>
          <p:cNvCxnSpPr/>
          <p:nvPr/>
        </p:nvCxnSpPr>
        <p:spPr>
          <a:xfrm flipH="1">
            <a:off x="4381500" y="2133600"/>
            <a:ext cx="723900" cy="1200150"/>
          </a:xfrm>
          <a:prstGeom prst="straightConnector1">
            <a:avLst/>
          </a:prstGeom>
          <a:noFill/>
          <a:ln cap="flat" cmpd="sng" w="9525">
            <a:solidFill>
              <a:schemeClr val="dk1"/>
            </a:solidFill>
            <a:prstDash val="solid"/>
            <a:round/>
            <a:headEnd len="sm" w="sm" type="none"/>
            <a:tailEnd len="sm" w="sm" type="none"/>
          </a:ln>
        </p:spPr>
      </p:cxnSp>
      <p:cxnSp>
        <p:nvCxnSpPr>
          <p:cNvPr id="3371" name="Google Shape;3371;p130"/>
          <p:cNvCxnSpPr/>
          <p:nvPr/>
        </p:nvCxnSpPr>
        <p:spPr>
          <a:xfrm>
            <a:off x="4400550" y="3333750"/>
            <a:ext cx="1543050" cy="0"/>
          </a:xfrm>
          <a:prstGeom prst="straightConnector1">
            <a:avLst/>
          </a:prstGeom>
          <a:noFill/>
          <a:ln cap="flat" cmpd="sng" w="9525">
            <a:solidFill>
              <a:schemeClr val="dk1"/>
            </a:solidFill>
            <a:prstDash val="solid"/>
            <a:round/>
            <a:headEnd len="sm" w="sm" type="none"/>
            <a:tailEnd len="sm" w="sm" type="none"/>
          </a:ln>
        </p:spPr>
      </p:cxnSp>
      <p:cxnSp>
        <p:nvCxnSpPr>
          <p:cNvPr id="3372" name="Google Shape;3372;p130"/>
          <p:cNvCxnSpPr/>
          <p:nvPr/>
        </p:nvCxnSpPr>
        <p:spPr>
          <a:xfrm>
            <a:off x="5086350" y="2133600"/>
            <a:ext cx="838200" cy="1200150"/>
          </a:xfrm>
          <a:prstGeom prst="straightConnector1">
            <a:avLst/>
          </a:prstGeom>
          <a:noFill/>
          <a:ln cap="flat" cmpd="sng" w="9525">
            <a:solidFill>
              <a:schemeClr val="dk1"/>
            </a:solidFill>
            <a:prstDash val="solid"/>
            <a:round/>
            <a:headEnd len="sm" w="sm" type="none"/>
            <a:tailEnd len="sm" w="sm" type="none"/>
          </a:ln>
        </p:spPr>
      </p:cxnSp>
      <p:sp>
        <p:nvSpPr>
          <p:cNvPr id="3373" name="Google Shape;3373;p130"/>
          <p:cNvSpPr txBox="1"/>
          <p:nvPr/>
        </p:nvSpPr>
        <p:spPr>
          <a:xfrm>
            <a:off x="4806950" y="2590800"/>
            <a:ext cx="635000" cy="5794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T1</a:t>
            </a:r>
            <a:endParaRPr b="0" i="0" sz="1400" u="none" cap="none" strike="noStrike">
              <a:solidFill>
                <a:srgbClr val="000000"/>
              </a:solidFill>
              <a:latin typeface="Arial"/>
              <a:ea typeface="Arial"/>
              <a:cs typeface="Arial"/>
              <a:sym typeface="Arial"/>
            </a:endParaRPr>
          </a:p>
        </p:txBody>
      </p:sp>
      <p:cxnSp>
        <p:nvCxnSpPr>
          <p:cNvPr id="3374" name="Google Shape;3374;p130"/>
          <p:cNvCxnSpPr/>
          <p:nvPr/>
        </p:nvCxnSpPr>
        <p:spPr>
          <a:xfrm rot="10800000">
            <a:off x="6172200" y="3524250"/>
            <a:ext cx="0" cy="1695450"/>
          </a:xfrm>
          <a:prstGeom prst="straightConnector1">
            <a:avLst/>
          </a:prstGeom>
          <a:noFill/>
          <a:ln cap="flat" cmpd="sng" w="9525">
            <a:solidFill>
              <a:srgbClr val="003399"/>
            </a:solidFill>
            <a:prstDash val="solid"/>
            <a:round/>
            <a:headEnd len="sm" w="sm" type="none"/>
            <a:tailEnd len="med" w="med" type="triangle"/>
          </a:ln>
        </p:spPr>
      </p:cxn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8" name="Shape 3378"/>
        <p:cNvGrpSpPr/>
        <p:nvPr/>
      </p:nvGrpSpPr>
      <p:grpSpPr>
        <a:xfrm>
          <a:off x="0" y="0"/>
          <a:ext cx="0" cy="0"/>
          <a:chOff x="0" y="0"/>
          <a:chExt cx="0" cy="0"/>
        </a:xfrm>
      </p:grpSpPr>
      <p:sp>
        <p:nvSpPr>
          <p:cNvPr id="3379" name="Google Shape;3379;p131"/>
          <p:cNvSpPr/>
          <p:nvPr/>
        </p:nvSpPr>
        <p:spPr>
          <a:xfrm>
            <a:off x="438150" y="304800"/>
            <a:ext cx="9163050" cy="1143000"/>
          </a:xfrm>
          <a:prstGeom prst="rect">
            <a:avLst/>
          </a:prstGeom>
          <a:noFill/>
          <a:ln>
            <a:noFill/>
          </a:ln>
        </p:spPr>
        <p:txBody>
          <a:bodyPr anchorCtr="0" anchor="ctr" bIns="46025" lIns="92075" spcFirstLastPara="1" rIns="92075" wrap="square" tIns="46025">
            <a:noAutofit/>
          </a:bodyPr>
          <a:lstStyle/>
          <a:p>
            <a:pPr indent="0" lvl="0" marL="0" marR="0" rtl="0" algn="ctr">
              <a:lnSpc>
                <a:spcPct val="100000"/>
              </a:lnSpc>
              <a:spcBef>
                <a:spcPts val="0"/>
              </a:spcBef>
              <a:spcAft>
                <a:spcPts val="0"/>
              </a:spcAft>
              <a:buClr>
                <a:srgbClr val="000000"/>
              </a:buClr>
              <a:buSzPts val="4400"/>
              <a:buFont typeface="Arial"/>
              <a:buNone/>
            </a:pPr>
            <a:r>
              <a:rPr b="0" i="0" lang="en-US" sz="4400" u="none" cap="none" strike="noStrike">
                <a:solidFill>
                  <a:schemeClr val="dk2"/>
                </a:solidFill>
                <a:latin typeface="Times New Roman"/>
                <a:ea typeface="Times New Roman"/>
                <a:cs typeface="Times New Roman"/>
                <a:sym typeface="Times New Roman"/>
              </a:rPr>
              <a:t>Deletion for A Binary Search Tree</a:t>
            </a:r>
            <a:endParaRPr b="0" i="0" sz="1400" u="none" cap="none" strike="noStrike">
              <a:solidFill>
                <a:srgbClr val="000000"/>
              </a:solidFill>
              <a:latin typeface="Arial"/>
              <a:ea typeface="Arial"/>
              <a:cs typeface="Arial"/>
              <a:sym typeface="Arial"/>
            </a:endParaRPr>
          </a:p>
        </p:txBody>
      </p:sp>
      <p:sp>
        <p:nvSpPr>
          <p:cNvPr id="3380" name="Google Shape;3380;p131"/>
          <p:cNvSpPr/>
          <p:nvPr/>
        </p:nvSpPr>
        <p:spPr>
          <a:xfrm>
            <a:off x="2838450" y="1616075"/>
            <a:ext cx="392113" cy="392113"/>
          </a:xfrm>
          <a:prstGeom prst="ellipse">
            <a:avLst/>
          </a:prstGeom>
          <a:noFill/>
          <a:ln cap="flat" cmpd="sng" w="12700">
            <a:solidFill>
              <a:schemeClr val="dk1"/>
            </a:solidFill>
            <a:prstDash val="solid"/>
            <a:round/>
            <a:headEnd len="sm" w="sm" type="none"/>
            <a:tailEnd len="sm" w="sm" type="none"/>
          </a:ln>
        </p:spPr>
        <p:txBody>
          <a:bodyPr anchorCtr="0" anchor="ctr" bIns="46025" lIns="92075" spcFirstLastPara="1" rIns="92075" wrap="square" tIns="46025">
            <a:no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40</a:t>
            </a:r>
            <a:endParaRPr b="0" i="0" sz="1400" u="none" cap="none" strike="noStrike">
              <a:solidFill>
                <a:srgbClr val="000000"/>
              </a:solidFill>
              <a:latin typeface="Arial"/>
              <a:ea typeface="Arial"/>
              <a:cs typeface="Arial"/>
              <a:sym typeface="Arial"/>
            </a:endParaRPr>
          </a:p>
        </p:txBody>
      </p:sp>
      <p:sp>
        <p:nvSpPr>
          <p:cNvPr id="3381" name="Google Shape;3381;p131"/>
          <p:cNvSpPr/>
          <p:nvPr/>
        </p:nvSpPr>
        <p:spPr>
          <a:xfrm>
            <a:off x="2227263" y="2433638"/>
            <a:ext cx="392112" cy="392112"/>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3382" name="Google Shape;3382;p131"/>
          <p:cNvSpPr/>
          <p:nvPr/>
        </p:nvSpPr>
        <p:spPr>
          <a:xfrm>
            <a:off x="3478213" y="2400300"/>
            <a:ext cx="392112" cy="392113"/>
          </a:xfrm>
          <a:prstGeom prst="ellipse">
            <a:avLst/>
          </a:prstGeom>
          <a:solidFill>
            <a:schemeClr val="fo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3383" name="Google Shape;3383;p131"/>
          <p:cNvSpPr/>
          <p:nvPr/>
        </p:nvSpPr>
        <p:spPr>
          <a:xfrm>
            <a:off x="1717675" y="3341688"/>
            <a:ext cx="392113" cy="392112"/>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cxnSp>
        <p:nvCxnSpPr>
          <p:cNvPr id="3384" name="Google Shape;3384;p131"/>
          <p:cNvCxnSpPr/>
          <p:nvPr/>
        </p:nvCxnSpPr>
        <p:spPr>
          <a:xfrm flipH="1">
            <a:off x="2438400" y="2003425"/>
            <a:ext cx="488950" cy="428625"/>
          </a:xfrm>
          <a:prstGeom prst="straightConnector1">
            <a:avLst/>
          </a:prstGeom>
          <a:noFill/>
          <a:ln cap="flat" cmpd="sng" w="12700">
            <a:solidFill>
              <a:schemeClr val="dk1"/>
            </a:solidFill>
            <a:prstDash val="solid"/>
            <a:round/>
            <a:headEnd len="sm" w="sm" type="none"/>
            <a:tailEnd len="sm" w="sm" type="none"/>
          </a:ln>
        </p:spPr>
      </p:cxnSp>
      <p:cxnSp>
        <p:nvCxnSpPr>
          <p:cNvPr id="3385" name="Google Shape;3385;p131"/>
          <p:cNvCxnSpPr/>
          <p:nvPr/>
        </p:nvCxnSpPr>
        <p:spPr>
          <a:xfrm flipH="1">
            <a:off x="1924050" y="2803525"/>
            <a:ext cx="349250" cy="531813"/>
          </a:xfrm>
          <a:prstGeom prst="straightConnector1">
            <a:avLst/>
          </a:prstGeom>
          <a:noFill/>
          <a:ln cap="flat" cmpd="sng" w="12700">
            <a:solidFill>
              <a:schemeClr val="dk1"/>
            </a:solidFill>
            <a:prstDash val="solid"/>
            <a:round/>
            <a:headEnd len="sm" w="sm" type="none"/>
            <a:tailEnd len="sm" w="sm" type="none"/>
          </a:ln>
        </p:spPr>
      </p:cxnSp>
      <p:sp>
        <p:nvSpPr>
          <p:cNvPr id="3386" name="Google Shape;3386;p131"/>
          <p:cNvSpPr/>
          <p:nvPr/>
        </p:nvSpPr>
        <p:spPr>
          <a:xfrm>
            <a:off x="2181225" y="2439988"/>
            <a:ext cx="488950"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20</a:t>
            </a:r>
            <a:endParaRPr b="0" i="0" sz="1400" u="none" cap="none" strike="noStrike">
              <a:solidFill>
                <a:srgbClr val="000000"/>
              </a:solidFill>
              <a:latin typeface="Arial"/>
              <a:ea typeface="Arial"/>
              <a:cs typeface="Arial"/>
              <a:sym typeface="Arial"/>
            </a:endParaRPr>
          </a:p>
        </p:txBody>
      </p:sp>
      <p:sp>
        <p:nvSpPr>
          <p:cNvPr id="3387" name="Google Shape;3387;p131"/>
          <p:cNvSpPr/>
          <p:nvPr/>
        </p:nvSpPr>
        <p:spPr>
          <a:xfrm>
            <a:off x="3441700" y="2392363"/>
            <a:ext cx="488950"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60</a:t>
            </a:r>
            <a:endParaRPr b="0" i="0" sz="1400" u="none" cap="none" strike="noStrike">
              <a:solidFill>
                <a:srgbClr val="000000"/>
              </a:solidFill>
              <a:latin typeface="Arial"/>
              <a:ea typeface="Arial"/>
              <a:cs typeface="Arial"/>
              <a:sym typeface="Arial"/>
            </a:endParaRPr>
          </a:p>
        </p:txBody>
      </p:sp>
      <p:sp>
        <p:nvSpPr>
          <p:cNvPr id="3388" name="Google Shape;3388;p131"/>
          <p:cNvSpPr/>
          <p:nvPr/>
        </p:nvSpPr>
        <p:spPr>
          <a:xfrm>
            <a:off x="1657350" y="3348038"/>
            <a:ext cx="488950"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10</a:t>
            </a:r>
            <a:endParaRPr b="0" i="0" sz="1400" u="none" cap="none" strike="noStrike">
              <a:solidFill>
                <a:srgbClr val="000000"/>
              </a:solidFill>
              <a:latin typeface="Arial"/>
              <a:ea typeface="Arial"/>
              <a:cs typeface="Arial"/>
              <a:sym typeface="Arial"/>
            </a:endParaRPr>
          </a:p>
        </p:txBody>
      </p:sp>
      <p:cxnSp>
        <p:nvCxnSpPr>
          <p:cNvPr id="3389" name="Google Shape;3389;p131"/>
          <p:cNvCxnSpPr/>
          <p:nvPr/>
        </p:nvCxnSpPr>
        <p:spPr>
          <a:xfrm>
            <a:off x="3154363" y="1993900"/>
            <a:ext cx="536575" cy="404813"/>
          </a:xfrm>
          <a:prstGeom prst="straightConnector1">
            <a:avLst/>
          </a:prstGeom>
          <a:noFill/>
          <a:ln cap="flat" cmpd="sng" w="12700">
            <a:solidFill>
              <a:schemeClr val="dk1"/>
            </a:solidFill>
            <a:prstDash val="solid"/>
            <a:round/>
            <a:headEnd len="sm" w="sm" type="none"/>
            <a:tailEnd len="sm" w="sm" type="none"/>
          </a:ln>
        </p:spPr>
      </p:cxnSp>
      <p:sp>
        <p:nvSpPr>
          <p:cNvPr id="3390" name="Google Shape;3390;p131"/>
          <p:cNvSpPr/>
          <p:nvPr/>
        </p:nvSpPr>
        <p:spPr>
          <a:xfrm>
            <a:off x="2643188" y="3325813"/>
            <a:ext cx="392112" cy="392112"/>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cxnSp>
        <p:nvCxnSpPr>
          <p:cNvPr id="3391" name="Google Shape;3391;p131"/>
          <p:cNvCxnSpPr/>
          <p:nvPr/>
        </p:nvCxnSpPr>
        <p:spPr>
          <a:xfrm>
            <a:off x="2530475" y="2822575"/>
            <a:ext cx="333375" cy="512763"/>
          </a:xfrm>
          <a:prstGeom prst="straightConnector1">
            <a:avLst/>
          </a:prstGeom>
          <a:noFill/>
          <a:ln cap="flat" cmpd="sng" w="12700">
            <a:solidFill>
              <a:schemeClr val="dk1"/>
            </a:solidFill>
            <a:prstDash val="solid"/>
            <a:round/>
            <a:headEnd len="sm" w="sm" type="none"/>
            <a:tailEnd len="sm" w="sm" type="none"/>
          </a:ln>
        </p:spPr>
      </p:cxnSp>
      <p:sp>
        <p:nvSpPr>
          <p:cNvPr id="3392" name="Google Shape;3392;p131"/>
          <p:cNvSpPr/>
          <p:nvPr/>
        </p:nvSpPr>
        <p:spPr>
          <a:xfrm>
            <a:off x="2581275" y="3330575"/>
            <a:ext cx="488950"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30</a:t>
            </a:r>
            <a:endParaRPr b="0" i="0" sz="1400" u="none" cap="none" strike="noStrike">
              <a:solidFill>
                <a:srgbClr val="000000"/>
              </a:solidFill>
              <a:latin typeface="Arial"/>
              <a:ea typeface="Arial"/>
              <a:cs typeface="Arial"/>
              <a:sym typeface="Arial"/>
            </a:endParaRPr>
          </a:p>
        </p:txBody>
      </p:sp>
      <p:sp>
        <p:nvSpPr>
          <p:cNvPr id="3393" name="Google Shape;3393;p131"/>
          <p:cNvSpPr/>
          <p:nvPr/>
        </p:nvSpPr>
        <p:spPr>
          <a:xfrm>
            <a:off x="3143250" y="3338513"/>
            <a:ext cx="392113" cy="392112"/>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3394" name="Google Shape;3394;p131"/>
          <p:cNvSpPr/>
          <p:nvPr/>
        </p:nvSpPr>
        <p:spPr>
          <a:xfrm>
            <a:off x="3106738" y="3330575"/>
            <a:ext cx="488950"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50</a:t>
            </a:r>
            <a:endParaRPr b="0" i="0" sz="1400" u="none" cap="none" strike="noStrike">
              <a:solidFill>
                <a:srgbClr val="000000"/>
              </a:solidFill>
              <a:latin typeface="Arial"/>
              <a:ea typeface="Arial"/>
              <a:cs typeface="Arial"/>
              <a:sym typeface="Arial"/>
            </a:endParaRPr>
          </a:p>
        </p:txBody>
      </p:sp>
      <p:sp>
        <p:nvSpPr>
          <p:cNvPr id="3395" name="Google Shape;3395;p131"/>
          <p:cNvSpPr/>
          <p:nvPr/>
        </p:nvSpPr>
        <p:spPr>
          <a:xfrm>
            <a:off x="3892550" y="3314700"/>
            <a:ext cx="392113" cy="392113"/>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3396" name="Google Shape;3396;p131"/>
          <p:cNvSpPr/>
          <p:nvPr/>
        </p:nvSpPr>
        <p:spPr>
          <a:xfrm>
            <a:off x="3856038" y="3306763"/>
            <a:ext cx="488950"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70</a:t>
            </a:r>
            <a:endParaRPr b="0" i="0" sz="1400" u="none" cap="none" strike="noStrike">
              <a:solidFill>
                <a:srgbClr val="000000"/>
              </a:solidFill>
              <a:latin typeface="Arial"/>
              <a:ea typeface="Arial"/>
              <a:cs typeface="Arial"/>
              <a:sym typeface="Arial"/>
            </a:endParaRPr>
          </a:p>
        </p:txBody>
      </p:sp>
      <p:cxnSp>
        <p:nvCxnSpPr>
          <p:cNvPr id="3397" name="Google Shape;3397;p131"/>
          <p:cNvCxnSpPr/>
          <p:nvPr/>
        </p:nvCxnSpPr>
        <p:spPr>
          <a:xfrm flipH="1">
            <a:off x="3328988" y="2774950"/>
            <a:ext cx="238125" cy="571500"/>
          </a:xfrm>
          <a:prstGeom prst="straightConnector1">
            <a:avLst/>
          </a:prstGeom>
          <a:noFill/>
          <a:ln cap="flat" cmpd="sng" w="12700">
            <a:solidFill>
              <a:schemeClr val="dk1"/>
            </a:solidFill>
            <a:prstDash val="solid"/>
            <a:round/>
            <a:headEnd len="sm" w="sm" type="none"/>
            <a:tailEnd len="sm" w="sm" type="none"/>
          </a:ln>
        </p:spPr>
      </p:cxnSp>
      <p:cxnSp>
        <p:nvCxnSpPr>
          <p:cNvPr id="3398" name="Google Shape;3398;p131"/>
          <p:cNvCxnSpPr/>
          <p:nvPr/>
        </p:nvCxnSpPr>
        <p:spPr>
          <a:xfrm>
            <a:off x="3792538" y="2763838"/>
            <a:ext cx="298450" cy="547687"/>
          </a:xfrm>
          <a:prstGeom prst="straightConnector1">
            <a:avLst/>
          </a:prstGeom>
          <a:noFill/>
          <a:ln cap="flat" cmpd="sng" w="12700">
            <a:solidFill>
              <a:schemeClr val="dk1"/>
            </a:solidFill>
            <a:prstDash val="solid"/>
            <a:round/>
            <a:headEnd len="sm" w="sm" type="none"/>
            <a:tailEnd len="sm" w="sm" type="none"/>
          </a:ln>
        </p:spPr>
      </p:cxnSp>
      <p:sp>
        <p:nvSpPr>
          <p:cNvPr id="3399" name="Google Shape;3399;p131"/>
          <p:cNvSpPr/>
          <p:nvPr/>
        </p:nvSpPr>
        <p:spPr>
          <a:xfrm>
            <a:off x="2797175" y="4287838"/>
            <a:ext cx="392113" cy="392112"/>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3400" name="Google Shape;3400;p131"/>
          <p:cNvSpPr/>
          <p:nvPr/>
        </p:nvSpPr>
        <p:spPr>
          <a:xfrm>
            <a:off x="2760663" y="4279900"/>
            <a:ext cx="488950"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45</a:t>
            </a:r>
            <a:endParaRPr b="0" i="0" sz="1400" u="none" cap="none" strike="noStrike">
              <a:solidFill>
                <a:srgbClr val="000000"/>
              </a:solidFill>
              <a:latin typeface="Arial"/>
              <a:ea typeface="Arial"/>
              <a:cs typeface="Arial"/>
              <a:sym typeface="Arial"/>
            </a:endParaRPr>
          </a:p>
        </p:txBody>
      </p:sp>
      <p:sp>
        <p:nvSpPr>
          <p:cNvPr id="3401" name="Google Shape;3401;p131"/>
          <p:cNvSpPr/>
          <p:nvPr/>
        </p:nvSpPr>
        <p:spPr>
          <a:xfrm>
            <a:off x="3546475" y="4264025"/>
            <a:ext cx="392113" cy="392113"/>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3402" name="Google Shape;3402;p131"/>
          <p:cNvSpPr/>
          <p:nvPr/>
        </p:nvSpPr>
        <p:spPr>
          <a:xfrm>
            <a:off x="3509963" y="4256088"/>
            <a:ext cx="488950"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55</a:t>
            </a:r>
            <a:endParaRPr b="0" i="0" sz="1400" u="none" cap="none" strike="noStrike">
              <a:solidFill>
                <a:srgbClr val="000000"/>
              </a:solidFill>
              <a:latin typeface="Arial"/>
              <a:ea typeface="Arial"/>
              <a:cs typeface="Arial"/>
              <a:sym typeface="Arial"/>
            </a:endParaRPr>
          </a:p>
        </p:txBody>
      </p:sp>
      <p:cxnSp>
        <p:nvCxnSpPr>
          <p:cNvPr id="3403" name="Google Shape;3403;p131"/>
          <p:cNvCxnSpPr/>
          <p:nvPr/>
        </p:nvCxnSpPr>
        <p:spPr>
          <a:xfrm flipH="1">
            <a:off x="2982913" y="3724275"/>
            <a:ext cx="238125" cy="571500"/>
          </a:xfrm>
          <a:prstGeom prst="straightConnector1">
            <a:avLst/>
          </a:prstGeom>
          <a:noFill/>
          <a:ln cap="flat" cmpd="sng" w="12700">
            <a:solidFill>
              <a:schemeClr val="dk1"/>
            </a:solidFill>
            <a:prstDash val="solid"/>
            <a:round/>
            <a:headEnd len="sm" w="sm" type="none"/>
            <a:tailEnd len="sm" w="sm" type="none"/>
          </a:ln>
        </p:spPr>
      </p:cxnSp>
      <p:cxnSp>
        <p:nvCxnSpPr>
          <p:cNvPr id="3404" name="Google Shape;3404;p131"/>
          <p:cNvCxnSpPr/>
          <p:nvPr/>
        </p:nvCxnSpPr>
        <p:spPr>
          <a:xfrm>
            <a:off x="3446463" y="3713163"/>
            <a:ext cx="298450" cy="547687"/>
          </a:xfrm>
          <a:prstGeom prst="straightConnector1">
            <a:avLst/>
          </a:prstGeom>
          <a:noFill/>
          <a:ln cap="flat" cmpd="sng" w="12700">
            <a:solidFill>
              <a:schemeClr val="dk1"/>
            </a:solidFill>
            <a:prstDash val="solid"/>
            <a:round/>
            <a:headEnd len="sm" w="sm" type="none"/>
            <a:tailEnd len="sm" w="sm" type="none"/>
          </a:ln>
        </p:spPr>
      </p:cxnSp>
      <p:sp>
        <p:nvSpPr>
          <p:cNvPr id="3405" name="Google Shape;3405;p131"/>
          <p:cNvSpPr/>
          <p:nvPr/>
        </p:nvSpPr>
        <p:spPr>
          <a:xfrm>
            <a:off x="3222625" y="5094288"/>
            <a:ext cx="392113" cy="392112"/>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3406" name="Google Shape;3406;p131"/>
          <p:cNvSpPr/>
          <p:nvPr/>
        </p:nvSpPr>
        <p:spPr>
          <a:xfrm>
            <a:off x="3186113" y="5086350"/>
            <a:ext cx="488950"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52</a:t>
            </a:r>
            <a:endParaRPr b="0" i="0" sz="1400" u="none" cap="none" strike="noStrike">
              <a:solidFill>
                <a:srgbClr val="000000"/>
              </a:solidFill>
              <a:latin typeface="Arial"/>
              <a:ea typeface="Arial"/>
              <a:cs typeface="Arial"/>
              <a:sym typeface="Arial"/>
            </a:endParaRPr>
          </a:p>
        </p:txBody>
      </p:sp>
      <p:cxnSp>
        <p:nvCxnSpPr>
          <p:cNvPr id="3407" name="Google Shape;3407;p131"/>
          <p:cNvCxnSpPr/>
          <p:nvPr/>
        </p:nvCxnSpPr>
        <p:spPr>
          <a:xfrm flipH="1">
            <a:off x="3411538" y="4597400"/>
            <a:ext cx="203200" cy="500063"/>
          </a:xfrm>
          <a:prstGeom prst="straightConnector1">
            <a:avLst/>
          </a:prstGeom>
          <a:noFill/>
          <a:ln cap="flat" cmpd="sng" w="12700">
            <a:solidFill>
              <a:schemeClr val="dk1"/>
            </a:solidFill>
            <a:prstDash val="solid"/>
            <a:round/>
            <a:headEnd len="sm" w="sm" type="none"/>
            <a:tailEnd len="sm" w="sm" type="none"/>
          </a:ln>
        </p:spPr>
      </p:cxnSp>
      <p:sp>
        <p:nvSpPr>
          <p:cNvPr id="3408" name="Google Shape;3408;p131"/>
          <p:cNvSpPr/>
          <p:nvPr/>
        </p:nvSpPr>
        <p:spPr>
          <a:xfrm>
            <a:off x="6657975" y="1577975"/>
            <a:ext cx="392113" cy="392113"/>
          </a:xfrm>
          <a:prstGeom prst="ellipse">
            <a:avLst/>
          </a:prstGeom>
          <a:noFill/>
          <a:ln cap="flat" cmpd="sng" w="12700">
            <a:solidFill>
              <a:schemeClr val="dk1"/>
            </a:solidFill>
            <a:prstDash val="solid"/>
            <a:round/>
            <a:headEnd len="sm" w="sm" type="none"/>
            <a:tailEnd len="sm" w="sm" type="none"/>
          </a:ln>
        </p:spPr>
        <p:txBody>
          <a:bodyPr anchorCtr="0" anchor="ctr" bIns="46025" lIns="92075" spcFirstLastPara="1" rIns="92075" wrap="square" tIns="46025">
            <a:no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40</a:t>
            </a:r>
            <a:endParaRPr b="0" i="0" sz="1400" u="none" cap="none" strike="noStrike">
              <a:solidFill>
                <a:srgbClr val="000000"/>
              </a:solidFill>
              <a:latin typeface="Arial"/>
              <a:ea typeface="Arial"/>
              <a:cs typeface="Arial"/>
              <a:sym typeface="Arial"/>
            </a:endParaRPr>
          </a:p>
        </p:txBody>
      </p:sp>
      <p:sp>
        <p:nvSpPr>
          <p:cNvPr id="3409" name="Google Shape;3409;p131"/>
          <p:cNvSpPr/>
          <p:nvPr/>
        </p:nvSpPr>
        <p:spPr>
          <a:xfrm>
            <a:off x="6046788" y="2395538"/>
            <a:ext cx="392112" cy="392112"/>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3410" name="Google Shape;3410;p131"/>
          <p:cNvSpPr/>
          <p:nvPr/>
        </p:nvSpPr>
        <p:spPr>
          <a:xfrm>
            <a:off x="7297738" y="2362200"/>
            <a:ext cx="392112" cy="392113"/>
          </a:xfrm>
          <a:prstGeom prst="ellipse">
            <a:avLst/>
          </a:prstGeom>
          <a:solidFill>
            <a:schemeClr val="fo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3411" name="Google Shape;3411;p131"/>
          <p:cNvSpPr/>
          <p:nvPr/>
        </p:nvSpPr>
        <p:spPr>
          <a:xfrm>
            <a:off x="5537200" y="3303588"/>
            <a:ext cx="392113" cy="392112"/>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cxnSp>
        <p:nvCxnSpPr>
          <p:cNvPr id="3412" name="Google Shape;3412;p131"/>
          <p:cNvCxnSpPr/>
          <p:nvPr/>
        </p:nvCxnSpPr>
        <p:spPr>
          <a:xfrm flipH="1">
            <a:off x="6257925" y="1965325"/>
            <a:ext cx="488950" cy="428625"/>
          </a:xfrm>
          <a:prstGeom prst="straightConnector1">
            <a:avLst/>
          </a:prstGeom>
          <a:noFill/>
          <a:ln cap="flat" cmpd="sng" w="12700">
            <a:solidFill>
              <a:schemeClr val="dk1"/>
            </a:solidFill>
            <a:prstDash val="solid"/>
            <a:round/>
            <a:headEnd len="sm" w="sm" type="none"/>
            <a:tailEnd len="sm" w="sm" type="none"/>
          </a:ln>
        </p:spPr>
      </p:cxnSp>
      <p:cxnSp>
        <p:nvCxnSpPr>
          <p:cNvPr id="3413" name="Google Shape;3413;p131"/>
          <p:cNvCxnSpPr/>
          <p:nvPr/>
        </p:nvCxnSpPr>
        <p:spPr>
          <a:xfrm flipH="1">
            <a:off x="5743575" y="2765425"/>
            <a:ext cx="349250" cy="531813"/>
          </a:xfrm>
          <a:prstGeom prst="straightConnector1">
            <a:avLst/>
          </a:prstGeom>
          <a:noFill/>
          <a:ln cap="flat" cmpd="sng" w="12700">
            <a:solidFill>
              <a:schemeClr val="dk1"/>
            </a:solidFill>
            <a:prstDash val="solid"/>
            <a:round/>
            <a:headEnd len="sm" w="sm" type="none"/>
            <a:tailEnd len="sm" w="sm" type="none"/>
          </a:ln>
        </p:spPr>
      </p:cxnSp>
      <p:sp>
        <p:nvSpPr>
          <p:cNvPr id="3414" name="Google Shape;3414;p131"/>
          <p:cNvSpPr/>
          <p:nvPr/>
        </p:nvSpPr>
        <p:spPr>
          <a:xfrm>
            <a:off x="6000750" y="2401888"/>
            <a:ext cx="488950"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20</a:t>
            </a:r>
            <a:endParaRPr b="0" i="0" sz="1400" u="none" cap="none" strike="noStrike">
              <a:solidFill>
                <a:srgbClr val="000000"/>
              </a:solidFill>
              <a:latin typeface="Arial"/>
              <a:ea typeface="Arial"/>
              <a:cs typeface="Arial"/>
              <a:sym typeface="Arial"/>
            </a:endParaRPr>
          </a:p>
        </p:txBody>
      </p:sp>
      <p:sp>
        <p:nvSpPr>
          <p:cNvPr id="3415" name="Google Shape;3415;p131"/>
          <p:cNvSpPr/>
          <p:nvPr/>
        </p:nvSpPr>
        <p:spPr>
          <a:xfrm>
            <a:off x="7261225" y="2354263"/>
            <a:ext cx="488950"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55</a:t>
            </a:r>
            <a:endParaRPr b="0" i="0" sz="1400" u="none" cap="none" strike="noStrike">
              <a:solidFill>
                <a:srgbClr val="000000"/>
              </a:solidFill>
              <a:latin typeface="Arial"/>
              <a:ea typeface="Arial"/>
              <a:cs typeface="Arial"/>
              <a:sym typeface="Arial"/>
            </a:endParaRPr>
          </a:p>
        </p:txBody>
      </p:sp>
      <p:sp>
        <p:nvSpPr>
          <p:cNvPr id="3416" name="Google Shape;3416;p131"/>
          <p:cNvSpPr/>
          <p:nvPr/>
        </p:nvSpPr>
        <p:spPr>
          <a:xfrm>
            <a:off x="5476875" y="3309938"/>
            <a:ext cx="488950"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10</a:t>
            </a:r>
            <a:endParaRPr b="0" i="0" sz="1400" u="none" cap="none" strike="noStrike">
              <a:solidFill>
                <a:srgbClr val="000000"/>
              </a:solidFill>
              <a:latin typeface="Arial"/>
              <a:ea typeface="Arial"/>
              <a:cs typeface="Arial"/>
              <a:sym typeface="Arial"/>
            </a:endParaRPr>
          </a:p>
        </p:txBody>
      </p:sp>
      <p:cxnSp>
        <p:nvCxnSpPr>
          <p:cNvPr id="3417" name="Google Shape;3417;p131"/>
          <p:cNvCxnSpPr/>
          <p:nvPr/>
        </p:nvCxnSpPr>
        <p:spPr>
          <a:xfrm>
            <a:off x="6973888" y="1955800"/>
            <a:ext cx="536575" cy="404813"/>
          </a:xfrm>
          <a:prstGeom prst="straightConnector1">
            <a:avLst/>
          </a:prstGeom>
          <a:noFill/>
          <a:ln cap="flat" cmpd="sng" w="12700">
            <a:solidFill>
              <a:schemeClr val="dk1"/>
            </a:solidFill>
            <a:prstDash val="solid"/>
            <a:round/>
            <a:headEnd len="sm" w="sm" type="none"/>
            <a:tailEnd len="sm" w="sm" type="none"/>
          </a:ln>
        </p:spPr>
      </p:cxnSp>
      <p:sp>
        <p:nvSpPr>
          <p:cNvPr id="3418" name="Google Shape;3418;p131"/>
          <p:cNvSpPr/>
          <p:nvPr/>
        </p:nvSpPr>
        <p:spPr>
          <a:xfrm>
            <a:off x="6462713" y="3287713"/>
            <a:ext cx="392112" cy="392112"/>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cxnSp>
        <p:nvCxnSpPr>
          <p:cNvPr id="3419" name="Google Shape;3419;p131"/>
          <p:cNvCxnSpPr/>
          <p:nvPr/>
        </p:nvCxnSpPr>
        <p:spPr>
          <a:xfrm>
            <a:off x="6350000" y="2784475"/>
            <a:ext cx="333375" cy="512763"/>
          </a:xfrm>
          <a:prstGeom prst="straightConnector1">
            <a:avLst/>
          </a:prstGeom>
          <a:noFill/>
          <a:ln cap="flat" cmpd="sng" w="12700">
            <a:solidFill>
              <a:schemeClr val="dk1"/>
            </a:solidFill>
            <a:prstDash val="solid"/>
            <a:round/>
            <a:headEnd len="sm" w="sm" type="none"/>
            <a:tailEnd len="sm" w="sm" type="none"/>
          </a:ln>
        </p:spPr>
      </p:cxnSp>
      <p:sp>
        <p:nvSpPr>
          <p:cNvPr id="3420" name="Google Shape;3420;p131"/>
          <p:cNvSpPr/>
          <p:nvPr/>
        </p:nvSpPr>
        <p:spPr>
          <a:xfrm>
            <a:off x="6400800" y="3292475"/>
            <a:ext cx="488950"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30</a:t>
            </a:r>
            <a:endParaRPr b="0" i="0" sz="1400" u="none" cap="none" strike="noStrike">
              <a:solidFill>
                <a:srgbClr val="000000"/>
              </a:solidFill>
              <a:latin typeface="Arial"/>
              <a:ea typeface="Arial"/>
              <a:cs typeface="Arial"/>
              <a:sym typeface="Arial"/>
            </a:endParaRPr>
          </a:p>
        </p:txBody>
      </p:sp>
      <p:sp>
        <p:nvSpPr>
          <p:cNvPr id="3421" name="Google Shape;3421;p131"/>
          <p:cNvSpPr/>
          <p:nvPr/>
        </p:nvSpPr>
        <p:spPr>
          <a:xfrm>
            <a:off x="6962775" y="3300413"/>
            <a:ext cx="392113" cy="392112"/>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3422" name="Google Shape;3422;p131"/>
          <p:cNvSpPr/>
          <p:nvPr/>
        </p:nvSpPr>
        <p:spPr>
          <a:xfrm>
            <a:off x="6926263" y="3292475"/>
            <a:ext cx="488950"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50</a:t>
            </a:r>
            <a:endParaRPr b="0" i="0" sz="1400" u="none" cap="none" strike="noStrike">
              <a:solidFill>
                <a:srgbClr val="000000"/>
              </a:solidFill>
              <a:latin typeface="Arial"/>
              <a:ea typeface="Arial"/>
              <a:cs typeface="Arial"/>
              <a:sym typeface="Arial"/>
            </a:endParaRPr>
          </a:p>
        </p:txBody>
      </p:sp>
      <p:sp>
        <p:nvSpPr>
          <p:cNvPr id="3423" name="Google Shape;3423;p131"/>
          <p:cNvSpPr/>
          <p:nvPr/>
        </p:nvSpPr>
        <p:spPr>
          <a:xfrm>
            <a:off x="7712075" y="3276600"/>
            <a:ext cx="392113" cy="392113"/>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3424" name="Google Shape;3424;p131"/>
          <p:cNvSpPr/>
          <p:nvPr/>
        </p:nvSpPr>
        <p:spPr>
          <a:xfrm>
            <a:off x="7675563" y="3268663"/>
            <a:ext cx="488950"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70</a:t>
            </a:r>
            <a:endParaRPr b="0" i="0" sz="1400" u="none" cap="none" strike="noStrike">
              <a:solidFill>
                <a:srgbClr val="000000"/>
              </a:solidFill>
              <a:latin typeface="Arial"/>
              <a:ea typeface="Arial"/>
              <a:cs typeface="Arial"/>
              <a:sym typeface="Arial"/>
            </a:endParaRPr>
          </a:p>
        </p:txBody>
      </p:sp>
      <p:cxnSp>
        <p:nvCxnSpPr>
          <p:cNvPr id="3425" name="Google Shape;3425;p131"/>
          <p:cNvCxnSpPr/>
          <p:nvPr/>
        </p:nvCxnSpPr>
        <p:spPr>
          <a:xfrm flipH="1">
            <a:off x="7148513" y="2736850"/>
            <a:ext cx="238125" cy="571500"/>
          </a:xfrm>
          <a:prstGeom prst="straightConnector1">
            <a:avLst/>
          </a:prstGeom>
          <a:noFill/>
          <a:ln cap="flat" cmpd="sng" w="12700">
            <a:solidFill>
              <a:schemeClr val="dk1"/>
            </a:solidFill>
            <a:prstDash val="solid"/>
            <a:round/>
            <a:headEnd len="sm" w="sm" type="none"/>
            <a:tailEnd len="sm" w="sm" type="none"/>
          </a:ln>
        </p:spPr>
      </p:cxnSp>
      <p:cxnSp>
        <p:nvCxnSpPr>
          <p:cNvPr id="3426" name="Google Shape;3426;p131"/>
          <p:cNvCxnSpPr/>
          <p:nvPr/>
        </p:nvCxnSpPr>
        <p:spPr>
          <a:xfrm>
            <a:off x="7612063" y="2725738"/>
            <a:ext cx="298450" cy="547687"/>
          </a:xfrm>
          <a:prstGeom prst="straightConnector1">
            <a:avLst/>
          </a:prstGeom>
          <a:noFill/>
          <a:ln cap="flat" cmpd="sng" w="12700">
            <a:solidFill>
              <a:schemeClr val="dk1"/>
            </a:solidFill>
            <a:prstDash val="solid"/>
            <a:round/>
            <a:headEnd len="sm" w="sm" type="none"/>
            <a:tailEnd len="sm" w="sm" type="none"/>
          </a:ln>
        </p:spPr>
      </p:cxnSp>
      <p:sp>
        <p:nvSpPr>
          <p:cNvPr id="3427" name="Google Shape;3427;p131"/>
          <p:cNvSpPr/>
          <p:nvPr/>
        </p:nvSpPr>
        <p:spPr>
          <a:xfrm>
            <a:off x="6616700" y="4249738"/>
            <a:ext cx="392113" cy="392112"/>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3428" name="Google Shape;3428;p131"/>
          <p:cNvSpPr/>
          <p:nvPr/>
        </p:nvSpPr>
        <p:spPr>
          <a:xfrm>
            <a:off x="6580188" y="4241800"/>
            <a:ext cx="488950"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45</a:t>
            </a:r>
            <a:endParaRPr b="0" i="0" sz="1400" u="none" cap="none" strike="noStrike">
              <a:solidFill>
                <a:srgbClr val="000000"/>
              </a:solidFill>
              <a:latin typeface="Arial"/>
              <a:ea typeface="Arial"/>
              <a:cs typeface="Arial"/>
              <a:sym typeface="Arial"/>
            </a:endParaRPr>
          </a:p>
        </p:txBody>
      </p:sp>
      <p:sp>
        <p:nvSpPr>
          <p:cNvPr id="3429" name="Google Shape;3429;p131"/>
          <p:cNvSpPr/>
          <p:nvPr/>
        </p:nvSpPr>
        <p:spPr>
          <a:xfrm>
            <a:off x="7366000" y="4225925"/>
            <a:ext cx="392113" cy="392113"/>
          </a:xfrm>
          <a:prstGeom prst="ellipse">
            <a:avLst/>
          </a:prstGeom>
          <a:no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3430" name="Google Shape;3430;p131"/>
          <p:cNvSpPr/>
          <p:nvPr/>
        </p:nvSpPr>
        <p:spPr>
          <a:xfrm>
            <a:off x="7329488" y="4217988"/>
            <a:ext cx="488950"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52</a:t>
            </a:r>
            <a:endParaRPr b="0" i="0" sz="1400" u="none" cap="none" strike="noStrike">
              <a:solidFill>
                <a:srgbClr val="000000"/>
              </a:solidFill>
              <a:latin typeface="Arial"/>
              <a:ea typeface="Arial"/>
              <a:cs typeface="Arial"/>
              <a:sym typeface="Arial"/>
            </a:endParaRPr>
          </a:p>
        </p:txBody>
      </p:sp>
      <p:cxnSp>
        <p:nvCxnSpPr>
          <p:cNvPr id="3431" name="Google Shape;3431;p131"/>
          <p:cNvCxnSpPr/>
          <p:nvPr/>
        </p:nvCxnSpPr>
        <p:spPr>
          <a:xfrm flipH="1">
            <a:off x="6802438" y="3686175"/>
            <a:ext cx="238125" cy="571500"/>
          </a:xfrm>
          <a:prstGeom prst="straightConnector1">
            <a:avLst/>
          </a:prstGeom>
          <a:noFill/>
          <a:ln cap="flat" cmpd="sng" w="12700">
            <a:solidFill>
              <a:schemeClr val="dk1"/>
            </a:solidFill>
            <a:prstDash val="solid"/>
            <a:round/>
            <a:headEnd len="sm" w="sm" type="none"/>
            <a:tailEnd len="sm" w="sm" type="none"/>
          </a:ln>
        </p:spPr>
      </p:cxnSp>
      <p:cxnSp>
        <p:nvCxnSpPr>
          <p:cNvPr id="3432" name="Google Shape;3432;p131"/>
          <p:cNvCxnSpPr/>
          <p:nvPr/>
        </p:nvCxnSpPr>
        <p:spPr>
          <a:xfrm>
            <a:off x="7265988" y="3675063"/>
            <a:ext cx="298450" cy="547687"/>
          </a:xfrm>
          <a:prstGeom prst="straightConnector1">
            <a:avLst/>
          </a:prstGeom>
          <a:noFill/>
          <a:ln cap="flat" cmpd="sng" w="12700">
            <a:solidFill>
              <a:schemeClr val="dk1"/>
            </a:solidFill>
            <a:prstDash val="solid"/>
            <a:round/>
            <a:headEnd len="sm" w="sm" type="none"/>
            <a:tailEnd len="sm" w="sm" type="none"/>
          </a:ln>
        </p:spPr>
      </p:cxnSp>
      <p:sp>
        <p:nvSpPr>
          <p:cNvPr id="3433" name="Google Shape;3433;p131"/>
          <p:cNvSpPr/>
          <p:nvPr/>
        </p:nvSpPr>
        <p:spPr>
          <a:xfrm>
            <a:off x="1866900" y="5638800"/>
            <a:ext cx="2449513"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Before deleting 60</a:t>
            </a:r>
            <a:endParaRPr b="0" i="0" sz="1400" u="none" cap="none" strike="noStrike">
              <a:solidFill>
                <a:srgbClr val="000000"/>
              </a:solidFill>
              <a:latin typeface="Arial"/>
              <a:ea typeface="Arial"/>
              <a:cs typeface="Arial"/>
              <a:sym typeface="Arial"/>
            </a:endParaRPr>
          </a:p>
        </p:txBody>
      </p:sp>
      <p:sp>
        <p:nvSpPr>
          <p:cNvPr id="3434" name="Google Shape;3434;p131"/>
          <p:cNvSpPr/>
          <p:nvPr/>
        </p:nvSpPr>
        <p:spPr>
          <a:xfrm>
            <a:off x="5946775" y="5624513"/>
            <a:ext cx="2263775" cy="457200"/>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After deleting 60</a:t>
            </a:r>
            <a:endParaRPr b="0" i="0" sz="1400" u="none" cap="none" strike="noStrike">
              <a:solidFill>
                <a:srgbClr val="000000"/>
              </a:solidFill>
              <a:latin typeface="Arial"/>
              <a:ea typeface="Arial"/>
              <a:cs typeface="Arial"/>
              <a:sym typeface="Arial"/>
            </a:endParaRPr>
          </a:p>
        </p:txBody>
      </p:sp>
      <p:sp>
        <p:nvSpPr>
          <p:cNvPr id="3435" name="Google Shape;3435;p131"/>
          <p:cNvSpPr txBox="1"/>
          <p:nvPr/>
        </p:nvSpPr>
        <p:spPr>
          <a:xfrm>
            <a:off x="1050925" y="1387475"/>
            <a:ext cx="1198563" cy="82232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rgbClr val="CC3300"/>
                </a:solidFill>
                <a:latin typeface="Times New Roman"/>
                <a:ea typeface="Times New Roman"/>
                <a:cs typeface="Times New Roman"/>
                <a:sym typeface="Times New Roman"/>
              </a:rPr>
              <a:t>non-leaf</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rgbClr val="CC3300"/>
                </a:solidFill>
                <a:latin typeface="Times New Roman"/>
                <a:ea typeface="Times New Roman"/>
                <a:cs typeface="Times New Roman"/>
                <a:sym typeface="Times New Roman"/>
              </a:rPr>
              <a:t>node</a:t>
            </a:r>
            <a:endParaRPr b="0" i="0" sz="1400" u="none" cap="none" strike="noStrike">
              <a:solidFill>
                <a:srgbClr val="000000"/>
              </a:solidFill>
              <a:latin typeface="Arial"/>
              <a:ea typeface="Arial"/>
              <a:cs typeface="Arial"/>
              <a:sym typeface="Arial"/>
            </a:endParaRPr>
          </a:p>
        </p:txBody>
      </p:sp>
      <p:cxnSp>
        <p:nvCxnSpPr>
          <p:cNvPr id="3436" name="Google Shape;3436;p131"/>
          <p:cNvCxnSpPr/>
          <p:nvPr/>
        </p:nvCxnSpPr>
        <p:spPr>
          <a:xfrm flipH="1">
            <a:off x="3638550" y="2952750"/>
            <a:ext cx="152400" cy="457200"/>
          </a:xfrm>
          <a:prstGeom prst="straightConnector1">
            <a:avLst/>
          </a:prstGeom>
          <a:noFill/>
          <a:ln cap="flat" cmpd="sng" w="9525">
            <a:solidFill>
              <a:srgbClr val="CC3300"/>
            </a:solidFill>
            <a:prstDash val="solid"/>
            <a:round/>
            <a:headEnd len="sm" w="sm" type="none"/>
            <a:tailEnd len="sm" w="sm" type="none"/>
          </a:ln>
        </p:spPr>
      </p:cxnSp>
      <p:cxnSp>
        <p:nvCxnSpPr>
          <p:cNvPr id="3437" name="Google Shape;3437;p131"/>
          <p:cNvCxnSpPr/>
          <p:nvPr/>
        </p:nvCxnSpPr>
        <p:spPr>
          <a:xfrm>
            <a:off x="3619500" y="3409950"/>
            <a:ext cx="419100" cy="800100"/>
          </a:xfrm>
          <a:prstGeom prst="straightConnector1">
            <a:avLst/>
          </a:prstGeom>
          <a:noFill/>
          <a:ln cap="flat" cmpd="sng" w="9525">
            <a:solidFill>
              <a:srgbClr val="CC3300"/>
            </a:solidFill>
            <a:prstDash val="solid"/>
            <a:round/>
            <a:headEnd len="sm" w="sm" type="none"/>
            <a:tailEnd len="med" w="med" type="triangle"/>
          </a:ln>
        </p:spPr>
      </p:cxnSp>
      <p:cxnSp>
        <p:nvCxnSpPr>
          <p:cNvPr id="3438" name="Google Shape;3438;p131"/>
          <p:cNvCxnSpPr/>
          <p:nvPr/>
        </p:nvCxnSpPr>
        <p:spPr>
          <a:xfrm>
            <a:off x="4114800" y="2724150"/>
            <a:ext cx="381000" cy="609600"/>
          </a:xfrm>
          <a:prstGeom prst="straightConnector1">
            <a:avLst/>
          </a:prstGeom>
          <a:noFill/>
          <a:ln cap="flat" cmpd="sng" w="9525">
            <a:solidFill>
              <a:srgbClr val="003399"/>
            </a:solidFill>
            <a:prstDash val="solid"/>
            <a:round/>
            <a:headEnd len="sm" w="sm" type="none"/>
            <a:tailEnd len="sm" w="sm" type="none"/>
          </a:ln>
        </p:spPr>
      </p:cxnSp>
      <p:cxnSp>
        <p:nvCxnSpPr>
          <p:cNvPr id="3439" name="Google Shape;3439;p131"/>
          <p:cNvCxnSpPr/>
          <p:nvPr/>
        </p:nvCxnSpPr>
        <p:spPr>
          <a:xfrm flipH="1">
            <a:off x="4210050" y="3371850"/>
            <a:ext cx="285750" cy="742950"/>
          </a:xfrm>
          <a:prstGeom prst="straightConnector1">
            <a:avLst/>
          </a:prstGeom>
          <a:noFill/>
          <a:ln cap="flat" cmpd="sng" w="9525">
            <a:solidFill>
              <a:srgbClr val="003399"/>
            </a:solidFill>
            <a:prstDash val="solid"/>
            <a:round/>
            <a:headEnd len="sm" w="sm" type="none"/>
            <a:tailEnd len="med" w="med" type="triangle"/>
          </a:ln>
        </p:spPr>
      </p:cxn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3" name="Shape 3443"/>
        <p:cNvGrpSpPr/>
        <p:nvPr/>
      </p:nvGrpSpPr>
      <p:grpSpPr>
        <a:xfrm>
          <a:off x="0" y="0"/>
          <a:ext cx="0" cy="0"/>
          <a:chOff x="0" y="0"/>
          <a:chExt cx="0" cy="0"/>
        </a:xfrm>
      </p:grpSpPr>
      <p:sp>
        <p:nvSpPr>
          <p:cNvPr id="3444" name="Google Shape;3444;p132"/>
          <p:cNvSpPr/>
          <p:nvPr/>
        </p:nvSpPr>
        <p:spPr>
          <a:xfrm>
            <a:off x="2381250" y="76200"/>
            <a:ext cx="514350" cy="533400"/>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3445" name="Google Shape;3445;p132"/>
          <p:cNvSpPr/>
          <p:nvPr/>
        </p:nvSpPr>
        <p:spPr>
          <a:xfrm>
            <a:off x="3600450" y="895350"/>
            <a:ext cx="514350" cy="533400"/>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3446" name="Google Shape;3446;p132"/>
          <p:cNvSpPr txBox="1"/>
          <p:nvPr/>
        </p:nvSpPr>
        <p:spPr>
          <a:xfrm>
            <a:off x="2454275" y="0"/>
            <a:ext cx="387350" cy="5794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1</a:t>
            </a:r>
            <a:endParaRPr b="0" i="0" sz="1400" u="none" cap="none" strike="noStrike">
              <a:solidFill>
                <a:srgbClr val="000000"/>
              </a:solidFill>
              <a:latin typeface="Arial"/>
              <a:ea typeface="Arial"/>
              <a:cs typeface="Arial"/>
              <a:sym typeface="Arial"/>
            </a:endParaRPr>
          </a:p>
        </p:txBody>
      </p:sp>
      <p:sp>
        <p:nvSpPr>
          <p:cNvPr id="3447" name="Google Shape;3447;p132"/>
          <p:cNvSpPr txBox="1"/>
          <p:nvPr/>
        </p:nvSpPr>
        <p:spPr>
          <a:xfrm>
            <a:off x="3673475" y="819150"/>
            <a:ext cx="387350" cy="5794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cxnSp>
        <p:nvCxnSpPr>
          <p:cNvPr id="3448" name="Google Shape;3448;p132"/>
          <p:cNvCxnSpPr/>
          <p:nvPr/>
        </p:nvCxnSpPr>
        <p:spPr>
          <a:xfrm>
            <a:off x="2838450" y="514350"/>
            <a:ext cx="800100" cy="495300"/>
          </a:xfrm>
          <a:prstGeom prst="straightConnector1">
            <a:avLst/>
          </a:prstGeom>
          <a:noFill/>
          <a:ln cap="flat" cmpd="sng" w="9525">
            <a:solidFill>
              <a:schemeClr val="dk1"/>
            </a:solidFill>
            <a:prstDash val="solid"/>
            <a:round/>
            <a:headEnd len="sm" w="sm" type="none"/>
            <a:tailEnd len="sm" w="sm" type="none"/>
          </a:ln>
        </p:spPr>
      </p:cxnSp>
      <p:cxnSp>
        <p:nvCxnSpPr>
          <p:cNvPr id="3449" name="Google Shape;3449;p132"/>
          <p:cNvCxnSpPr/>
          <p:nvPr/>
        </p:nvCxnSpPr>
        <p:spPr>
          <a:xfrm flipH="1">
            <a:off x="1562100" y="571500"/>
            <a:ext cx="914400" cy="552450"/>
          </a:xfrm>
          <a:prstGeom prst="straightConnector1">
            <a:avLst/>
          </a:prstGeom>
          <a:noFill/>
          <a:ln cap="flat" cmpd="sng" w="9525">
            <a:solidFill>
              <a:schemeClr val="dk1"/>
            </a:solidFill>
            <a:prstDash val="solid"/>
            <a:round/>
            <a:headEnd len="sm" w="sm" type="none"/>
            <a:tailEnd len="sm" w="sm" type="none"/>
          </a:ln>
        </p:spPr>
      </p:cxnSp>
      <p:cxnSp>
        <p:nvCxnSpPr>
          <p:cNvPr id="3450" name="Google Shape;3450;p132"/>
          <p:cNvCxnSpPr/>
          <p:nvPr/>
        </p:nvCxnSpPr>
        <p:spPr>
          <a:xfrm flipH="1">
            <a:off x="819150" y="1143000"/>
            <a:ext cx="723900" cy="1200150"/>
          </a:xfrm>
          <a:prstGeom prst="straightConnector1">
            <a:avLst/>
          </a:prstGeom>
          <a:noFill/>
          <a:ln cap="flat" cmpd="sng" w="9525">
            <a:solidFill>
              <a:schemeClr val="dk1"/>
            </a:solidFill>
            <a:prstDash val="solid"/>
            <a:round/>
            <a:headEnd len="sm" w="sm" type="none"/>
            <a:tailEnd len="sm" w="sm" type="none"/>
          </a:ln>
        </p:spPr>
      </p:cxnSp>
      <p:cxnSp>
        <p:nvCxnSpPr>
          <p:cNvPr id="3451" name="Google Shape;3451;p132"/>
          <p:cNvCxnSpPr/>
          <p:nvPr/>
        </p:nvCxnSpPr>
        <p:spPr>
          <a:xfrm>
            <a:off x="838200" y="2343150"/>
            <a:ext cx="1543050" cy="0"/>
          </a:xfrm>
          <a:prstGeom prst="straightConnector1">
            <a:avLst/>
          </a:prstGeom>
          <a:noFill/>
          <a:ln cap="flat" cmpd="sng" w="9525">
            <a:solidFill>
              <a:schemeClr val="dk1"/>
            </a:solidFill>
            <a:prstDash val="solid"/>
            <a:round/>
            <a:headEnd len="sm" w="sm" type="none"/>
            <a:tailEnd len="sm" w="sm" type="none"/>
          </a:ln>
        </p:spPr>
      </p:cxnSp>
      <p:cxnSp>
        <p:nvCxnSpPr>
          <p:cNvPr id="3452" name="Google Shape;3452;p132"/>
          <p:cNvCxnSpPr/>
          <p:nvPr/>
        </p:nvCxnSpPr>
        <p:spPr>
          <a:xfrm>
            <a:off x="1524000" y="1143000"/>
            <a:ext cx="838200" cy="1200150"/>
          </a:xfrm>
          <a:prstGeom prst="straightConnector1">
            <a:avLst/>
          </a:prstGeom>
          <a:noFill/>
          <a:ln cap="flat" cmpd="sng" w="9525">
            <a:solidFill>
              <a:schemeClr val="dk1"/>
            </a:solidFill>
            <a:prstDash val="solid"/>
            <a:round/>
            <a:headEnd len="sm" w="sm" type="none"/>
            <a:tailEnd len="sm" w="sm" type="none"/>
          </a:ln>
        </p:spPr>
      </p:cxnSp>
      <p:sp>
        <p:nvSpPr>
          <p:cNvPr id="3453" name="Google Shape;3453;p132"/>
          <p:cNvSpPr txBox="1"/>
          <p:nvPr/>
        </p:nvSpPr>
        <p:spPr>
          <a:xfrm>
            <a:off x="1244600" y="1600200"/>
            <a:ext cx="635000" cy="5794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T1</a:t>
            </a:r>
            <a:endParaRPr b="0" i="0" sz="1400" u="none" cap="none" strike="noStrike">
              <a:solidFill>
                <a:srgbClr val="000000"/>
              </a:solidFill>
              <a:latin typeface="Arial"/>
              <a:ea typeface="Arial"/>
              <a:cs typeface="Arial"/>
              <a:sym typeface="Arial"/>
            </a:endParaRPr>
          </a:p>
        </p:txBody>
      </p:sp>
      <p:cxnSp>
        <p:nvCxnSpPr>
          <p:cNvPr id="3454" name="Google Shape;3454;p132"/>
          <p:cNvCxnSpPr/>
          <p:nvPr/>
        </p:nvCxnSpPr>
        <p:spPr>
          <a:xfrm flipH="1">
            <a:off x="2838450" y="1428750"/>
            <a:ext cx="971550" cy="838200"/>
          </a:xfrm>
          <a:prstGeom prst="straightConnector1">
            <a:avLst/>
          </a:prstGeom>
          <a:noFill/>
          <a:ln cap="flat" cmpd="sng" w="9525">
            <a:solidFill>
              <a:schemeClr val="dk1"/>
            </a:solidFill>
            <a:prstDash val="solid"/>
            <a:round/>
            <a:headEnd len="sm" w="sm" type="none"/>
            <a:tailEnd len="sm" w="sm" type="none"/>
          </a:ln>
        </p:spPr>
      </p:cxnSp>
      <p:cxnSp>
        <p:nvCxnSpPr>
          <p:cNvPr id="3455" name="Google Shape;3455;p132"/>
          <p:cNvCxnSpPr/>
          <p:nvPr/>
        </p:nvCxnSpPr>
        <p:spPr>
          <a:xfrm>
            <a:off x="3829050" y="1447800"/>
            <a:ext cx="990600" cy="762000"/>
          </a:xfrm>
          <a:prstGeom prst="straightConnector1">
            <a:avLst/>
          </a:prstGeom>
          <a:noFill/>
          <a:ln cap="flat" cmpd="sng" w="9525">
            <a:solidFill>
              <a:schemeClr val="dk1"/>
            </a:solidFill>
            <a:prstDash val="solid"/>
            <a:round/>
            <a:headEnd len="sm" w="sm" type="none"/>
            <a:tailEnd len="sm" w="sm" type="none"/>
          </a:ln>
        </p:spPr>
      </p:cxnSp>
      <p:cxnSp>
        <p:nvCxnSpPr>
          <p:cNvPr id="3456" name="Google Shape;3456;p132"/>
          <p:cNvCxnSpPr/>
          <p:nvPr/>
        </p:nvCxnSpPr>
        <p:spPr>
          <a:xfrm flipH="1">
            <a:off x="2152650" y="2247900"/>
            <a:ext cx="723900" cy="1200150"/>
          </a:xfrm>
          <a:prstGeom prst="straightConnector1">
            <a:avLst/>
          </a:prstGeom>
          <a:noFill/>
          <a:ln cap="flat" cmpd="sng" w="9525">
            <a:solidFill>
              <a:schemeClr val="dk1"/>
            </a:solidFill>
            <a:prstDash val="solid"/>
            <a:round/>
            <a:headEnd len="sm" w="sm" type="none"/>
            <a:tailEnd len="sm" w="sm" type="none"/>
          </a:ln>
        </p:spPr>
      </p:cxnSp>
      <p:cxnSp>
        <p:nvCxnSpPr>
          <p:cNvPr id="3457" name="Google Shape;3457;p132"/>
          <p:cNvCxnSpPr/>
          <p:nvPr/>
        </p:nvCxnSpPr>
        <p:spPr>
          <a:xfrm>
            <a:off x="2171700" y="3448050"/>
            <a:ext cx="1543050" cy="0"/>
          </a:xfrm>
          <a:prstGeom prst="straightConnector1">
            <a:avLst/>
          </a:prstGeom>
          <a:noFill/>
          <a:ln cap="flat" cmpd="sng" w="9525">
            <a:solidFill>
              <a:schemeClr val="dk1"/>
            </a:solidFill>
            <a:prstDash val="solid"/>
            <a:round/>
            <a:headEnd len="sm" w="sm" type="none"/>
            <a:tailEnd len="sm" w="sm" type="none"/>
          </a:ln>
        </p:spPr>
      </p:cxnSp>
      <p:cxnSp>
        <p:nvCxnSpPr>
          <p:cNvPr id="3458" name="Google Shape;3458;p132"/>
          <p:cNvCxnSpPr/>
          <p:nvPr/>
        </p:nvCxnSpPr>
        <p:spPr>
          <a:xfrm>
            <a:off x="2857500" y="2247900"/>
            <a:ext cx="838200" cy="1200150"/>
          </a:xfrm>
          <a:prstGeom prst="straightConnector1">
            <a:avLst/>
          </a:prstGeom>
          <a:noFill/>
          <a:ln cap="flat" cmpd="sng" w="9525">
            <a:solidFill>
              <a:schemeClr val="dk1"/>
            </a:solidFill>
            <a:prstDash val="solid"/>
            <a:round/>
            <a:headEnd len="sm" w="sm" type="none"/>
            <a:tailEnd len="sm" w="sm" type="none"/>
          </a:ln>
        </p:spPr>
      </p:cxnSp>
      <p:sp>
        <p:nvSpPr>
          <p:cNvPr id="3459" name="Google Shape;3459;p132"/>
          <p:cNvSpPr txBox="1"/>
          <p:nvPr/>
        </p:nvSpPr>
        <p:spPr>
          <a:xfrm>
            <a:off x="2578100" y="2705100"/>
            <a:ext cx="635000" cy="5794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T2</a:t>
            </a:r>
            <a:endParaRPr b="0" i="0" sz="1400" u="none" cap="none" strike="noStrike">
              <a:solidFill>
                <a:srgbClr val="000000"/>
              </a:solidFill>
              <a:latin typeface="Arial"/>
              <a:ea typeface="Arial"/>
              <a:cs typeface="Arial"/>
              <a:sym typeface="Arial"/>
            </a:endParaRPr>
          </a:p>
        </p:txBody>
      </p:sp>
      <p:cxnSp>
        <p:nvCxnSpPr>
          <p:cNvPr id="3460" name="Google Shape;3460;p132"/>
          <p:cNvCxnSpPr/>
          <p:nvPr/>
        </p:nvCxnSpPr>
        <p:spPr>
          <a:xfrm flipH="1">
            <a:off x="4095750" y="2209800"/>
            <a:ext cx="723900" cy="1200150"/>
          </a:xfrm>
          <a:prstGeom prst="straightConnector1">
            <a:avLst/>
          </a:prstGeom>
          <a:noFill/>
          <a:ln cap="flat" cmpd="sng" w="9525">
            <a:solidFill>
              <a:schemeClr val="dk1"/>
            </a:solidFill>
            <a:prstDash val="solid"/>
            <a:round/>
            <a:headEnd len="sm" w="sm" type="none"/>
            <a:tailEnd len="sm" w="sm" type="none"/>
          </a:ln>
        </p:spPr>
      </p:cxnSp>
      <p:cxnSp>
        <p:nvCxnSpPr>
          <p:cNvPr id="3461" name="Google Shape;3461;p132"/>
          <p:cNvCxnSpPr/>
          <p:nvPr/>
        </p:nvCxnSpPr>
        <p:spPr>
          <a:xfrm>
            <a:off x="4114800" y="3409950"/>
            <a:ext cx="1543050" cy="0"/>
          </a:xfrm>
          <a:prstGeom prst="straightConnector1">
            <a:avLst/>
          </a:prstGeom>
          <a:noFill/>
          <a:ln cap="flat" cmpd="sng" w="9525">
            <a:solidFill>
              <a:schemeClr val="dk1"/>
            </a:solidFill>
            <a:prstDash val="solid"/>
            <a:round/>
            <a:headEnd len="sm" w="sm" type="none"/>
            <a:tailEnd len="sm" w="sm" type="none"/>
          </a:ln>
        </p:spPr>
      </p:cxnSp>
      <p:cxnSp>
        <p:nvCxnSpPr>
          <p:cNvPr id="3462" name="Google Shape;3462;p132"/>
          <p:cNvCxnSpPr/>
          <p:nvPr/>
        </p:nvCxnSpPr>
        <p:spPr>
          <a:xfrm>
            <a:off x="4800600" y="2209800"/>
            <a:ext cx="838200" cy="1200150"/>
          </a:xfrm>
          <a:prstGeom prst="straightConnector1">
            <a:avLst/>
          </a:prstGeom>
          <a:noFill/>
          <a:ln cap="flat" cmpd="sng" w="9525">
            <a:solidFill>
              <a:schemeClr val="dk1"/>
            </a:solidFill>
            <a:prstDash val="solid"/>
            <a:round/>
            <a:headEnd len="sm" w="sm" type="none"/>
            <a:tailEnd len="sm" w="sm" type="none"/>
          </a:ln>
        </p:spPr>
      </p:cxnSp>
      <p:sp>
        <p:nvSpPr>
          <p:cNvPr id="3463" name="Google Shape;3463;p132"/>
          <p:cNvSpPr txBox="1"/>
          <p:nvPr/>
        </p:nvSpPr>
        <p:spPr>
          <a:xfrm>
            <a:off x="4521200" y="2667000"/>
            <a:ext cx="635000" cy="5794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T3</a:t>
            </a:r>
            <a:endParaRPr b="0" i="0" sz="1400" u="none" cap="none" strike="noStrike">
              <a:solidFill>
                <a:srgbClr val="000000"/>
              </a:solidFill>
              <a:latin typeface="Arial"/>
              <a:ea typeface="Arial"/>
              <a:cs typeface="Arial"/>
              <a:sym typeface="Arial"/>
            </a:endParaRPr>
          </a:p>
        </p:txBody>
      </p:sp>
      <p:cxnSp>
        <p:nvCxnSpPr>
          <p:cNvPr id="3464" name="Google Shape;3464;p132"/>
          <p:cNvCxnSpPr/>
          <p:nvPr/>
        </p:nvCxnSpPr>
        <p:spPr>
          <a:xfrm flipH="1">
            <a:off x="2876550" y="1371600"/>
            <a:ext cx="647700" cy="590550"/>
          </a:xfrm>
          <a:prstGeom prst="straightConnector1">
            <a:avLst/>
          </a:prstGeom>
          <a:noFill/>
          <a:ln cap="flat" cmpd="sng" w="9525">
            <a:solidFill>
              <a:srgbClr val="003399"/>
            </a:solidFill>
            <a:prstDash val="solid"/>
            <a:round/>
            <a:headEnd len="sm" w="sm" type="none"/>
            <a:tailEnd len="sm" w="sm" type="none"/>
          </a:ln>
        </p:spPr>
      </p:cxnSp>
      <p:cxnSp>
        <p:nvCxnSpPr>
          <p:cNvPr id="3465" name="Google Shape;3465;p132"/>
          <p:cNvCxnSpPr/>
          <p:nvPr/>
        </p:nvCxnSpPr>
        <p:spPr>
          <a:xfrm>
            <a:off x="2876550" y="1962150"/>
            <a:ext cx="971550" cy="1428750"/>
          </a:xfrm>
          <a:prstGeom prst="straightConnector1">
            <a:avLst/>
          </a:prstGeom>
          <a:noFill/>
          <a:ln cap="flat" cmpd="sng" w="9525">
            <a:solidFill>
              <a:srgbClr val="003399"/>
            </a:solidFill>
            <a:prstDash val="solid"/>
            <a:round/>
            <a:headEnd len="sm" w="sm" type="none"/>
            <a:tailEnd len="med" w="med" type="triangle"/>
          </a:ln>
        </p:spPr>
      </p:cxnSp>
      <p:cxnSp>
        <p:nvCxnSpPr>
          <p:cNvPr id="3466" name="Google Shape;3466;p132"/>
          <p:cNvCxnSpPr/>
          <p:nvPr/>
        </p:nvCxnSpPr>
        <p:spPr>
          <a:xfrm>
            <a:off x="4267200" y="1257300"/>
            <a:ext cx="609600" cy="476250"/>
          </a:xfrm>
          <a:prstGeom prst="straightConnector1">
            <a:avLst/>
          </a:prstGeom>
          <a:noFill/>
          <a:ln cap="flat" cmpd="sng" w="9525">
            <a:solidFill>
              <a:srgbClr val="003399"/>
            </a:solidFill>
            <a:prstDash val="solid"/>
            <a:round/>
            <a:headEnd len="sm" w="sm" type="none"/>
            <a:tailEnd len="sm" w="sm" type="none"/>
          </a:ln>
        </p:spPr>
      </p:cxnSp>
      <p:cxnSp>
        <p:nvCxnSpPr>
          <p:cNvPr id="3467" name="Google Shape;3467;p132"/>
          <p:cNvCxnSpPr/>
          <p:nvPr/>
        </p:nvCxnSpPr>
        <p:spPr>
          <a:xfrm flipH="1">
            <a:off x="3981450" y="1733550"/>
            <a:ext cx="914400" cy="1581150"/>
          </a:xfrm>
          <a:prstGeom prst="straightConnector1">
            <a:avLst/>
          </a:prstGeom>
          <a:noFill/>
          <a:ln cap="flat" cmpd="sng" w="9525">
            <a:solidFill>
              <a:srgbClr val="003399"/>
            </a:solidFill>
            <a:prstDash val="solid"/>
            <a:round/>
            <a:headEnd len="sm" w="sm" type="none"/>
            <a:tailEnd len="med" w="med" type="triangle"/>
          </a:ln>
        </p:spPr>
      </p:cxnSp>
      <p:sp>
        <p:nvSpPr>
          <p:cNvPr id="3468" name="Google Shape;3468;p132"/>
          <p:cNvSpPr/>
          <p:nvPr/>
        </p:nvSpPr>
        <p:spPr>
          <a:xfrm>
            <a:off x="5886450" y="2971800"/>
            <a:ext cx="514350" cy="533400"/>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3469" name="Google Shape;3469;p132"/>
          <p:cNvSpPr/>
          <p:nvPr/>
        </p:nvSpPr>
        <p:spPr>
          <a:xfrm>
            <a:off x="7105650" y="3790950"/>
            <a:ext cx="514350" cy="533400"/>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3399"/>
              </a:solidFill>
              <a:latin typeface="Times New Roman"/>
              <a:ea typeface="Times New Roman"/>
              <a:cs typeface="Times New Roman"/>
              <a:sym typeface="Times New Roman"/>
            </a:endParaRPr>
          </a:p>
        </p:txBody>
      </p:sp>
      <p:sp>
        <p:nvSpPr>
          <p:cNvPr id="3470" name="Google Shape;3470;p132"/>
          <p:cNvSpPr txBox="1"/>
          <p:nvPr/>
        </p:nvSpPr>
        <p:spPr>
          <a:xfrm>
            <a:off x="5959475" y="2895600"/>
            <a:ext cx="387350" cy="5794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1</a:t>
            </a:r>
            <a:endParaRPr b="0" i="0" sz="1400" u="none" cap="none" strike="noStrike">
              <a:solidFill>
                <a:srgbClr val="000000"/>
              </a:solidFill>
              <a:latin typeface="Arial"/>
              <a:ea typeface="Arial"/>
              <a:cs typeface="Arial"/>
              <a:sym typeface="Arial"/>
            </a:endParaRPr>
          </a:p>
        </p:txBody>
      </p:sp>
      <p:sp>
        <p:nvSpPr>
          <p:cNvPr id="3471" name="Google Shape;3471;p132"/>
          <p:cNvSpPr txBox="1"/>
          <p:nvPr/>
        </p:nvSpPr>
        <p:spPr>
          <a:xfrm>
            <a:off x="7112000" y="3714750"/>
            <a:ext cx="522288" cy="5794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cxnSp>
        <p:nvCxnSpPr>
          <p:cNvPr id="3472" name="Google Shape;3472;p132"/>
          <p:cNvCxnSpPr/>
          <p:nvPr/>
        </p:nvCxnSpPr>
        <p:spPr>
          <a:xfrm>
            <a:off x="6343650" y="3409950"/>
            <a:ext cx="800100" cy="495300"/>
          </a:xfrm>
          <a:prstGeom prst="straightConnector1">
            <a:avLst/>
          </a:prstGeom>
          <a:noFill/>
          <a:ln cap="flat" cmpd="sng" w="9525">
            <a:solidFill>
              <a:schemeClr val="dk1"/>
            </a:solidFill>
            <a:prstDash val="solid"/>
            <a:round/>
            <a:headEnd len="sm" w="sm" type="none"/>
            <a:tailEnd len="sm" w="sm" type="none"/>
          </a:ln>
        </p:spPr>
      </p:cxnSp>
      <p:cxnSp>
        <p:nvCxnSpPr>
          <p:cNvPr id="3473" name="Google Shape;3473;p132"/>
          <p:cNvCxnSpPr/>
          <p:nvPr/>
        </p:nvCxnSpPr>
        <p:spPr>
          <a:xfrm flipH="1">
            <a:off x="5067300" y="3467100"/>
            <a:ext cx="914400" cy="552450"/>
          </a:xfrm>
          <a:prstGeom prst="straightConnector1">
            <a:avLst/>
          </a:prstGeom>
          <a:noFill/>
          <a:ln cap="flat" cmpd="sng" w="9525">
            <a:solidFill>
              <a:schemeClr val="dk1"/>
            </a:solidFill>
            <a:prstDash val="solid"/>
            <a:round/>
            <a:headEnd len="sm" w="sm" type="none"/>
            <a:tailEnd len="sm" w="sm" type="none"/>
          </a:ln>
        </p:spPr>
      </p:cxnSp>
      <p:cxnSp>
        <p:nvCxnSpPr>
          <p:cNvPr id="3474" name="Google Shape;3474;p132"/>
          <p:cNvCxnSpPr/>
          <p:nvPr/>
        </p:nvCxnSpPr>
        <p:spPr>
          <a:xfrm flipH="1">
            <a:off x="4324350" y="4038600"/>
            <a:ext cx="723900" cy="1200150"/>
          </a:xfrm>
          <a:prstGeom prst="straightConnector1">
            <a:avLst/>
          </a:prstGeom>
          <a:noFill/>
          <a:ln cap="flat" cmpd="sng" w="9525">
            <a:solidFill>
              <a:schemeClr val="dk1"/>
            </a:solidFill>
            <a:prstDash val="solid"/>
            <a:round/>
            <a:headEnd len="sm" w="sm" type="none"/>
            <a:tailEnd len="sm" w="sm" type="none"/>
          </a:ln>
        </p:spPr>
      </p:cxnSp>
      <p:cxnSp>
        <p:nvCxnSpPr>
          <p:cNvPr id="3475" name="Google Shape;3475;p132"/>
          <p:cNvCxnSpPr/>
          <p:nvPr/>
        </p:nvCxnSpPr>
        <p:spPr>
          <a:xfrm>
            <a:off x="4343400" y="5238750"/>
            <a:ext cx="1543050" cy="0"/>
          </a:xfrm>
          <a:prstGeom prst="straightConnector1">
            <a:avLst/>
          </a:prstGeom>
          <a:noFill/>
          <a:ln cap="flat" cmpd="sng" w="9525">
            <a:solidFill>
              <a:schemeClr val="dk1"/>
            </a:solidFill>
            <a:prstDash val="solid"/>
            <a:round/>
            <a:headEnd len="sm" w="sm" type="none"/>
            <a:tailEnd len="sm" w="sm" type="none"/>
          </a:ln>
        </p:spPr>
      </p:cxnSp>
      <p:cxnSp>
        <p:nvCxnSpPr>
          <p:cNvPr id="3476" name="Google Shape;3476;p132"/>
          <p:cNvCxnSpPr/>
          <p:nvPr/>
        </p:nvCxnSpPr>
        <p:spPr>
          <a:xfrm>
            <a:off x="5029200" y="4038600"/>
            <a:ext cx="838200" cy="1200150"/>
          </a:xfrm>
          <a:prstGeom prst="straightConnector1">
            <a:avLst/>
          </a:prstGeom>
          <a:noFill/>
          <a:ln cap="flat" cmpd="sng" w="9525">
            <a:solidFill>
              <a:schemeClr val="dk1"/>
            </a:solidFill>
            <a:prstDash val="solid"/>
            <a:round/>
            <a:headEnd len="sm" w="sm" type="none"/>
            <a:tailEnd len="sm" w="sm" type="none"/>
          </a:ln>
        </p:spPr>
      </p:cxnSp>
      <p:sp>
        <p:nvSpPr>
          <p:cNvPr id="3477" name="Google Shape;3477;p132"/>
          <p:cNvSpPr txBox="1"/>
          <p:nvPr/>
        </p:nvSpPr>
        <p:spPr>
          <a:xfrm>
            <a:off x="4749800" y="4495800"/>
            <a:ext cx="635000" cy="5794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T1</a:t>
            </a:r>
            <a:endParaRPr b="0" i="0" sz="1400" u="none" cap="none" strike="noStrike">
              <a:solidFill>
                <a:srgbClr val="000000"/>
              </a:solidFill>
              <a:latin typeface="Arial"/>
              <a:ea typeface="Arial"/>
              <a:cs typeface="Arial"/>
              <a:sym typeface="Arial"/>
            </a:endParaRPr>
          </a:p>
        </p:txBody>
      </p:sp>
      <p:cxnSp>
        <p:nvCxnSpPr>
          <p:cNvPr id="3478" name="Google Shape;3478;p132"/>
          <p:cNvCxnSpPr/>
          <p:nvPr/>
        </p:nvCxnSpPr>
        <p:spPr>
          <a:xfrm flipH="1">
            <a:off x="6343650" y="4324350"/>
            <a:ext cx="971550" cy="838200"/>
          </a:xfrm>
          <a:prstGeom prst="straightConnector1">
            <a:avLst/>
          </a:prstGeom>
          <a:noFill/>
          <a:ln cap="flat" cmpd="sng" w="9525">
            <a:solidFill>
              <a:schemeClr val="dk1"/>
            </a:solidFill>
            <a:prstDash val="solid"/>
            <a:round/>
            <a:headEnd len="sm" w="sm" type="none"/>
            <a:tailEnd len="sm" w="sm" type="none"/>
          </a:ln>
        </p:spPr>
      </p:cxnSp>
      <p:cxnSp>
        <p:nvCxnSpPr>
          <p:cNvPr id="3479" name="Google Shape;3479;p132"/>
          <p:cNvCxnSpPr/>
          <p:nvPr/>
        </p:nvCxnSpPr>
        <p:spPr>
          <a:xfrm>
            <a:off x="7334250" y="4343400"/>
            <a:ext cx="990600" cy="762000"/>
          </a:xfrm>
          <a:prstGeom prst="straightConnector1">
            <a:avLst/>
          </a:prstGeom>
          <a:noFill/>
          <a:ln cap="flat" cmpd="sng" w="9525">
            <a:solidFill>
              <a:schemeClr val="dk1"/>
            </a:solidFill>
            <a:prstDash val="solid"/>
            <a:round/>
            <a:headEnd len="sm" w="sm" type="none"/>
            <a:tailEnd len="sm" w="sm" type="none"/>
          </a:ln>
        </p:spPr>
      </p:cxnSp>
      <p:cxnSp>
        <p:nvCxnSpPr>
          <p:cNvPr id="3480" name="Google Shape;3480;p132"/>
          <p:cNvCxnSpPr/>
          <p:nvPr/>
        </p:nvCxnSpPr>
        <p:spPr>
          <a:xfrm flipH="1">
            <a:off x="5657850" y="5143500"/>
            <a:ext cx="723900" cy="1200150"/>
          </a:xfrm>
          <a:prstGeom prst="straightConnector1">
            <a:avLst/>
          </a:prstGeom>
          <a:noFill/>
          <a:ln cap="flat" cmpd="sng" w="9525">
            <a:solidFill>
              <a:schemeClr val="dk1"/>
            </a:solidFill>
            <a:prstDash val="solid"/>
            <a:round/>
            <a:headEnd len="sm" w="sm" type="none"/>
            <a:tailEnd len="sm" w="sm" type="none"/>
          </a:ln>
        </p:spPr>
      </p:cxnSp>
      <p:cxnSp>
        <p:nvCxnSpPr>
          <p:cNvPr id="3481" name="Google Shape;3481;p132"/>
          <p:cNvCxnSpPr/>
          <p:nvPr/>
        </p:nvCxnSpPr>
        <p:spPr>
          <a:xfrm>
            <a:off x="5676900" y="6343650"/>
            <a:ext cx="1543050" cy="0"/>
          </a:xfrm>
          <a:prstGeom prst="straightConnector1">
            <a:avLst/>
          </a:prstGeom>
          <a:noFill/>
          <a:ln cap="flat" cmpd="sng" w="9525">
            <a:solidFill>
              <a:schemeClr val="dk1"/>
            </a:solidFill>
            <a:prstDash val="solid"/>
            <a:round/>
            <a:headEnd len="sm" w="sm" type="none"/>
            <a:tailEnd len="sm" w="sm" type="none"/>
          </a:ln>
        </p:spPr>
      </p:cxnSp>
      <p:cxnSp>
        <p:nvCxnSpPr>
          <p:cNvPr id="3482" name="Google Shape;3482;p132"/>
          <p:cNvCxnSpPr/>
          <p:nvPr/>
        </p:nvCxnSpPr>
        <p:spPr>
          <a:xfrm>
            <a:off x="6362700" y="5143500"/>
            <a:ext cx="838200" cy="1200150"/>
          </a:xfrm>
          <a:prstGeom prst="straightConnector1">
            <a:avLst/>
          </a:prstGeom>
          <a:noFill/>
          <a:ln cap="flat" cmpd="sng" w="9525">
            <a:solidFill>
              <a:schemeClr val="dk1"/>
            </a:solidFill>
            <a:prstDash val="solid"/>
            <a:round/>
            <a:headEnd len="sm" w="sm" type="none"/>
            <a:tailEnd len="sm" w="sm" type="none"/>
          </a:ln>
        </p:spPr>
      </p:cxnSp>
      <p:sp>
        <p:nvSpPr>
          <p:cNvPr id="3483" name="Google Shape;3483;p132"/>
          <p:cNvSpPr txBox="1"/>
          <p:nvPr/>
        </p:nvSpPr>
        <p:spPr>
          <a:xfrm>
            <a:off x="6016625" y="5600700"/>
            <a:ext cx="769938" cy="5794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T2’</a:t>
            </a:r>
            <a:endParaRPr b="0" i="0" sz="1400" u="none" cap="none" strike="noStrike">
              <a:solidFill>
                <a:srgbClr val="000000"/>
              </a:solidFill>
              <a:latin typeface="Arial"/>
              <a:ea typeface="Arial"/>
              <a:cs typeface="Arial"/>
              <a:sym typeface="Arial"/>
            </a:endParaRPr>
          </a:p>
        </p:txBody>
      </p:sp>
      <p:cxnSp>
        <p:nvCxnSpPr>
          <p:cNvPr id="3484" name="Google Shape;3484;p132"/>
          <p:cNvCxnSpPr/>
          <p:nvPr/>
        </p:nvCxnSpPr>
        <p:spPr>
          <a:xfrm flipH="1">
            <a:off x="7600950" y="5105400"/>
            <a:ext cx="723900" cy="1200150"/>
          </a:xfrm>
          <a:prstGeom prst="straightConnector1">
            <a:avLst/>
          </a:prstGeom>
          <a:noFill/>
          <a:ln cap="flat" cmpd="sng" w="9525">
            <a:solidFill>
              <a:schemeClr val="dk1"/>
            </a:solidFill>
            <a:prstDash val="solid"/>
            <a:round/>
            <a:headEnd len="sm" w="sm" type="none"/>
            <a:tailEnd len="sm" w="sm" type="none"/>
          </a:ln>
        </p:spPr>
      </p:cxnSp>
      <p:cxnSp>
        <p:nvCxnSpPr>
          <p:cNvPr id="3485" name="Google Shape;3485;p132"/>
          <p:cNvCxnSpPr/>
          <p:nvPr/>
        </p:nvCxnSpPr>
        <p:spPr>
          <a:xfrm>
            <a:off x="7620000" y="6305550"/>
            <a:ext cx="1543050" cy="0"/>
          </a:xfrm>
          <a:prstGeom prst="straightConnector1">
            <a:avLst/>
          </a:prstGeom>
          <a:noFill/>
          <a:ln cap="flat" cmpd="sng" w="9525">
            <a:solidFill>
              <a:schemeClr val="dk1"/>
            </a:solidFill>
            <a:prstDash val="solid"/>
            <a:round/>
            <a:headEnd len="sm" w="sm" type="none"/>
            <a:tailEnd len="sm" w="sm" type="none"/>
          </a:ln>
        </p:spPr>
      </p:cxnSp>
      <p:cxnSp>
        <p:nvCxnSpPr>
          <p:cNvPr id="3486" name="Google Shape;3486;p132"/>
          <p:cNvCxnSpPr/>
          <p:nvPr/>
        </p:nvCxnSpPr>
        <p:spPr>
          <a:xfrm>
            <a:off x="8305800" y="5105400"/>
            <a:ext cx="838200" cy="1200150"/>
          </a:xfrm>
          <a:prstGeom prst="straightConnector1">
            <a:avLst/>
          </a:prstGeom>
          <a:noFill/>
          <a:ln cap="flat" cmpd="sng" w="9525">
            <a:solidFill>
              <a:schemeClr val="dk1"/>
            </a:solidFill>
            <a:prstDash val="solid"/>
            <a:round/>
            <a:headEnd len="sm" w="sm" type="none"/>
            <a:tailEnd len="sm" w="sm" type="none"/>
          </a:ln>
        </p:spPr>
      </p:cxnSp>
      <p:sp>
        <p:nvSpPr>
          <p:cNvPr id="3487" name="Google Shape;3487;p132"/>
          <p:cNvSpPr txBox="1"/>
          <p:nvPr/>
        </p:nvSpPr>
        <p:spPr>
          <a:xfrm>
            <a:off x="8026400" y="5562600"/>
            <a:ext cx="635000" cy="5794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T3</a:t>
            </a:r>
            <a:endParaRPr b="0" i="0" sz="1400" u="none" cap="none" strike="noStrike">
              <a:solidFill>
                <a:srgbClr val="000000"/>
              </a:solidFill>
              <a:latin typeface="Arial"/>
              <a:ea typeface="Arial"/>
              <a:cs typeface="Arial"/>
              <a:sym typeface="Arial"/>
            </a:endParaRPr>
          </a:p>
        </p:txBody>
      </p:sp>
      <p:cxnSp>
        <p:nvCxnSpPr>
          <p:cNvPr id="3488" name="Google Shape;3488;p132"/>
          <p:cNvCxnSpPr/>
          <p:nvPr/>
        </p:nvCxnSpPr>
        <p:spPr>
          <a:xfrm>
            <a:off x="6381750" y="4857750"/>
            <a:ext cx="971550" cy="1428750"/>
          </a:xfrm>
          <a:prstGeom prst="straightConnector1">
            <a:avLst/>
          </a:prstGeom>
          <a:noFill/>
          <a:ln cap="flat" cmpd="sng" w="9525">
            <a:solidFill>
              <a:srgbClr val="003399"/>
            </a:solidFill>
            <a:prstDash val="solid"/>
            <a:round/>
            <a:headEnd len="sm" w="sm" type="none"/>
            <a:tailEnd len="med" w="med" type="triangle"/>
          </a:ln>
        </p:spPr>
      </p:cxnSp>
      <p:cxnSp>
        <p:nvCxnSpPr>
          <p:cNvPr id="3489" name="Google Shape;3489;p132"/>
          <p:cNvCxnSpPr/>
          <p:nvPr/>
        </p:nvCxnSpPr>
        <p:spPr>
          <a:xfrm>
            <a:off x="7772400" y="4152900"/>
            <a:ext cx="609600" cy="476250"/>
          </a:xfrm>
          <a:prstGeom prst="straightConnector1">
            <a:avLst/>
          </a:prstGeom>
          <a:noFill/>
          <a:ln cap="flat" cmpd="sng" w="9525">
            <a:solidFill>
              <a:srgbClr val="003399"/>
            </a:solidFill>
            <a:prstDash val="solid"/>
            <a:round/>
            <a:headEnd len="sm" w="sm" type="none"/>
            <a:tailEnd len="sm" w="sm" type="none"/>
          </a:ln>
        </p:spPr>
      </p:cxnSp>
      <p:cxnSp>
        <p:nvCxnSpPr>
          <p:cNvPr id="3490" name="Google Shape;3490;p132"/>
          <p:cNvCxnSpPr/>
          <p:nvPr/>
        </p:nvCxnSpPr>
        <p:spPr>
          <a:xfrm flipH="1">
            <a:off x="7486650" y="4629150"/>
            <a:ext cx="914400" cy="1581150"/>
          </a:xfrm>
          <a:prstGeom prst="straightConnector1">
            <a:avLst/>
          </a:prstGeom>
          <a:noFill/>
          <a:ln cap="flat" cmpd="sng" w="9525">
            <a:solidFill>
              <a:srgbClr val="003399"/>
            </a:solidFill>
            <a:prstDash val="solid"/>
            <a:round/>
            <a:headEnd len="sm" w="sm" type="none"/>
            <a:tailEnd len="med" w="med" type="triangle"/>
          </a:ln>
        </p:spPr>
      </p:cxn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Dads Tie">
  <a:themeElements>
    <a:clrScheme name="Dads Tie.pot 2">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99CCFF"/>
      </a:hlink>
      <a:folHlink>
        <a:srgbClr val="E1E1B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1998-07-27T13:28:55Z</dcterms:created>
  <dc:creator>JESSY</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Type">
    <vt:i4>1</vt:i4>
  </property>
  <property fmtid="{D5CDD505-2E9C-101B-9397-08002B2CF9AE}" pid="3" name="GraphicType">
    <vt:i4>1</vt:i4>
  </property>
  <property fmtid="{D5CDD505-2E9C-101B-9397-08002B2CF9AE}" pid="4" name="Compression">
    <vt:i4>100</vt:i4>
  </property>
  <property fmtid="{D5CDD505-2E9C-101B-9397-08002B2CF9AE}" pid="5" name="ScreenSize">
    <vt:i4>2</vt:i4>
  </property>
  <property fmtid="{D5CDD505-2E9C-101B-9397-08002B2CF9AE}" pid="6" name="ScreenUsage">
    <vt:i4>2</vt:i4>
  </property>
  <property fmtid="{D5CDD505-2E9C-101B-9397-08002B2CF9AE}" pid="7" name="MailAddress">
    <vt:lpwstr>hh_chen@csie.ntu.edu.tw</vt:lpwstr>
  </property>
  <property fmtid="{D5CDD505-2E9C-101B-9397-08002B2CF9AE}" pid="8" name="HomePage">
    <vt:lpwstr/>
  </property>
  <property fmtid="{D5CDD505-2E9C-101B-9397-08002B2CF9AE}" pid="9" name="Other">
    <vt:lpwstr/>
  </property>
  <property fmtid="{D5CDD505-2E9C-101B-9397-08002B2CF9AE}" pid="10" name="DownloadOriginal">
    <vt:bool>true</vt:bool>
  </property>
  <property fmtid="{D5CDD505-2E9C-101B-9397-08002B2CF9AE}" pid="11" name="DownloadIEButton">
    <vt:bool>false</vt:bool>
  </property>
  <property fmtid="{D5CDD505-2E9C-101B-9397-08002B2CF9AE}" pid="12" name="UseBrowserColor">
    <vt:bool>true</vt:bool>
  </property>
  <property fmtid="{D5CDD505-2E9C-101B-9397-08002B2CF9AE}" pid="13" name="BackColor">
    <vt:i4>15132390</vt:i4>
  </property>
  <property fmtid="{D5CDD505-2E9C-101B-9397-08002B2CF9AE}" pid="14" name="TextColor">
    <vt:i4>0</vt:i4>
  </property>
  <property fmtid="{D5CDD505-2E9C-101B-9397-08002B2CF9AE}" pid="15" name="LinkColor">
    <vt:i4>16711782</vt:i4>
  </property>
  <property fmtid="{D5CDD505-2E9C-101B-9397-08002B2CF9AE}" pid="16" name="VisitedColor">
    <vt:i4>10040268</vt:i4>
  </property>
  <property fmtid="{D5CDD505-2E9C-101B-9397-08002B2CF9AE}" pid="17" name="TransparentButton">
    <vt:i4>0</vt:i4>
  </property>
  <property fmtid="{D5CDD505-2E9C-101B-9397-08002B2CF9AE}" pid="18" name="ButtonType">
    <vt:i4>2</vt:i4>
  </property>
  <property fmtid="{D5CDD505-2E9C-101B-9397-08002B2CF9AE}" pid="19" name="ShowNotes">
    <vt:bool>false</vt:bool>
  </property>
  <property fmtid="{D5CDD505-2E9C-101B-9397-08002B2CF9AE}" pid="20" name="NavBtnPos">
    <vt:i4>3</vt:i4>
  </property>
  <property fmtid="{D5CDD505-2E9C-101B-9397-08002B2CF9AE}" pid="21" name="OutputDir">
    <vt:lpwstr>U:\get\Personal</vt:lpwstr>
  </property>
  <property fmtid="{D5CDD505-2E9C-101B-9397-08002B2CF9AE}" pid="22" name="EncodingType">
    <vt:i4>5</vt:i4>
  </property>
</Properties>
</file>