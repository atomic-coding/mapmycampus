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1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Lst>
  <p:sldSz cx="9144000" cy="6858000" type="screen4x3"/>
  <p:notesSz cx="6858000" cy="9144000"/>
  <p:embeddedFontLst>
    <p:embeddedFont>
      <p:font typeface="Century Schoolbook" panose="02040604050505020304" pitchFamily="18" charset="0"/>
      <p:regular r:id="rId112"/>
      <p:bold r:id="rId113"/>
      <p:italic r:id="rId114"/>
      <p:boldItalic r:id="rId115"/>
    </p:embeddedFont>
    <p:embeddedFont>
      <p:font typeface="Calibri" panose="020F0502020204030204" pitchFamily="34" charset="0"/>
      <p:regular r:id="rId116"/>
      <p:bold r:id="rId117"/>
      <p:italic r:id="rId118"/>
      <p:boldItalic r:id="rId119"/>
    </p:embeddedFont>
    <p:embeddedFont>
      <p:font typeface="Libre Franklin" panose="020B0604020202020204" charset="0"/>
      <p:regular r:id="rId120"/>
      <p:bold r:id="rId121"/>
      <p:italic r:id="rId122"/>
      <p:boldItalic r:id="rId123"/>
    </p:embeddedFont>
    <p:embeddedFont>
      <p:font typeface="Libre Baskerville" panose="020B0604020202020204" charset="0"/>
      <p:regular r:id="rId124"/>
      <p:bold r:id="rId125"/>
      <p:italic r:id="rId1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9" roundtripDataSignature="AMtx7mj3Xyi6xc3x9UjbAAVVEli4DebQ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1950BE-5863-4897-BD1D-62408112DEBE}">
  <a:tblStyle styleId="{8D1950BE-5863-4897-BD1D-62408112DEB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6.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fntdata"/><Relationship Id="rId200"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2.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font" Target="fonts/font2.fntdata"/><Relationship Id="rId118" Type="http://schemas.openxmlformats.org/officeDocument/2006/relationships/font" Target="fonts/font7.fntdata"/><Relationship Id="rId126"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0.fntdata"/><Relationship Id="rId3" Type="http://schemas.openxmlformats.org/officeDocument/2006/relationships/slide" Target="slides/slide2.xml"/><Relationship Id="rId201"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font" Target="fonts/font5.fntdata"/><Relationship Id="rId124"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font" Target="fonts/font3.fntdata"/><Relationship Id="rId119"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20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9.fntdata"/><Relationship Id="rId125"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99" Type="http://customschemas.google.com/relationships/presentationmetadata" Target="metadata"/><Relationship Id="rId20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12" name="Google Shape;112;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43" name="Google Shape;143;p8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a:t>
            </a:fld>
            <a:endParaRPr/>
          </a:p>
        </p:txBody>
      </p:sp>
      <p:sp>
        <p:nvSpPr>
          <p:cNvPr id="144" name="Google Shape;144;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5" name="Google Shape;145;p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chemeClr val="dk1"/>
              </a:buClr>
              <a:buSzPts val="1400"/>
              <a:buFont typeface="Calibri"/>
              <a:buNone/>
            </a:pPr>
            <a:endParaRPr>
              <a:latin typeface="Calibri"/>
              <a:ea typeface="Calibri"/>
              <a:cs typeface="Calibri"/>
              <a:sym typeface="Calibri"/>
            </a:endParaRPr>
          </a:p>
        </p:txBody>
      </p:sp>
      <p:sp>
        <p:nvSpPr>
          <p:cNvPr id="146" name="Google Shape;146;p81:notes"/>
          <p:cNvSpPr txBox="1"/>
          <p:nvPr/>
        </p:nvSpPr>
        <p:spPr>
          <a:xfrm>
            <a:off x="0" y="8685213"/>
            <a:ext cx="2971800" cy="45720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alibri"/>
                <a:ea typeface="Calibri"/>
                <a:cs typeface="Calibri"/>
                <a:sym typeface="Calibri"/>
              </a:rPr>
              <a:t>Manav Rachna College of Engineering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53" name="Google Shape;153;p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a:t>
            </a:fld>
            <a:endParaRPr/>
          </a:p>
        </p:txBody>
      </p:sp>
      <p:sp>
        <p:nvSpPr>
          <p:cNvPr id="154" name="Google Shape;154;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5" name="Google Shape;155;p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chemeClr val="dk1"/>
              </a:buClr>
              <a:buSzPts val="1400"/>
              <a:buFont typeface="Calibri"/>
              <a:buNone/>
            </a:pPr>
            <a:endParaRPr>
              <a:latin typeface="Calibri"/>
              <a:ea typeface="Calibri"/>
              <a:cs typeface="Calibri"/>
              <a:sym typeface="Calibri"/>
            </a:endParaRPr>
          </a:p>
        </p:txBody>
      </p:sp>
      <p:sp>
        <p:nvSpPr>
          <p:cNvPr id="156" name="Google Shape;156;p82:notes"/>
          <p:cNvSpPr txBox="1"/>
          <p:nvPr/>
        </p:nvSpPr>
        <p:spPr>
          <a:xfrm>
            <a:off x="0" y="8685213"/>
            <a:ext cx="2971800" cy="45720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alibri"/>
                <a:ea typeface="Calibri"/>
                <a:cs typeface="Calibri"/>
                <a:sym typeface="Calibri"/>
              </a:rPr>
              <a:t>Manav Rachna College of Engineering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62" name="Google Shape;162;p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a:t>
            </a:fld>
            <a:endParaRPr/>
          </a:p>
        </p:txBody>
      </p:sp>
      <p:sp>
        <p:nvSpPr>
          <p:cNvPr id="163" name="Google Shape;163;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64" name="Google Shape;164;p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8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71" name="Google Shape;171;p8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a:t>
            </a:fld>
            <a:endParaRPr/>
          </a:p>
        </p:txBody>
      </p:sp>
      <p:sp>
        <p:nvSpPr>
          <p:cNvPr id="172" name="Google Shape;172;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73" name="Google Shape;173;p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ed4109f6e7_1_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78" name="Google Shape;178;ged4109f6e7_1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a:t>
            </a:fld>
            <a:endParaRPr/>
          </a:p>
        </p:txBody>
      </p:sp>
      <p:sp>
        <p:nvSpPr>
          <p:cNvPr id="179" name="Google Shape;179;ged4109f6e7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80" name="Google Shape;180;ged4109f6e7_1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5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94" name="Google Shape;194;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a:t>
            </a:fld>
            <a:endParaRPr/>
          </a:p>
        </p:txBody>
      </p:sp>
      <p:sp>
        <p:nvSpPr>
          <p:cNvPr id="195" name="Google Shape;195;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96" name="Google Shape;196;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5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02" name="Google Shape;202;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a:t>
            </a:fld>
            <a:endParaRPr/>
          </a:p>
        </p:txBody>
      </p:sp>
      <p:sp>
        <p:nvSpPr>
          <p:cNvPr id="203" name="Google Shape;20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04" name="Google Shape;204;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6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19" name="Google Shape;219;p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a:t>
            </a:fld>
            <a:endParaRPr/>
          </a:p>
        </p:txBody>
      </p:sp>
      <p:sp>
        <p:nvSpPr>
          <p:cNvPr id="220" name="Google Shape;220;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21" name="Google Shape;221;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222" name="Google Shape;222;p64:notes"/>
          <p:cNvSpPr txBox="1"/>
          <p:nvPr/>
        </p:nvSpPr>
        <p:spPr>
          <a:xfrm>
            <a:off x="0" y="8685213"/>
            <a:ext cx="2971800" cy="45720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alibri"/>
                <a:ea typeface="Calibri"/>
                <a:cs typeface="Calibri"/>
                <a:sym typeface="Calibri"/>
              </a:rPr>
              <a:t>Manav Rachna College of Engineering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6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29" name="Google Shape;229;p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11</a:t>
            </a:fld>
            <a:endParaRPr/>
          </a:p>
        </p:txBody>
      </p:sp>
      <p:sp>
        <p:nvSpPr>
          <p:cNvPr id="230" name="Google Shape;230;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31" name="Google Shape;231;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8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37" name="Google Shape;237;p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12</a:t>
            </a:fld>
            <a:endParaRPr/>
          </a:p>
        </p:txBody>
      </p:sp>
      <p:sp>
        <p:nvSpPr>
          <p:cNvPr id="238" name="Google Shape;238;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39" name="Google Shape;239;p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8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45" name="Google Shape;245;p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13</a:t>
            </a:fld>
            <a:endParaRPr/>
          </a:p>
        </p:txBody>
      </p:sp>
      <p:sp>
        <p:nvSpPr>
          <p:cNvPr id="246" name="Google Shape;246;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47" name="Google Shape;247;p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8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52" name="Google Shape;252;p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14</a:t>
            </a:fld>
            <a:endParaRPr/>
          </a:p>
        </p:txBody>
      </p:sp>
      <p:sp>
        <p:nvSpPr>
          <p:cNvPr id="253" name="Google Shape;253;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54" name="Google Shape;254;p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8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61" name="Google Shape;261;p8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15</a:t>
            </a:fld>
            <a:endParaRPr/>
          </a:p>
        </p:txBody>
      </p:sp>
      <p:sp>
        <p:nvSpPr>
          <p:cNvPr id="262" name="Google Shape;262;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63" name="Google Shape;263;p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70" name="Google Shape;270;p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16</a:t>
            </a:fld>
            <a:endParaRPr/>
          </a:p>
        </p:txBody>
      </p:sp>
      <p:sp>
        <p:nvSpPr>
          <p:cNvPr id="271" name="Google Shape;271;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72" name="Google Shape;272;p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9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79" name="Google Shape;279;p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17</a:t>
            </a:fld>
            <a:endParaRPr/>
          </a:p>
        </p:txBody>
      </p:sp>
      <p:sp>
        <p:nvSpPr>
          <p:cNvPr id="280" name="Google Shape;280;p91:notes"/>
          <p:cNvSpPr txBox="1"/>
          <p:nvPr/>
        </p:nvSpPr>
        <p:spPr>
          <a:xfrm>
            <a:off x="3884613" y="8685213"/>
            <a:ext cx="2971800" cy="4572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17</a:t>
            </a:fld>
            <a:endParaRPr sz="1200" b="0" i="0" u="none" strike="noStrike" cap="none">
              <a:solidFill>
                <a:srgbClr val="000000"/>
              </a:solidFill>
              <a:latin typeface="Calibri"/>
              <a:ea typeface="Calibri"/>
              <a:cs typeface="Calibri"/>
              <a:sym typeface="Calibri"/>
            </a:endParaRPr>
          </a:p>
        </p:txBody>
      </p:sp>
      <p:sp>
        <p:nvSpPr>
          <p:cNvPr id="281" name="Google Shape;281;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82" name="Google Shape;282;p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9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288" name="Google Shape;288;p9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18</a:t>
            </a:fld>
            <a:endParaRPr/>
          </a:p>
        </p:txBody>
      </p:sp>
      <p:sp>
        <p:nvSpPr>
          <p:cNvPr id="289" name="Google Shape;289;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90" name="Google Shape;290;p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9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300" name="Google Shape;300;p9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19</a:t>
            </a:fld>
            <a:endParaRPr/>
          </a:p>
        </p:txBody>
      </p:sp>
      <p:sp>
        <p:nvSpPr>
          <p:cNvPr id="301" name="Google Shape;301;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02" name="Google Shape;302;p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9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318" name="Google Shape;318;p9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20</a:t>
            </a:fld>
            <a:endParaRPr/>
          </a:p>
        </p:txBody>
      </p:sp>
      <p:sp>
        <p:nvSpPr>
          <p:cNvPr id="319" name="Google Shape;319;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20" name="Google Shape;320;p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9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326" name="Google Shape;326;p9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21</a:t>
            </a:fld>
            <a:endParaRPr/>
          </a:p>
        </p:txBody>
      </p:sp>
      <p:sp>
        <p:nvSpPr>
          <p:cNvPr id="327" name="Google Shape;327;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28" name="Google Shape;328;p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9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334" name="Google Shape;334;p9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22</a:t>
            </a:fld>
            <a:endParaRPr/>
          </a:p>
        </p:txBody>
      </p:sp>
      <p:sp>
        <p:nvSpPr>
          <p:cNvPr id="335" name="Google Shape;335;p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36" name="Google Shape;336;p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9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351" name="Google Shape;351;p9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23</a:t>
            </a:fld>
            <a:endParaRPr/>
          </a:p>
        </p:txBody>
      </p:sp>
      <p:sp>
        <p:nvSpPr>
          <p:cNvPr id="352" name="Google Shape;352;p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53" name="Google Shape;353;p9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9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359" name="Google Shape;359;p9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24</a:t>
            </a:fld>
            <a:endParaRPr/>
          </a:p>
        </p:txBody>
      </p:sp>
      <p:sp>
        <p:nvSpPr>
          <p:cNvPr id="360" name="Google Shape;360;p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61" name="Google Shape;361;p9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9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367" name="Google Shape;367;p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25</a:t>
            </a:fld>
            <a:endParaRPr/>
          </a:p>
        </p:txBody>
      </p:sp>
      <p:sp>
        <p:nvSpPr>
          <p:cNvPr id="368" name="Google Shape;368;p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69" name="Google Shape;369;p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0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375" name="Google Shape;375;p10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26</a:t>
            </a:fld>
            <a:endParaRPr/>
          </a:p>
        </p:txBody>
      </p:sp>
      <p:sp>
        <p:nvSpPr>
          <p:cNvPr id="376" name="Google Shape;376;p1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77" name="Google Shape;377;p1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0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383" name="Google Shape;383;p10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27</a:t>
            </a:fld>
            <a:endParaRPr/>
          </a:p>
        </p:txBody>
      </p:sp>
      <p:sp>
        <p:nvSpPr>
          <p:cNvPr id="384" name="Google Shape;384;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85" name="Google Shape;385;p10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10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409" name="Google Shape;409;p10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28</a:t>
            </a:fld>
            <a:endParaRPr/>
          </a:p>
        </p:txBody>
      </p:sp>
      <p:sp>
        <p:nvSpPr>
          <p:cNvPr id="410" name="Google Shape;410;p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11" name="Google Shape;411;p10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0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417" name="Google Shape;417;p10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29</a:t>
            </a:fld>
            <a:endParaRPr/>
          </a:p>
        </p:txBody>
      </p:sp>
      <p:sp>
        <p:nvSpPr>
          <p:cNvPr id="418" name="Google Shape;418;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19" name="Google Shape;419;p1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0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426" name="Google Shape;426;p10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30</a:t>
            </a:fld>
            <a:endParaRPr/>
          </a:p>
        </p:txBody>
      </p:sp>
      <p:sp>
        <p:nvSpPr>
          <p:cNvPr id="427" name="Google Shape;427;p1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28" name="Google Shape;428;p10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0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435" name="Google Shape;435;p10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31</a:t>
            </a:fld>
            <a:endParaRPr/>
          </a:p>
        </p:txBody>
      </p:sp>
      <p:sp>
        <p:nvSpPr>
          <p:cNvPr id="436" name="Google Shape;436;p1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37" name="Google Shape;437;p10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10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444" name="Google Shape;444;p10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32</a:t>
            </a:fld>
            <a:endParaRPr/>
          </a:p>
        </p:txBody>
      </p:sp>
      <p:sp>
        <p:nvSpPr>
          <p:cNvPr id="445" name="Google Shape;445;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46" name="Google Shape;446;p10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0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453" name="Google Shape;453;p10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33</a:t>
            </a:fld>
            <a:endParaRPr/>
          </a:p>
        </p:txBody>
      </p:sp>
      <p:sp>
        <p:nvSpPr>
          <p:cNvPr id="454" name="Google Shape;454;p107: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55" name="Google Shape;455;p107: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0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493" name="Google Shape;493;p10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34</a:t>
            </a:fld>
            <a:endParaRPr/>
          </a:p>
        </p:txBody>
      </p:sp>
      <p:sp>
        <p:nvSpPr>
          <p:cNvPr id="494" name="Google Shape;494;p108: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95" name="Google Shape;495;p108: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0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536" name="Google Shape;536;p10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35</a:t>
            </a:fld>
            <a:endParaRPr/>
          </a:p>
        </p:txBody>
      </p:sp>
      <p:sp>
        <p:nvSpPr>
          <p:cNvPr id="537" name="Google Shape;537;p109: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38" name="Google Shape;538;p109: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1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578" name="Google Shape;578;p1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36</a:t>
            </a:fld>
            <a:endParaRPr/>
          </a:p>
        </p:txBody>
      </p:sp>
      <p:sp>
        <p:nvSpPr>
          <p:cNvPr id="579" name="Google Shape;579;p110: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80" name="Google Shape;580;p110: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11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616" name="Google Shape;616;p1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37</a:t>
            </a:fld>
            <a:endParaRPr/>
          </a:p>
        </p:txBody>
      </p:sp>
      <p:sp>
        <p:nvSpPr>
          <p:cNvPr id="617" name="Google Shape;617;p111: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18" name="Google Shape;618;p111: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11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653" name="Google Shape;653;p1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38</a:t>
            </a:fld>
            <a:endParaRPr/>
          </a:p>
        </p:txBody>
      </p:sp>
      <p:sp>
        <p:nvSpPr>
          <p:cNvPr id="654" name="Google Shape;654;p112: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55" name="Google Shape;655;p112: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11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690" name="Google Shape;690;p1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39</a:t>
            </a:fld>
            <a:endParaRPr/>
          </a:p>
        </p:txBody>
      </p:sp>
      <p:sp>
        <p:nvSpPr>
          <p:cNvPr id="691" name="Google Shape;691;p113: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92" name="Google Shape;692;p113: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11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728" name="Google Shape;728;p1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40</a:t>
            </a:fld>
            <a:endParaRPr/>
          </a:p>
        </p:txBody>
      </p:sp>
      <p:sp>
        <p:nvSpPr>
          <p:cNvPr id="729" name="Google Shape;729;p114: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30" name="Google Shape;730;p114: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11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765" name="Google Shape;765;p1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41</a:t>
            </a:fld>
            <a:endParaRPr/>
          </a:p>
        </p:txBody>
      </p:sp>
      <p:sp>
        <p:nvSpPr>
          <p:cNvPr id="766" name="Google Shape;766;p115: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67" name="Google Shape;767;p115: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11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807" name="Google Shape;807;p1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42</a:t>
            </a:fld>
            <a:endParaRPr/>
          </a:p>
        </p:txBody>
      </p:sp>
      <p:sp>
        <p:nvSpPr>
          <p:cNvPr id="808" name="Google Shape;808;p116:notes"/>
          <p:cNvSpPr>
            <a:spLocks noGrp="1" noRot="1" noChangeAspect="1"/>
          </p:cNvSpPr>
          <p:nvPr>
            <p:ph type="sldImg" idx="2"/>
          </p:nvPr>
        </p:nvSpPr>
        <p:spPr>
          <a:xfrm>
            <a:off x="1146175" y="687388"/>
            <a:ext cx="4567238"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09" name="Google Shape;809;p116:notes"/>
          <p:cNvSpPr txBox="1">
            <a:spLocks noGrp="1"/>
          </p:cNvSpPr>
          <p:nvPr>
            <p:ph type="body" idx="1"/>
          </p:nvPr>
        </p:nvSpPr>
        <p:spPr>
          <a:xfrm>
            <a:off x="911225" y="4343400"/>
            <a:ext cx="503555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11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847" name="Google Shape;847;p1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43</a:t>
            </a:fld>
            <a:endParaRPr/>
          </a:p>
        </p:txBody>
      </p:sp>
      <p:sp>
        <p:nvSpPr>
          <p:cNvPr id="848" name="Google Shape;848;p1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49" name="Google Shape;849;p1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11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854" name="Google Shape;854;p1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44</a:t>
            </a:fld>
            <a:endParaRPr/>
          </a:p>
        </p:txBody>
      </p:sp>
      <p:sp>
        <p:nvSpPr>
          <p:cNvPr id="855" name="Google Shape;855;p1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56" name="Google Shape;856;p1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11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861" name="Google Shape;861;p1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45</a:t>
            </a:fld>
            <a:endParaRPr/>
          </a:p>
        </p:txBody>
      </p:sp>
      <p:sp>
        <p:nvSpPr>
          <p:cNvPr id="862" name="Google Shape;862;p119:notes"/>
          <p:cNvSpPr txBox="1"/>
          <p:nvPr/>
        </p:nvSpPr>
        <p:spPr>
          <a:xfrm>
            <a:off x="3884613" y="8685213"/>
            <a:ext cx="2971800" cy="4572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45</a:t>
            </a:fld>
            <a:endParaRPr sz="1200" b="0" i="0" u="none" strike="noStrike" cap="none">
              <a:solidFill>
                <a:srgbClr val="000000"/>
              </a:solidFill>
              <a:latin typeface="Calibri"/>
              <a:ea typeface="Calibri"/>
              <a:cs typeface="Calibri"/>
              <a:sym typeface="Calibri"/>
            </a:endParaRPr>
          </a:p>
        </p:txBody>
      </p:sp>
      <p:sp>
        <p:nvSpPr>
          <p:cNvPr id="863" name="Google Shape;863;p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64" name="Google Shape;864;p1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12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875" name="Google Shape;875;p1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46</a:t>
            </a:fld>
            <a:endParaRPr/>
          </a:p>
        </p:txBody>
      </p:sp>
      <p:sp>
        <p:nvSpPr>
          <p:cNvPr id="876" name="Google Shape;876;p1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77" name="Google Shape;877;p1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12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896" name="Google Shape;896;p1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47</a:t>
            </a:fld>
            <a:endParaRPr/>
          </a:p>
        </p:txBody>
      </p:sp>
      <p:sp>
        <p:nvSpPr>
          <p:cNvPr id="897" name="Google Shape;897;p1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98" name="Google Shape;898;p1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12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03" name="Google Shape;903;p1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48</a:t>
            </a:fld>
            <a:endParaRPr/>
          </a:p>
        </p:txBody>
      </p:sp>
      <p:sp>
        <p:nvSpPr>
          <p:cNvPr id="904" name="Google Shape;904;p1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05" name="Google Shape;905;p1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p12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24" name="Google Shape;924;p1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49</a:t>
            </a:fld>
            <a:endParaRPr/>
          </a:p>
        </p:txBody>
      </p:sp>
      <p:sp>
        <p:nvSpPr>
          <p:cNvPr id="925" name="Google Shape;925;p1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26" name="Google Shape;926;p1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12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31" name="Google Shape;931;p1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50</a:t>
            </a:fld>
            <a:endParaRPr/>
          </a:p>
        </p:txBody>
      </p:sp>
      <p:sp>
        <p:nvSpPr>
          <p:cNvPr id="932" name="Google Shape;932;p1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33" name="Google Shape;933;p1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12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39" name="Google Shape;939;p1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51</a:t>
            </a:fld>
            <a:endParaRPr/>
          </a:p>
        </p:txBody>
      </p:sp>
      <p:sp>
        <p:nvSpPr>
          <p:cNvPr id="940" name="Google Shape;940;p1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41" name="Google Shape;941;p1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12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47" name="Google Shape;947;p1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52</a:t>
            </a:fld>
            <a:endParaRPr/>
          </a:p>
        </p:txBody>
      </p:sp>
      <p:sp>
        <p:nvSpPr>
          <p:cNvPr id="948" name="Google Shape;948;p1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49" name="Google Shape;949;p1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12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55" name="Google Shape;955;p1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53</a:t>
            </a:fld>
            <a:endParaRPr/>
          </a:p>
        </p:txBody>
      </p:sp>
      <p:sp>
        <p:nvSpPr>
          <p:cNvPr id="956" name="Google Shape;956;p1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57" name="Google Shape;957;p1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p12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63" name="Google Shape;963;p1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54</a:t>
            </a:fld>
            <a:endParaRPr/>
          </a:p>
        </p:txBody>
      </p:sp>
      <p:sp>
        <p:nvSpPr>
          <p:cNvPr id="964" name="Google Shape;964;p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65" name="Google Shape;965;p1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p12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72" name="Google Shape;972;p1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55</a:t>
            </a:fld>
            <a:endParaRPr/>
          </a:p>
        </p:txBody>
      </p:sp>
      <p:sp>
        <p:nvSpPr>
          <p:cNvPr id="973" name="Google Shape;973;p1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74" name="Google Shape;974;p1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p13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79" name="Google Shape;979;p1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56</a:t>
            </a:fld>
            <a:endParaRPr/>
          </a:p>
        </p:txBody>
      </p:sp>
      <p:sp>
        <p:nvSpPr>
          <p:cNvPr id="980" name="Google Shape;980;p1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81" name="Google Shape;981;p1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13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88" name="Google Shape;988;p1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57</a:t>
            </a:fld>
            <a:endParaRPr/>
          </a:p>
        </p:txBody>
      </p:sp>
      <p:sp>
        <p:nvSpPr>
          <p:cNvPr id="989" name="Google Shape;989;p1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90" name="Google Shape;990;p1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13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997" name="Google Shape;997;p1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58</a:t>
            </a:fld>
            <a:endParaRPr/>
          </a:p>
        </p:txBody>
      </p:sp>
      <p:sp>
        <p:nvSpPr>
          <p:cNvPr id="998" name="Google Shape;998;p1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99" name="Google Shape;999;p1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13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06" name="Google Shape;1006;p1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59</a:t>
            </a:fld>
            <a:endParaRPr/>
          </a:p>
        </p:txBody>
      </p:sp>
      <p:sp>
        <p:nvSpPr>
          <p:cNvPr id="1007" name="Google Shape;1007;p1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08" name="Google Shape;1008;p1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p13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14" name="Google Shape;1014;p1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60</a:t>
            </a:fld>
            <a:endParaRPr/>
          </a:p>
        </p:txBody>
      </p:sp>
      <p:sp>
        <p:nvSpPr>
          <p:cNvPr id="1015" name="Google Shape;1015;p1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16" name="Google Shape;1016;p1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13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22" name="Google Shape;1022;p1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61</a:t>
            </a:fld>
            <a:endParaRPr/>
          </a:p>
        </p:txBody>
      </p:sp>
      <p:sp>
        <p:nvSpPr>
          <p:cNvPr id="1023" name="Google Shape;1023;p1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24" name="Google Shape;1024;p1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13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30" name="Google Shape;1030;p1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62</a:t>
            </a:fld>
            <a:endParaRPr/>
          </a:p>
        </p:txBody>
      </p:sp>
      <p:sp>
        <p:nvSpPr>
          <p:cNvPr id="1031" name="Google Shape;1031;p1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32" name="Google Shape;1032;p1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13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40" name="Google Shape;1040;p1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63</a:t>
            </a:fld>
            <a:endParaRPr/>
          </a:p>
        </p:txBody>
      </p:sp>
      <p:sp>
        <p:nvSpPr>
          <p:cNvPr id="1041" name="Google Shape;1041;p1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42" name="Google Shape;1042;p1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p13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56" name="Google Shape;1056;p1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64</a:t>
            </a:fld>
            <a:endParaRPr/>
          </a:p>
        </p:txBody>
      </p:sp>
      <p:sp>
        <p:nvSpPr>
          <p:cNvPr id="1057" name="Google Shape;1057;p1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58" name="Google Shape;1058;p1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p13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64" name="Google Shape;1064;p1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65</a:t>
            </a:fld>
            <a:endParaRPr/>
          </a:p>
        </p:txBody>
      </p:sp>
      <p:sp>
        <p:nvSpPr>
          <p:cNvPr id="1065" name="Google Shape;1065;p1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66" name="Google Shape;1066;p1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p14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72" name="Google Shape;1072;p1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66</a:t>
            </a:fld>
            <a:endParaRPr/>
          </a:p>
        </p:txBody>
      </p:sp>
      <p:sp>
        <p:nvSpPr>
          <p:cNvPr id="1073" name="Google Shape;1073;p140:notes"/>
          <p:cNvSpPr>
            <a:spLocks noGrp="1" noRot="1" noChangeAspect="1"/>
          </p:cNvSpPr>
          <p:nvPr>
            <p:ph type="sldImg" idx="2"/>
          </p:nvPr>
        </p:nvSpPr>
        <p:spPr>
          <a:xfrm>
            <a:off x="1171575" y="704850"/>
            <a:ext cx="4640263" cy="34798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74" name="Google Shape;1074;p140:notes"/>
          <p:cNvSpPr txBox="1">
            <a:spLocks noGrp="1"/>
          </p:cNvSpPr>
          <p:nvPr>
            <p:ph type="body" idx="1"/>
          </p:nvPr>
        </p:nvSpPr>
        <p:spPr>
          <a:xfrm>
            <a:off x="698500" y="4408488"/>
            <a:ext cx="5586413" cy="4176712"/>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p14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82" name="Google Shape;1082;p1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67</a:t>
            </a:fld>
            <a:endParaRPr/>
          </a:p>
        </p:txBody>
      </p:sp>
      <p:sp>
        <p:nvSpPr>
          <p:cNvPr id="1083" name="Google Shape;1083;p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84" name="Google Shape;1084;p1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14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90" name="Google Shape;1090;p1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68</a:t>
            </a:fld>
            <a:endParaRPr/>
          </a:p>
        </p:txBody>
      </p:sp>
      <p:sp>
        <p:nvSpPr>
          <p:cNvPr id="1091" name="Google Shape;1091;p1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92" name="Google Shape;1092;p1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p14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098" name="Google Shape;1098;p1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69</a:t>
            </a:fld>
            <a:endParaRPr/>
          </a:p>
        </p:txBody>
      </p:sp>
      <p:sp>
        <p:nvSpPr>
          <p:cNvPr id="1099" name="Google Shape;1099;p143:notes"/>
          <p:cNvSpPr>
            <a:spLocks noGrp="1" noRot="1" noChangeAspect="1"/>
          </p:cNvSpPr>
          <p:nvPr>
            <p:ph type="sldImg" idx="2"/>
          </p:nvPr>
        </p:nvSpPr>
        <p:spPr>
          <a:xfrm>
            <a:off x="1171575" y="704850"/>
            <a:ext cx="4640263" cy="34798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00" name="Google Shape;1100;p143:notes"/>
          <p:cNvSpPr txBox="1">
            <a:spLocks noGrp="1"/>
          </p:cNvSpPr>
          <p:nvPr>
            <p:ph type="body" idx="1"/>
          </p:nvPr>
        </p:nvSpPr>
        <p:spPr>
          <a:xfrm>
            <a:off x="698500" y="4408488"/>
            <a:ext cx="5586413" cy="4176712"/>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p14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06" name="Google Shape;1106;p1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70</a:t>
            </a:fld>
            <a:endParaRPr/>
          </a:p>
        </p:txBody>
      </p:sp>
      <p:sp>
        <p:nvSpPr>
          <p:cNvPr id="1107" name="Google Shape;1107;p144:notes"/>
          <p:cNvSpPr>
            <a:spLocks noGrp="1" noRot="1" noChangeAspect="1"/>
          </p:cNvSpPr>
          <p:nvPr>
            <p:ph type="sldImg" idx="2"/>
          </p:nvPr>
        </p:nvSpPr>
        <p:spPr>
          <a:xfrm>
            <a:off x="1171575" y="704850"/>
            <a:ext cx="4640263" cy="34798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08" name="Google Shape;1108;p144:notes"/>
          <p:cNvSpPr txBox="1">
            <a:spLocks noGrp="1"/>
          </p:cNvSpPr>
          <p:nvPr>
            <p:ph type="body" idx="1"/>
          </p:nvPr>
        </p:nvSpPr>
        <p:spPr>
          <a:xfrm>
            <a:off x="698500" y="4408488"/>
            <a:ext cx="5586413" cy="4176712"/>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p14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14" name="Google Shape;1114;p1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71</a:t>
            </a:fld>
            <a:endParaRPr/>
          </a:p>
        </p:txBody>
      </p:sp>
      <p:sp>
        <p:nvSpPr>
          <p:cNvPr id="1115" name="Google Shape;1115;p145:notes"/>
          <p:cNvSpPr>
            <a:spLocks noGrp="1" noRot="1" noChangeAspect="1"/>
          </p:cNvSpPr>
          <p:nvPr>
            <p:ph type="sldImg" idx="2"/>
          </p:nvPr>
        </p:nvSpPr>
        <p:spPr>
          <a:xfrm>
            <a:off x="1173163" y="696913"/>
            <a:ext cx="4638675" cy="34798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16" name="Google Shape;1116;p145:notes"/>
          <p:cNvSpPr txBox="1">
            <a:spLocks noGrp="1"/>
          </p:cNvSpPr>
          <p:nvPr>
            <p:ph type="body" idx="1"/>
          </p:nvPr>
        </p:nvSpPr>
        <p:spPr>
          <a:xfrm>
            <a:off x="931863" y="4408488"/>
            <a:ext cx="5121275" cy="4176712"/>
          </a:xfrm>
          <a:prstGeom prst="rect">
            <a:avLst/>
          </a:prstGeom>
          <a:noFill/>
          <a:ln>
            <a:noFill/>
          </a:ln>
        </p:spPr>
        <p:txBody>
          <a:bodyPr spcFirstLastPara="1" wrap="square" lIns="92875" tIns="46425" rIns="92875" bIns="46425" anchor="t" anchorCtr="0">
            <a:noAutofit/>
          </a:bodyPr>
          <a:lstStyle/>
          <a:p>
            <a:pPr marL="457200" lvl="0" indent="-228600" algn="l" rtl="0">
              <a:lnSpc>
                <a:spcPct val="100000"/>
              </a:lnSpc>
              <a:spcBef>
                <a:spcPts val="450"/>
              </a:spcBef>
              <a:spcAft>
                <a:spcPts val="0"/>
              </a:spcAft>
              <a:buClr>
                <a:schemeClr val="dk1"/>
              </a:buClr>
              <a:buSzPts val="1400"/>
              <a:buFont typeface="Calibri"/>
              <a:buNone/>
            </a:pPr>
            <a:r>
              <a:rPr lang="en-US">
                <a:latin typeface="Calibri"/>
                <a:ea typeface="Calibri"/>
                <a:cs typeface="Calibri"/>
                <a:sym typeface="Calibri"/>
              </a:rPr>
              <a:t>The index of a nonexistent element is defined to be –1. When theElement is in the list an index between 0 and size()-1 is the result. So –1 would be an invalid index and is used to represent the case when theElement is not in the list</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14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22" name="Google Shape;1122;p1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72</a:t>
            </a:fld>
            <a:endParaRPr/>
          </a:p>
        </p:txBody>
      </p:sp>
      <p:sp>
        <p:nvSpPr>
          <p:cNvPr id="1123" name="Google Shape;1123;p146:notes"/>
          <p:cNvSpPr>
            <a:spLocks noGrp="1" noRot="1" noChangeAspect="1"/>
          </p:cNvSpPr>
          <p:nvPr>
            <p:ph type="sldImg" idx="2"/>
          </p:nvPr>
        </p:nvSpPr>
        <p:spPr>
          <a:xfrm>
            <a:off x="1171575" y="704850"/>
            <a:ext cx="4640263" cy="34798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24" name="Google Shape;1124;p146:notes"/>
          <p:cNvSpPr txBox="1">
            <a:spLocks noGrp="1"/>
          </p:cNvSpPr>
          <p:nvPr>
            <p:ph type="body" idx="1"/>
          </p:nvPr>
        </p:nvSpPr>
        <p:spPr>
          <a:xfrm>
            <a:off x="698500" y="4408488"/>
            <a:ext cx="5586413" cy="4176712"/>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p14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30" name="Google Shape;1130;p1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73</a:t>
            </a:fld>
            <a:endParaRPr/>
          </a:p>
        </p:txBody>
      </p:sp>
      <p:sp>
        <p:nvSpPr>
          <p:cNvPr id="1131" name="Google Shape;1131;p147:notes"/>
          <p:cNvSpPr>
            <a:spLocks noGrp="1" noRot="1" noChangeAspect="1"/>
          </p:cNvSpPr>
          <p:nvPr>
            <p:ph type="sldImg" idx="2"/>
          </p:nvPr>
        </p:nvSpPr>
        <p:spPr>
          <a:xfrm>
            <a:off x="1171575" y="704850"/>
            <a:ext cx="4640263" cy="34798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32" name="Google Shape;1132;p147:notes"/>
          <p:cNvSpPr txBox="1">
            <a:spLocks noGrp="1"/>
          </p:cNvSpPr>
          <p:nvPr>
            <p:ph type="body" idx="1"/>
          </p:nvPr>
        </p:nvSpPr>
        <p:spPr>
          <a:xfrm>
            <a:off x="698500" y="4408488"/>
            <a:ext cx="5586413" cy="4176712"/>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14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39" name="Google Shape;1139;p1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74</a:t>
            </a:fld>
            <a:endParaRPr/>
          </a:p>
        </p:txBody>
      </p:sp>
      <p:sp>
        <p:nvSpPr>
          <p:cNvPr id="1140" name="Google Shape;1140;p148:notes"/>
          <p:cNvSpPr>
            <a:spLocks noGrp="1" noRot="1" noChangeAspect="1"/>
          </p:cNvSpPr>
          <p:nvPr>
            <p:ph type="sldImg" idx="2"/>
          </p:nvPr>
        </p:nvSpPr>
        <p:spPr>
          <a:xfrm>
            <a:off x="1171575" y="704850"/>
            <a:ext cx="4640263" cy="34798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41" name="Google Shape;1141;p148:notes"/>
          <p:cNvSpPr txBox="1">
            <a:spLocks noGrp="1"/>
          </p:cNvSpPr>
          <p:nvPr>
            <p:ph type="body" idx="1"/>
          </p:nvPr>
        </p:nvSpPr>
        <p:spPr>
          <a:xfrm>
            <a:off x="698500" y="4408488"/>
            <a:ext cx="5586413" cy="4176712"/>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p14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47" name="Google Shape;1147;p1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75</a:t>
            </a:fld>
            <a:endParaRPr/>
          </a:p>
        </p:txBody>
      </p:sp>
      <p:sp>
        <p:nvSpPr>
          <p:cNvPr id="1148" name="Google Shape;1148;p149:notes"/>
          <p:cNvSpPr>
            <a:spLocks noGrp="1" noRot="1" noChangeAspect="1"/>
          </p:cNvSpPr>
          <p:nvPr>
            <p:ph type="sldImg" idx="2"/>
          </p:nvPr>
        </p:nvSpPr>
        <p:spPr>
          <a:xfrm>
            <a:off x="1171575" y="704850"/>
            <a:ext cx="4640263" cy="34798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49" name="Google Shape;1149;p149:notes"/>
          <p:cNvSpPr txBox="1">
            <a:spLocks noGrp="1"/>
          </p:cNvSpPr>
          <p:nvPr>
            <p:ph type="body" idx="1"/>
          </p:nvPr>
        </p:nvSpPr>
        <p:spPr>
          <a:xfrm>
            <a:off x="698500" y="4408488"/>
            <a:ext cx="5586413" cy="4176712"/>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15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56" name="Google Shape;1156;p1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76</a:t>
            </a:fld>
            <a:endParaRPr/>
          </a:p>
        </p:txBody>
      </p:sp>
      <p:sp>
        <p:nvSpPr>
          <p:cNvPr id="1157" name="Google Shape;1157;p150:notes"/>
          <p:cNvSpPr>
            <a:spLocks noGrp="1" noRot="1" noChangeAspect="1"/>
          </p:cNvSpPr>
          <p:nvPr>
            <p:ph type="sldImg" idx="2"/>
          </p:nvPr>
        </p:nvSpPr>
        <p:spPr>
          <a:xfrm>
            <a:off x="1171575" y="704850"/>
            <a:ext cx="4640263" cy="34798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58" name="Google Shape;1158;p150:notes"/>
          <p:cNvSpPr txBox="1">
            <a:spLocks noGrp="1"/>
          </p:cNvSpPr>
          <p:nvPr>
            <p:ph type="body" idx="1"/>
          </p:nvPr>
        </p:nvSpPr>
        <p:spPr>
          <a:xfrm>
            <a:off x="698500" y="4408488"/>
            <a:ext cx="5586413" cy="4176712"/>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p15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64" name="Google Shape;1164;p1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77</a:t>
            </a:fld>
            <a:endParaRPr/>
          </a:p>
        </p:txBody>
      </p:sp>
      <p:sp>
        <p:nvSpPr>
          <p:cNvPr id="1165" name="Google Shape;1165;p1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66" name="Google Shape;1166;p1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p15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72" name="Google Shape;1172;p1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78</a:t>
            </a:fld>
            <a:endParaRPr/>
          </a:p>
        </p:txBody>
      </p:sp>
      <p:sp>
        <p:nvSpPr>
          <p:cNvPr id="1173" name="Google Shape;1173;p1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74" name="Google Shape;1174;p1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p15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80" name="Google Shape;1180;p1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79</a:t>
            </a:fld>
            <a:endParaRPr/>
          </a:p>
        </p:txBody>
      </p:sp>
      <p:sp>
        <p:nvSpPr>
          <p:cNvPr id="1181" name="Google Shape;1181;p1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82" name="Google Shape;1182;p1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p15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192" name="Google Shape;1192;p1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80</a:t>
            </a:fld>
            <a:endParaRPr/>
          </a:p>
        </p:txBody>
      </p:sp>
      <p:sp>
        <p:nvSpPr>
          <p:cNvPr id="1193" name="Google Shape;1193;p1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94" name="Google Shape;1194;p1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p15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00" name="Google Shape;1200;p1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81</a:t>
            </a:fld>
            <a:endParaRPr/>
          </a:p>
        </p:txBody>
      </p:sp>
      <p:sp>
        <p:nvSpPr>
          <p:cNvPr id="1201" name="Google Shape;1201;p1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2" name="Google Shape;1202;p1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6"/>
        <p:cNvGrpSpPr/>
        <p:nvPr/>
      </p:nvGrpSpPr>
      <p:grpSpPr>
        <a:xfrm>
          <a:off x="0" y="0"/>
          <a:ext cx="0" cy="0"/>
          <a:chOff x="0" y="0"/>
          <a:chExt cx="0" cy="0"/>
        </a:xfrm>
      </p:grpSpPr>
      <p:sp>
        <p:nvSpPr>
          <p:cNvPr id="1207" name="Google Shape;1207;p15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08" name="Google Shape;1208;p1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82</a:t>
            </a:fld>
            <a:endParaRPr/>
          </a:p>
        </p:txBody>
      </p:sp>
      <p:sp>
        <p:nvSpPr>
          <p:cNvPr id="1209" name="Google Shape;1209;p1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10" name="Google Shape;1210;p1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p:cNvGrpSpPr/>
        <p:nvPr/>
      </p:nvGrpSpPr>
      <p:grpSpPr>
        <a:xfrm>
          <a:off x="0" y="0"/>
          <a:ext cx="0" cy="0"/>
          <a:chOff x="0" y="0"/>
          <a:chExt cx="0" cy="0"/>
        </a:xfrm>
      </p:grpSpPr>
      <p:sp>
        <p:nvSpPr>
          <p:cNvPr id="1221" name="Google Shape;1221;p15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22" name="Google Shape;1222;p1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83</a:t>
            </a:fld>
            <a:endParaRPr/>
          </a:p>
        </p:txBody>
      </p:sp>
      <p:sp>
        <p:nvSpPr>
          <p:cNvPr id="1223" name="Google Shape;1223;p1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24" name="Google Shape;1224;p1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p15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30" name="Google Shape;1230;p1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84</a:t>
            </a:fld>
            <a:endParaRPr/>
          </a:p>
        </p:txBody>
      </p:sp>
      <p:sp>
        <p:nvSpPr>
          <p:cNvPr id="1231" name="Google Shape;1231;p1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32" name="Google Shape;1232;p1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p15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38" name="Google Shape;1238;p1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85</a:t>
            </a:fld>
            <a:endParaRPr/>
          </a:p>
        </p:txBody>
      </p:sp>
      <p:sp>
        <p:nvSpPr>
          <p:cNvPr id="1239" name="Google Shape;1239;p1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40" name="Google Shape;1240;p1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p16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45" name="Google Shape;1245;p1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86</a:t>
            </a:fld>
            <a:endParaRPr/>
          </a:p>
        </p:txBody>
      </p:sp>
      <p:sp>
        <p:nvSpPr>
          <p:cNvPr id="1246" name="Google Shape;1246;p1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47" name="Google Shape;1247;p1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0"/>
        <p:cNvGrpSpPr/>
        <p:nvPr/>
      </p:nvGrpSpPr>
      <p:grpSpPr>
        <a:xfrm>
          <a:off x="0" y="0"/>
          <a:ext cx="0" cy="0"/>
          <a:chOff x="0" y="0"/>
          <a:chExt cx="0" cy="0"/>
        </a:xfrm>
      </p:grpSpPr>
      <p:sp>
        <p:nvSpPr>
          <p:cNvPr id="1251" name="Google Shape;1251;p16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52" name="Google Shape;1252;p1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87</a:t>
            </a:fld>
            <a:endParaRPr/>
          </a:p>
        </p:txBody>
      </p:sp>
      <p:sp>
        <p:nvSpPr>
          <p:cNvPr id="1253" name="Google Shape;1253;p1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54" name="Google Shape;1254;p1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p16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60" name="Google Shape;1260;p1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88</a:t>
            </a:fld>
            <a:endParaRPr/>
          </a:p>
        </p:txBody>
      </p:sp>
      <p:sp>
        <p:nvSpPr>
          <p:cNvPr id="1261" name="Google Shape;1261;p1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62" name="Google Shape;1262;p1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6"/>
        <p:cNvGrpSpPr/>
        <p:nvPr/>
      </p:nvGrpSpPr>
      <p:grpSpPr>
        <a:xfrm>
          <a:off x="0" y="0"/>
          <a:ext cx="0" cy="0"/>
          <a:chOff x="0" y="0"/>
          <a:chExt cx="0" cy="0"/>
        </a:xfrm>
      </p:grpSpPr>
      <p:sp>
        <p:nvSpPr>
          <p:cNvPr id="1267" name="Google Shape;1267;p16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68" name="Google Shape;1268;p1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89</a:t>
            </a:fld>
            <a:endParaRPr/>
          </a:p>
        </p:txBody>
      </p:sp>
      <p:sp>
        <p:nvSpPr>
          <p:cNvPr id="1269" name="Google Shape;1269;p1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70" name="Google Shape;1270;p1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p16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76" name="Google Shape;1276;p1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90</a:t>
            </a:fld>
            <a:endParaRPr/>
          </a:p>
        </p:txBody>
      </p:sp>
      <p:sp>
        <p:nvSpPr>
          <p:cNvPr id="1277" name="Google Shape;1277;p1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78" name="Google Shape;1278;p1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16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84" name="Google Shape;1284;p1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91</a:t>
            </a:fld>
            <a:endParaRPr/>
          </a:p>
        </p:txBody>
      </p:sp>
      <p:sp>
        <p:nvSpPr>
          <p:cNvPr id="1285" name="Google Shape;1285;p1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86" name="Google Shape;1286;p1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16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292" name="Google Shape;1292;p1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92</a:t>
            </a:fld>
            <a:endParaRPr/>
          </a:p>
        </p:txBody>
      </p:sp>
      <p:sp>
        <p:nvSpPr>
          <p:cNvPr id="1293" name="Google Shape;1293;p1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94" name="Google Shape;1294;p1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9"/>
        <p:cNvGrpSpPr/>
        <p:nvPr/>
      </p:nvGrpSpPr>
      <p:grpSpPr>
        <a:xfrm>
          <a:off x="0" y="0"/>
          <a:ext cx="0" cy="0"/>
          <a:chOff x="0" y="0"/>
          <a:chExt cx="0" cy="0"/>
        </a:xfrm>
      </p:grpSpPr>
      <p:sp>
        <p:nvSpPr>
          <p:cNvPr id="1300" name="Google Shape;1300;p16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01" name="Google Shape;1301;p1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93</a:t>
            </a:fld>
            <a:endParaRPr/>
          </a:p>
        </p:txBody>
      </p:sp>
      <p:sp>
        <p:nvSpPr>
          <p:cNvPr id="1302" name="Google Shape;1302;p1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03" name="Google Shape;1303;p1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7"/>
        <p:cNvGrpSpPr/>
        <p:nvPr/>
      </p:nvGrpSpPr>
      <p:grpSpPr>
        <a:xfrm>
          <a:off x="0" y="0"/>
          <a:ext cx="0" cy="0"/>
          <a:chOff x="0" y="0"/>
          <a:chExt cx="0" cy="0"/>
        </a:xfrm>
      </p:grpSpPr>
      <p:sp>
        <p:nvSpPr>
          <p:cNvPr id="1308" name="Google Shape;1308;p16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09" name="Google Shape;1309;p1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94</a:t>
            </a:fld>
            <a:endParaRPr/>
          </a:p>
        </p:txBody>
      </p:sp>
      <p:sp>
        <p:nvSpPr>
          <p:cNvPr id="1310" name="Google Shape;1310;p1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11" name="Google Shape;1311;p1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5"/>
        <p:cNvGrpSpPr/>
        <p:nvPr/>
      </p:nvGrpSpPr>
      <p:grpSpPr>
        <a:xfrm>
          <a:off x="0" y="0"/>
          <a:ext cx="0" cy="0"/>
          <a:chOff x="0" y="0"/>
          <a:chExt cx="0" cy="0"/>
        </a:xfrm>
      </p:grpSpPr>
      <p:sp>
        <p:nvSpPr>
          <p:cNvPr id="1316" name="Google Shape;1316;p16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17" name="Google Shape;1317;p1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95</a:t>
            </a:fld>
            <a:endParaRPr/>
          </a:p>
        </p:txBody>
      </p:sp>
      <p:sp>
        <p:nvSpPr>
          <p:cNvPr id="1318" name="Google Shape;1318;p1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19" name="Google Shape;1319;p1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p17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25" name="Google Shape;1325;p1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96</a:t>
            </a:fld>
            <a:endParaRPr/>
          </a:p>
        </p:txBody>
      </p:sp>
      <p:sp>
        <p:nvSpPr>
          <p:cNvPr id="1326" name="Google Shape;1326;p1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27" name="Google Shape;1327;p1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328" name="Google Shape;1328;p170:notes"/>
          <p:cNvSpPr txBox="1"/>
          <p:nvPr/>
        </p:nvSpPr>
        <p:spPr>
          <a:xfrm>
            <a:off x="0" y="8685213"/>
            <a:ext cx="2971800" cy="45720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alibri"/>
                <a:ea typeface="Calibri"/>
                <a:cs typeface="Calibri"/>
                <a:sym typeface="Calibri"/>
              </a:rPr>
              <a:t>Manav Rachna College of Engineering</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8"/>
        <p:cNvGrpSpPr/>
        <p:nvPr/>
      </p:nvGrpSpPr>
      <p:grpSpPr>
        <a:xfrm>
          <a:off x="0" y="0"/>
          <a:ext cx="0" cy="0"/>
          <a:chOff x="0" y="0"/>
          <a:chExt cx="0" cy="0"/>
        </a:xfrm>
      </p:grpSpPr>
      <p:sp>
        <p:nvSpPr>
          <p:cNvPr id="1339" name="Google Shape;1339;p17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40" name="Google Shape;1340;p1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97</a:t>
            </a:fld>
            <a:endParaRPr/>
          </a:p>
        </p:txBody>
      </p:sp>
      <p:sp>
        <p:nvSpPr>
          <p:cNvPr id="1341" name="Google Shape;1341;p1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42" name="Google Shape;1342;p1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5"/>
        <p:cNvGrpSpPr/>
        <p:nvPr/>
      </p:nvGrpSpPr>
      <p:grpSpPr>
        <a:xfrm>
          <a:off x="0" y="0"/>
          <a:ext cx="0" cy="0"/>
          <a:chOff x="0" y="0"/>
          <a:chExt cx="0" cy="0"/>
        </a:xfrm>
      </p:grpSpPr>
      <p:sp>
        <p:nvSpPr>
          <p:cNvPr id="1346" name="Google Shape;1346;p17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47" name="Google Shape;1347;p1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98</a:t>
            </a:fld>
            <a:endParaRPr/>
          </a:p>
        </p:txBody>
      </p:sp>
      <p:sp>
        <p:nvSpPr>
          <p:cNvPr id="1348" name="Google Shape;1348;p1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49" name="Google Shape;1349;p1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p17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57" name="Google Shape;1357;p17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99</a:t>
            </a:fld>
            <a:endParaRPr/>
          </a:p>
        </p:txBody>
      </p:sp>
      <p:sp>
        <p:nvSpPr>
          <p:cNvPr id="1358" name="Google Shape;1358;p1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59" name="Google Shape;1359;p1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
        <p:cNvGrpSpPr/>
        <p:nvPr/>
      </p:nvGrpSpPr>
      <p:grpSpPr>
        <a:xfrm>
          <a:off x="0" y="0"/>
          <a:ext cx="0" cy="0"/>
          <a:chOff x="0" y="0"/>
          <a:chExt cx="0" cy="0"/>
        </a:xfrm>
      </p:grpSpPr>
      <p:sp>
        <p:nvSpPr>
          <p:cNvPr id="1363" name="Google Shape;1363;p17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64" name="Google Shape;1364;p1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100</a:t>
            </a:fld>
            <a:endParaRPr/>
          </a:p>
        </p:txBody>
      </p:sp>
      <p:sp>
        <p:nvSpPr>
          <p:cNvPr id="1365" name="Google Shape;1365;p1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66" name="Google Shape;1366;p1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p:cNvGrpSpPr/>
        <p:nvPr/>
      </p:nvGrpSpPr>
      <p:grpSpPr>
        <a:xfrm>
          <a:off x="0" y="0"/>
          <a:ext cx="0" cy="0"/>
          <a:chOff x="0" y="0"/>
          <a:chExt cx="0" cy="0"/>
        </a:xfrm>
      </p:grpSpPr>
      <p:sp>
        <p:nvSpPr>
          <p:cNvPr id="1371" name="Google Shape;1371;p17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72" name="Google Shape;1372;p1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101</a:t>
            </a:fld>
            <a:endParaRPr/>
          </a:p>
        </p:txBody>
      </p:sp>
      <p:sp>
        <p:nvSpPr>
          <p:cNvPr id="1373" name="Google Shape;1373;p1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74" name="Google Shape;1374;p1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8"/>
        <p:cNvGrpSpPr/>
        <p:nvPr/>
      </p:nvGrpSpPr>
      <p:grpSpPr>
        <a:xfrm>
          <a:off x="0" y="0"/>
          <a:ext cx="0" cy="0"/>
          <a:chOff x="0" y="0"/>
          <a:chExt cx="0" cy="0"/>
        </a:xfrm>
      </p:grpSpPr>
      <p:sp>
        <p:nvSpPr>
          <p:cNvPr id="1379" name="Google Shape;1379;p17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80" name="Google Shape;1380;p1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102</a:t>
            </a:fld>
            <a:endParaRPr/>
          </a:p>
        </p:txBody>
      </p:sp>
      <p:sp>
        <p:nvSpPr>
          <p:cNvPr id="1381" name="Google Shape;1381;p1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82" name="Google Shape;1382;p1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6"/>
        <p:cNvGrpSpPr/>
        <p:nvPr/>
      </p:nvGrpSpPr>
      <p:grpSpPr>
        <a:xfrm>
          <a:off x="0" y="0"/>
          <a:ext cx="0" cy="0"/>
          <a:chOff x="0" y="0"/>
          <a:chExt cx="0" cy="0"/>
        </a:xfrm>
      </p:grpSpPr>
      <p:sp>
        <p:nvSpPr>
          <p:cNvPr id="1387" name="Google Shape;1387;p17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88" name="Google Shape;1388;p1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103</a:t>
            </a:fld>
            <a:endParaRPr/>
          </a:p>
        </p:txBody>
      </p:sp>
      <p:sp>
        <p:nvSpPr>
          <p:cNvPr id="1389" name="Google Shape;1389;p1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90" name="Google Shape;1390;p1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4"/>
        <p:cNvGrpSpPr/>
        <p:nvPr/>
      </p:nvGrpSpPr>
      <p:grpSpPr>
        <a:xfrm>
          <a:off x="0" y="0"/>
          <a:ext cx="0" cy="0"/>
          <a:chOff x="0" y="0"/>
          <a:chExt cx="0" cy="0"/>
        </a:xfrm>
      </p:grpSpPr>
      <p:sp>
        <p:nvSpPr>
          <p:cNvPr id="1395" name="Google Shape;1395;p17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396" name="Google Shape;1396;p1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104</a:t>
            </a:fld>
            <a:endParaRPr/>
          </a:p>
        </p:txBody>
      </p:sp>
      <p:sp>
        <p:nvSpPr>
          <p:cNvPr id="1397" name="Google Shape;1397;p1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98" name="Google Shape;1398;p1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1"/>
        <p:cNvGrpSpPr/>
        <p:nvPr/>
      </p:nvGrpSpPr>
      <p:grpSpPr>
        <a:xfrm>
          <a:off x="0" y="0"/>
          <a:ext cx="0" cy="0"/>
          <a:chOff x="0" y="0"/>
          <a:chExt cx="0" cy="0"/>
        </a:xfrm>
      </p:grpSpPr>
      <p:sp>
        <p:nvSpPr>
          <p:cNvPr id="1402" name="Google Shape;1402;p17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403" name="Google Shape;1403;p17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105</a:t>
            </a:fld>
            <a:endParaRPr/>
          </a:p>
        </p:txBody>
      </p:sp>
      <p:sp>
        <p:nvSpPr>
          <p:cNvPr id="1404" name="Google Shape;1404;p1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05" name="Google Shape;1405;p1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p:cNvGrpSpPr/>
        <p:nvPr/>
      </p:nvGrpSpPr>
      <p:grpSpPr>
        <a:xfrm>
          <a:off x="0" y="0"/>
          <a:ext cx="0" cy="0"/>
          <a:chOff x="0" y="0"/>
          <a:chExt cx="0" cy="0"/>
        </a:xfrm>
      </p:grpSpPr>
      <p:sp>
        <p:nvSpPr>
          <p:cNvPr id="1409" name="Google Shape;1409;p18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410" name="Google Shape;1410;p1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106</a:t>
            </a:fld>
            <a:endParaRPr/>
          </a:p>
        </p:txBody>
      </p:sp>
      <p:sp>
        <p:nvSpPr>
          <p:cNvPr id="1411" name="Google Shape;1411;p1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12" name="Google Shape;1412;p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p18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417" name="Google Shape;1417;p18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107</a:t>
            </a:fld>
            <a:endParaRPr/>
          </a:p>
        </p:txBody>
      </p:sp>
      <p:sp>
        <p:nvSpPr>
          <p:cNvPr id="1418" name="Google Shape;1418;p1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19" name="Google Shape;1419;p1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2"/>
        <p:cNvGrpSpPr/>
        <p:nvPr/>
      </p:nvGrpSpPr>
      <p:grpSpPr>
        <a:xfrm>
          <a:off x="0" y="0"/>
          <a:ext cx="0" cy="0"/>
          <a:chOff x="0" y="0"/>
          <a:chExt cx="0" cy="0"/>
        </a:xfrm>
      </p:grpSpPr>
      <p:sp>
        <p:nvSpPr>
          <p:cNvPr id="1423" name="Google Shape;1423;p18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424" name="Google Shape;1424;p1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108</a:t>
            </a:fld>
            <a:endParaRPr/>
          </a:p>
        </p:txBody>
      </p:sp>
      <p:sp>
        <p:nvSpPr>
          <p:cNvPr id="1425" name="Google Shape;1425;p1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26" name="Google Shape;1426;p1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0"/>
        <p:cNvGrpSpPr/>
        <p:nvPr/>
      </p:nvGrpSpPr>
      <p:grpSpPr>
        <a:xfrm>
          <a:off x="0" y="0"/>
          <a:ext cx="0" cy="0"/>
          <a:chOff x="0" y="0"/>
          <a:chExt cx="0" cy="0"/>
        </a:xfrm>
      </p:grpSpPr>
      <p:sp>
        <p:nvSpPr>
          <p:cNvPr id="1431" name="Google Shape;1431;p18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US"/>
              <a:t>Manav Rachna College of Engineering</a:t>
            </a:r>
            <a:endParaRPr/>
          </a:p>
        </p:txBody>
      </p:sp>
      <p:sp>
        <p:nvSpPr>
          <p:cNvPr id="1432" name="Google Shape;1432;p1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pPr marL="0" lvl="0" indent="0" algn="l" rtl="0">
                <a:lnSpc>
                  <a:spcPct val="100000"/>
                </a:lnSpc>
                <a:spcBef>
                  <a:spcPts val="0"/>
                </a:spcBef>
                <a:spcAft>
                  <a:spcPts val="0"/>
                </a:spcAft>
                <a:buNone/>
              </a:pPr>
              <a:t>109</a:t>
            </a:fld>
            <a:endParaRPr/>
          </a:p>
        </p:txBody>
      </p:sp>
      <p:sp>
        <p:nvSpPr>
          <p:cNvPr id="1433" name="Google Shape;1433;p1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34" name="Google Shape;1434;p1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7"/>
        <p:cNvGrpSpPr/>
        <p:nvPr/>
      </p:nvGrpSpPr>
      <p:grpSpPr>
        <a:xfrm>
          <a:off x="0" y="0"/>
          <a:ext cx="0" cy="0"/>
          <a:chOff x="0" y="0"/>
          <a:chExt cx="0" cy="0"/>
        </a:xfrm>
      </p:grpSpPr>
      <p:sp>
        <p:nvSpPr>
          <p:cNvPr id="18" name="Google Shape;18;p185"/>
          <p:cNvSpPr txBox="1">
            <a:spLocks noGrp="1"/>
          </p:cNvSpPr>
          <p:nvPr>
            <p:ph type="title"/>
          </p:nvPr>
        </p:nvSpPr>
        <p:spPr>
          <a:xfrm>
            <a:off x="0" y="200177"/>
            <a:ext cx="9144000" cy="77577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595959"/>
              </a:buClr>
              <a:buSzPts val="4800"/>
              <a:buFont typeface="Calibri"/>
              <a:buNone/>
              <a:defRPr sz="4800" b="1">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85"/>
          <p:cNvSpPr txBox="1">
            <a:spLocks noGrp="1"/>
          </p:cNvSpPr>
          <p:nvPr>
            <p:ph type="body" idx="1"/>
          </p:nvPr>
        </p:nvSpPr>
        <p:spPr>
          <a:xfrm>
            <a:off x="0" y="1005383"/>
            <a:ext cx="9144000" cy="419379"/>
          </a:xfrm>
          <a:prstGeom prst="rect">
            <a:avLst/>
          </a:prstGeom>
          <a:noFill/>
          <a:ln>
            <a:noFill/>
          </a:ln>
        </p:spPr>
        <p:txBody>
          <a:bodyPr spcFirstLastPara="1" wrap="square" lIns="91425" tIns="45700" rIns="91425" bIns="45700" anchor="ctr" anchorCtr="0">
            <a:normAutofit/>
          </a:bodyPr>
          <a:lstStyle>
            <a:lvl1pPr marL="457200" marR="0" lvl="0" indent="-228600" algn="ctr">
              <a:lnSpc>
                <a:spcPct val="90000"/>
              </a:lnSpc>
              <a:spcBef>
                <a:spcPts val="1000"/>
              </a:spcBef>
              <a:spcAft>
                <a:spcPts val="0"/>
              </a:spcAft>
              <a:buClr>
                <a:srgbClr val="595959"/>
              </a:buClr>
              <a:buSzPts val="2400"/>
              <a:buFont typeface="Calibri"/>
              <a:buNone/>
              <a:defRPr sz="2400" b="0">
                <a:solidFill>
                  <a:srgbClr val="595959"/>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Font typeface="Libre Baskerville"/>
              <a:buChar char="»"/>
              <a:defRPr/>
            </a:lvl5pPr>
            <a:lvl6pPr marL="2743200" lvl="5" indent="-342900" algn="l">
              <a:lnSpc>
                <a:spcPct val="100000"/>
              </a:lnSpc>
              <a:spcBef>
                <a:spcPts val="360"/>
              </a:spcBef>
              <a:spcAft>
                <a:spcPts val="0"/>
              </a:spcAft>
              <a:buClr>
                <a:schemeClr val="dk1"/>
              </a:buClr>
              <a:buSzPts val="1800"/>
              <a:buFont typeface="Libre Baskerville"/>
              <a:buChar char="•"/>
              <a:defRPr/>
            </a:lvl6pPr>
            <a:lvl7pPr marL="3200400" lvl="6" indent="-342900" algn="l">
              <a:lnSpc>
                <a:spcPct val="100000"/>
              </a:lnSpc>
              <a:spcBef>
                <a:spcPts val="360"/>
              </a:spcBef>
              <a:spcAft>
                <a:spcPts val="0"/>
              </a:spcAft>
              <a:buClr>
                <a:schemeClr val="dk1"/>
              </a:buClr>
              <a:buSzPts val="1800"/>
              <a:buFont typeface="Libre Baskerville"/>
              <a:buChar char="•"/>
              <a:defRPr/>
            </a:lvl7pPr>
            <a:lvl8pPr marL="3657600" lvl="7" indent="-342900" algn="l">
              <a:lnSpc>
                <a:spcPct val="100000"/>
              </a:lnSpc>
              <a:spcBef>
                <a:spcPts val="360"/>
              </a:spcBef>
              <a:spcAft>
                <a:spcPts val="0"/>
              </a:spcAft>
              <a:buClr>
                <a:schemeClr val="dk1"/>
              </a:buClr>
              <a:buSzPts val="1800"/>
              <a:buFont typeface="Libre Baskerville"/>
              <a:buChar char="•"/>
              <a:defRPr/>
            </a:lvl8pPr>
            <a:lvl9pPr marL="4114800" lvl="8" indent="-342900" algn="l">
              <a:lnSpc>
                <a:spcPct val="100000"/>
              </a:lnSpc>
              <a:spcBef>
                <a:spcPts val="360"/>
              </a:spcBef>
              <a:spcAft>
                <a:spcPts val="0"/>
              </a:spcAft>
              <a:buClr>
                <a:schemeClr val="dk1"/>
              </a:buClr>
              <a:buSzPts val="1800"/>
              <a:buFont typeface="Libre Baskerville"/>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186"/>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8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8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6"/>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r">
              <a:lnSpc>
                <a:spcPct val="100000"/>
              </a:lnSpc>
              <a:spcBef>
                <a:spcPts val="0"/>
              </a:spcBef>
              <a:spcAft>
                <a:spcPts val="0"/>
              </a:spcAft>
              <a:buSzPts val="1400"/>
              <a:buNone/>
              <a:defRPr/>
            </a:lvl1pPr>
            <a:lvl2pPr marL="0" lvl="1" indent="0" algn="r">
              <a:lnSpc>
                <a:spcPct val="100000"/>
              </a:lnSpc>
              <a:spcBef>
                <a:spcPts val="0"/>
              </a:spcBef>
              <a:spcAft>
                <a:spcPts val="0"/>
              </a:spcAft>
              <a:buSzPts val="1400"/>
              <a:buNone/>
              <a:defRPr/>
            </a:lvl2pPr>
            <a:lvl3pPr marL="0" lvl="2" indent="0" algn="r">
              <a:lnSpc>
                <a:spcPct val="100000"/>
              </a:lnSpc>
              <a:spcBef>
                <a:spcPts val="0"/>
              </a:spcBef>
              <a:spcAft>
                <a:spcPts val="0"/>
              </a:spcAft>
              <a:buSzPts val="1400"/>
              <a:buNone/>
              <a:defRPr/>
            </a:lvl3pPr>
            <a:lvl4pPr marL="0" lvl="3" indent="0" algn="r">
              <a:lnSpc>
                <a:spcPct val="100000"/>
              </a:lnSpc>
              <a:spcBef>
                <a:spcPts val="0"/>
              </a:spcBef>
              <a:spcAft>
                <a:spcPts val="0"/>
              </a:spcAft>
              <a:buSzPts val="1400"/>
              <a:buNone/>
              <a:defRPr/>
            </a:lvl4pPr>
            <a:lvl5pPr marL="0" lvl="4" indent="0" algn="r">
              <a:lnSpc>
                <a:spcPct val="100000"/>
              </a:lnSpc>
              <a:spcBef>
                <a:spcPts val="0"/>
              </a:spcBef>
              <a:spcAft>
                <a:spcPts val="0"/>
              </a:spcAft>
              <a:buSzPts val="1400"/>
              <a:buNone/>
              <a:defRPr/>
            </a:lvl5pPr>
            <a:lvl6pPr marL="0" lvl="5" indent="0" algn="r">
              <a:lnSpc>
                <a:spcPct val="100000"/>
              </a:lnSpc>
              <a:spcBef>
                <a:spcPts val="0"/>
              </a:spcBef>
              <a:spcAft>
                <a:spcPts val="0"/>
              </a:spcAft>
              <a:buSzPts val="1400"/>
              <a:buNone/>
              <a:defRPr/>
            </a:lvl6pPr>
            <a:lvl7pPr marL="0" lvl="6" indent="0" algn="r">
              <a:lnSpc>
                <a:spcPct val="100000"/>
              </a:lnSpc>
              <a:spcBef>
                <a:spcPts val="0"/>
              </a:spcBef>
              <a:spcAft>
                <a:spcPts val="0"/>
              </a:spcAft>
              <a:buSzPts val="1400"/>
              <a:buNone/>
              <a:defRPr/>
            </a:lvl7pPr>
            <a:lvl8pPr marL="0" lvl="7" indent="0" algn="r">
              <a:lnSpc>
                <a:spcPct val="100000"/>
              </a:lnSpc>
              <a:spcBef>
                <a:spcPts val="0"/>
              </a:spcBef>
              <a:spcAft>
                <a:spcPts val="0"/>
              </a:spcAft>
              <a:buSzPts val="1400"/>
              <a:buNone/>
              <a:defRPr/>
            </a:lvl8pPr>
            <a:lvl9pPr marL="0" lvl="8" indent="0" algn="r">
              <a:lnSpc>
                <a:spcPct val="100000"/>
              </a:lnSpc>
              <a:spcBef>
                <a:spcPts val="0"/>
              </a:spcBef>
              <a:spcAft>
                <a:spcPts val="0"/>
              </a:spcAft>
              <a:buSzPts val="1400"/>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25" name="Google Shape;25;p186"/>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8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87"/>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None/>
              <a:defRPr/>
            </a:lvl1pPr>
            <a:lvl2pPr marL="0" lvl="1" indent="0" algn="ctr">
              <a:lnSpc>
                <a:spcPct val="100000"/>
              </a:lnSpc>
              <a:spcBef>
                <a:spcPts val="0"/>
              </a:spcBef>
              <a:spcAft>
                <a:spcPts val="0"/>
              </a:spcAft>
              <a:buNone/>
              <a:defRPr/>
            </a:lvl2pPr>
            <a:lvl3pPr marL="0" lvl="2" indent="0" algn="ctr">
              <a:lnSpc>
                <a:spcPct val="100000"/>
              </a:lnSpc>
              <a:spcBef>
                <a:spcPts val="0"/>
              </a:spcBef>
              <a:spcAft>
                <a:spcPts val="0"/>
              </a:spcAft>
              <a:buNone/>
              <a:defRPr/>
            </a:lvl3pPr>
            <a:lvl4pPr marL="0" lvl="3" indent="0" algn="ctr">
              <a:lnSpc>
                <a:spcPct val="100000"/>
              </a:lnSpc>
              <a:spcBef>
                <a:spcPts val="0"/>
              </a:spcBef>
              <a:spcAft>
                <a:spcPts val="0"/>
              </a:spcAft>
              <a:buNone/>
              <a:defRPr/>
            </a:lvl4pPr>
            <a:lvl5pPr marL="0" lvl="4" indent="0" algn="ctr">
              <a:lnSpc>
                <a:spcPct val="100000"/>
              </a:lnSpc>
              <a:spcBef>
                <a:spcPts val="0"/>
              </a:spcBef>
              <a:spcAft>
                <a:spcPts val="0"/>
              </a:spcAft>
              <a:buNone/>
              <a:defRPr/>
            </a:lvl5pPr>
            <a:lvl6pPr marL="0" lvl="5" indent="0" algn="ctr">
              <a:lnSpc>
                <a:spcPct val="100000"/>
              </a:lnSpc>
              <a:spcBef>
                <a:spcPts val="0"/>
              </a:spcBef>
              <a:spcAft>
                <a:spcPts val="0"/>
              </a:spcAft>
              <a:buNone/>
              <a:defRPr/>
            </a:lvl6pPr>
            <a:lvl7pPr marL="0" lvl="6" indent="0" algn="ctr">
              <a:lnSpc>
                <a:spcPct val="100000"/>
              </a:lnSpc>
              <a:spcBef>
                <a:spcPts val="0"/>
              </a:spcBef>
              <a:spcAft>
                <a:spcPts val="0"/>
              </a:spcAft>
              <a:buNone/>
              <a:defRPr/>
            </a:lvl7pPr>
            <a:lvl8pPr marL="0" lvl="7" indent="0" algn="ctr">
              <a:lnSpc>
                <a:spcPct val="100000"/>
              </a:lnSpc>
              <a:spcBef>
                <a:spcPts val="0"/>
              </a:spcBef>
              <a:spcAft>
                <a:spcPts val="0"/>
              </a:spcAft>
              <a:buNone/>
              <a:defRPr/>
            </a:lvl8pPr>
            <a:lvl9pPr marL="0" lvl="8" indent="0" algn="ctr">
              <a:lnSpc>
                <a:spcPct val="100000"/>
              </a:lnSpc>
              <a:spcBef>
                <a:spcPts val="0"/>
              </a:spcBef>
              <a:spcAft>
                <a:spcPts val="0"/>
              </a:spcAft>
              <a:buNone/>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0"/>
        <p:cNvGrpSpPr/>
        <p:nvPr/>
      </p:nvGrpSpPr>
      <p:grpSpPr>
        <a:xfrm>
          <a:off x="0" y="0"/>
          <a:ext cx="0" cy="0"/>
          <a:chOff x="0" y="0"/>
          <a:chExt cx="0" cy="0"/>
        </a:xfrm>
      </p:grpSpPr>
      <p:sp>
        <p:nvSpPr>
          <p:cNvPr id="31" name="Google Shape;31;p188"/>
          <p:cNvSpPr txBox="1">
            <a:spLocks noGrp="1"/>
          </p:cNvSpPr>
          <p:nvPr>
            <p:ph type="title"/>
          </p:nvPr>
        </p:nvSpPr>
        <p:spPr>
          <a:xfrm>
            <a:off x="457200" y="128588"/>
            <a:ext cx="8226425" cy="1433512"/>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8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8"/>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blipFill rotWithShape="1">
          <a:blip r:embed="rId2">
            <a:alphaModFix/>
          </a:blip>
          <a:tile tx="0" ty="0" sx="55000" sy="55000" flip="none" algn="tl"/>
        </a:blipFill>
        <a:effectLst/>
      </p:bgPr>
    </p:bg>
    <p:spTree>
      <p:nvGrpSpPr>
        <p:cNvPr id="1" name="Shape 35"/>
        <p:cNvGrpSpPr/>
        <p:nvPr/>
      </p:nvGrpSpPr>
      <p:grpSpPr>
        <a:xfrm>
          <a:off x="0" y="0"/>
          <a:ext cx="0" cy="0"/>
          <a:chOff x="0" y="0"/>
          <a:chExt cx="0" cy="0"/>
        </a:xfrm>
      </p:grpSpPr>
      <p:sp>
        <p:nvSpPr>
          <p:cNvPr id="36" name="Google Shape;36;p189"/>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 name="Google Shape;37;p189"/>
          <p:cNvSpPr/>
          <p:nvPr/>
        </p:nvSpPr>
        <p:spPr>
          <a:xfrm>
            <a:off x="65313" y="6975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 name="Google Shape;38;p189"/>
          <p:cNvSpPr txBox="1">
            <a:spLocks noGrp="1"/>
          </p:cNvSpPr>
          <p:nvPr>
            <p:ph type="subTitle" idx="1"/>
          </p:nvPr>
        </p:nvSpPr>
        <p:spPr>
          <a:xfrm>
            <a:off x="1295400" y="3200400"/>
            <a:ext cx="6400800" cy="1600200"/>
          </a:xfrm>
          <a:prstGeom prst="rect">
            <a:avLst/>
          </a:prstGeom>
          <a:noFill/>
          <a:ln>
            <a:noFill/>
          </a:ln>
        </p:spPr>
        <p:txBody>
          <a:bodyPr spcFirstLastPara="1" wrap="square" lIns="91425" tIns="45700" rIns="91425" bIns="45700" anchor="t" anchorCtr="0">
            <a:norm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a:endParaRPr/>
          </a:p>
        </p:txBody>
      </p:sp>
      <p:sp>
        <p:nvSpPr>
          <p:cNvPr id="39" name="Google Shape;39;p18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89"/>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89"/>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42" name="Google Shape;42;p189"/>
          <p:cNvSpPr/>
          <p:nvPr/>
        </p:nvSpPr>
        <p:spPr>
          <a:xfrm>
            <a:off x="62931" y="1449303"/>
            <a:ext cx="9021537" cy="152734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3" name="Google Shape;43;p189"/>
          <p:cNvSpPr/>
          <p:nvPr/>
        </p:nvSpPr>
        <p:spPr>
          <a:xfrm>
            <a:off x="62931" y="1396720"/>
            <a:ext cx="9021537" cy="120580"/>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4" name="Google Shape;44;p189"/>
          <p:cNvSpPr/>
          <p:nvPr/>
        </p:nvSpPr>
        <p:spPr>
          <a:xfrm>
            <a:off x="62931" y="2976649"/>
            <a:ext cx="9021537" cy="11053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5" name="Google Shape;45;p189"/>
          <p:cNvSpPr txBox="1">
            <a:spLocks noGrp="1"/>
          </p:cNvSpPr>
          <p:nvPr>
            <p:ph type="ctrTitle"/>
          </p:nvPr>
        </p:nvSpPr>
        <p:spPr>
          <a:xfrm>
            <a:off x="457200" y="1505930"/>
            <a:ext cx="8229600" cy="1470025"/>
          </a:xfrm>
          <a:prstGeom prst="rect">
            <a:avLst/>
          </a:prstGeom>
          <a:noFill/>
          <a:ln>
            <a:noFill/>
          </a:ln>
        </p:spPr>
        <p:txBody>
          <a:bodyPr spcFirstLastPara="1" wrap="square" lIns="91425" tIns="45700" rIns="91425" bIns="91425" anchor="ctr" anchorCtr="0">
            <a:norm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blipFill rotWithShape="1">
          <a:blip r:embed="rId2">
            <a:alphaModFix/>
          </a:blip>
          <a:tile tx="0" ty="0" sx="55000" sy="55000" flip="none" algn="tl"/>
        </a:blipFill>
        <a:effectLst/>
      </p:bgPr>
    </p:bg>
    <p:spTree>
      <p:nvGrpSpPr>
        <p:cNvPr id="1" name="Shape 46"/>
        <p:cNvGrpSpPr/>
        <p:nvPr/>
      </p:nvGrpSpPr>
      <p:grpSpPr>
        <a:xfrm>
          <a:off x="0" y="0"/>
          <a:ext cx="0" cy="0"/>
          <a:chOff x="0" y="0"/>
          <a:chExt cx="0" cy="0"/>
        </a:xfrm>
      </p:grpSpPr>
      <p:sp>
        <p:nvSpPr>
          <p:cNvPr id="47" name="Google Shape;47;p190"/>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8" name="Google Shape;48;p190"/>
          <p:cNvSpPr/>
          <p:nvPr/>
        </p:nvSpPr>
        <p:spPr>
          <a:xfrm>
            <a:off x="65313" y="6975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9" name="Google Shape;49;p190"/>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4000"/>
              <a:buFont typeface="Libre Franklin"/>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90"/>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2040"/>
              <a:buNone/>
              <a:defRPr sz="2400">
                <a:solidFill>
                  <a:srgbClr val="888888"/>
                </a:solidFill>
              </a:defRPr>
            </a:lvl1pPr>
            <a:lvl2pPr marL="914400" lvl="1" indent="-228600" algn="l">
              <a:spcBef>
                <a:spcPts val="370"/>
              </a:spcBef>
              <a:spcAft>
                <a:spcPts val="0"/>
              </a:spcAft>
              <a:buSzPts val="1530"/>
              <a:buNone/>
              <a:defRPr sz="1800">
                <a:solidFill>
                  <a:srgbClr val="888888"/>
                </a:solidFill>
              </a:defRPr>
            </a:lvl2pPr>
            <a:lvl3pPr marL="1371600" lvl="2" indent="-228600" algn="l">
              <a:spcBef>
                <a:spcPts val="370"/>
              </a:spcBef>
              <a:spcAft>
                <a:spcPts val="0"/>
              </a:spcAft>
              <a:buSzPts val="1360"/>
              <a:buNone/>
              <a:defRPr sz="1600">
                <a:solidFill>
                  <a:srgbClr val="888888"/>
                </a:solidFill>
              </a:defRPr>
            </a:lvl3pPr>
            <a:lvl4pPr marL="1828800" lvl="3" indent="-228600" algn="l">
              <a:spcBef>
                <a:spcPts val="370"/>
              </a:spcBef>
              <a:spcAft>
                <a:spcPts val="0"/>
              </a:spcAft>
              <a:buSzPts val="1120"/>
              <a:buNone/>
              <a:defRPr sz="1400">
                <a:solidFill>
                  <a:srgbClr val="888888"/>
                </a:solidFill>
              </a:defRPr>
            </a:lvl4pPr>
            <a:lvl5pPr marL="2286000" lvl="4" indent="-228600" algn="l">
              <a:spcBef>
                <a:spcPts val="370"/>
              </a:spcBef>
              <a:spcAft>
                <a:spcPts val="0"/>
              </a:spcAft>
              <a:buSzPts val="1400"/>
              <a:buFont typeface="Libre Baskerville"/>
              <a:buNone/>
              <a:defRPr sz="1400">
                <a:solidFill>
                  <a:srgbClr val="888888"/>
                </a:solidFill>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51" name="Google Shape;51;p19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90"/>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90"/>
          <p:cNvSpPr/>
          <p:nvPr/>
        </p:nvSpPr>
        <p:spPr>
          <a:xfrm rot="10800000" flipH="1">
            <a:off x="69412" y="2376830"/>
            <a:ext cx="9013515"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 name="Google Shape;54;p190"/>
          <p:cNvSpPr/>
          <p:nvPr/>
        </p:nvSpPr>
        <p:spPr>
          <a:xfrm>
            <a:off x="69146" y="2341475"/>
            <a:ext cx="9013781"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 name="Google Shape;55;p190"/>
          <p:cNvSpPr/>
          <p:nvPr/>
        </p:nvSpPr>
        <p:spPr>
          <a:xfrm>
            <a:off x="68306" y="2468880"/>
            <a:ext cx="9014621" cy="4572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 name="Google Shape;56;p190"/>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r">
              <a:lnSpc>
                <a:spcPct val="100000"/>
              </a:lnSpc>
              <a:spcBef>
                <a:spcPts val="0"/>
              </a:spcBef>
              <a:spcAft>
                <a:spcPts val="0"/>
              </a:spcAft>
              <a:buSzPts val="1400"/>
              <a:buNone/>
              <a:defRPr/>
            </a:lvl1pPr>
            <a:lvl2pPr marL="0" lvl="1" indent="0" algn="r">
              <a:lnSpc>
                <a:spcPct val="100000"/>
              </a:lnSpc>
              <a:spcBef>
                <a:spcPts val="0"/>
              </a:spcBef>
              <a:spcAft>
                <a:spcPts val="0"/>
              </a:spcAft>
              <a:buSzPts val="1400"/>
              <a:buNone/>
              <a:defRPr/>
            </a:lvl2pPr>
            <a:lvl3pPr marL="0" lvl="2" indent="0" algn="r">
              <a:lnSpc>
                <a:spcPct val="100000"/>
              </a:lnSpc>
              <a:spcBef>
                <a:spcPts val="0"/>
              </a:spcBef>
              <a:spcAft>
                <a:spcPts val="0"/>
              </a:spcAft>
              <a:buSzPts val="1400"/>
              <a:buNone/>
              <a:defRPr/>
            </a:lvl3pPr>
            <a:lvl4pPr marL="0" lvl="3" indent="0" algn="r">
              <a:lnSpc>
                <a:spcPct val="100000"/>
              </a:lnSpc>
              <a:spcBef>
                <a:spcPts val="0"/>
              </a:spcBef>
              <a:spcAft>
                <a:spcPts val="0"/>
              </a:spcAft>
              <a:buSzPts val="1400"/>
              <a:buNone/>
              <a:defRPr/>
            </a:lvl4pPr>
            <a:lvl5pPr marL="0" lvl="4" indent="0" algn="r">
              <a:lnSpc>
                <a:spcPct val="100000"/>
              </a:lnSpc>
              <a:spcBef>
                <a:spcPts val="0"/>
              </a:spcBef>
              <a:spcAft>
                <a:spcPts val="0"/>
              </a:spcAft>
              <a:buSzPts val="1400"/>
              <a:buNone/>
              <a:defRPr/>
            </a:lvl5pPr>
            <a:lvl6pPr marL="0" lvl="5" indent="0" algn="r">
              <a:lnSpc>
                <a:spcPct val="100000"/>
              </a:lnSpc>
              <a:spcBef>
                <a:spcPts val="0"/>
              </a:spcBef>
              <a:spcAft>
                <a:spcPts val="0"/>
              </a:spcAft>
              <a:buSzPts val="1400"/>
              <a:buNone/>
              <a:defRPr/>
            </a:lvl6pPr>
            <a:lvl7pPr marL="0" lvl="6" indent="0" algn="r">
              <a:lnSpc>
                <a:spcPct val="100000"/>
              </a:lnSpc>
              <a:spcBef>
                <a:spcPts val="0"/>
              </a:spcBef>
              <a:spcAft>
                <a:spcPts val="0"/>
              </a:spcAft>
              <a:buSzPts val="1400"/>
              <a:buNone/>
              <a:defRPr/>
            </a:lvl7pPr>
            <a:lvl8pPr marL="0" lvl="7" indent="0" algn="r">
              <a:lnSpc>
                <a:spcPct val="100000"/>
              </a:lnSpc>
              <a:spcBef>
                <a:spcPts val="0"/>
              </a:spcBef>
              <a:spcAft>
                <a:spcPts val="0"/>
              </a:spcAft>
              <a:buSzPts val="1400"/>
              <a:buNone/>
              <a:defRPr/>
            </a:lvl8pPr>
            <a:lvl9pPr marL="0" lvl="8" indent="0" algn="r">
              <a:lnSpc>
                <a:spcPct val="100000"/>
              </a:lnSpc>
              <a:spcBef>
                <a:spcPts val="0"/>
              </a:spcBef>
              <a:spcAft>
                <a:spcPts val="0"/>
              </a:spcAft>
              <a:buSzPts val="1400"/>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7"/>
        <p:cNvGrpSpPr/>
        <p:nvPr/>
      </p:nvGrpSpPr>
      <p:grpSpPr>
        <a:xfrm>
          <a:off x="0" y="0"/>
          <a:ext cx="0" cy="0"/>
          <a:chOff x="0" y="0"/>
          <a:chExt cx="0" cy="0"/>
        </a:xfrm>
      </p:grpSpPr>
      <p:sp>
        <p:nvSpPr>
          <p:cNvPr id="58" name="Google Shape;58;p19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19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9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91"/>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r">
              <a:lnSpc>
                <a:spcPct val="100000"/>
              </a:lnSpc>
              <a:spcBef>
                <a:spcPts val="0"/>
              </a:spcBef>
              <a:spcAft>
                <a:spcPts val="0"/>
              </a:spcAft>
              <a:buSzPts val="1400"/>
              <a:buNone/>
              <a:defRPr/>
            </a:lvl1pPr>
            <a:lvl2pPr marL="0" lvl="1" indent="0" algn="r">
              <a:lnSpc>
                <a:spcPct val="100000"/>
              </a:lnSpc>
              <a:spcBef>
                <a:spcPts val="0"/>
              </a:spcBef>
              <a:spcAft>
                <a:spcPts val="0"/>
              </a:spcAft>
              <a:buSzPts val="1400"/>
              <a:buNone/>
              <a:defRPr/>
            </a:lvl2pPr>
            <a:lvl3pPr marL="0" lvl="2" indent="0" algn="r">
              <a:lnSpc>
                <a:spcPct val="100000"/>
              </a:lnSpc>
              <a:spcBef>
                <a:spcPts val="0"/>
              </a:spcBef>
              <a:spcAft>
                <a:spcPts val="0"/>
              </a:spcAft>
              <a:buSzPts val="1400"/>
              <a:buNone/>
              <a:defRPr/>
            </a:lvl3pPr>
            <a:lvl4pPr marL="0" lvl="3" indent="0" algn="r">
              <a:lnSpc>
                <a:spcPct val="100000"/>
              </a:lnSpc>
              <a:spcBef>
                <a:spcPts val="0"/>
              </a:spcBef>
              <a:spcAft>
                <a:spcPts val="0"/>
              </a:spcAft>
              <a:buSzPts val="1400"/>
              <a:buNone/>
              <a:defRPr/>
            </a:lvl4pPr>
            <a:lvl5pPr marL="0" lvl="4" indent="0" algn="r">
              <a:lnSpc>
                <a:spcPct val="100000"/>
              </a:lnSpc>
              <a:spcBef>
                <a:spcPts val="0"/>
              </a:spcBef>
              <a:spcAft>
                <a:spcPts val="0"/>
              </a:spcAft>
              <a:buSzPts val="1400"/>
              <a:buNone/>
              <a:defRPr/>
            </a:lvl5pPr>
            <a:lvl6pPr marL="0" lvl="5" indent="0" algn="r">
              <a:lnSpc>
                <a:spcPct val="100000"/>
              </a:lnSpc>
              <a:spcBef>
                <a:spcPts val="0"/>
              </a:spcBef>
              <a:spcAft>
                <a:spcPts val="0"/>
              </a:spcAft>
              <a:buSzPts val="1400"/>
              <a:buNone/>
              <a:defRPr/>
            </a:lvl6pPr>
            <a:lvl7pPr marL="0" lvl="6" indent="0" algn="r">
              <a:lnSpc>
                <a:spcPct val="100000"/>
              </a:lnSpc>
              <a:spcBef>
                <a:spcPts val="0"/>
              </a:spcBef>
              <a:spcAft>
                <a:spcPts val="0"/>
              </a:spcAft>
              <a:buSzPts val="1400"/>
              <a:buNone/>
              <a:defRPr/>
            </a:lvl7pPr>
            <a:lvl8pPr marL="0" lvl="7" indent="0" algn="r">
              <a:lnSpc>
                <a:spcPct val="100000"/>
              </a:lnSpc>
              <a:spcBef>
                <a:spcPts val="0"/>
              </a:spcBef>
              <a:spcAft>
                <a:spcPts val="0"/>
              </a:spcAft>
              <a:buSzPts val="1400"/>
              <a:buNone/>
              <a:defRPr/>
            </a:lvl8pPr>
            <a:lvl9pPr marL="0" lvl="8" indent="0" algn="r">
              <a:lnSpc>
                <a:spcPct val="100000"/>
              </a:lnSpc>
              <a:spcBef>
                <a:spcPts val="0"/>
              </a:spcBef>
              <a:spcAft>
                <a:spcPts val="0"/>
              </a:spcAft>
              <a:buSzPts val="1400"/>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62" name="Google Shape;62;p191"/>
          <p:cNvSpPr txBox="1">
            <a:spLocks noGrp="1"/>
          </p:cNvSpPr>
          <p:nvPr>
            <p:ph type="body" idx="1"/>
          </p:nvPr>
        </p:nvSpPr>
        <p:spPr>
          <a:xfrm>
            <a:off x="91440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63" name="Google Shape;63;p191"/>
          <p:cNvSpPr txBox="1">
            <a:spLocks noGrp="1"/>
          </p:cNvSpPr>
          <p:nvPr>
            <p:ph type="body" idx="2"/>
          </p:nvPr>
        </p:nvSpPr>
        <p:spPr>
          <a:xfrm>
            <a:off x="493395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4"/>
        <p:cNvGrpSpPr/>
        <p:nvPr/>
      </p:nvGrpSpPr>
      <p:grpSpPr>
        <a:xfrm>
          <a:off x="0" y="0"/>
          <a:ext cx="0" cy="0"/>
          <a:chOff x="0" y="0"/>
          <a:chExt cx="0" cy="0"/>
        </a:xfrm>
      </p:grpSpPr>
      <p:sp>
        <p:nvSpPr>
          <p:cNvPr id="65" name="Google Shape;65;p192"/>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92"/>
          <p:cNvSpPr txBox="1">
            <a:spLocks noGrp="1"/>
          </p:cNvSpPr>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Libre Baskerville"/>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67" name="Google Shape;67;p192"/>
          <p:cNvSpPr txBox="1">
            <a:spLocks noGrp="1"/>
          </p:cNvSpPr>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Libre Baskerville"/>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68" name="Google Shape;68;p19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9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92"/>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r">
              <a:lnSpc>
                <a:spcPct val="100000"/>
              </a:lnSpc>
              <a:spcBef>
                <a:spcPts val="0"/>
              </a:spcBef>
              <a:spcAft>
                <a:spcPts val="0"/>
              </a:spcAft>
              <a:buSzPts val="1400"/>
              <a:buNone/>
              <a:defRPr/>
            </a:lvl1pPr>
            <a:lvl2pPr marL="0" lvl="1" indent="0" algn="r">
              <a:lnSpc>
                <a:spcPct val="100000"/>
              </a:lnSpc>
              <a:spcBef>
                <a:spcPts val="0"/>
              </a:spcBef>
              <a:spcAft>
                <a:spcPts val="0"/>
              </a:spcAft>
              <a:buSzPts val="1400"/>
              <a:buNone/>
              <a:defRPr/>
            </a:lvl2pPr>
            <a:lvl3pPr marL="0" lvl="2" indent="0" algn="r">
              <a:lnSpc>
                <a:spcPct val="100000"/>
              </a:lnSpc>
              <a:spcBef>
                <a:spcPts val="0"/>
              </a:spcBef>
              <a:spcAft>
                <a:spcPts val="0"/>
              </a:spcAft>
              <a:buSzPts val="1400"/>
              <a:buNone/>
              <a:defRPr/>
            </a:lvl3pPr>
            <a:lvl4pPr marL="0" lvl="3" indent="0" algn="r">
              <a:lnSpc>
                <a:spcPct val="100000"/>
              </a:lnSpc>
              <a:spcBef>
                <a:spcPts val="0"/>
              </a:spcBef>
              <a:spcAft>
                <a:spcPts val="0"/>
              </a:spcAft>
              <a:buSzPts val="1400"/>
              <a:buNone/>
              <a:defRPr/>
            </a:lvl4pPr>
            <a:lvl5pPr marL="0" lvl="4" indent="0" algn="r">
              <a:lnSpc>
                <a:spcPct val="100000"/>
              </a:lnSpc>
              <a:spcBef>
                <a:spcPts val="0"/>
              </a:spcBef>
              <a:spcAft>
                <a:spcPts val="0"/>
              </a:spcAft>
              <a:buSzPts val="1400"/>
              <a:buNone/>
              <a:defRPr/>
            </a:lvl5pPr>
            <a:lvl6pPr marL="0" lvl="5" indent="0" algn="r">
              <a:lnSpc>
                <a:spcPct val="100000"/>
              </a:lnSpc>
              <a:spcBef>
                <a:spcPts val="0"/>
              </a:spcBef>
              <a:spcAft>
                <a:spcPts val="0"/>
              </a:spcAft>
              <a:buSzPts val="1400"/>
              <a:buNone/>
              <a:defRPr/>
            </a:lvl6pPr>
            <a:lvl7pPr marL="0" lvl="6" indent="0" algn="r">
              <a:lnSpc>
                <a:spcPct val="100000"/>
              </a:lnSpc>
              <a:spcBef>
                <a:spcPts val="0"/>
              </a:spcBef>
              <a:spcAft>
                <a:spcPts val="0"/>
              </a:spcAft>
              <a:buSzPts val="1400"/>
              <a:buNone/>
              <a:defRPr/>
            </a:lvl7pPr>
            <a:lvl8pPr marL="0" lvl="7" indent="0" algn="r">
              <a:lnSpc>
                <a:spcPct val="100000"/>
              </a:lnSpc>
              <a:spcBef>
                <a:spcPts val="0"/>
              </a:spcBef>
              <a:spcAft>
                <a:spcPts val="0"/>
              </a:spcAft>
              <a:buSzPts val="1400"/>
              <a:buNone/>
              <a:defRPr/>
            </a:lvl8pPr>
            <a:lvl9pPr marL="0" lvl="8" indent="0" algn="r">
              <a:lnSpc>
                <a:spcPct val="100000"/>
              </a:lnSpc>
              <a:spcBef>
                <a:spcPts val="0"/>
              </a:spcBef>
              <a:spcAft>
                <a:spcPts val="0"/>
              </a:spcAft>
              <a:buSzPts val="1400"/>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71" name="Google Shape;71;p192"/>
          <p:cNvSpPr txBox="1">
            <a:spLocks noGrp="1"/>
          </p:cNvSpPr>
          <p:nvPr>
            <p:ph type="body" idx="3"/>
          </p:nvPr>
        </p:nvSpPr>
        <p:spPr>
          <a:xfrm>
            <a:off x="9144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72" name="Google Shape;72;p192"/>
          <p:cNvSpPr txBox="1">
            <a:spLocks noGrp="1"/>
          </p:cNvSpPr>
          <p:nvPr>
            <p:ph type="body" idx="4"/>
          </p:nvPr>
        </p:nvSpPr>
        <p:spPr>
          <a:xfrm>
            <a:off x="49530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3"/>
        <p:cNvGrpSpPr/>
        <p:nvPr/>
      </p:nvGrpSpPr>
      <p:grpSpPr>
        <a:xfrm>
          <a:off x="0" y="0"/>
          <a:ext cx="0" cy="0"/>
          <a:chOff x="0" y="0"/>
          <a:chExt cx="0" cy="0"/>
        </a:xfrm>
      </p:grpSpPr>
      <p:sp>
        <p:nvSpPr>
          <p:cNvPr id="74" name="Google Shape;74;p19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9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9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93"/>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r">
              <a:lnSpc>
                <a:spcPct val="100000"/>
              </a:lnSpc>
              <a:spcBef>
                <a:spcPts val="0"/>
              </a:spcBef>
              <a:spcAft>
                <a:spcPts val="0"/>
              </a:spcAft>
              <a:buSzPts val="1400"/>
              <a:buNone/>
              <a:defRPr/>
            </a:lvl1pPr>
            <a:lvl2pPr marL="0" lvl="1" indent="0" algn="r">
              <a:lnSpc>
                <a:spcPct val="100000"/>
              </a:lnSpc>
              <a:spcBef>
                <a:spcPts val="0"/>
              </a:spcBef>
              <a:spcAft>
                <a:spcPts val="0"/>
              </a:spcAft>
              <a:buSzPts val="1400"/>
              <a:buNone/>
              <a:defRPr/>
            </a:lvl2pPr>
            <a:lvl3pPr marL="0" lvl="2" indent="0" algn="r">
              <a:lnSpc>
                <a:spcPct val="100000"/>
              </a:lnSpc>
              <a:spcBef>
                <a:spcPts val="0"/>
              </a:spcBef>
              <a:spcAft>
                <a:spcPts val="0"/>
              </a:spcAft>
              <a:buSzPts val="1400"/>
              <a:buNone/>
              <a:defRPr/>
            </a:lvl3pPr>
            <a:lvl4pPr marL="0" lvl="3" indent="0" algn="r">
              <a:lnSpc>
                <a:spcPct val="100000"/>
              </a:lnSpc>
              <a:spcBef>
                <a:spcPts val="0"/>
              </a:spcBef>
              <a:spcAft>
                <a:spcPts val="0"/>
              </a:spcAft>
              <a:buSzPts val="1400"/>
              <a:buNone/>
              <a:defRPr/>
            </a:lvl4pPr>
            <a:lvl5pPr marL="0" lvl="4" indent="0" algn="r">
              <a:lnSpc>
                <a:spcPct val="100000"/>
              </a:lnSpc>
              <a:spcBef>
                <a:spcPts val="0"/>
              </a:spcBef>
              <a:spcAft>
                <a:spcPts val="0"/>
              </a:spcAft>
              <a:buSzPts val="1400"/>
              <a:buNone/>
              <a:defRPr/>
            </a:lvl5pPr>
            <a:lvl6pPr marL="0" lvl="5" indent="0" algn="r">
              <a:lnSpc>
                <a:spcPct val="100000"/>
              </a:lnSpc>
              <a:spcBef>
                <a:spcPts val="0"/>
              </a:spcBef>
              <a:spcAft>
                <a:spcPts val="0"/>
              </a:spcAft>
              <a:buSzPts val="1400"/>
              <a:buNone/>
              <a:defRPr/>
            </a:lvl6pPr>
            <a:lvl7pPr marL="0" lvl="6" indent="0" algn="r">
              <a:lnSpc>
                <a:spcPct val="100000"/>
              </a:lnSpc>
              <a:spcBef>
                <a:spcPts val="0"/>
              </a:spcBef>
              <a:spcAft>
                <a:spcPts val="0"/>
              </a:spcAft>
              <a:buSzPts val="1400"/>
              <a:buNone/>
              <a:defRPr/>
            </a:lvl7pPr>
            <a:lvl8pPr marL="0" lvl="7" indent="0" algn="r">
              <a:lnSpc>
                <a:spcPct val="100000"/>
              </a:lnSpc>
              <a:spcBef>
                <a:spcPts val="0"/>
              </a:spcBef>
              <a:spcAft>
                <a:spcPts val="0"/>
              </a:spcAft>
              <a:buSzPts val="1400"/>
              <a:buNone/>
              <a:defRPr/>
            </a:lvl8pPr>
            <a:lvl9pPr marL="0" lvl="8" indent="0" algn="r">
              <a:lnSpc>
                <a:spcPct val="100000"/>
              </a:lnSpc>
              <a:spcBef>
                <a:spcPts val="0"/>
              </a:spcBef>
              <a:spcAft>
                <a:spcPts val="0"/>
              </a:spcAft>
              <a:buSzPts val="1400"/>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8"/>
        <p:cNvGrpSpPr/>
        <p:nvPr/>
      </p:nvGrpSpPr>
      <p:grpSpPr>
        <a:xfrm>
          <a:off x="0" y="0"/>
          <a:ext cx="0" cy="0"/>
          <a:chOff x="0" y="0"/>
          <a:chExt cx="0" cy="0"/>
        </a:xfrm>
      </p:grpSpPr>
      <p:sp>
        <p:nvSpPr>
          <p:cNvPr id="79" name="Google Shape;79;p194"/>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0" name="Google Shape;80;p194"/>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1" name="Google Shape;81;p194"/>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4000"/>
              <a:buFont typeface="Libre Franklin"/>
              <a:buNone/>
              <a:defRPr sz="4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4"/>
          <p:cNvSpPr txBox="1">
            <a:spLocks noGrp="1"/>
          </p:cNvSpPr>
          <p:nvPr>
            <p:ph type="body" idx="1"/>
          </p:nvPr>
        </p:nvSpPr>
        <p:spPr>
          <a:xfrm>
            <a:off x="914400" y="1600200"/>
            <a:ext cx="1905000" cy="4495800"/>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1530"/>
              <a:buNone/>
              <a:defRPr sz="1800"/>
            </a:lvl1pPr>
            <a:lvl2pPr marL="914400" lvl="1" indent="-228600" algn="l">
              <a:spcBef>
                <a:spcPts val="370"/>
              </a:spcBef>
              <a:spcAft>
                <a:spcPts val="0"/>
              </a:spcAft>
              <a:buSzPts val="1020"/>
              <a:buNone/>
              <a:defRPr sz="1200"/>
            </a:lvl2pPr>
            <a:lvl3pPr marL="1371600" lvl="2" indent="-228600" algn="l">
              <a:spcBef>
                <a:spcPts val="370"/>
              </a:spcBef>
              <a:spcAft>
                <a:spcPts val="0"/>
              </a:spcAft>
              <a:buSzPts val="850"/>
              <a:buNone/>
              <a:defRPr sz="1000"/>
            </a:lvl3pPr>
            <a:lvl4pPr marL="1828800" lvl="3" indent="-228600" algn="l">
              <a:spcBef>
                <a:spcPts val="370"/>
              </a:spcBef>
              <a:spcAft>
                <a:spcPts val="0"/>
              </a:spcAft>
              <a:buSzPts val="720"/>
              <a:buNone/>
              <a:defRPr sz="900"/>
            </a:lvl4pPr>
            <a:lvl5pPr marL="2286000" lvl="4" indent="-228600" algn="l">
              <a:spcBef>
                <a:spcPts val="370"/>
              </a:spcBef>
              <a:spcAft>
                <a:spcPts val="0"/>
              </a:spcAft>
              <a:buSzPts val="900"/>
              <a:buFont typeface="Libre Baskerville"/>
              <a:buNone/>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83" name="Google Shape;83;p19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94"/>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94"/>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r">
              <a:lnSpc>
                <a:spcPct val="100000"/>
              </a:lnSpc>
              <a:spcBef>
                <a:spcPts val="0"/>
              </a:spcBef>
              <a:spcAft>
                <a:spcPts val="0"/>
              </a:spcAft>
              <a:buSzPts val="1400"/>
              <a:buNone/>
              <a:defRPr/>
            </a:lvl1pPr>
            <a:lvl2pPr marL="0" lvl="1" indent="0" algn="r">
              <a:lnSpc>
                <a:spcPct val="100000"/>
              </a:lnSpc>
              <a:spcBef>
                <a:spcPts val="0"/>
              </a:spcBef>
              <a:spcAft>
                <a:spcPts val="0"/>
              </a:spcAft>
              <a:buSzPts val="1400"/>
              <a:buNone/>
              <a:defRPr/>
            </a:lvl2pPr>
            <a:lvl3pPr marL="0" lvl="2" indent="0" algn="r">
              <a:lnSpc>
                <a:spcPct val="100000"/>
              </a:lnSpc>
              <a:spcBef>
                <a:spcPts val="0"/>
              </a:spcBef>
              <a:spcAft>
                <a:spcPts val="0"/>
              </a:spcAft>
              <a:buSzPts val="1400"/>
              <a:buNone/>
              <a:defRPr/>
            </a:lvl3pPr>
            <a:lvl4pPr marL="0" lvl="3" indent="0" algn="r">
              <a:lnSpc>
                <a:spcPct val="100000"/>
              </a:lnSpc>
              <a:spcBef>
                <a:spcPts val="0"/>
              </a:spcBef>
              <a:spcAft>
                <a:spcPts val="0"/>
              </a:spcAft>
              <a:buSzPts val="1400"/>
              <a:buNone/>
              <a:defRPr/>
            </a:lvl4pPr>
            <a:lvl5pPr marL="0" lvl="4" indent="0" algn="r">
              <a:lnSpc>
                <a:spcPct val="100000"/>
              </a:lnSpc>
              <a:spcBef>
                <a:spcPts val="0"/>
              </a:spcBef>
              <a:spcAft>
                <a:spcPts val="0"/>
              </a:spcAft>
              <a:buSzPts val="1400"/>
              <a:buNone/>
              <a:defRPr/>
            </a:lvl5pPr>
            <a:lvl6pPr marL="0" lvl="5" indent="0" algn="r">
              <a:lnSpc>
                <a:spcPct val="100000"/>
              </a:lnSpc>
              <a:spcBef>
                <a:spcPts val="0"/>
              </a:spcBef>
              <a:spcAft>
                <a:spcPts val="0"/>
              </a:spcAft>
              <a:buSzPts val="1400"/>
              <a:buNone/>
              <a:defRPr/>
            </a:lvl6pPr>
            <a:lvl7pPr marL="0" lvl="6" indent="0" algn="r">
              <a:lnSpc>
                <a:spcPct val="100000"/>
              </a:lnSpc>
              <a:spcBef>
                <a:spcPts val="0"/>
              </a:spcBef>
              <a:spcAft>
                <a:spcPts val="0"/>
              </a:spcAft>
              <a:buSzPts val="1400"/>
              <a:buNone/>
              <a:defRPr/>
            </a:lvl7pPr>
            <a:lvl8pPr marL="0" lvl="7" indent="0" algn="r">
              <a:lnSpc>
                <a:spcPct val="100000"/>
              </a:lnSpc>
              <a:spcBef>
                <a:spcPts val="0"/>
              </a:spcBef>
              <a:spcAft>
                <a:spcPts val="0"/>
              </a:spcAft>
              <a:buSzPts val="1400"/>
              <a:buNone/>
              <a:defRPr/>
            </a:lvl8pPr>
            <a:lvl9pPr marL="0" lvl="8" indent="0" algn="r">
              <a:lnSpc>
                <a:spcPct val="100000"/>
              </a:lnSpc>
              <a:spcBef>
                <a:spcPts val="0"/>
              </a:spcBef>
              <a:spcAft>
                <a:spcPts val="0"/>
              </a:spcAft>
              <a:buSzPts val="1400"/>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86" name="Google Shape;86;p194"/>
          <p:cNvSpPr txBox="1">
            <a:spLocks noGrp="1"/>
          </p:cNvSpPr>
          <p:nvPr>
            <p:ph type="body" idx="2"/>
          </p:nvPr>
        </p:nvSpPr>
        <p:spPr>
          <a:xfrm>
            <a:off x="2971800" y="1600200"/>
            <a:ext cx="5715000" cy="44958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7"/>
        <p:cNvGrpSpPr/>
        <p:nvPr/>
      </p:nvGrpSpPr>
      <p:grpSpPr>
        <a:xfrm>
          <a:off x="0" y="0"/>
          <a:ext cx="0" cy="0"/>
          <a:chOff x="0" y="0"/>
          <a:chExt cx="0" cy="0"/>
        </a:xfrm>
      </p:grpSpPr>
      <p:sp>
        <p:nvSpPr>
          <p:cNvPr id="88" name="Google Shape;88;p195"/>
          <p:cNvSpPr txBox="1">
            <a:spLocks noGrp="1"/>
          </p:cNvSpPr>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spcBef>
                <a:spcPts val="0"/>
              </a:spcBef>
              <a:spcAft>
                <a:spcPts val="0"/>
              </a:spcAft>
              <a:buClr>
                <a:schemeClr val="dk2"/>
              </a:buClr>
              <a:buSzPts val="2800"/>
              <a:buFont typeface="Libre Franklin"/>
              <a:buNone/>
              <a:defRPr sz="28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95"/>
          <p:cNvSpPr txBox="1">
            <a:spLocks noGrp="1"/>
          </p:cNvSpPr>
          <p:nvPr>
            <p:ph type="body" idx="1"/>
          </p:nvPr>
        </p:nvSpPr>
        <p:spPr>
          <a:xfrm>
            <a:off x="914400" y="5445825"/>
            <a:ext cx="7315200" cy="685800"/>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1360"/>
              <a:buFont typeface="Libre Baskerville"/>
              <a:buNone/>
              <a:defRPr sz="1600"/>
            </a:lvl1pPr>
            <a:lvl2pPr marL="914400" lvl="1" indent="-293369" algn="l">
              <a:spcBef>
                <a:spcPts val="370"/>
              </a:spcBef>
              <a:spcAft>
                <a:spcPts val="0"/>
              </a:spcAft>
              <a:buSzPts val="1020"/>
              <a:buChar char="⚫"/>
              <a:defRPr sz="1200"/>
            </a:lvl2pPr>
            <a:lvl3pPr marL="1371600" lvl="2" indent="-282575" algn="l">
              <a:spcBef>
                <a:spcPts val="370"/>
              </a:spcBef>
              <a:spcAft>
                <a:spcPts val="0"/>
              </a:spcAft>
              <a:buSzPts val="850"/>
              <a:buChar char="⚫"/>
              <a:defRPr sz="1000"/>
            </a:lvl3pPr>
            <a:lvl4pPr marL="1828800" lvl="3" indent="-274319" algn="l">
              <a:spcBef>
                <a:spcPts val="370"/>
              </a:spcBef>
              <a:spcAft>
                <a:spcPts val="0"/>
              </a:spcAft>
              <a:buSzPts val="720"/>
              <a:buChar char="⚫"/>
              <a:defRPr sz="900"/>
            </a:lvl4pPr>
            <a:lvl5pPr marL="2286000" lvl="4" indent="-285750" algn="l">
              <a:spcBef>
                <a:spcPts val="370"/>
              </a:spcBef>
              <a:spcAft>
                <a:spcPts val="0"/>
              </a:spcAft>
              <a:buSzPts val="900"/>
              <a:buFont typeface="Libre Baskerville"/>
              <a:buChar char="o"/>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90" name="Google Shape;90;p19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95"/>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95"/>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r">
              <a:lnSpc>
                <a:spcPct val="100000"/>
              </a:lnSpc>
              <a:spcBef>
                <a:spcPts val="0"/>
              </a:spcBef>
              <a:spcAft>
                <a:spcPts val="0"/>
              </a:spcAft>
              <a:buSzPts val="1400"/>
              <a:buNone/>
              <a:defRPr/>
            </a:lvl1pPr>
            <a:lvl2pPr marL="0" lvl="1" indent="0" algn="r">
              <a:lnSpc>
                <a:spcPct val="100000"/>
              </a:lnSpc>
              <a:spcBef>
                <a:spcPts val="0"/>
              </a:spcBef>
              <a:spcAft>
                <a:spcPts val="0"/>
              </a:spcAft>
              <a:buSzPts val="1400"/>
              <a:buNone/>
              <a:defRPr/>
            </a:lvl2pPr>
            <a:lvl3pPr marL="0" lvl="2" indent="0" algn="r">
              <a:lnSpc>
                <a:spcPct val="100000"/>
              </a:lnSpc>
              <a:spcBef>
                <a:spcPts val="0"/>
              </a:spcBef>
              <a:spcAft>
                <a:spcPts val="0"/>
              </a:spcAft>
              <a:buSzPts val="1400"/>
              <a:buNone/>
              <a:defRPr/>
            </a:lvl3pPr>
            <a:lvl4pPr marL="0" lvl="3" indent="0" algn="r">
              <a:lnSpc>
                <a:spcPct val="100000"/>
              </a:lnSpc>
              <a:spcBef>
                <a:spcPts val="0"/>
              </a:spcBef>
              <a:spcAft>
                <a:spcPts val="0"/>
              </a:spcAft>
              <a:buSzPts val="1400"/>
              <a:buNone/>
              <a:defRPr/>
            </a:lvl4pPr>
            <a:lvl5pPr marL="0" lvl="4" indent="0" algn="r">
              <a:lnSpc>
                <a:spcPct val="100000"/>
              </a:lnSpc>
              <a:spcBef>
                <a:spcPts val="0"/>
              </a:spcBef>
              <a:spcAft>
                <a:spcPts val="0"/>
              </a:spcAft>
              <a:buSzPts val="1400"/>
              <a:buNone/>
              <a:defRPr/>
            </a:lvl5pPr>
            <a:lvl6pPr marL="0" lvl="5" indent="0" algn="r">
              <a:lnSpc>
                <a:spcPct val="100000"/>
              </a:lnSpc>
              <a:spcBef>
                <a:spcPts val="0"/>
              </a:spcBef>
              <a:spcAft>
                <a:spcPts val="0"/>
              </a:spcAft>
              <a:buSzPts val="1400"/>
              <a:buNone/>
              <a:defRPr/>
            </a:lvl6pPr>
            <a:lvl7pPr marL="0" lvl="6" indent="0" algn="r">
              <a:lnSpc>
                <a:spcPct val="100000"/>
              </a:lnSpc>
              <a:spcBef>
                <a:spcPts val="0"/>
              </a:spcBef>
              <a:spcAft>
                <a:spcPts val="0"/>
              </a:spcAft>
              <a:buSzPts val="1400"/>
              <a:buNone/>
              <a:defRPr/>
            </a:lvl7pPr>
            <a:lvl8pPr marL="0" lvl="7" indent="0" algn="r">
              <a:lnSpc>
                <a:spcPct val="100000"/>
              </a:lnSpc>
              <a:spcBef>
                <a:spcPts val="0"/>
              </a:spcBef>
              <a:spcAft>
                <a:spcPts val="0"/>
              </a:spcAft>
              <a:buSzPts val="1400"/>
              <a:buNone/>
              <a:defRPr/>
            </a:lvl8pPr>
            <a:lvl9pPr marL="0" lvl="8" indent="0" algn="r">
              <a:lnSpc>
                <a:spcPct val="100000"/>
              </a:lnSpc>
              <a:spcBef>
                <a:spcPts val="0"/>
              </a:spcBef>
              <a:spcAft>
                <a:spcPts val="0"/>
              </a:spcAft>
              <a:buSzPts val="1400"/>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93" name="Google Shape;93;p195"/>
          <p:cNvSpPr/>
          <p:nvPr/>
        </p:nvSpPr>
        <p:spPr>
          <a:xfrm rot="10800000" flipH="1">
            <a:off x="68307" y="4683555"/>
            <a:ext cx="9006840"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4" name="Google Shape;94;p195"/>
          <p:cNvSpPr/>
          <p:nvPr/>
        </p:nvSpPr>
        <p:spPr>
          <a:xfrm>
            <a:off x="68508" y="4650474"/>
            <a:ext cx="9006639"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5" name="Google Shape;95;p195"/>
          <p:cNvSpPr/>
          <p:nvPr/>
        </p:nvSpPr>
        <p:spPr>
          <a:xfrm>
            <a:off x="68510" y="4773224"/>
            <a:ext cx="9006637" cy="48807"/>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6" name="Google Shape;96;p195"/>
          <p:cNvSpPr>
            <a:spLocks noGrp="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7"/>
        <p:cNvGrpSpPr/>
        <p:nvPr/>
      </p:nvGrpSpPr>
      <p:grpSpPr>
        <a:xfrm>
          <a:off x="0" y="0"/>
          <a:ext cx="0" cy="0"/>
          <a:chOff x="0" y="0"/>
          <a:chExt cx="0" cy="0"/>
        </a:xfrm>
      </p:grpSpPr>
      <p:sp>
        <p:nvSpPr>
          <p:cNvPr id="98" name="Google Shape;98;p196"/>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196"/>
          <p:cNvSpPr txBox="1">
            <a:spLocks noGrp="1"/>
          </p:cNvSpPr>
          <p:nvPr>
            <p:ph type="body" idx="1"/>
          </p:nvPr>
        </p:nvSpPr>
        <p:spPr>
          <a:xfrm rot="5400000">
            <a:off x="2514600" y="-152400"/>
            <a:ext cx="4572000" cy="77724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100" name="Google Shape;100;p19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19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96"/>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r">
              <a:lnSpc>
                <a:spcPct val="100000"/>
              </a:lnSpc>
              <a:spcBef>
                <a:spcPts val="0"/>
              </a:spcBef>
              <a:spcAft>
                <a:spcPts val="0"/>
              </a:spcAft>
              <a:buSzPts val="1400"/>
              <a:buNone/>
              <a:defRPr/>
            </a:lvl1pPr>
            <a:lvl2pPr marL="0" lvl="1" indent="0" algn="r">
              <a:lnSpc>
                <a:spcPct val="100000"/>
              </a:lnSpc>
              <a:spcBef>
                <a:spcPts val="0"/>
              </a:spcBef>
              <a:spcAft>
                <a:spcPts val="0"/>
              </a:spcAft>
              <a:buSzPts val="1400"/>
              <a:buNone/>
              <a:defRPr/>
            </a:lvl2pPr>
            <a:lvl3pPr marL="0" lvl="2" indent="0" algn="r">
              <a:lnSpc>
                <a:spcPct val="100000"/>
              </a:lnSpc>
              <a:spcBef>
                <a:spcPts val="0"/>
              </a:spcBef>
              <a:spcAft>
                <a:spcPts val="0"/>
              </a:spcAft>
              <a:buSzPts val="1400"/>
              <a:buNone/>
              <a:defRPr/>
            </a:lvl3pPr>
            <a:lvl4pPr marL="0" lvl="3" indent="0" algn="r">
              <a:lnSpc>
                <a:spcPct val="100000"/>
              </a:lnSpc>
              <a:spcBef>
                <a:spcPts val="0"/>
              </a:spcBef>
              <a:spcAft>
                <a:spcPts val="0"/>
              </a:spcAft>
              <a:buSzPts val="1400"/>
              <a:buNone/>
              <a:defRPr/>
            </a:lvl4pPr>
            <a:lvl5pPr marL="0" lvl="4" indent="0" algn="r">
              <a:lnSpc>
                <a:spcPct val="100000"/>
              </a:lnSpc>
              <a:spcBef>
                <a:spcPts val="0"/>
              </a:spcBef>
              <a:spcAft>
                <a:spcPts val="0"/>
              </a:spcAft>
              <a:buSzPts val="1400"/>
              <a:buNone/>
              <a:defRPr/>
            </a:lvl5pPr>
            <a:lvl6pPr marL="0" lvl="5" indent="0" algn="r">
              <a:lnSpc>
                <a:spcPct val="100000"/>
              </a:lnSpc>
              <a:spcBef>
                <a:spcPts val="0"/>
              </a:spcBef>
              <a:spcAft>
                <a:spcPts val="0"/>
              </a:spcAft>
              <a:buSzPts val="1400"/>
              <a:buNone/>
              <a:defRPr/>
            </a:lvl6pPr>
            <a:lvl7pPr marL="0" lvl="6" indent="0" algn="r">
              <a:lnSpc>
                <a:spcPct val="100000"/>
              </a:lnSpc>
              <a:spcBef>
                <a:spcPts val="0"/>
              </a:spcBef>
              <a:spcAft>
                <a:spcPts val="0"/>
              </a:spcAft>
              <a:buSzPts val="1400"/>
              <a:buNone/>
              <a:defRPr/>
            </a:lvl7pPr>
            <a:lvl8pPr marL="0" lvl="7" indent="0" algn="r">
              <a:lnSpc>
                <a:spcPct val="100000"/>
              </a:lnSpc>
              <a:spcBef>
                <a:spcPts val="0"/>
              </a:spcBef>
              <a:spcAft>
                <a:spcPts val="0"/>
              </a:spcAft>
              <a:buSzPts val="1400"/>
              <a:buNone/>
              <a:defRPr/>
            </a:lvl8pPr>
            <a:lvl9pPr marL="0" lvl="8" indent="0" algn="r">
              <a:lnSpc>
                <a:spcPct val="100000"/>
              </a:lnSpc>
              <a:spcBef>
                <a:spcPts val="0"/>
              </a:spcBef>
              <a:spcAft>
                <a:spcPts val="0"/>
              </a:spcAft>
              <a:buSzPts val="1400"/>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3"/>
        <p:cNvGrpSpPr/>
        <p:nvPr/>
      </p:nvGrpSpPr>
      <p:grpSpPr>
        <a:xfrm>
          <a:off x="0" y="0"/>
          <a:ext cx="0" cy="0"/>
          <a:chOff x="0" y="0"/>
          <a:chExt cx="0" cy="0"/>
        </a:xfrm>
      </p:grpSpPr>
      <p:sp>
        <p:nvSpPr>
          <p:cNvPr id="104" name="Google Shape;104;p197"/>
          <p:cNvSpPr txBox="1">
            <a:spLocks noGrp="1"/>
          </p:cNvSpPr>
          <p:nvPr>
            <p:ph type="title"/>
          </p:nvPr>
        </p:nvSpPr>
        <p:spPr>
          <a:xfrm rot="5400000">
            <a:off x="4709477" y="2194564"/>
            <a:ext cx="5851525" cy="201168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197"/>
          <p:cNvSpPr txBox="1">
            <a:spLocks noGrp="1"/>
          </p:cNvSpPr>
          <p:nvPr>
            <p:ph type="body" idx="1"/>
          </p:nvPr>
        </p:nvSpPr>
        <p:spPr>
          <a:xfrm rot="5400000">
            <a:off x="769937" y="419103"/>
            <a:ext cx="5851525" cy="55626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106" name="Google Shape;106;p19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9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97"/>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r">
              <a:lnSpc>
                <a:spcPct val="100000"/>
              </a:lnSpc>
              <a:spcBef>
                <a:spcPts val="0"/>
              </a:spcBef>
              <a:spcAft>
                <a:spcPts val="0"/>
              </a:spcAft>
              <a:buSzPts val="1400"/>
              <a:buNone/>
              <a:defRPr/>
            </a:lvl1pPr>
            <a:lvl2pPr marL="0" lvl="1" indent="0" algn="r">
              <a:lnSpc>
                <a:spcPct val="100000"/>
              </a:lnSpc>
              <a:spcBef>
                <a:spcPts val="0"/>
              </a:spcBef>
              <a:spcAft>
                <a:spcPts val="0"/>
              </a:spcAft>
              <a:buSzPts val="1400"/>
              <a:buNone/>
              <a:defRPr/>
            </a:lvl2pPr>
            <a:lvl3pPr marL="0" lvl="2" indent="0" algn="r">
              <a:lnSpc>
                <a:spcPct val="100000"/>
              </a:lnSpc>
              <a:spcBef>
                <a:spcPts val="0"/>
              </a:spcBef>
              <a:spcAft>
                <a:spcPts val="0"/>
              </a:spcAft>
              <a:buSzPts val="1400"/>
              <a:buNone/>
              <a:defRPr/>
            </a:lvl3pPr>
            <a:lvl4pPr marL="0" lvl="3" indent="0" algn="r">
              <a:lnSpc>
                <a:spcPct val="100000"/>
              </a:lnSpc>
              <a:spcBef>
                <a:spcPts val="0"/>
              </a:spcBef>
              <a:spcAft>
                <a:spcPts val="0"/>
              </a:spcAft>
              <a:buSzPts val="1400"/>
              <a:buNone/>
              <a:defRPr/>
            </a:lvl4pPr>
            <a:lvl5pPr marL="0" lvl="4" indent="0" algn="r">
              <a:lnSpc>
                <a:spcPct val="100000"/>
              </a:lnSpc>
              <a:spcBef>
                <a:spcPts val="0"/>
              </a:spcBef>
              <a:spcAft>
                <a:spcPts val="0"/>
              </a:spcAft>
              <a:buSzPts val="1400"/>
              <a:buNone/>
              <a:defRPr/>
            </a:lvl5pPr>
            <a:lvl6pPr marL="0" lvl="5" indent="0" algn="r">
              <a:lnSpc>
                <a:spcPct val="100000"/>
              </a:lnSpc>
              <a:spcBef>
                <a:spcPts val="0"/>
              </a:spcBef>
              <a:spcAft>
                <a:spcPts val="0"/>
              </a:spcAft>
              <a:buSzPts val="1400"/>
              <a:buNone/>
              <a:defRPr/>
            </a:lvl6pPr>
            <a:lvl7pPr marL="0" lvl="6" indent="0" algn="r">
              <a:lnSpc>
                <a:spcPct val="100000"/>
              </a:lnSpc>
              <a:spcBef>
                <a:spcPts val="0"/>
              </a:spcBef>
              <a:spcAft>
                <a:spcPts val="0"/>
              </a:spcAft>
              <a:buSzPts val="1400"/>
              <a:buNone/>
              <a:defRPr/>
            </a:lvl7pPr>
            <a:lvl8pPr marL="0" lvl="7" indent="0" algn="r">
              <a:lnSpc>
                <a:spcPct val="100000"/>
              </a:lnSpc>
              <a:spcBef>
                <a:spcPts val="0"/>
              </a:spcBef>
              <a:spcAft>
                <a:spcPts val="0"/>
              </a:spcAft>
              <a:buSzPts val="1400"/>
              <a:buNone/>
              <a:defRPr/>
            </a:lvl8pPr>
            <a:lvl9pPr marL="0" lvl="8" indent="0" algn="r">
              <a:lnSpc>
                <a:spcPct val="100000"/>
              </a:lnSpc>
              <a:spcBef>
                <a:spcPts val="0"/>
              </a:spcBef>
              <a:spcAft>
                <a:spcPts val="0"/>
              </a:spcAft>
              <a:buSzPts val="1400"/>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4"/>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 name="Google Shape;11;p184"/>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 name="Google Shape;12;p184"/>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marR="0" lvl="0" algn="l" rtl="0">
              <a:spcBef>
                <a:spcPts val="0"/>
              </a:spcBef>
              <a:spcAft>
                <a:spcPts val="0"/>
              </a:spcAft>
              <a:buClr>
                <a:schemeClr val="dk2"/>
              </a:buClr>
              <a:buSzPts val="4000"/>
              <a:buFont typeface="Libre Franklin"/>
              <a:buNone/>
              <a:defRPr sz="4000" b="0" i="0" u="none" strike="noStrike" cap="non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84"/>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lvl1pPr marL="457200" marR="0" lvl="0" indent="-368935" algn="l" rtl="0">
              <a:spcBef>
                <a:spcPts val="580"/>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spcBef>
                <a:spcPts val="370"/>
              </a:spcBef>
              <a:spcAft>
                <a:spcPts val="0"/>
              </a:spcAft>
              <a:buClr>
                <a:srgbClr val="E6AFA9"/>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spcBef>
                <a:spcPts val="370"/>
              </a:spcBef>
              <a:spcAft>
                <a:spcPts val="0"/>
              </a:spcAft>
              <a:buClr>
                <a:schemeClr val="accent3"/>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4" name="Google Shape;14;p18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4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5" name="Google Shape;15;p184"/>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6" name="Google Shape;16;p184"/>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
          <p:cNvSpPr/>
          <p:nvPr/>
        </p:nvSpPr>
        <p:spPr>
          <a:xfrm>
            <a:off x="2413000" y="3810000"/>
            <a:ext cx="4445000" cy="1143000"/>
          </a:xfrm>
          <a:prstGeom prst="roundRect">
            <a:avLst>
              <a:gd name="adj" fmla="val 16667"/>
            </a:avLst>
          </a:prstGeom>
          <a:solidFill>
            <a:srgbClr val="4F6128"/>
          </a:solidFill>
          <a:ln w="25400" cap="flat" cmpd="sng">
            <a:solidFill>
              <a:srgbClr val="6324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p1"/>
          <p:cNvSpPr/>
          <p:nvPr/>
        </p:nvSpPr>
        <p:spPr>
          <a:xfrm>
            <a:off x="2476500" y="3886200"/>
            <a:ext cx="4381500" cy="9906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6" name="Google Shape;116;p1"/>
          <p:cNvSpPr txBox="1">
            <a:spLocks noGrp="1"/>
          </p:cNvSpPr>
          <p:nvPr>
            <p:ph type="title"/>
          </p:nvPr>
        </p:nvSpPr>
        <p:spPr>
          <a:xfrm>
            <a:off x="0" y="1524000"/>
            <a:ext cx="9144000" cy="838200"/>
          </a:xfrm>
          <a:prstGeom prst="rect">
            <a:avLst/>
          </a:prstGeom>
          <a:noFill/>
          <a:ln>
            <a:noFill/>
          </a:ln>
          <a:effectLst>
            <a:outerShdw blurRad="149987" dist="250190" dir="8460000" algn="ctr">
              <a:srgbClr val="000000">
                <a:alpha val="25490"/>
              </a:srgbClr>
            </a:outerShdw>
          </a:effectLst>
        </p:spPr>
        <p:txBody>
          <a:bodyPr spcFirstLastPara="1" wrap="square" lIns="91425" tIns="45700" rIns="91425" bIns="45700" anchor="ctr" anchorCtr="0">
            <a:normAutofit fontScale="90000"/>
          </a:bodyPr>
          <a:lstStyle/>
          <a:p>
            <a:pPr marL="0" marR="0" lvl="0" indent="0" algn="ctr" rtl="0">
              <a:lnSpc>
                <a:spcPct val="100000"/>
              </a:lnSpc>
              <a:spcBef>
                <a:spcPts val="0"/>
              </a:spcBef>
              <a:spcAft>
                <a:spcPts val="0"/>
              </a:spcAft>
              <a:buClr>
                <a:srgbClr val="17375E"/>
              </a:buClr>
              <a:buSzPct val="100000"/>
              <a:buFont typeface="Calibri"/>
              <a:buNone/>
            </a:pPr>
            <a:r>
              <a:rPr lang="en-US" sz="2700" b="1" i="0" u="none" strike="noStrike" cap="none">
                <a:solidFill>
                  <a:srgbClr val="17375E"/>
                </a:solidFill>
                <a:latin typeface="Calibri"/>
                <a:ea typeface="Calibri"/>
                <a:cs typeface="Calibri"/>
                <a:sym typeface="Calibri"/>
              </a:rPr>
              <a:t/>
            </a:r>
            <a:br>
              <a:rPr lang="en-US" sz="2700" b="1" i="0" u="none" strike="noStrike" cap="none">
                <a:solidFill>
                  <a:srgbClr val="17375E"/>
                </a:solidFill>
                <a:latin typeface="Calibri"/>
                <a:ea typeface="Calibri"/>
                <a:cs typeface="Calibri"/>
                <a:sym typeface="Calibri"/>
              </a:rPr>
            </a:br>
            <a:r>
              <a:rPr lang="en-US" sz="2700" b="1" i="0" u="none" strike="noStrike" cap="none">
                <a:solidFill>
                  <a:srgbClr val="17375E"/>
                </a:solidFill>
                <a:latin typeface="Calibri"/>
                <a:ea typeface="Calibri"/>
                <a:cs typeface="Calibri"/>
                <a:sym typeface="Calibri"/>
              </a:rPr>
              <a:t/>
            </a:r>
            <a:br>
              <a:rPr lang="en-US" sz="2700" b="1" i="0" u="none" strike="noStrike" cap="none">
                <a:solidFill>
                  <a:srgbClr val="17375E"/>
                </a:solidFill>
                <a:latin typeface="Calibri"/>
                <a:ea typeface="Calibri"/>
                <a:cs typeface="Calibri"/>
                <a:sym typeface="Calibri"/>
              </a:rPr>
            </a:br>
            <a:r>
              <a:rPr lang="en-US" sz="2700" b="1" i="0" u="none" strike="noStrike" cap="none">
                <a:solidFill>
                  <a:srgbClr val="17375E"/>
                </a:solidFill>
                <a:latin typeface="Calibri"/>
                <a:ea typeface="Calibri"/>
                <a:cs typeface="Calibri"/>
                <a:sym typeface="Calibri"/>
              </a:rPr>
              <a:t/>
            </a:r>
            <a:br>
              <a:rPr lang="en-US" sz="2700" b="1" i="0" u="none" strike="noStrike" cap="none">
                <a:solidFill>
                  <a:srgbClr val="17375E"/>
                </a:solidFill>
                <a:latin typeface="Calibri"/>
                <a:ea typeface="Calibri"/>
                <a:cs typeface="Calibri"/>
                <a:sym typeface="Calibri"/>
              </a:rPr>
            </a:br>
            <a:r>
              <a:rPr lang="en-US" sz="2700" b="1" i="0" u="none" strike="noStrike" cap="none">
                <a:solidFill>
                  <a:srgbClr val="17375E"/>
                </a:solidFill>
                <a:latin typeface="Calibri"/>
                <a:ea typeface="Calibri"/>
                <a:cs typeface="Calibri"/>
                <a:sym typeface="Calibri"/>
              </a:rPr>
              <a:t>Pimpri Chinchwad Education Trust’s</a:t>
            </a:r>
            <a:r>
              <a:rPr lang="en-US" sz="4000" b="1" i="0" u="none" strike="noStrike" cap="none">
                <a:solidFill>
                  <a:srgbClr val="595959"/>
                </a:solidFill>
                <a:latin typeface="Calibri"/>
                <a:ea typeface="Calibri"/>
                <a:cs typeface="Calibri"/>
                <a:sym typeface="Calibri"/>
              </a:rPr>
              <a:t/>
            </a:r>
            <a:br>
              <a:rPr lang="en-US" sz="4000" b="1" i="0" u="none" strike="noStrike" cap="none">
                <a:solidFill>
                  <a:srgbClr val="595959"/>
                </a:solidFill>
                <a:latin typeface="Calibri"/>
                <a:ea typeface="Calibri"/>
                <a:cs typeface="Calibri"/>
                <a:sym typeface="Calibri"/>
              </a:rPr>
            </a:br>
            <a:r>
              <a:rPr lang="en-US" sz="4000" b="1" i="0" u="none" strike="noStrike" cap="none">
                <a:solidFill>
                  <a:srgbClr val="17375E"/>
                </a:solidFill>
                <a:latin typeface="Calibri"/>
                <a:ea typeface="Calibri"/>
                <a:cs typeface="Calibri"/>
                <a:sym typeface="Calibri"/>
              </a:rPr>
              <a:t>Pimpri Chinchwad College of Engineering and Research, Ravet, Pune</a:t>
            </a:r>
            <a:br>
              <a:rPr lang="en-US" sz="4000" b="1" i="0" u="none" strike="noStrike" cap="none">
                <a:solidFill>
                  <a:srgbClr val="17375E"/>
                </a:solidFill>
                <a:latin typeface="Calibri"/>
                <a:ea typeface="Calibri"/>
                <a:cs typeface="Calibri"/>
                <a:sym typeface="Calibri"/>
              </a:rPr>
            </a:br>
            <a:r>
              <a:rPr lang="en-US" sz="4400" b="1" i="0" u="none" strike="noStrike" cap="none">
                <a:solidFill>
                  <a:srgbClr val="0F243E"/>
                </a:solidFill>
                <a:latin typeface="Times New Roman"/>
                <a:ea typeface="Times New Roman"/>
                <a:cs typeface="Times New Roman"/>
                <a:sym typeface="Times New Roman"/>
              </a:rPr>
              <a:t>Department of Computer Engineering</a:t>
            </a:r>
            <a:br>
              <a:rPr lang="en-US" sz="4400" b="1" i="0" u="none" strike="noStrike" cap="none">
                <a:solidFill>
                  <a:srgbClr val="0F243E"/>
                </a:solidFill>
                <a:latin typeface="Times New Roman"/>
                <a:ea typeface="Times New Roman"/>
                <a:cs typeface="Times New Roman"/>
                <a:sym typeface="Times New Roman"/>
              </a:rPr>
            </a:br>
            <a:r>
              <a:rPr lang="en-US" sz="4400" b="1" i="0" u="none" strike="noStrike" cap="none">
                <a:solidFill>
                  <a:srgbClr val="17375E"/>
                </a:solidFill>
                <a:latin typeface="Calibri"/>
                <a:ea typeface="Calibri"/>
                <a:cs typeface="Calibri"/>
                <a:sym typeface="Calibri"/>
              </a:rPr>
              <a:t/>
            </a:r>
            <a:br>
              <a:rPr lang="en-US" sz="4400" b="1" i="0" u="none" strike="noStrike" cap="none">
                <a:solidFill>
                  <a:srgbClr val="17375E"/>
                </a:solidFill>
                <a:latin typeface="Calibri"/>
                <a:ea typeface="Calibri"/>
                <a:cs typeface="Calibri"/>
                <a:sym typeface="Calibri"/>
              </a:rPr>
            </a:br>
            <a:r>
              <a:rPr lang="en-US" sz="4000" b="1" i="0" u="none" strike="noStrike" cap="none">
                <a:solidFill>
                  <a:srgbClr val="17375E"/>
                </a:solidFill>
                <a:latin typeface="Calibri"/>
                <a:ea typeface="Calibri"/>
                <a:cs typeface="Calibri"/>
                <a:sym typeface="Calibri"/>
              </a:rPr>
              <a:t/>
            </a:r>
            <a:br>
              <a:rPr lang="en-US" sz="4000" b="1" i="0" u="none" strike="noStrike" cap="none">
                <a:solidFill>
                  <a:srgbClr val="17375E"/>
                </a:solidFill>
                <a:latin typeface="Calibri"/>
                <a:ea typeface="Calibri"/>
                <a:cs typeface="Calibri"/>
                <a:sym typeface="Calibri"/>
              </a:rPr>
            </a:br>
            <a:endParaRPr sz="4800" b="1" i="0" u="none" strike="noStrike" cap="none">
              <a:solidFill>
                <a:srgbClr val="595959"/>
              </a:solidFill>
              <a:latin typeface="Calibri"/>
              <a:ea typeface="Calibri"/>
              <a:cs typeface="Calibri"/>
              <a:sym typeface="Calibri"/>
            </a:endParaRPr>
          </a:p>
        </p:txBody>
      </p:sp>
      <p:pic>
        <p:nvPicPr>
          <p:cNvPr id="117" name="Google Shape;117;p1" descr="PCCOER is best engineering college in Pune"/>
          <p:cNvPicPr preferRelativeResize="0"/>
          <p:nvPr/>
        </p:nvPicPr>
        <p:blipFill rotWithShape="1">
          <a:blip r:embed="rId3">
            <a:alphaModFix/>
          </a:blip>
          <a:srcRect/>
          <a:stretch/>
        </p:blipFill>
        <p:spPr>
          <a:xfrm>
            <a:off x="8039266" y="114785"/>
            <a:ext cx="977734" cy="723900"/>
          </a:xfrm>
          <a:prstGeom prst="rect">
            <a:avLst/>
          </a:prstGeom>
          <a:noFill/>
          <a:ln>
            <a:noFill/>
          </a:ln>
        </p:spPr>
      </p:pic>
      <p:pic>
        <p:nvPicPr>
          <p:cNvPr id="118" name="Google Shape;118;p1" descr="http://pcet.org.in/images/pcet-logo.jpg"/>
          <p:cNvPicPr preferRelativeResize="0"/>
          <p:nvPr/>
        </p:nvPicPr>
        <p:blipFill rotWithShape="1">
          <a:blip r:embed="rId4">
            <a:alphaModFix/>
          </a:blip>
          <a:srcRect/>
          <a:stretch/>
        </p:blipFill>
        <p:spPr>
          <a:xfrm>
            <a:off x="135229" y="142422"/>
            <a:ext cx="1007772" cy="771979"/>
          </a:xfrm>
          <a:prstGeom prst="rect">
            <a:avLst/>
          </a:prstGeom>
          <a:noFill/>
          <a:ln>
            <a:noFill/>
          </a:ln>
        </p:spPr>
      </p:pic>
      <p:sp>
        <p:nvSpPr>
          <p:cNvPr id="119" name="Google Shape;119;p1"/>
          <p:cNvSpPr/>
          <p:nvPr/>
        </p:nvSpPr>
        <p:spPr>
          <a:xfrm>
            <a:off x="609600" y="2895600"/>
            <a:ext cx="8077200" cy="3514768"/>
          </a:xfrm>
          <a:prstGeom prst="rect">
            <a:avLst/>
          </a:prstGeom>
          <a:solidFill>
            <a:schemeClr val="lt1"/>
          </a:solidFill>
          <a:ln w="762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2540" lvl="0" indent="0" algn="ctr" rtl="0">
              <a:lnSpc>
                <a:spcPct val="79687"/>
              </a:lnSpc>
              <a:spcBef>
                <a:spcPts val="0"/>
              </a:spcBef>
              <a:spcAft>
                <a:spcPts val="0"/>
              </a:spcAft>
              <a:buClr>
                <a:schemeClr val="dk1"/>
              </a:buClr>
              <a:buSzPts val="4800"/>
              <a:buFont typeface="Calibri"/>
              <a:buNone/>
            </a:pPr>
            <a:endParaRPr sz="4800" b="1" i="0" u="none" strike="noStrike" cap="none" dirty="0">
              <a:solidFill>
                <a:srgbClr val="0F243E"/>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smtClean="0">
                <a:solidFill>
                  <a:srgbClr val="0F243E"/>
                </a:solidFill>
                <a:latin typeface="Times New Roman"/>
                <a:ea typeface="Times New Roman"/>
                <a:cs typeface="Times New Roman"/>
                <a:sym typeface="Times New Roman"/>
              </a:rPr>
              <a:t>Data </a:t>
            </a:r>
            <a:r>
              <a:rPr lang="en-US" sz="3600" b="1" i="0" u="none" strike="noStrike" cap="none" dirty="0">
                <a:solidFill>
                  <a:srgbClr val="0F243E"/>
                </a:solidFill>
                <a:latin typeface="Times New Roman"/>
                <a:ea typeface="Times New Roman"/>
                <a:cs typeface="Times New Roman"/>
                <a:sym typeface="Times New Roman"/>
              </a:rPr>
              <a:t>Structures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dirty="0">
              <a:solidFill>
                <a:srgbClr val="0F243E"/>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r>
              <a:rPr lang="en-US" sz="2800" b="1" dirty="0">
                <a:solidFill>
                  <a:srgbClr val="0F243E"/>
                </a:solidFill>
                <a:latin typeface="Times New Roman"/>
                <a:ea typeface="Times New Roman"/>
                <a:cs typeface="Times New Roman"/>
                <a:sym typeface="Times New Roman"/>
              </a:rPr>
              <a:t>D</a:t>
            </a:r>
            <a:r>
              <a:rPr lang="en-US" sz="2800" b="1" i="0" u="none" strike="noStrike" cap="none" dirty="0" smtClean="0">
                <a:solidFill>
                  <a:srgbClr val="0F243E"/>
                </a:solidFill>
                <a:latin typeface="Times New Roman"/>
                <a:ea typeface="Times New Roman"/>
                <a:cs typeface="Times New Roman"/>
                <a:sym typeface="Times New Roman"/>
              </a:rPr>
              <a:t>r</a:t>
            </a:r>
            <a:r>
              <a:rPr lang="en-US" sz="2800" b="1" i="0" u="none" strike="noStrike" cap="none" dirty="0">
                <a:solidFill>
                  <a:srgbClr val="0F243E"/>
                </a:solidFill>
                <a:latin typeface="Times New Roman"/>
                <a:ea typeface="Times New Roman"/>
                <a:cs typeface="Times New Roman"/>
                <a:sym typeface="Times New Roman"/>
              </a:rPr>
              <a:t>. Govind R. Suryawanshi</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dirty="0">
                <a:solidFill>
                  <a:srgbClr val="0F243E"/>
                </a:solidFill>
                <a:latin typeface="Times New Roman"/>
                <a:ea typeface="Times New Roman"/>
                <a:cs typeface="Times New Roman"/>
                <a:sym typeface="Times New Roman"/>
              </a:rPr>
              <a:t>Asst. Prof.</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rgbClr val="0F243E"/>
                </a:solidFill>
                <a:latin typeface="Times New Roman"/>
                <a:ea typeface="Times New Roman"/>
                <a:cs typeface="Times New Roman"/>
                <a:sym typeface="Times New Roman"/>
              </a:rPr>
              <a:t> </a:t>
            </a:r>
            <a:endParaRPr sz="3200" b="1" i="0" u="none" strike="noStrike" cap="none" dirty="0">
              <a:solidFill>
                <a:srgbClr val="0F243E"/>
              </a:solidFill>
              <a:latin typeface="Times New Roman"/>
              <a:ea typeface="Times New Roman"/>
              <a:cs typeface="Times New Roman"/>
              <a:sym typeface="Times New Roman"/>
            </a:endParaRPr>
          </a:p>
        </p:txBody>
      </p:sp>
      <p:sp>
        <p:nvSpPr>
          <p:cNvPr id="120" name="Google Shape;120;p1" descr="BOUQUET #emoji https://www.emojimantra.com/ | Emoji, Mario characters, Art"/>
          <p:cNvSpPr/>
          <p:nvPr/>
        </p:nvSpPr>
        <p:spPr>
          <a:xfrm>
            <a:off x="129646" y="-144463"/>
            <a:ext cx="2540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1" name="Google Shape;121;p1" descr="BOUQUET #emoji https://www.emojimantra.com/ | Emoji, Mario characters, Art"/>
          <p:cNvSpPr/>
          <p:nvPr/>
        </p:nvSpPr>
        <p:spPr>
          <a:xfrm>
            <a:off x="129646" y="-144463"/>
            <a:ext cx="2540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2" name="Google Shape;122;p1" descr="BOUQUET #emoji https://www.emojimantra.com/ | Emoji, Mario characters, Art"/>
          <p:cNvSpPr/>
          <p:nvPr/>
        </p:nvSpPr>
        <p:spPr>
          <a:xfrm>
            <a:off x="129646" y="-144463"/>
            <a:ext cx="2540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3"/>
          <p:cNvSpPr txBox="1">
            <a:spLocks noGrp="1"/>
          </p:cNvSpPr>
          <p:nvPr>
            <p:ph type="title"/>
          </p:nvPr>
        </p:nvSpPr>
        <p:spPr>
          <a:xfrm>
            <a:off x="1266092" y="70340"/>
            <a:ext cx="7329268" cy="576774"/>
          </a:xfrm>
          <a:prstGeom prst="rect">
            <a:avLst/>
          </a:prstGeom>
          <a:solidFill>
            <a:srgbClr val="F4CCC8"/>
          </a:solid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lt1"/>
              </a:buClr>
              <a:buSzPct val="111111"/>
              <a:buFont typeface="Calibri"/>
              <a:buNone/>
            </a:pPr>
            <a:r>
              <a:rPr lang="en-US" sz="4400" b="1">
                <a:solidFill>
                  <a:srgbClr val="FF0000"/>
                </a:solidFill>
              </a:rPr>
              <a:t>UNIT- II</a:t>
            </a:r>
            <a:endParaRPr sz="4400" b="1">
              <a:solidFill>
                <a:srgbClr val="FF0000"/>
              </a:solidFill>
            </a:endParaRPr>
          </a:p>
        </p:txBody>
      </p:sp>
      <p:sp>
        <p:nvSpPr>
          <p:cNvPr id="135" name="Google Shape;135;p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8/23/2021</a:t>
            </a:r>
            <a:endParaRPr/>
          </a:p>
        </p:txBody>
      </p:sp>
      <p:sp>
        <p:nvSpPr>
          <p:cNvPr id="136" name="Google Shape;136;p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©PCCOE&amp;R, Ravet, Pune</a:t>
            </a:r>
            <a:endParaRPr/>
          </a:p>
        </p:txBody>
      </p:sp>
      <p:sp>
        <p:nvSpPr>
          <p:cNvPr id="137" name="Google Shape;137;p3"/>
          <p:cNvSpPr txBox="1">
            <a:spLocks noGrp="1"/>
          </p:cNvSpPr>
          <p:nvPr>
            <p:ph type="sldNum" idx="12"/>
          </p:nvPr>
        </p:nvSpPr>
        <p:spPr>
          <a:xfrm>
            <a:off x="146304" y="6210300"/>
            <a:ext cx="457200" cy="4572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2</a:t>
            </a:fld>
            <a:endParaRPr/>
          </a:p>
        </p:txBody>
      </p:sp>
      <p:sp>
        <p:nvSpPr>
          <p:cNvPr id="138" name="Google Shape;138;p3"/>
          <p:cNvSpPr txBox="1">
            <a:spLocks noGrp="1"/>
          </p:cNvSpPr>
          <p:nvPr>
            <p:ph type="body" idx="1"/>
          </p:nvPr>
        </p:nvSpPr>
        <p:spPr>
          <a:xfrm>
            <a:off x="457200" y="2152356"/>
            <a:ext cx="7533249" cy="3129745"/>
          </a:xfrm>
          <a:prstGeom prst="rect">
            <a:avLst/>
          </a:prstGeom>
          <a:noFill/>
          <a:ln>
            <a:noFill/>
          </a:ln>
        </p:spPr>
        <p:txBody>
          <a:bodyPr spcFirstLastPara="1" wrap="square" lIns="91425" tIns="45700" rIns="91425" bIns="45700" anchor="t" anchorCtr="0">
            <a:noAutofit/>
          </a:bodyPr>
          <a:lstStyle/>
          <a:p>
            <a:pPr marL="274320" lvl="0" indent="-274320" algn="l" rtl="0">
              <a:spcBef>
                <a:spcPts val="580"/>
              </a:spcBef>
              <a:spcAft>
                <a:spcPts val="0"/>
              </a:spcAft>
              <a:buSzPts val="1700"/>
              <a:buChar char="⚫"/>
            </a:pPr>
            <a:r>
              <a:rPr lang="en-US" sz="2000" b="1" dirty="0"/>
              <a:t>Concept </a:t>
            </a:r>
            <a:r>
              <a:rPr lang="en-US" sz="2000" dirty="0"/>
              <a:t>of Sequential Organization:  Overview of Array, Array as an Abstract Data Type, Operations on Array, Merging of two arrays, Storage Representation and their Address Calculation: Row major and Column Major, </a:t>
            </a:r>
            <a:endParaRPr dirty="0"/>
          </a:p>
          <a:p>
            <a:pPr marL="274320" lvl="0" indent="-274320" algn="l" rtl="0">
              <a:spcBef>
                <a:spcPts val="580"/>
              </a:spcBef>
              <a:spcAft>
                <a:spcPts val="0"/>
              </a:spcAft>
              <a:buSzPts val="1700"/>
              <a:buChar char="⚫"/>
            </a:pPr>
            <a:r>
              <a:rPr lang="en-US" sz="2000" b="1" dirty="0"/>
              <a:t>Multidimensional Arrays</a:t>
            </a:r>
            <a:r>
              <a:rPr lang="en-US" sz="2000" dirty="0"/>
              <a:t>: Two-dimensional arrays, n-dimensional arrays. Concept of Ordered List, </a:t>
            </a:r>
            <a:endParaRPr dirty="0"/>
          </a:p>
          <a:p>
            <a:pPr marL="274320" lvl="0" indent="-274320" algn="l" rtl="0">
              <a:spcBef>
                <a:spcPts val="580"/>
              </a:spcBef>
              <a:spcAft>
                <a:spcPts val="0"/>
              </a:spcAft>
              <a:buSzPts val="1700"/>
              <a:buChar char="⚫"/>
            </a:pPr>
            <a:r>
              <a:rPr lang="en-US" sz="2000" b="1" dirty="0"/>
              <a:t>Single Variable Polynomial</a:t>
            </a:r>
            <a:r>
              <a:rPr lang="en-US" sz="2000" dirty="0"/>
              <a:t>: Representation using arrays, Polynomial as array of structure, Polynomial addition, Polynomial multiplication.</a:t>
            </a:r>
            <a:endParaRPr dirty="0"/>
          </a:p>
          <a:p>
            <a:pPr marL="274320" lvl="0" indent="-274320" algn="l" rtl="0">
              <a:spcBef>
                <a:spcPts val="580"/>
              </a:spcBef>
              <a:spcAft>
                <a:spcPts val="0"/>
              </a:spcAft>
              <a:buSzPts val="1700"/>
              <a:buChar char="⚫"/>
            </a:pPr>
            <a:r>
              <a:rPr lang="en-US" sz="2000" dirty="0"/>
              <a:t> </a:t>
            </a:r>
            <a:r>
              <a:rPr lang="en-US" sz="2000" b="1" dirty="0"/>
              <a:t>Sparse Matrix: </a:t>
            </a:r>
            <a:r>
              <a:rPr lang="en-US" sz="2000" dirty="0"/>
              <a:t>Sparse matrix representation using array, Sparse matrix addition, Transpose of sparse matrix- Simple and Fast Transpose, Time and Space tradeoff.</a:t>
            </a:r>
            <a:endParaRPr sz="2000" dirty="0"/>
          </a:p>
        </p:txBody>
      </p:sp>
      <p:pic>
        <p:nvPicPr>
          <p:cNvPr id="140" name="Google Shape;140;p3"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81"/>
          <p:cNvSpPr txBox="1"/>
          <p:nvPr/>
        </p:nvSpPr>
        <p:spPr>
          <a:xfrm>
            <a:off x="2133600" y="2133600"/>
            <a:ext cx="6172200" cy="1066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Times New Roman"/>
                <a:ea typeface="Times New Roman"/>
                <a:cs typeface="Times New Roman"/>
                <a:sym typeface="Times New Roman"/>
              </a:rPr>
              <a:t/>
            </a:r>
            <a:br>
              <a:rPr lang="en-US" sz="3200" b="0" i="0" u="none" strike="noStrike" cap="none">
                <a:solidFill>
                  <a:srgbClr val="000000"/>
                </a:solidFill>
                <a:latin typeface="Times New Roman"/>
                <a:ea typeface="Times New Roman"/>
                <a:cs typeface="Times New Roman"/>
                <a:sym typeface="Times New Roman"/>
              </a:rPr>
            </a:br>
            <a:endParaRPr sz="3200" b="0" i="0" u="none" strike="noStrike" cap="none">
              <a:solidFill>
                <a:srgbClr val="000000"/>
              </a:solidFill>
              <a:latin typeface="Times New Roman"/>
              <a:ea typeface="Times New Roman"/>
              <a:cs typeface="Times New Roman"/>
              <a:sym typeface="Times New Roman"/>
            </a:endParaRPr>
          </a:p>
        </p:txBody>
      </p:sp>
      <p:sp>
        <p:nvSpPr>
          <p:cNvPr id="149" name="Google Shape;149;p81"/>
          <p:cNvSpPr txBox="1"/>
          <p:nvPr/>
        </p:nvSpPr>
        <p:spPr>
          <a:xfrm>
            <a:off x="762000" y="1371600"/>
            <a:ext cx="7010400" cy="478948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Libre Baskerville"/>
                <a:ea typeface="Libre Baskerville"/>
                <a:cs typeface="Libre Baskerville"/>
                <a:sym typeface="Libre Baskerville"/>
              </a:rPr>
              <a:t>Data Structures and Algorithms </a:t>
            </a:r>
            <a:endParaRPr/>
          </a:p>
          <a:p>
            <a:pPr marL="0" marR="0" lvl="0" indent="0" algn="ctr" rtl="0">
              <a:lnSpc>
                <a:spcPct val="100000"/>
              </a:lnSpc>
              <a:spcBef>
                <a:spcPts val="900"/>
              </a:spcBef>
              <a:spcAft>
                <a:spcPts val="0"/>
              </a:spcAft>
              <a:buClr>
                <a:srgbClr val="000000"/>
              </a:buClr>
              <a:buSzPts val="3600"/>
              <a:buFont typeface="Arial"/>
              <a:buNone/>
            </a:pPr>
            <a:r>
              <a:rPr lang="en-US" sz="3600" b="1" i="0" u="none" strike="noStrike" cap="none">
                <a:solidFill>
                  <a:srgbClr val="000000"/>
                </a:solidFill>
                <a:latin typeface="Libre Baskerville"/>
                <a:ea typeface="Libre Baskerville"/>
                <a:cs typeface="Libre Baskerville"/>
                <a:sym typeface="Libre Baskerville"/>
              </a:rPr>
              <a:t>Unit II</a:t>
            </a:r>
            <a:endParaRPr/>
          </a:p>
          <a:p>
            <a:pPr marL="0" marR="0" lvl="0" indent="0" algn="ctr" rtl="0">
              <a:lnSpc>
                <a:spcPct val="100000"/>
              </a:lnSpc>
              <a:spcBef>
                <a:spcPts val="900"/>
              </a:spcBef>
              <a:spcAft>
                <a:spcPts val="0"/>
              </a:spcAft>
              <a:buClr>
                <a:srgbClr val="000000"/>
              </a:buClr>
              <a:buSzPts val="3600"/>
              <a:buFont typeface="Arial"/>
              <a:buNone/>
            </a:pPr>
            <a:r>
              <a:rPr lang="en-US" sz="3600" b="1" i="0" u="none" strike="noStrike" cap="none">
                <a:solidFill>
                  <a:srgbClr val="000000"/>
                </a:solidFill>
                <a:latin typeface="Libre Baskerville"/>
                <a:ea typeface="Libre Baskerville"/>
                <a:cs typeface="Libre Baskerville"/>
                <a:sym typeface="Libre Baskerville"/>
              </a:rPr>
              <a:t>Linear Data Structures Using Sequential Organization </a:t>
            </a:r>
            <a:endParaRPr/>
          </a:p>
          <a:p>
            <a:pPr marL="0" marR="0" lvl="0" indent="0" algn="ctr" rtl="0">
              <a:lnSpc>
                <a:spcPct val="100000"/>
              </a:lnSpc>
              <a:spcBef>
                <a:spcPts val="800"/>
              </a:spcBef>
              <a:spcAft>
                <a:spcPts val="0"/>
              </a:spcAft>
              <a:buClr>
                <a:srgbClr val="000000"/>
              </a:buClr>
              <a:buSzPts val="3200"/>
              <a:buFont typeface="Arial"/>
              <a:buNone/>
            </a:pPr>
            <a:endParaRPr sz="3200" b="1" i="0" u="none" strike="noStrike" cap="none">
              <a:solidFill>
                <a:srgbClr val="000000"/>
              </a:solidFill>
              <a:latin typeface="Libre Baskerville"/>
              <a:ea typeface="Libre Baskerville"/>
              <a:cs typeface="Libre Baskerville"/>
              <a:sym typeface="Libre Baskerville"/>
            </a:endParaRPr>
          </a:p>
          <a:p>
            <a:pPr marL="0" marR="0" lvl="0" indent="0" algn="ctr" rtl="0">
              <a:lnSpc>
                <a:spcPct val="100000"/>
              </a:lnSpc>
              <a:spcBef>
                <a:spcPts val="800"/>
              </a:spcBef>
              <a:spcAft>
                <a:spcPts val="0"/>
              </a:spcAft>
              <a:buClr>
                <a:srgbClr val="000000"/>
              </a:buClr>
              <a:buSzPts val="3200"/>
              <a:buFont typeface="Arial"/>
              <a:buNone/>
            </a:pPr>
            <a:endParaRPr sz="3200" b="1" i="0" u="none" strike="noStrike" cap="none">
              <a:solidFill>
                <a:srgbClr val="000000"/>
              </a:solidFill>
              <a:latin typeface="Libre Baskerville"/>
              <a:ea typeface="Libre Baskerville"/>
              <a:cs typeface="Libre Baskerville"/>
              <a:sym typeface="Libre Baskerville"/>
            </a:endParaRPr>
          </a:p>
        </p:txBody>
      </p:sp>
      <p:sp>
        <p:nvSpPr>
          <p:cNvPr id="150" name="Google Shape;150;p81"/>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82"/>
          <p:cNvSpPr txBox="1"/>
          <p:nvPr/>
        </p:nvSpPr>
        <p:spPr>
          <a:xfrm>
            <a:off x="457200" y="609600"/>
            <a:ext cx="8229600" cy="5516563"/>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Sequential organization allows storing data a fixed distance apart. If the </a:t>
            </a:r>
            <a:r>
              <a:rPr lang="en-US" sz="2400" b="0" i="1" u="none" strike="noStrike" cap="none">
                <a:solidFill>
                  <a:srgbClr val="000000"/>
                </a:solidFill>
                <a:latin typeface="Libre Baskerville"/>
                <a:ea typeface="Libre Baskerville"/>
                <a:cs typeface="Libre Baskerville"/>
                <a:sym typeface="Libre Baskerville"/>
              </a:rPr>
              <a:t>ith element is stored at location X, then the next sequential (i + 1)th element is </a:t>
            </a:r>
            <a:r>
              <a:rPr lang="en-US" sz="2400" b="0" i="0" u="none" strike="noStrike" cap="none">
                <a:solidFill>
                  <a:srgbClr val="000000"/>
                </a:solidFill>
                <a:latin typeface="Libre Baskerville"/>
                <a:ea typeface="Libre Baskerville"/>
                <a:cs typeface="Libre Baskerville"/>
                <a:sym typeface="Libre Baskerville"/>
              </a:rPr>
              <a:t>stored at location </a:t>
            </a:r>
            <a:r>
              <a:rPr lang="en-US" sz="2400" b="0" i="1" u="none" strike="noStrike" cap="none">
                <a:solidFill>
                  <a:srgbClr val="000000"/>
                </a:solidFill>
                <a:latin typeface="Libre Baskerville"/>
                <a:ea typeface="Libre Baskerville"/>
                <a:cs typeface="Libre Baskerville"/>
                <a:sym typeface="Libre Baskerville"/>
              </a:rPr>
              <a:t>X + C, where C is a constant. Linear arrays, linear stacks, and linear </a:t>
            </a:r>
            <a:r>
              <a:rPr lang="en-US" sz="2400" b="0" i="0" u="none" strike="noStrike" cap="none">
                <a:solidFill>
                  <a:srgbClr val="000000"/>
                </a:solidFill>
                <a:latin typeface="Libre Baskerville"/>
                <a:ea typeface="Libre Baskerville"/>
                <a:cs typeface="Libre Baskerville"/>
                <a:sym typeface="Libre Baskerville"/>
              </a:rPr>
              <a:t>queues are some examples of sequential organization.</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1" i="0" u="none" strike="noStrike" cap="none">
                <a:solidFill>
                  <a:srgbClr val="000000"/>
                </a:solidFill>
                <a:latin typeface="Libre Baskerville"/>
                <a:ea typeface="Libre Baskerville"/>
                <a:cs typeface="Libre Baskerville"/>
                <a:sym typeface="Libre Baskerville"/>
              </a:rPr>
              <a:t>Advantage:</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 direct or random access to any data element of the list in constant time.</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1" i="0" u="none" strike="noStrike" cap="none">
                <a:solidFill>
                  <a:srgbClr val="000000"/>
                </a:solidFill>
                <a:latin typeface="Libre Baskerville"/>
                <a:ea typeface="Libre Baskerville"/>
                <a:cs typeface="Libre Baskerville"/>
                <a:sym typeface="Libre Baskerville"/>
              </a:rPr>
              <a:t>Disadvantage:</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the in-between insertions and deletions become much </a:t>
            </a:r>
            <a:r>
              <a:rPr lang="en-US" sz="2400" b="0" i="0" u="none" strike="noStrike" cap="none">
                <a:solidFill>
                  <a:srgbClr val="000000"/>
                </a:solidFill>
                <a:highlight>
                  <a:srgbClr val="FF9900"/>
                </a:highlight>
                <a:latin typeface="Libre Baskerville"/>
                <a:ea typeface="Libre Baskerville"/>
                <a:cs typeface="Libre Baskerville"/>
                <a:sym typeface="Libre Baskerville"/>
              </a:rPr>
              <a:t>expensive with respect to time and space complexities</a:t>
            </a:r>
            <a:endParaRPr>
              <a:highlight>
                <a:srgbClr val="FF9900"/>
              </a:highlight>
            </a:endParaRPr>
          </a:p>
        </p:txBody>
      </p:sp>
      <p:pic>
        <p:nvPicPr>
          <p:cNvPr id="159" name="Google Shape;159;p82" descr="http://pcet.org.in/images/pcet-logo.jpg"/>
          <p:cNvPicPr preferRelativeResize="0"/>
          <p:nvPr/>
        </p:nvPicPr>
        <p:blipFill rotWithShape="1">
          <a:blip r:embed="rId3">
            <a:alphaModFix/>
          </a:blip>
          <a:srcRect/>
          <a:stretch/>
        </p:blipFill>
        <p:spPr>
          <a:xfrm>
            <a:off x="135229" y="142423"/>
            <a:ext cx="807306" cy="4765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83"/>
          <p:cNvSpPr txBox="1"/>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Libre Baskerville"/>
                <a:ea typeface="Libre Baskerville"/>
                <a:cs typeface="Libre Baskerville"/>
                <a:sym typeface="Libre Baskerville"/>
              </a:rPr>
              <a:t>Introduction</a:t>
            </a:r>
            <a:endParaRPr/>
          </a:p>
        </p:txBody>
      </p:sp>
      <p:sp>
        <p:nvSpPr>
          <p:cNvPr id="167" name="Google Shape;167;p83"/>
          <p:cNvSpPr txBox="1"/>
          <p:nvPr/>
        </p:nvSpPr>
        <p:spPr>
          <a:xfrm>
            <a:off x="457200" y="838200"/>
            <a:ext cx="8229600" cy="7359650"/>
          </a:xfrm>
          <a:prstGeom prst="rect">
            <a:avLst/>
          </a:prstGeom>
          <a:noFill/>
          <a:ln>
            <a:noFill/>
          </a:ln>
        </p:spPr>
        <p:txBody>
          <a:bodyPr spcFirstLastPara="1" wrap="square" lIns="91425" tIns="45700" rIns="91425" bIns="45700" anchor="t" anchorCtr="0">
            <a:noAutofit/>
          </a:bodyPr>
          <a:lstStyle/>
          <a:p>
            <a:pPr marL="339725" marR="0" lvl="0" indent="-320675" algn="l" rtl="0">
              <a:lnSpc>
                <a:spcPct val="100000"/>
              </a:lnSpc>
              <a:spcBef>
                <a:spcPts val="0"/>
              </a:spcBef>
              <a:spcAft>
                <a:spcPts val="0"/>
              </a:spcAft>
              <a:buClr>
                <a:srgbClr val="000000"/>
              </a:buClr>
              <a:buSzPts val="2100"/>
              <a:buFont typeface="Noto Sans Symbols"/>
              <a:buChar char="❑"/>
            </a:pPr>
            <a:r>
              <a:rPr lang="en-US" sz="2100" b="0" i="0" u="none" strike="noStrike" cap="none">
                <a:solidFill>
                  <a:srgbClr val="000000"/>
                </a:solidFill>
                <a:latin typeface="Libre Baskerville"/>
                <a:ea typeface="Libre Baskerville"/>
                <a:cs typeface="Libre Baskerville"/>
                <a:sym typeface="Libre Baskerville"/>
              </a:rPr>
              <a:t>An </a:t>
            </a:r>
            <a:r>
              <a:rPr lang="en-US" sz="2100" b="0" i="1" u="none" strike="noStrike" cap="none">
                <a:solidFill>
                  <a:srgbClr val="000000"/>
                </a:solidFill>
                <a:latin typeface="Libre Baskerville"/>
                <a:ea typeface="Libre Baskerville"/>
                <a:cs typeface="Libre Baskerville"/>
                <a:sym typeface="Libre Baskerville"/>
              </a:rPr>
              <a:t>array is a finite ordered collection of </a:t>
            </a:r>
            <a:r>
              <a:rPr lang="en-US" sz="2100" b="0" i="0" u="none" strike="noStrike" cap="none">
                <a:solidFill>
                  <a:srgbClr val="000000"/>
                </a:solidFill>
                <a:latin typeface="Libre Baskerville"/>
                <a:ea typeface="Libre Baskerville"/>
                <a:cs typeface="Libre Baskerville"/>
                <a:sym typeface="Libre Baskerville"/>
              </a:rPr>
              <a:t>homogeneous data elements that provides direct access to any of its elements</a:t>
            </a:r>
            <a:r>
              <a:rPr lang="en-US" sz="2100" b="0" i="1" u="none" strike="noStrike" cap="none">
                <a:solidFill>
                  <a:srgbClr val="000000"/>
                </a:solidFill>
                <a:latin typeface="Libre Baskerville"/>
                <a:ea typeface="Libre Baskerville"/>
                <a:cs typeface="Libre Baskerville"/>
                <a:sym typeface="Libre Baskerville"/>
              </a:rPr>
              <a:t>.</a:t>
            </a:r>
            <a:endParaRPr sz="1100"/>
          </a:p>
          <a:p>
            <a:pPr marL="339725" marR="0" lvl="0" indent="-339725" algn="l" rtl="0">
              <a:lnSpc>
                <a:spcPct val="100000"/>
              </a:lnSpc>
              <a:spcBef>
                <a:spcPts val="600"/>
              </a:spcBef>
              <a:spcAft>
                <a:spcPts val="0"/>
              </a:spcAft>
              <a:buClr>
                <a:srgbClr val="000000"/>
              </a:buClr>
              <a:buSzPts val="2400"/>
              <a:buFont typeface="Arial"/>
              <a:buNone/>
            </a:pPr>
            <a:r>
              <a:rPr lang="en-US" sz="2100" b="0" i="0" u="none" strike="noStrike" cap="none">
                <a:solidFill>
                  <a:srgbClr val="000000"/>
                </a:solidFill>
                <a:latin typeface="Libre Baskerville"/>
                <a:ea typeface="Libre Baskerville"/>
                <a:cs typeface="Libre Baskerville"/>
                <a:sym typeface="Libre Baskerville"/>
              </a:rPr>
              <a:t> int Array_A[20];</a:t>
            </a:r>
            <a:endParaRPr sz="1100"/>
          </a:p>
          <a:p>
            <a:pPr marL="339725" marR="0" lvl="0" indent="-339725" algn="l" rtl="0">
              <a:lnSpc>
                <a:spcPct val="100000"/>
              </a:lnSpc>
              <a:spcBef>
                <a:spcPts val="600"/>
              </a:spcBef>
              <a:spcAft>
                <a:spcPts val="0"/>
              </a:spcAft>
              <a:buClr>
                <a:srgbClr val="000000"/>
              </a:buClr>
              <a:buSzPts val="2400"/>
              <a:buFont typeface="Arial"/>
              <a:buNone/>
            </a:pPr>
            <a:r>
              <a:rPr lang="en-US" sz="2100" b="0" i="0" u="none" strike="noStrike" cap="none">
                <a:solidFill>
                  <a:srgbClr val="000000"/>
                </a:solidFill>
                <a:latin typeface="Libre Baskerville"/>
                <a:ea typeface="Libre Baskerville"/>
                <a:cs typeface="Libre Baskerville"/>
                <a:sym typeface="Libre Baskerville"/>
              </a:rPr>
              <a:t>char Name[20];</a:t>
            </a:r>
            <a:endParaRPr sz="1100"/>
          </a:p>
          <a:p>
            <a:pPr marL="339725" marR="0" lvl="0" indent="-320675" algn="l" rtl="0">
              <a:lnSpc>
                <a:spcPct val="100000"/>
              </a:lnSpc>
              <a:spcBef>
                <a:spcPts val="600"/>
              </a:spcBef>
              <a:spcAft>
                <a:spcPts val="0"/>
              </a:spcAft>
              <a:buClr>
                <a:srgbClr val="000000"/>
              </a:buClr>
              <a:buSzPts val="2100"/>
              <a:buFont typeface="Noto Sans Symbols"/>
              <a:buChar char="❑"/>
            </a:pPr>
            <a:r>
              <a:rPr lang="en-US" sz="2100" b="0" i="0" u="none" strike="noStrike" cap="none">
                <a:solidFill>
                  <a:srgbClr val="000000"/>
                </a:solidFill>
                <a:latin typeface="Libre Baskerville"/>
                <a:ea typeface="Libre Baskerville"/>
                <a:cs typeface="Libre Baskerville"/>
                <a:sym typeface="Libre Baskerville"/>
              </a:rPr>
              <a:t>The common terms associated with arrays are as follows:</a:t>
            </a:r>
            <a:endParaRPr sz="1100"/>
          </a:p>
          <a:p>
            <a:pPr marL="339725" marR="0" lvl="0" indent="-320675" algn="l" rtl="0">
              <a:lnSpc>
                <a:spcPct val="100000"/>
              </a:lnSpc>
              <a:spcBef>
                <a:spcPts val="600"/>
              </a:spcBef>
              <a:spcAft>
                <a:spcPts val="0"/>
              </a:spcAft>
              <a:buClr>
                <a:srgbClr val="000000"/>
              </a:buClr>
              <a:buSzPts val="2100"/>
              <a:buFont typeface="Noto Sans Symbols"/>
              <a:buChar char="✔"/>
            </a:pPr>
            <a:r>
              <a:rPr lang="en-US" sz="2100" b="1" i="0" u="none" strike="noStrike" cap="none">
                <a:solidFill>
                  <a:srgbClr val="000000"/>
                </a:solidFill>
                <a:latin typeface="Libre Baskerville"/>
                <a:ea typeface="Libre Baskerville"/>
                <a:cs typeface="Libre Baskerville"/>
                <a:sym typeface="Libre Baskerville"/>
              </a:rPr>
              <a:t>Size of array</a:t>
            </a:r>
            <a:endParaRPr sz="1100"/>
          </a:p>
          <a:p>
            <a:pPr marL="339725" marR="0" lvl="0" indent="-320675" algn="l" rtl="0">
              <a:lnSpc>
                <a:spcPct val="100000"/>
              </a:lnSpc>
              <a:spcBef>
                <a:spcPts val="600"/>
              </a:spcBef>
              <a:spcAft>
                <a:spcPts val="0"/>
              </a:spcAft>
              <a:buClr>
                <a:srgbClr val="000000"/>
              </a:buClr>
              <a:buSzPts val="2100"/>
              <a:buFont typeface="Noto Sans Symbols"/>
              <a:buChar char="✔"/>
            </a:pPr>
            <a:r>
              <a:rPr lang="en-US" sz="2100" b="1" i="0" u="none" strike="noStrike" cap="none">
                <a:solidFill>
                  <a:srgbClr val="000000"/>
                </a:solidFill>
                <a:latin typeface="Libre Baskerville"/>
                <a:ea typeface="Libre Baskerville"/>
                <a:cs typeface="Libre Baskerville"/>
                <a:sym typeface="Libre Baskerville"/>
              </a:rPr>
              <a:t>Base</a:t>
            </a:r>
            <a:endParaRPr sz="1100"/>
          </a:p>
          <a:p>
            <a:pPr marL="339725" marR="0" lvl="0" indent="-320675" algn="l" rtl="0">
              <a:lnSpc>
                <a:spcPct val="100000"/>
              </a:lnSpc>
              <a:spcBef>
                <a:spcPts val="600"/>
              </a:spcBef>
              <a:spcAft>
                <a:spcPts val="0"/>
              </a:spcAft>
              <a:buClr>
                <a:srgbClr val="000000"/>
              </a:buClr>
              <a:buSzPts val="2100"/>
              <a:buFont typeface="Noto Sans Symbols"/>
              <a:buChar char="✔"/>
            </a:pPr>
            <a:r>
              <a:rPr lang="en-US" sz="2100" b="1" i="0" u="none" strike="noStrike" cap="none">
                <a:solidFill>
                  <a:srgbClr val="000000"/>
                </a:solidFill>
                <a:latin typeface="Libre Baskerville"/>
                <a:ea typeface="Libre Baskerville"/>
                <a:cs typeface="Libre Baskerville"/>
                <a:sym typeface="Libre Baskerville"/>
              </a:rPr>
              <a:t>Data type of an array</a:t>
            </a:r>
            <a:endParaRPr sz="1100"/>
          </a:p>
          <a:p>
            <a:pPr marL="339725" marR="0" lvl="0" indent="-320675" algn="l" rtl="0">
              <a:lnSpc>
                <a:spcPct val="100000"/>
              </a:lnSpc>
              <a:spcBef>
                <a:spcPts val="600"/>
              </a:spcBef>
              <a:spcAft>
                <a:spcPts val="0"/>
              </a:spcAft>
              <a:buClr>
                <a:srgbClr val="000000"/>
              </a:buClr>
              <a:buSzPts val="2100"/>
              <a:buFont typeface="Noto Sans Symbols"/>
              <a:buChar char="✔"/>
            </a:pPr>
            <a:r>
              <a:rPr lang="en-US" sz="2100" b="1" i="0" u="none" strike="noStrike" cap="none">
                <a:solidFill>
                  <a:srgbClr val="000000"/>
                </a:solidFill>
                <a:latin typeface="Libre Baskerville"/>
                <a:ea typeface="Libre Baskerville"/>
                <a:cs typeface="Libre Baskerville"/>
                <a:sym typeface="Libre Baskerville"/>
              </a:rPr>
              <a:t>Index</a:t>
            </a:r>
            <a:endParaRPr sz="1100"/>
          </a:p>
          <a:p>
            <a:pPr marL="339725" marR="0" lvl="0" indent="-320675" algn="l" rtl="0">
              <a:lnSpc>
                <a:spcPct val="100000"/>
              </a:lnSpc>
              <a:spcBef>
                <a:spcPts val="600"/>
              </a:spcBef>
              <a:spcAft>
                <a:spcPts val="0"/>
              </a:spcAft>
              <a:buClr>
                <a:srgbClr val="000000"/>
              </a:buClr>
              <a:buSzPts val="2100"/>
              <a:buFont typeface="Noto Sans Symbols"/>
              <a:buChar char="✔"/>
            </a:pPr>
            <a:r>
              <a:rPr lang="en-US" sz="2100" b="1" i="0" u="none" strike="noStrike" cap="none">
                <a:solidFill>
                  <a:srgbClr val="000000"/>
                </a:solidFill>
                <a:latin typeface="Libre Baskerville"/>
                <a:ea typeface="Libre Baskerville"/>
                <a:cs typeface="Libre Baskerville"/>
                <a:sym typeface="Libre Baskerville"/>
              </a:rPr>
              <a:t>Range of index:  If </a:t>
            </a:r>
            <a:r>
              <a:rPr lang="en-US" sz="2100" b="1" i="1" u="none" strike="noStrike" cap="none">
                <a:solidFill>
                  <a:srgbClr val="000000"/>
                </a:solidFill>
                <a:latin typeface="Libre Baskerville"/>
                <a:ea typeface="Libre Baskerville"/>
                <a:cs typeface="Libre Baskerville"/>
                <a:sym typeface="Libre Baskerville"/>
              </a:rPr>
              <a:t>N is the size of an array, then in C++, the range of index is 0 - </a:t>
            </a:r>
            <a:r>
              <a:rPr lang="en-US" sz="2100" b="0" i="0" u="none" strike="noStrike" cap="none">
                <a:solidFill>
                  <a:srgbClr val="000000"/>
                </a:solidFill>
                <a:latin typeface="Libre Baskerville"/>
                <a:ea typeface="Libre Baskerville"/>
                <a:cs typeface="Libre Baskerville"/>
                <a:sym typeface="Libre Baskerville"/>
              </a:rPr>
              <a:t>(</a:t>
            </a:r>
            <a:r>
              <a:rPr lang="en-US" sz="2100" b="0" i="1" u="none" strike="noStrike" cap="none">
                <a:solidFill>
                  <a:srgbClr val="000000"/>
                </a:solidFill>
                <a:latin typeface="Libre Baskerville"/>
                <a:ea typeface="Libre Baskerville"/>
                <a:cs typeface="Libre Baskerville"/>
                <a:sym typeface="Libre Baskerville"/>
              </a:rPr>
              <a:t>N - 1) (whereas for languages such as Pascal it could be some integer, say, lower </a:t>
            </a:r>
            <a:r>
              <a:rPr lang="en-US" sz="2100" b="0" i="0" u="none" strike="noStrike" cap="none">
                <a:solidFill>
                  <a:srgbClr val="000000"/>
                </a:solidFill>
                <a:latin typeface="Libre Baskerville"/>
                <a:ea typeface="Libre Baskerville"/>
                <a:cs typeface="Libre Baskerville"/>
                <a:sym typeface="Libre Baskerville"/>
              </a:rPr>
              <a:t>bound (LB) to upper bound (UB), e.g., 2 to </a:t>
            </a:r>
            <a:r>
              <a:rPr lang="en-US" sz="2100" b="0" i="1" u="none" strike="noStrike" cap="none">
                <a:solidFill>
                  <a:srgbClr val="000000"/>
                </a:solidFill>
                <a:latin typeface="Libre Baskerville"/>
                <a:ea typeface="Libre Baskerville"/>
                <a:cs typeface="Libre Baskerville"/>
                <a:sym typeface="Libre Baskerville"/>
              </a:rPr>
              <a:t>n + 1 or -3 to n - 4). The range is </a:t>
            </a:r>
            <a:r>
              <a:rPr lang="en-US" sz="2100" b="0" i="0" u="none" strike="noStrike" cap="none">
                <a:solidFill>
                  <a:srgbClr val="000000"/>
                </a:solidFill>
                <a:latin typeface="Libre Baskerville"/>
                <a:ea typeface="Libre Baskerville"/>
                <a:cs typeface="Libre Baskerville"/>
                <a:sym typeface="Libre Baskerville"/>
              </a:rPr>
              <a:t>language dependent.</a:t>
            </a:r>
            <a:endParaRPr sz="1100"/>
          </a:p>
          <a:p>
            <a:pPr marL="339725" marR="0" lvl="0" indent="-339725" algn="l" rtl="0">
              <a:lnSpc>
                <a:spcPct val="100000"/>
              </a:lnSpc>
              <a:spcBef>
                <a:spcPts val="600"/>
              </a:spcBef>
              <a:spcAft>
                <a:spcPts val="0"/>
              </a:spcAft>
              <a:buClr>
                <a:srgbClr val="000000"/>
              </a:buClr>
              <a:buSzPts val="2400"/>
              <a:buFont typeface="Arial"/>
              <a:buNone/>
            </a:pPr>
            <a:endParaRPr sz="2100" b="0" i="0" u="none" strike="noStrike" cap="none">
              <a:solidFill>
                <a:srgbClr val="000000"/>
              </a:solidFill>
              <a:latin typeface="Libre Baskerville"/>
              <a:ea typeface="Libre Baskerville"/>
              <a:cs typeface="Libre Baskerville"/>
              <a:sym typeface="Libre Baskerville"/>
            </a:endParaRPr>
          </a:p>
        </p:txBody>
      </p:sp>
      <p:pic>
        <p:nvPicPr>
          <p:cNvPr id="168" name="Google Shape;168;p83" descr="http://pcet.org.in/images/pcet-logo.jpg"/>
          <p:cNvPicPr preferRelativeResize="0"/>
          <p:nvPr/>
        </p:nvPicPr>
        <p:blipFill rotWithShape="1">
          <a:blip r:embed="rId3">
            <a:alphaModFix/>
          </a:blip>
          <a:srcRect/>
          <a:stretch/>
        </p:blipFill>
        <p:spPr>
          <a:xfrm>
            <a:off x="135229" y="142423"/>
            <a:ext cx="933916" cy="6031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84"/>
          <p:cNvSpPr txBox="1"/>
          <p:nvPr/>
        </p:nvSpPr>
        <p:spPr>
          <a:xfrm>
            <a:off x="457200" y="381000"/>
            <a:ext cx="7924800" cy="609282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An Array is a </a:t>
            </a:r>
            <a:r>
              <a:rPr lang="en-US" sz="2400" b="1" i="0" u="none" strike="noStrike" cap="none">
                <a:solidFill>
                  <a:srgbClr val="000000"/>
                </a:solidFill>
                <a:latin typeface="Libre Baskerville"/>
                <a:ea typeface="Libre Baskerville"/>
                <a:cs typeface="Libre Baskerville"/>
                <a:sym typeface="Libre Baskerville"/>
              </a:rPr>
              <a:t>Data Structure </a:t>
            </a:r>
            <a:r>
              <a:rPr lang="en-US" sz="2400" b="0" i="0" u="none" strike="noStrike" cap="none">
                <a:solidFill>
                  <a:srgbClr val="000000"/>
                </a:solidFill>
                <a:latin typeface="Libre Baskerville"/>
                <a:ea typeface="Libre Baskerville"/>
                <a:cs typeface="Libre Baskerville"/>
                <a:sym typeface="Libre Baskerville"/>
              </a:rPr>
              <a:t>with which  we can perform operations on a collection of similar data type such as simple list or tables of information.</a:t>
            </a:r>
            <a:endParaRPr/>
          </a:p>
          <a:p>
            <a:pPr marL="457200" marR="0" lvl="0" indent="-457200"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These structures are </a:t>
            </a:r>
            <a:r>
              <a:rPr lang="en-US" sz="2400" b="1" i="0" u="none" strike="noStrike" cap="none">
                <a:solidFill>
                  <a:srgbClr val="000000"/>
                </a:solidFill>
                <a:latin typeface="Libre Baskerville"/>
                <a:ea typeface="Libre Baskerville"/>
                <a:cs typeface="Libre Baskerville"/>
                <a:sym typeface="Libre Baskerville"/>
              </a:rPr>
              <a:t>composite  or structured</a:t>
            </a:r>
            <a:r>
              <a:rPr lang="en-US" sz="2400" b="0" i="0" u="none" strike="noStrike" cap="none">
                <a:solidFill>
                  <a:srgbClr val="000000"/>
                </a:solidFill>
                <a:latin typeface="Libre Baskerville"/>
                <a:ea typeface="Libre Baskerville"/>
                <a:cs typeface="Libre Baskerville"/>
                <a:sym typeface="Libre Baskerville"/>
              </a:rPr>
              <a:t> data types.</a:t>
            </a:r>
            <a:endParaRPr/>
          </a:p>
          <a:p>
            <a:pPr marL="457200" marR="0" lvl="0" indent="-457200"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All elements in the array are of same type i.e. int, char, float etc.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ed4109f6e7_1_0"/>
          <p:cNvSpPr txBox="1"/>
          <p:nvPr/>
        </p:nvSpPr>
        <p:spPr>
          <a:xfrm>
            <a:off x="533400" y="533400"/>
            <a:ext cx="7467600" cy="49784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Noto Sans Symbols"/>
              <a:buChar char="❑"/>
            </a:pPr>
            <a:r>
              <a:rPr lang="en-US" sz="2800" b="0" i="0" u="none" strike="noStrike" cap="none">
                <a:solidFill>
                  <a:srgbClr val="000000"/>
                </a:solidFill>
                <a:latin typeface="Libre Baskerville"/>
                <a:ea typeface="Libre Baskerville"/>
                <a:cs typeface="Libre Baskerville"/>
                <a:sym typeface="Libre Baskerville"/>
              </a:rPr>
              <a:t>The individual elements within the array can be accessed by the integer called </a:t>
            </a:r>
            <a:r>
              <a:rPr lang="en-US" sz="2800" b="1" i="1" u="none" strike="noStrike" cap="none">
                <a:solidFill>
                  <a:srgbClr val="000000"/>
                </a:solidFill>
                <a:latin typeface="Libre Baskerville"/>
                <a:ea typeface="Libre Baskerville"/>
                <a:cs typeface="Libre Baskerville"/>
                <a:sym typeface="Libre Baskerville"/>
              </a:rPr>
              <a:t>Index.</a:t>
            </a:r>
            <a:r>
              <a:rPr lang="en-US" sz="2800" b="0" i="0" u="none" strike="noStrike" cap="none">
                <a:solidFill>
                  <a:srgbClr val="000000"/>
                </a:solidFill>
                <a:latin typeface="Libre Baskerville"/>
                <a:ea typeface="Libre Baskerville"/>
                <a:cs typeface="Libre Baskerville"/>
                <a:sym typeface="Libre Baskerville"/>
              </a:rPr>
              <a:t> </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eg-: int array[9]</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339725" marR="0" lvl="0" indent="-339725"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Libre Baskerville"/>
                <a:ea typeface="Libre Baskerville"/>
                <a:cs typeface="Libre Baskerville"/>
                <a:sym typeface="Libre Baskerville"/>
              </a:rPr>
              <a:t>Length of an Array=UB-LB+1</a:t>
            </a:r>
            <a:endParaRPr/>
          </a:p>
        </p:txBody>
      </p:sp>
      <p:graphicFrame>
        <p:nvGraphicFramePr>
          <p:cNvPr id="183" name="Google Shape;183;ged4109f6e7_1_0"/>
          <p:cNvGraphicFramePr/>
          <p:nvPr/>
        </p:nvGraphicFramePr>
        <p:xfrm>
          <a:off x="914400" y="2743200"/>
          <a:ext cx="6097600" cy="401650"/>
        </p:xfrm>
        <a:graphic>
          <a:graphicData uri="http://schemas.openxmlformats.org/drawingml/2006/table">
            <a:tbl>
              <a:tblPr>
                <a:noFill/>
                <a:tableStyleId>{8D1950BE-5863-4897-BD1D-62408112DEBE}</a:tableStyleId>
              </a:tblPr>
              <a:tblGrid>
                <a:gridCol w="677875">
                  <a:extLst>
                    <a:ext uri="{9D8B030D-6E8A-4147-A177-3AD203B41FA5}">
                      <a16:colId xmlns:a16="http://schemas.microsoft.com/office/drawing/2014/main" val="20000"/>
                    </a:ext>
                  </a:extLst>
                </a:gridCol>
                <a:gridCol w="676275">
                  <a:extLst>
                    <a:ext uri="{9D8B030D-6E8A-4147-A177-3AD203B41FA5}">
                      <a16:colId xmlns:a16="http://schemas.microsoft.com/office/drawing/2014/main" val="20001"/>
                    </a:ext>
                  </a:extLst>
                </a:gridCol>
                <a:gridCol w="677850">
                  <a:extLst>
                    <a:ext uri="{9D8B030D-6E8A-4147-A177-3AD203B41FA5}">
                      <a16:colId xmlns:a16="http://schemas.microsoft.com/office/drawing/2014/main" val="20002"/>
                    </a:ext>
                  </a:extLst>
                </a:gridCol>
                <a:gridCol w="677875">
                  <a:extLst>
                    <a:ext uri="{9D8B030D-6E8A-4147-A177-3AD203B41FA5}">
                      <a16:colId xmlns:a16="http://schemas.microsoft.com/office/drawing/2014/main" val="20003"/>
                    </a:ext>
                  </a:extLst>
                </a:gridCol>
                <a:gridCol w="677850">
                  <a:extLst>
                    <a:ext uri="{9D8B030D-6E8A-4147-A177-3AD203B41FA5}">
                      <a16:colId xmlns:a16="http://schemas.microsoft.com/office/drawing/2014/main" val="20004"/>
                    </a:ext>
                  </a:extLst>
                </a:gridCol>
                <a:gridCol w="677875">
                  <a:extLst>
                    <a:ext uri="{9D8B030D-6E8A-4147-A177-3AD203B41FA5}">
                      <a16:colId xmlns:a16="http://schemas.microsoft.com/office/drawing/2014/main" val="20005"/>
                    </a:ext>
                  </a:extLst>
                </a:gridCol>
                <a:gridCol w="677850">
                  <a:extLst>
                    <a:ext uri="{9D8B030D-6E8A-4147-A177-3AD203B41FA5}">
                      <a16:colId xmlns:a16="http://schemas.microsoft.com/office/drawing/2014/main" val="20006"/>
                    </a:ext>
                  </a:extLst>
                </a:gridCol>
                <a:gridCol w="676275">
                  <a:extLst>
                    <a:ext uri="{9D8B030D-6E8A-4147-A177-3AD203B41FA5}">
                      <a16:colId xmlns:a16="http://schemas.microsoft.com/office/drawing/2014/main" val="20007"/>
                    </a:ext>
                  </a:extLst>
                </a:gridCol>
                <a:gridCol w="677875">
                  <a:extLst>
                    <a:ext uri="{9D8B030D-6E8A-4147-A177-3AD203B41FA5}">
                      <a16:colId xmlns:a16="http://schemas.microsoft.com/office/drawing/2014/main" val="20008"/>
                    </a:ext>
                  </a:extLst>
                </a:gridCol>
              </a:tblGrid>
              <a:tr h="401650">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9</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8</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1</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-1</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4</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2</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6</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15</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3</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84" name="Google Shape;184;ged4109f6e7_1_0"/>
          <p:cNvSpPr txBox="1"/>
          <p:nvPr/>
        </p:nvSpPr>
        <p:spPr>
          <a:xfrm>
            <a:off x="1066800" y="3200400"/>
            <a:ext cx="5867400" cy="371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b="0" i="0" u="none" strike="noStrike" cap="none">
                <a:solidFill>
                  <a:srgbClr val="000000"/>
                </a:solidFill>
                <a:latin typeface="Arial"/>
                <a:ea typeface="Arial"/>
                <a:cs typeface="Arial"/>
                <a:sym typeface="Arial"/>
              </a:rPr>
              <a:t>0 </a:t>
            </a:r>
            <a:r>
              <a:rPr lang="en-US" sz="1800" b="0" i="0" u="none" strike="noStrike" cap="none">
                <a:solidFill>
                  <a:srgbClr val="000000"/>
                </a:solidFill>
                <a:latin typeface="Arial"/>
                <a:ea typeface="Arial"/>
                <a:cs typeface="Arial"/>
                <a:sym typeface="Arial"/>
              </a:rPr>
              <a:t>         1        2         3         4         5        6         7        8</a:t>
            </a:r>
            <a:endParaRPr sz="1800"/>
          </a:p>
        </p:txBody>
      </p:sp>
      <p:cxnSp>
        <p:nvCxnSpPr>
          <p:cNvPr id="185" name="Google Shape;185;ged4109f6e7_1_0"/>
          <p:cNvCxnSpPr/>
          <p:nvPr/>
        </p:nvCxnSpPr>
        <p:spPr>
          <a:xfrm rot="10800000" flipH="1">
            <a:off x="914400" y="3200400"/>
            <a:ext cx="76200" cy="533400"/>
          </a:xfrm>
          <a:prstGeom prst="straightConnector1">
            <a:avLst/>
          </a:prstGeom>
          <a:noFill/>
          <a:ln w="9525" cap="flat" cmpd="sng">
            <a:solidFill>
              <a:srgbClr val="4A7EBB"/>
            </a:solidFill>
            <a:prstDash val="solid"/>
            <a:miter lim="800000"/>
            <a:headEnd type="none" w="med" len="med"/>
            <a:tailEnd type="triangle" w="med" len="med"/>
          </a:ln>
        </p:spPr>
      </p:cxnSp>
      <p:cxnSp>
        <p:nvCxnSpPr>
          <p:cNvPr id="186" name="Google Shape;186;ged4109f6e7_1_0"/>
          <p:cNvCxnSpPr/>
          <p:nvPr/>
        </p:nvCxnSpPr>
        <p:spPr>
          <a:xfrm rot="10800000">
            <a:off x="6934200" y="3200400"/>
            <a:ext cx="152400" cy="533400"/>
          </a:xfrm>
          <a:prstGeom prst="straightConnector1">
            <a:avLst/>
          </a:prstGeom>
          <a:noFill/>
          <a:ln w="9525" cap="flat" cmpd="sng">
            <a:solidFill>
              <a:srgbClr val="4A7EBB"/>
            </a:solidFill>
            <a:prstDash val="solid"/>
            <a:miter lim="800000"/>
            <a:headEnd type="none" w="med" len="med"/>
            <a:tailEnd type="triangle" w="med" len="med"/>
          </a:ln>
        </p:spPr>
      </p:cxnSp>
      <p:sp>
        <p:nvSpPr>
          <p:cNvPr id="187" name="Google Shape;187;ged4109f6e7_1_0"/>
          <p:cNvSpPr txBox="1"/>
          <p:nvPr/>
        </p:nvSpPr>
        <p:spPr>
          <a:xfrm>
            <a:off x="457200" y="3886200"/>
            <a:ext cx="18288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(Lower Bound)</a:t>
            </a:r>
            <a:endParaRPr/>
          </a:p>
        </p:txBody>
      </p:sp>
      <p:sp>
        <p:nvSpPr>
          <p:cNvPr id="188" name="Google Shape;188;ged4109f6e7_1_0"/>
          <p:cNvSpPr txBox="1"/>
          <p:nvPr/>
        </p:nvSpPr>
        <p:spPr>
          <a:xfrm>
            <a:off x="762000" y="3657600"/>
            <a:ext cx="7620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LB</a:t>
            </a:r>
            <a:endParaRPr/>
          </a:p>
        </p:txBody>
      </p:sp>
      <p:sp>
        <p:nvSpPr>
          <p:cNvPr id="189" name="Google Shape;189;ged4109f6e7_1_0"/>
          <p:cNvSpPr txBox="1"/>
          <p:nvPr/>
        </p:nvSpPr>
        <p:spPr>
          <a:xfrm>
            <a:off x="6781800" y="3733800"/>
            <a:ext cx="914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UB</a:t>
            </a:r>
            <a:endParaRPr/>
          </a:p>
        </p:txBody>
      </p:sp>
      <p:sp>
        <p:nvSpPr>
          <p:cNvPr id="190" name="Google Shape;190;ged4109f6e7_1_0"/>
          <p:cNvSpPr txBox="1"/>
          <p:nvPr/>
        </p:nvSpPr>
        <p:spPr>
          <a:xfrm>
            <a:off x="6705600" y="3962400"/>
            <a:ext cx="19050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(Upper Bound)</a:t>
            </a:r>
            <a:endParaRPr/>
          </a:p>
        </p:txBody>
      </p:sp>
      <p:pic>
        <p:nvPicPr>
          <p:cNvPr id="191" name="Google Shape;191;ged4109f6e7_1_0" descr="http://pcet.org.in/images/pcet-logo.jpg"/>
          <p:cNvPicPr preferRelativeResize="0"/>
          <p:nvPr/>
        </p:nvPicPr>
        <p:blipFill rotWithShape="1">
          <a:blip r:embed="rId3">
            <a:alphaModFix/>
          </a:blip>
          <a:srcRect/>
          <a:stretch/>
        </p:blipFill>
        <p:spPr>
          <a:xfrm>
            <a:off x="135229" y="142423"/>
            <a:ext cx="694765" cy="4765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53"/>
          <p:cNvSpPr txBox="1"/>
          <p:nvPr/>
        </p:nvSpPr>
        <p:spPr>
          <a:xfrm>
            <a:off x="533400" y="228600"/>
            <a:ext cx="8610600" cy="58308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177800"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Libre Baskerville"/>
                <a:ea typeface="Libre Baskerville"/>
                <a:cs typeface="Libre Baskerville"/>
                <a:sym typeface="Libre Baskerville"/>
              </a:rPr>
              <a:t>The zeroth element (9) in the list can be accessed by array[0].</a:t>
            </a:r>
            <a:endParaRPr/>
          </a:p>
          <a:p>
            <a:pPr marL="0" marR="0" lvl="0" indent="0"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177800"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Libre Baskerville"/>
                <a:ea typeface="Libre Baskerville"/>
                <a:cs typeface="Libre Baskerville"/>
                <a:sym typeface="Libre Baskerville"/>
              </a:rPr>
              <a:t>An </a:t>
            </a:r>
            <a:r>
              <a:rPr lang="en-US" sz="2800" b="0" i="1" u="none" strike="noStrike" cap="none">
                <a:solidFill>
                  <a:srgbClr val="000000"/>
                </a:solidFill>
                <a:latin typeface="Libre Baskerville"/>
                <a:ea typeface="Libre Baskerville"/>
                <a:cs typeface="Libre Baskerville"/>
                <a:sym typeface="Libre Baskerville"/>
              </a:rPr>
              <a:t>Index </a:t>
            </a:r>
            <a:r>
              <a:rPr lang="en-US" sz="2800" b="0" i="0" u="none" strike="noStrike" cap="none">
                <a:solidFill>
                  <a:srgbClr val="000000"/>
                </a:solidFill>
                <a:latin typeface="Libre Baskerville"/>
                <a:ea typeface="Libre Baskerville"/>
                <a:cs typeface="Libre Baskerville"/>
                <a:sym typeface="Libre Baskerville"/>
              </a:rPr>
              <a:t>is also called a </a:t>
            </a:r>
            <a:r>
              <a:rPr lang="en-US" sz="2800" b="0" i="1" u="none" strike="noStrike" cap="none">
                <a:solidFill>
                  <a:srgbClr val="000000"/>
                </a:solidFill>
                <a:latin typeface="Libre Baskerville"/>
                <a:ea typeface="Libre Baskerville"/>
                <a:cs typeface="Libre Baskerville"/>
                <a:sym typeface="Libre Baskerville"/>
              </a:rPr>
              <a:t>Subscript.</a:t>
            </a:r>
            <a:endParaRPr/>
          </a:p>
          <a:p>
            <a:pPr marL="0" marR="0" lvl="0" indent="0" algn="l" rtl="0">
              <a:lnSpc>
                <a:spcPct val="100000"/>
              </a:lnSpc>
              <a:spcBef>
                <a:spcPts val="700"/>
              </a:spcBef>
              <a:spcAft>
                <a:spcPts val="0"/>
              </a:spcAft>
              <a:buClr>
                <a:srgbClr val="000000"/>
              </a:buClr>
              <a:buSzPts val="2800"/>
              <a:buFont typeface="Arial"/>
              <a:buNone/>
            </a:pPr>
            <a:endParaRPr sz="2800" b="0" i="1" u="none" strike="noStrike" cap="none">
              <a:solidFill>
                <a:srgbClr val="000000"/>
              </a:solidFill>
              <a:latin typeface="Libre Baskerville"/>
              <a:ea typeface="Libre Baskerville"/>
              <a:cs typeface="Libre Baskerville"/>
              <a:sym typeface="Libre Baskerville"/>
            </a:endParaRPr>
          </a:p>
          <a:p>
            <a:pPr marL="0" marR="0" lvl="0" indent="-177800"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Libre Baskerville"/>
                <a:ea typeface="Libre Baskerville"/>
                <a:cs typeface="Libre Baskerville"/>
                <a:sym typeface="Libre Baskerville"/>
              </a:rPr>
              <a:t>Therefore, individual elements of an Array are called </a:t>
            </a:r>
            <a:r>
              <a:rPr lang="en-US" sz="2800" b="0" i="1" u="none" strike="noStrike" cap="none">
                <a:solidFill>
                  <a:srgbClr val="000000"/>
                </a:solidFill>
                <a:latin typeface="Libre Baskerville"/>
                <a:ea typeface="Libre Baskerville"/>
                <a:cs typeface="Libre Baskerville"/>
                <a:sym typeface="Libre Baskerville"/>
              </a:rPr>
              <a:t>subscripted </a:t>
            </a:r>
            <a:r>
              <a:rPr lang="en-US" sz="2800" b="0" i="0" u="none" strike="noStrike" cap="none">
                <a:solidFill>
                  <a:srgbClr val="000000"/>
                </a:solidFill>
                <a:latin typeface="Libre Baskerville"/>
                <a:ea typeface="Libre Baskerville"/>
                <a:cs typeface="Libre Baskerville"/>
                <a:sym typeface="Libre Baskerville"/>
              </a:rPr>
              <a:t>variables eg. array[0], array[1] etc.</a:t>
            </a:r>
            <a:endParaRPr/>
          </a:p>
          <a:p>
            <a:pPr marL="0" marR="0" lvl="0" indent="0"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177800"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Libre Baskerville"/>
                <a:ea typeface="Libre Baskerville"/>
                <a:cs typeface="Libre Baskerville"/>
                <a:sym typeface="Libre Baskerville"/>
              </a:rPr>
              <a:t>Thus, an Array can be defined as a finite  ordered collection of items of same type.</a:t>
            </a:r>
            <a:endParaRPr/>
          </a:p>
        </p:txBody>
      </p:sp>
      <p:pic>
        <p:nvPicPr>
          <p:cNvPr id="199" name="Google Shape;199;p53" descr="http://pcet.org.in/images/pcet-logo.jpg"/>
          <p:cNvPicPr preferRelativeResize="0"/>
          <p:nvPr/>
        </p:nvPicPr>
        <p:blipFill rotWithShape="1">
          <a:blip r:embed="rId3">
            <a:alphaModFix/>
          </a:blip>
          <a:srcRect/>
          <a:stretch/>
        </p:blipFill>
        <p:spPr>
          <a:xfrm>
            <a:off x="135229" y="142423"/>
            <a:ext cx="779171" cy="5046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56"/>
          <p:cNvSpPr txBox="1"/>
          <p:nvPr/>
        </p:nvSpPr>
        <p:spPr>
          <a:xfrm>
            <a:off x="304800" y="228600"/>
            <a:ext cx="9144000" cy="6019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3000" b="0" i="0" u="none" strike="noStrike" cap="none">
                <a:solidFill>
                  <a:srgbClr val="000000"/>
                </a:solidFill>
                <a:latin typeface="Libre Baskerville"/>
                <a:ea typeface="Libre Baskerville"/>
                <a:cs typeface="Libre Baskerville"/>
                <a:sym typeface="Libre Baskerville"/>
              </a:rPr>
              <a:t>Types of Array</a:t>
            </a:r>
            <a:endParaRPr/>
          </a:p>
        </p:txBody>
      </p:sp>
      <p:sp>
        <p:nvSpPr>
          <p:cNvPr id="207" name="Google Shape;207;p56"/>
          <p:cNvSpPr/>
          <p:nvPr/>
        </p:nvSpPr>
        <p:spPr>
          <a:xfrm>
            <a:off x="3581400" y="1676400"/>
            <a:ext cx="1905000" cy="533400"/>
          </a:xfrm>
          <a:prstGeom prst="rect">
            <a:avLst/>
          </a:prstGeom>
          <a:solidFill>
            <a:srgbClr val="FFFFFF"/>
          </a:solidFill>
          <a:ln w="25550" cap="flat"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ARRAYS</a:t>
            </a:r>
            <a:endParaRPr/>
          </a:p>
        </p:txBody>
      </p:sp>
      <p:cxnSp>
        <p:nvCxnSpPr>
          <p:cNvPr id="208" name="Google Shape;208;p56"/>
          <p:cNvCxnSpPr/>
          <p:nvPr/>
        </p:nvCxnSpPr>
        <p:spPr>
          <a:xfrm flipH="1">
            <a:off x="4492625" y="2211388"/>
            <a:ext cx="7938" cy="379412"/>
          </a:xfrm>
          <a:prstGeom prst="straightConnector1">
            <a:avLst/>
          </a:prstGeom>
          <a:noFill/>
          <a:ln w="9525" cap="flat" cmpd="sng">
            <a:solidFill>
              <a:srgbClr val="4A7EBB"/>
            </a:solidFill>
            <a:prstDash val="solid"/>
            <a:miter lim="800000"/>
            <a:headEnd type="none" w="med" len="med"/>
            <a:tailEnd type="none" w="med" len="med"/>
          </a:ln>
        </p:spPr>
      </p:cxnSp>
      <p:cxnSp>
        <p:nvCxnSpPr>
          <p:cNvPr id="209" name="Google Shape;209;p56"/>
          <p:cNvCxnSpPr/>
          <p:nvPr/>
        </p:nvCxnSpPr>
        <p:spPr>
          <a:xfrm>
            <a:off x="1828800" y="2590800"/>
            <a:ext cx="5410200" cy="1588"/>
          </a:xfrm>
          <a:prstGeom prst="straightConnector1">
            <a:avLst/>
          </a:prstGeom>
          <a:noFill/>
          <a:ln w="9525" cap="flat" cmpd="sng">
            <a:solidFill>
              <a:srgbClr val="4A7EBB"/>
            </a:solidFill>
            <a:prstDash val="solid"/>
            <a:miter lim="800000"/>
            <a:headEnd type="none" w="med" len="med"/>
            <a:tailEnd type="none" w="med" len="med"/>
          </a:ln>
        </p:spPr>
      </p:cxnSp>
      <p:cxnSp>
        <p:nvCxnSpPr>
          <p:cNvPr id="210" name="Google Shape;210;p56"/>
          <p:cNvCxnSpPr/>
          <p:nvPr/>
        </p:nvCxnSpPr>
        <p:spPr>
          <a:xfrm flipH="1">
            <a:off x="1828800" y="2538050"/>
            <a:ext cx="24000" cy="411900"/>
          </a:xfrm>
          <a:prstGeom prst="straightConnector1">
            <a:avLst/>
          </a:prstGeom>
          <a:noFill/>
          <a:ln w="9525" cap="flat" cmpd="sng">
            <a:solidFill>
              <a:srgbClr val="4A7EBB"/>
            </a:solidFill>
            <a:prstDash val="solid"/>
            <a:miter lim="800000"/>
            <a:headEnd type="none" w="med" len="med"/>
            <a:tailEnd type="triangle" w="med" len="med"/>
          </a:ln>
        </p:spPr>
      </p:cxnSp>
      <p:cxnSp>
        <p:nvCxnSpPr>
          <p:cNvPr id="211" name="Google Shape;211;p56"/>
          <p:cNvCxnSpPr/>
          <p:nvPr/>
        </p:nvCxnSpPr>
        <p:spPr>
          <a:xfrm flipH="1">
            <a:off x="7239000" y="2616350"/>
            <a:ext cx="2100" cy="255300"/>
          </a:xfrm>
          <a:prstGeom prst="straightConnector1">
            <a:avLst/>
          </a:prstGeom>
          <a:noFill/>
          <a:ln w="9525" cap="flat" cmpd="sng">
            <a:solidFill>
              <a:srgbClr val="4A7EBB"/>
            </a:solidFill>
            <a:prstDash val="solid"/>
            <a:miter lim="800000"/>
            <a:headEnd type="none" w="med" len="med"/>
            <a:tailEnd type="triangle" w="med" len="med"/>
          </a:ln>
        </p:spPr>
      </p:cxnSp>
      <p:sp>
        <p:nvSpPr>
          <p:cNvPr id="212" name="Google Shape;212;p56"/>
          <p:cNvSpPr/>
          <p:nvPr/>
        </p:nvSpPr>
        <p:spPr>
          <a:xfrm>
            <a:off x="1066800" y="3048000"/>
            <a:ext cx="2286000" cy="838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Libre Baskerville"/>
                <a:ea typeface="Libre Baskerville"/>
                <a:cs typeface="Libre Baskerville"/>
                <a:sym typeface="Libre Baskerville"/>
              </a:rPr>
              <a:t>One Dimensional</a:t>
            </a:r>
            <a:endParaRPr/>
          </a:p>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Libre Baskerville"/>
                <a:ea typeface="Libre Baskerville"/>
                <a:cs typeface="Libre Baskerville"/>
                <a:sym typeface="Libre Baskerville"/>
              </a:rPr>
              <a:t>Array</a:t>
            </a:r>
            <a:endParaRPr/>
          </a:p>
        </p:txBody>
      </p:sp>
      <p:sp>
        <p:nvSpPr>
          <p:cNvPr id="213" name="Google Shape;213;p56"/>
          <p:cNvSpPr/>
          <p:nvPr/>
        </p:nvSpPr>
        <p:spPr>
          <a:xfrm>
            <a:off x="6324600" y="2895600"/>
            <a:ext cx="2286000" cy="838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Libre Baskerville"/>
                <a:ea typeface="Libre Baskerville"/>
                <a:cs typeface="Libre Baskerville"/>
                <a:sym typeface="Libre Baskerville"/>
              </a:rPr>
              <a:t>Multi Dimensional</a:t>
            </a:r>
            <a:endParaRPr/>
          </a:p>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Libre Baskerville"/>
                <a:ea typeface="Libre Baskerville"/>
                <a:cs typeface="Libre Baskerville"/>
                <a:sym typeface="Libre Baskerville"/>
              </a:rPr>
              <a:t>Array</a:t>
            </a:r>
            <a:endParaRPr/>
          </a:p>
        </p:txBody>
      </p:sp>
      <p:sp>
        <p:nvSpPr>
          <p:cNvPr id="214" name="Google Shape;214;p56"/>
          <p:cNvSpPr txBox="1"/>
          <p:nvPr/>
        </p:nvSpPr>
        <p:spPr>
          <a:xfrm>
            <a:off x="838200" y="3810000"/>
            <a:ext cx="3657600" cy="155733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 An Array whose elements are specified by a single subscript</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Eg. A[0] )</a:t>
            </a:r>
            <a:endParaRPr/>
          </a:p>
        </p:txBody>
      </p:sp>
      <p:sp>
        <p:nvSpPr>
          <p:cNvPr id="215" name="Google Shape;215;p56"/>
          <p:cNvSpPr txBox="1"/>
          <p:nvPr/>
        </p:nvSpPr>
        <p:spPr>
          <a:xfrm>
            <a:off x="6324600" y="3886200"/>
            <a:ext cx="2819400" cy="29421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a:t>
            </a:r>
            <a:r>
              <a:rPr lang="en-US" sz="2300" b="0" i="0" u="none" strike="noStrike" cap="none">
                <a:solidFill>
                  <a:srgbClr val="000000"/>
                </a:solidFill>
                <a:latin typeface="Libre Baskerville"/>
                <a:ea typeface="Libre Baskerville"/>
                <a:cs typeface="Libre Baskerville"/>
                <a:sym typeface="Libre Baskerville"/>
              </a:rPr>
              <a:t> An Array whose elements are specified by two or more than two subscripts</a:t>
            </a:r>
            <a:endParaRPr sz="1300"/>
          </a:p>
          <a:p>
            <a:pPr marL="0" marR="0" lvl="0" indent="0" algn="l" rtl="0">
              <a:lnSpc>
                <a:spcPct val="100000"/>
              </a:lnSpc>
              <a:spcBef>
                <a:spcPts val="0"/>
              </a:spcBef>
              <a:spcAft>
                <a:spcPts val="0"/>
              </a:spcAft>
              <a:buClr>
                <a:srgbClr val="000000"/>
              </a:buClr>
              <a:buSzPts val="2400"/>
              <a:buFont typeface="Arial"/>
              <a:buNone/>
            </a:pPr>
            <a:r>
              <a:rPr lang="en-US" sz="2300" b="0" i="0" u="none" strike="noStrike" cap="none">
                <a:solidFill>
                  <a:srgbClr val="000000"/>
                </a:solidFill>
                <a:latin typeface="Libre Baskerville"/>
                <a:ea typeface="Libre Baskerville"/>
                <a:cs typeface="Libre Baskerville"/>
                <a:sym typeface="Libre Baskerville"/>
              </a:rPr>
              <a:t>Eg. A[10][10] is a two dimensional array )</a:t>
            </a:r>
            <a:endParaRPr sz="1300"/>
          </a:p>
        </p:txBody>
      </p:sp>
      <p:pic>
        <p:nvPicPr>
          <p:cNvPr id="216" name="Google Shape;216;p56" descr="http://pcet.org.in/images/pcet-logo.jpg"/>
          <p:cNvPicPr preferRelativeResize="0"/>
          <p:nvPr/>
        </p:nvPicPr>
        <p:blipFill rotWithShape="1">
          <a:blip r:embed="rId3">
            <a:alphaModFix/>
          </a:blip>
          <a:srcRect/>
          <a:stretch/>
        </p:blipFill>
        <p:spPr>
          <a:xfrm>
            <a:off x="225083" y="211015"/>
            <a:ext cx="801859" cy="5205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Effect transition="in" filter="fade">
                                      <p:cBhvr>
                                        <p:cTn id="7" dur="500"/>
                                        <p:tgtEl>
                                          <p:spTgt spid="2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7"/>
                                        </p:tgtEl>
                                        <p:attrNameLst>
                                          <p:attrName>style.visibility</p:attrName>
                                        </p:attrNameLst>
                                      </p:cBhvr>
                                      <p:to>
                                        <p:strVal val="visible"/>
                                      </p:to>
                                    </p:set>
                                    <p:animEffect transition="in" filter="fade">
                                      <p:cBhvr>
                                        <p:cTn id="12" dur="500"/>
                                        <p:tgtEl>
                                          <p:spTgt spid="2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9"/>
                                        </p:tgtEl>
                                        <p:attrNameLst>
                                          <p:attrName>style.visibility</p:attrName>
                                        </p:attrNameLst>
                                      </p:cBhvr>
                                      <p:to>
                                        <p:strVal val="visible"/>
                                      </p:to>
                                    </p:set>
                                    <p:animEffect transition="in" filter="fade">
                                      <p:cBhvr>
                                        <p:cTn id="17" dur="500"/>
                                        <p:tgtEl>
                                          <p:spTgt spid="209"/>
                                        </p:tgtEl>
                                      </p:cBhvr>
                                    </p:animEffect>
                                  </p:childTnLst>
                                </p:cTn>
                              </p:par>
                              <p:par>
                                <p:cTn id="18" presetID="10" presetClass="entr" presetSubtype="0" fill="hold" nodeType="withEffect">
                                  <p:stCondLst>
                                    <p:cond delay="0"/>
                                  </p:stCondLst>
                                  <p:childTnLst>
                                    <p:set>
                                      <p:cBhvr>
                                        <p:cTn id="19" dur="1" fill="hold">
                                          <p:stCondLst>
                                            <p:cond delay="0"/>
                                          </p:stCondLst>
                                        </p:cTn>
                                        <p:tgtEl>
                                          <p:spTgt spid="208"/>
                                        </p:tgtEl>
                                        <p:attrNameLst>
                                          <p:attrName>style.visibility</p:attrName>
                                        </p:attrNameLst>
                                      </p:cBhvr>
                                      <p:to>
                                        <p:strVal val="visible"/>
                                      </p:to>
                                    </p:set>
                                    <p:animEffect transition="in" filter="fade">
                                      <p:cBhvr>
                                        <p:cTn id="20" dur="500"/>
                                        <p:tgtEl>
                                          <p:spTgt spid="20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2"/>
                                        </p:tgtEl>
                                        <p:attrNameLst>
                                          <p:attrName>style.visibility</p:attrName>
                                        </p:attrNameLst>
                                      </p:cBhvr>
                                      <p:to>
                                        <p:strVal val="visible"/>
                                      </p:to>
                                    </p:set>
                                    <p:animEffect transition="in" filter="fade">
                                      <p:cBhvr>
                                        <p:cTn id="25" dur="500"/>
                                        <p:tgtEl>
                                          <p:spTgt spid="2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13"/>
                                        </p:tgtEl>
                                        <p:attrNameLst>
                                          <p:attrName>style.visibility</p:attrName>
                                        </p:attrNameLst>
                                      </p:cBhvr>
                                      <p:to>
                                        <p:strVal val="visible"/>
                                      </p:to>
                                    </p:set>
                                    <p:animEffect transition="in" filter="fade">
                                      <p:cBhvr>
                                        <p:cTn id="30" dur="500"/>
                                        <p:tgtEl>
                                          <p:spTgt spid="2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14"/>
                                        </p:tgtEl>
                                        <p:attrNameLst>
                                          <p:attrName>style.visibility</p:attrName>
                                        </p:attrNameLst>
                                      </p:cBhvr>
                                      <p:to>
                                        <p:strVal val="visible"/>
                                      </p:to>
                                    </p:set>
                                    <p:animEffect transition="in" filter="fade">
                                      <p:cBhvr>
                                        <p:cTn id="35" dur="500"/>
                                        <p:tgtEl>
                                          <p:spTgt spid="2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15">
                                            <p:txEl>
                                              <p:pRg st="0" end="0"/>
                                            </p:txEl>
                                          </p:spTgt>
                                        </p:tgtEl>
                                        <p:attrNameLst>
                                          <p:attrName>style.visibility</p:attrName>
                                        </p:attrNameLst>
                                      </p:cBhvr>
                                      <p:to>
                                        <p:strVal val="visible"/>
                                      </p:to>
                                    </p:set>
                                    <p:animEffect transition="in" filter="fade">
                                      <p:cBhvr>
                                        <p:cTn id="40" dur="500"/>
                                        <p:tgtEl>
                                          <p:spTgt spid="215">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15">
                                            <p:txEl>
                                              <p:pRg st="1" end="1"/>
                                            </p:txEl>
                                          </p:spTgt>
                                        </p:tgtEl>
                                        <p:attrNameLst>
                                          <p:attrName>style.visibility</p:attrName>
                                        </p:attrNameLst>
                                      </p:cBhvr>
                                      <p:to>
                                        <p:strVal val="visible"/>
                                      </p:to>
                                    </p:set>
                                    <p:animEffect transition="in" filter="fade">
                                      <p:cBhvr>
                                        <p:cTn id="45" dur="500"/>
                                        <p:tgtEl>
                                          <p:spTgt spid="2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64"/>
          <p:cNvSpPr txBox="1"/>
          <p:nvPr/>
        </p:nvSpPr>
        <p:spPr>
          <a:xfrm>
            <a:off x="457200" y="-174625"/>
            <a:ext cx="8229600" cy="118903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000000"/>
                </a:solidFill>
                <a:latin typeface="Libre Baskerville"/>
                <a:ea typeface="Libre Baskerville"/>
                <a:cs typeface="Libre Baskerville"/>
                <a:sym typeface="Libre Baskerville"/>
              </a:rPr>
              <a:t>            </a:t>
            </a:r>
            <a:br>
              <a:rPr lang="en-US" sz="3600" b="0" i="0" u="none" strike="noStrike" cap="none">
                <a:solidFill>
                  <a:srgbClr val="000000"/>
                </a:solidFill>
                <a:latin typeface="Libre Baskerville"/>
                <a:ea typeface="Libre Baskerville"/>
                <a:cs typeface="Libre Baskerville"/>
                <a:sym typeface="Libre Baskerville"/>
              </a:rPr>
            </a:br>
            <a:r>
              <a:rPr lang="en-US" sz="3600" b="0" i="0" u="none" strike="noStrike" cap="none">
                <a:solidFill>
                  <a:srgbClr val="000000"/>
                </a:solidFill>
                <a:latin typeface="Libre Baskerville"/>
                <a:ea typeface="Libre Baskerville"/>
                <a:cs typeface="Libre Baskerville"/>
                <a:sym typeface="Libre Baskerville"/>
              </a:rPr>
              <a:t>Array as an ADT</a:t>
            </a:r>
            <a:endParaRPr/>
          </a:p>
        </p:txBody>
      </p:sp>
      <p:sp>
        <p:nvSpPr>
          <p:cNvPr id="225" name="Google Shape;225;p64"/>
          <p:cNvSpPr txBox="1"/>
          <p:nvPr/>
        </p:nvSpPr>
        <p:spPr>
          <a:xfrm>
            <a:off x="457200" y="1219200"/>
            <a:ext cx="8153400" cy="5254625"/>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For defining an array as an abstract data type (ADT), we have to define the very basic operations or functions that can be performed on it. The basic operations of arrays are creating an array, storing an element, accessing an element, and traversing the array.</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create() : produces a new, empty array. </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Access() : takes an array and an index as input, and returns either the appropriate value or an error. </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Store() : is used to enter new index–value pairs</a:t>
            </a:r>
            <a:endParaRPr/>
          </a:p>
        </p:txBody>
      </p:sp>
      <p:pic>
        <p:nvPicPr>
          <p:cNvPr id="226" name="Google Shape;226;p64" descr="http://pcet.org.in/images/pcet-logo.jpg"/>
          <p:cNvPicPr preferRelativeResize="0"/>
          <p:nvPr/>
        </p:nvPicPr>
        <p:blipFill rotWithShape="1">
          <a:blip r:embed="rId3">
            <a:alphaModFix/>
          </a:blip>
          <a:srcRect/>
          <a:stretch/>
        </p:blipFill>
        <p:spPr>
          <a:xfrm>
            <a:off x="135229" y="142422"/>
            <a:ext cx="807306" cy="5328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66"/>
          <p:cNvSpPr txBox="1"/>
          <p:nvPr/>
        </p:nvSpPr>
        <p:spPr>
          <a:xfrm>
            <a:off x="457200" y="152400"/>
            <a:ext cx="8153400" cy="6321425"/>
          </a:xfrm>
          <a:prstGeom prst="rect">
            <a:avLst/>
          </a:prstGeom>
          <a:noFill/>
          <a:ln>
            <a:noFill/>
          </a:ln>
        </p:spPr>
        <p:txBody>
          <a:bodyPr spcFirstLastPara="1" wrap="square" lIns="91425" tIns="45700" rIns="91425" bIns="45700" anchor="t" anchorCtr="0">
            <a:noAutofit/>
          </a:bodyPr>
          <a:lstStyle/>
          <a:p>
            <a:pPr marL="342900" marR="0" lvl="0" indent="-339725"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Libre Baskerville"/>
                <a:ea typeface="Libre Baskerville"/>
                <a:cs typeface="Libre Baskerville"/>
                <a:sym typeface="Libre Baskerville"/>
              </a:rPr>
              <a:t>ADT array(index, value)</a:t>
            </a:r>
            <a:endParaRPr/>
          </a:p>
          <a:p>
            <a:pPr marL="342900" marR="0" lvl="0" indent="-339725" algn="l" rtl="0">
              <a:lnSpc>
                <a:spcPct val="100000"/>
              </a:lnSpc>
              <a:spcBef>
                <a:spcPts val="600"/>
              </a:spcBef>
              <a:spcAft>
                <a:spcPts val="0"/>
              </a:spcAft>
              <a:buClr>
                <a:srgbClr val="000000"/>
              </a:buClr>
              <a:buSzPts val="2400"/>
              <a:buFont typeface="Arial"/>
              <a:buNone/>
            </a:pPr>
            <a:endParaRPr sz="2400" b="0" i="0" u="none" strike="noStrike" cap="none">
              <a:solidFill>
                <a:srgbClr val="000000"/>
              </a:solidFill>
              <a:latin typeface="Libre Baskerville"/>
              <a:ea typeface="Libre Baskerville"/>
              <a:cs typeface="Libre Baskerville"/>
              <a:sym typeface="Libre Baskerville"/>
            </a:endParaRPr>
          </a:p>
          <a:p>
            <a:pPr marL="342900" marR="0" lvl="0" indent="-339725" algn="l" rtl="0">
              <a:lnSpc>
                <a:spcPct val="100000"/>
              </a:lnSpc>
              <a:spcBef>
                <a:spcPts val="60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1. declare create() A array</a:t>
            </a:r>
            <a:endParaRPr/>
          </a:p>
          <a:p>
            <a:pPr marL="342900" marR="0" lvl="0" indent="-339725" algn="l" rtl="0">
              <a:lnSpc>
                <a:spcPct val="100000"/>
              </a:lnSpc>
              <a:spcBef>
                <a:spcPts val="60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2. access(array, index) A value</a:t>
            </a:r>
            <a:endParaRPr/>
          </a:p>
          <a:p>
            <a:pPr marL="342900" marR="0" lvl="0" indent="-339725" algn="l" rtl="0">
              <a:lnSpc>
                <a:spcPct val="100000"/>
              </a:lnSpc>
              <a:spcBef>
                <a:spcPts val="60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3. store(array, index, value) A array</a:t>
            </a:r>
            <a:endParaRPr/>
          </a:p>
          <a:p>
            <a:pPr marL="342900" marR="0" lvl="0" indent="-339725" algn="l" rtl="0">
              <a:lnSpc>
                <a:spcPct val="100000"/>
              </a:lnSpc>
              <a:spcBef>
                <a:spcPts val="60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4. for all Array_A belongs to array, x belongs to value, and i, j belongs to index let: </a:t>
            </a:r>
            <a:endParaRPr/>
          </a:p>
          <a:p>
            <a:pPr marL="342900" marR="0" lvl="0" indent="-339725" algn="l" rtl="0">
              <a:lnSpc>
                <a:spcPct val="100000"/>
              </a:lnSpc>
              <a:spcBef>
                <a:spcPts val="60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	access(create, i) = error</a:t>
            </a:r>
            <a:endParaRPr/>
          </a:p>
          <a:p>
            <a:pPr marL="342900" marR="0" lvl="0" indent="-339725" algn="l" rtl="0">
              <a:lnSpc>
                <a:spcPct val="100000"/>
              </a:lnSpc>
              <a:spcBef>
                <a:spcPts val="60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5.  end</a:t>
            </a:r>
            <a:endParaRPr/>
          </a:p>
          <a:p>
            <a:pPr marL="342900" marR="0" lvl="0" indent="-339725" algn="l" rtl="0">
              <a:lnSpc>
                <a:spcPct val="100000"/>
              </a:lnSpc>
              <a:spcBef>
                <a:spcPts val="60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end array</a:t>
            </a:r>
            <a:endParaRPr/>
          </a:p>
        </p:txBody>
      </p:sp>
      <p:pic>
        <p:nvPicPr>
          <p:cNvPr id="234" name="Google Shape;234;p66" descr="http://pcet.org.in/images/pcet-logo.jpg"/>
          <p:cNvPicPr preferRelativeResize="0"/>
          <p:nvPr/>
        </p:nvPicPr>
        <p:blipFill rotWithShape="1">
          <a:blip r:embed="rId3">
            <a:alphaModFix/>
          </a:blip>
          <a:srcRect/>
          <a:stretch/>
        </p:blipFill>
        <p:spPr>
          <a:xfrm>
            <a:off x="177433" y="182881"/>
            <a:ext cx="765102" cy="5486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86"/>
          <p:cNvSpPr txBox="1"/>
          <p:nvPr/>
        </p:nvSpPr>
        <p:spPr>
          <a:xfrm>
            <a:off x="219625" y="457200"/>
            <a:ext cx="8695800" cy="78630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400"/>
              <a:buFont typeface="Arial"/>
              <a:buNone/>
            </a:pPr>
            <a:r>
              <a:rPr lang="en-US" sz="2300" b="0" i="0" u="none" strike="noStrike" cap="none">
                <a:solidFill>
                  <a:srgbClr val="000000"/>
                </a:solidFill>
                <a:latin typeface="Libre Baskerville"/>
                <a:ea typeface="Libre Baskerville"/>
                <a:cs typeface="Libre Baskerville"/>
                <a:sym typeface="Libre Baskerville"/>
              </a:rPr>
              <a:t>Formally, ADT is a collection of domains, </a:t>
            </a:r>
            <a:r>
              <a:rPr lang="en-US" sz="2300">
                <a:latin typeface="Libre Baskerville"/>
                <a:ea typeface="Libre Baskerville"/>
                <a:cs typeface="Libre Baskerville"/>
                <a:sym typeface="Libre Baskerville"/>
              </a:rPr>
              <a:t>o</a:t>
            </a:r>
            <a:r>
              <a:rPr lang="en-US" sz="2300" b="0" i="0" u="none" strike="noStrike" cap="none">
                <a:solidFill>
                  <a:srgbClr val="000000"/>
                </a:solidFill>
                <a:latin typeface="Libre Baskerville"/>
                <a:ea typeface="Libre Baskerville"/>
                <a:cs typeface="Libre Baskerville"/>
                <a:sym typeface="Libre Baskerville"/>
              </a:rPr>
              <a:t>perations, and axioms (or rules). Let us discuss each of them.</a:t>
            </a:r>
            <a:endParaRPr sz="1300"/>
          </a:p>
          <a:p>
            <a:pPr marL="342900" marR="0" lvl="0" indent="-333375" algn="l" rtl="0">
              <a:lnSpc>
                <a:spcPct val="100000"/>
              </a:lnSpc>
              <a:spcBef>
                <a:spcPts val="600"/>
              </a:spcBef>
              <a:spcAft>
                <a:spcPts val="0"/>
              </a:spcAft>
              <a:buClr>
                <a:srgbClr val="000000"/>
              </a:buClr>
              <a:buSzPts val="2300"/>
              <a:buFont typeface="Noto Sans Symbols"/>
              <a:buChar char="❑"/>
            </a:pPr>
            <a:r>
              <a:rPr lang="en-US" sz="2300" b="1" i="0" u="none" strike="noStrike" cap="none">
                <a:solidFill>
                  <a:srgbClr val="000000"/>
                </a:solidFill>
                <a:latin typeface="Libre Baskerville"/>
                <a:ea typeface="Libre Baskerville"/>
                <a:cs typeface="Libre Baskerville"/>
                <a:sym typeface="Libre Baskerville"/>
              </a:rPr>
              <a:t>Domain A domain is the intended set of values that any array may use either as an index </a:t>
            </a:r>
            <a:r>
              <a:rPr lang="en-US" sz="2300" b="0" i="0" u="none" strike="noStrike" cap="none">
                <a:solidFill>
                  <a:srgbClr val="000000"/>
                </a:solidFill>
                <a:latin typeface="Libre Baskerville"/>
                <a:ea typeface="Libre Baskerville"/>
                <a:cs typeface="Libre Baskerville"/>
                <a:sym typeface="Libre Baskerville"/>
              </a:rPr>
              <a:t>or as a value. We can say that a domain of an array is a collection of fixed, homogeneous elements that may be atomic or structured.</a:t>
            </a:r>
            <a:endParaRPr sz="1300"/>
          </a:p>
          <a:p>
            <a:pPr marL="342900" marR="0" lvl="0" indent="-333375" algn="l" rtl="0">
              <a:lnSpc>
                <a:spcPct val="100000"/>
              </a:lnSpc>
              <a:spcBef>
                <a:spcPts val="600"/>
              </a:spcBef>
              <a:spcAft>
                <a:spcPts val="0"/>
              </a:spcAft>
              <a:buClr>
                <a:srgbClr val="000000"/>
              </a:buClr>
              <a:buSzPts val="2300"/>
              <a:buFont typeface="Noto Sans Symbols"/>
              <a:buChar char="❑"/>
            </a:pPr>
            <a:r>
              <a:rPr lang="en-US" sz="2300" b="1" i="0" u="none" strike="noStrike" cap="none">
                <a:solidFill>
                  <a:srgbClr val="000000"/>
                </a:solidFill>
                <a:latin typeface="Libre Baskerville"/>
                <a:ea typeface="Libre Baskerville"/>
                <a:cs typeface="Libre Baskerville"/>
                <a:sym typeface="Libre Baskerville"/>
              </a:rPr>
              <a:t>Operations As shown in the ADT, the three basic operations of an array are described </a:t>
            </a:r>
            <a:r>
              <a:rPr lang="en-US" sz="2300" b="0" i="0" u="none" strike="noStrike" cap="none">
                <a:solidFill>
                  <a:srgbClr val="000000"/>
                </a:solidFill>
                <a:latin typeface="Libre Baskerville"/>
                <a:ea typeface="Libre Baskerville"/>
                <a:cs typeface="Libre Baskerville"/>
                <a:sym typeface="Libre Baskerville"/>
              </a:rPr>
              <a:t>as follows:</a:t>
            </a:r>
            <a:endParaRPr sz="1300"/>
          </a:p>
          <a:p>
            <a:pPr marL="342900" marR="0" lvl="0" indent="-333375" algn="l" rtl="0">
              <a:lnSpc>
                <a:spcPct val="100000"/>
              </a:lnSpc>
              <a:spcBef>
                <a:spcPts val="0"/>
              </a:spcBef>
              <a:spcAft>
                <a:spcPts val="0"/>
              </a:spcAft>
              <a:buClr>
                <a:srgbClr val="000000"/>
              </a:buClr>
              <a:buSzPts val="2300"/>
              <a:buFont typeface="Noto Sans Symbols"/>
              <a:buChar char="✔"/>
            </a:pPr>
            <a:r>
              <a:rPr lang="en-US" sz="2300" b="0" i="0" u="none" strike="noStrike" cap="none">
                <a:solidFill>
                  <a:srgbClr val="000000"/>
                </a:solidFill>
                <a:latin typeface="Libre Baskerville"/>
                <a:ea typeface="Libre Baskerville"/>
                <a:cs typeface="Libre Baskerville"/>
                <a:sym typeface="Libre Baskerville"/>
              </a:rPr>
              <a:t> create() A array—This operation creates an empty, new array. Whenever a new array is created, it is initially empty. </a:t>
            </a:r>
            <a:endParaRPr sz="2300" b="0" i="0" u="none" strike="noStrike" cap="none">
              <a:solidFill>
                <a:srgbClr val="000000"/>
              </a:solidFill>
              <a:latin typeface="Libre Baskerville"/>
              <a:ea typeface="Libre Baskerville"/>
              <a:cs typeface="Libre Baskerville"/>
              <a:sym typeface="Libre Baskerville"/>
            </a:endParaRPr>
          </a:p>
          <a:p>
            <a:pPr marL="342900" marR="0" lvl="0" indent="-333375" algn="l" rtl="0">
              <a:lnSpc>
                <a:spcPct val="100000"/>
              </a:lnSpc>
              <a:spcBef>
                <a:spcPts val="0"/>
              </a:spcBef>
              <a:spcAft>
                <a:spcPts val="0"/>
              </a:spcAft>
              <a:buClr>
                <a:srgbClr val="000000"/>
              </a:buClr>
              <a:buSzPts val="2300"/>
              <a:buFont typeface="Noto Sans Symbols"/>
              <a:buChar char="✔"/>
            </a:pPr>
            <a:r>
              <a:rPr lang="en-US" sz="2300" b="0" i="0" u="none" strike="noStrike" cap="none">
                <a:solidFill>
                  <a:srgbClr val="000000"/>
                </a:solidFill>
                <a:latin typeface="Libre Baskerville"/>
                <a:ea typeface="Libre Baskerville"/>
                <a:cs typeface="Libre Baskerville"/>
                <a:sym typeface="Libre Baskerville"/>
              </a:rPr>
              <a:t> access(array, index) A value—This function takes an array and index as input and accesses the data element of that position. When the array is newly created, this operation must indicate an error because initially each array is by default empty.</a:t>
            </a:r>
            <a:endParaRPr sz="1300"/>
          </a:p>
        </p:txBody>
      </p:sp>
      <p:pic>
        <p:nvPicPr>
          <p:cNvPr id="242" name="Google Shape;242;p86" descr="http://pcet.org.in/images/pcet-logo.jpg"/>
          <p:cNvPicPr preferRelativeResize="0"/>
          <p:nvPr/>
        </p:nvPicPr>
        <p:blipFill rotWithShape="1">
          <a:blip r:embed="rId3">
            <a:alphaModFix/>
          </a:blip>
          <a:srcRect/>
          <a:stretch/>
        </p:blipFill>
        <p:spPr>
          <a:xfrm>
            <a:off x="219635" y="100214"/>
            <a:ext cx="736968" cy="46248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87"/>
          <p:cNvSpPr txBox="1"/>
          <p:nvPr/>
        </p:nvSpPr>
        <p:spPr>
          <a:xfrm>
            <a:off x="457200" y="457200"/>
            <a:ext cx="8229600" cy="5668963"/>
          </a:xfrm>
          <a:prstGeom prst="rect">
            <a:avLst/>
          </a:prstGeom>
          <a:noFill/>
          <a:ln>
            <a:noFill/>
          </a:ln>
        </p:spPr>
        <p:txBody>
          <a:bodyPr spcFirstLastPara="1" wrap="square" lIns="91425" tIns="45700" rIns="91425" bIns="45700" anchor="t" anchorCtr="0">
            <a:noAutofit/>
          </a:bodyPr>
          <a:lstStyle/>
          <a:p>
            <a:pPr marL="341313" marR="0" lvl="0" indent="-339725"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Libre Baskerville"/>
              <a:ea typeface="Libre Baskerville"/>
              <a:cs typeface="Libre Baskerville"/>
              <a:sym typeface="Libre Baskerville"/>
            </a:endParaRPr>
          </a:p>
          <a:p>
            <a:pPr marL="341313"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 store(array, index, value) A array—This operation is used to store a value in the array at a specified index position giving the updated array as an output.</a:t>
            </a:r>
            <a:endParaRPr/>
          </a:p>
          <a:p>
            <a:pPr marL="341313" marR="0" lvl="0" indent="-339725" algn="l" rtl="0">
              <a:lnSpc>
                <a:spcPct val="100000"/>
              </a:lnSpc>
              <a:spcBef>
                <a:spcPts val="600"/>
              </a:spcBef>
              <a:spcAft>
                <a:spcPts val="0"/>
              </a:spcAft>
              <a:buClr>
                <a:srgbClr val="000000"/>
              </a:buClr>
              <a:buSzPts val="2400"/>
              <a:buFont typeface="Noto Sans Symbols"/>
              <a:buChar char="❑"/>
            </a:pPr>
            <a:r>
              <a:rPr lang="en-US" sz="2400" b="1" i="0" u="none" strike="noStrike" cap="none">
                <a:solidFill>
                  <a:srgbClr val="000000"/>
                </a:solidFill>
                <a:latin typeface="Libre Baskerville"/>
                <a:ea typeface="Libre Baskerville"/>
                <a:cs typeface="Libre Baskerville"/>
                <a:sym typeface="Libre Baskerville"/>
              </a:rPr>
              <a:t>Axioms The following are the axioms which form part of the ADT:</a:t>
            </a:r>
            <a:endParaRPr/>
          </a:p>
          <a:p>
            <a:pPr marL="341313"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access(create, i) = error—This is the first axiom that explains the working of the access() operation. If the array is newly created, it is initially empty. So if we try to access an element at the ith position, it will be an erroneous operation.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88"/>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Libre Baskerville"/>
                <a:ea typeface="Libre Baskerville"/>
                <a:cs typeface="Libre Baskerville"/>
                <a:sym typeface="Libre Baskerville"/>
              </a:rPr>
              <a:t>Array as an adt</a:t>
            </a:r>
            <a:endParaRPr/>
          </a:p>
        </p:txBody>
      </p:sp>
      <p:sp>
        <p:nvSpPr>
          <p:cNvPr id="257" name="Google Shape;257;p88"/>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Class Generalarray</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Generalarray( int j,Rangelist list, float initvalue=defaultvalue);</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float retreive(index i);</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void store(index i ,float x)</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a:t>
            </a:r>
            <a:endParaRPr/>
          </a:p>
          <a:p>
            <a:pPr marL="342900"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p:txBody>
      </p:sp>
      <p:pic>
        <p:nvPicPr>
          <p:cNvPr id="258" name="Google Shape;258;p88"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89"/>
          <p:cNvSpPr txBox="1"/>
          <p:nvPr/>
        </p:nvSpPr>
        <p:spPr>
          <a:xfrm>
            <a:off x="609600" y="457200"/>
            <a:ext cx="7467600" cy="550863"/>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US" sz="3000" b="1" i="0" u="none" strike="noStrike" cap="none">
                <a:solidFill>
                  <a:srgbClr val="000000"/>
                </a:solidFill>
                <a:latin typeface="Libre Baskerville"/>
                <a:ea typeface="Libre Baskerville"/>
                <a:cs typeface="Libre Baskerville"/>
                <a:sym typeface="Libre Baskerville"/>
              </a:rPr>
              <a:t>One Dimensional Array-:</a:t>
            </a:r>
            <a:endParaRPr/>
          </a:p>
        </p:txBody>
      </p:sp>
      <p:sp>
        <p:nvSpPr>
          <p:cNvPr id="266" name="Google Shape;266;p89"/>
          <p:cNvSpPr txBox="1"/>
          <p:nvPr/>
        </p:nvSpPr>
        <p:spPr>
          <a:xfrm>
            <a:off x="533400" y="1676400"/>
            <a:ext cx="7467600" cy="3746500"/>
          </a:xfrm>
          <a:prstGeom prst="rect">
            <a:avLst/>
          </a:prstGeom>
          <a:noFill/>
          <a:ln>
            <a:noFill/>
          </a:ln>
        </p:spPr>
        <p:txBody>
          <a:bodyPr spcFirstLastPara="1" wrap="square" lIns="90000" tIns="46800" rIns="90000" bIns="46800" anchor="t" anchorCtr="0">
            <a:spAutoFit/>
          </a:bodyPr>
          <a:lstStyle/>
          <a:p>
            <a:pPr marL="0" marR="0" lvl="0" indent="-124460" algn="l" rtl="0">
              <a:lnSpc>
                <a:spcPct val="100000"/>
              </a:lnSpc>
              <a:spcBef>
                <a:spcPts val="0"/>
              </a:spcBef>
              <a:spcAft>
                <a:spcPts val="0"/>
              </a:spcAft>
              <a:buClr>
                <a:srgbClr val="4F81BD"/>
              </a:buClr>
              <a:buSzPts val="1960"/>
              <a:buFont typeface="Noto Sans Symbols"/>
              <a:buChar char="❑"/>
            </a:pPr>
            <a:r>
              <a:rPr lang="en-US" sz="2800" b="0" i="0" u="none" strike="noStrike" cap="none">
                <a:solidFill>
                  <a:srgbClr val="000000"/>
                </a:solidFill>
                <a:latin typeface="Libre Baskerville"/>
                <a:ea typeface="Libre Baskerville"/>
                <a:cs typeface="Libre Baskerville"/>
                <a:sym typeface="Libre Baskerville"/>
              </a:rPr>
              <a:t>1-D Arrays are suitable for processing lists of items of identical types.</a:t>
            </a:r>
            <a:endParaRPr/>
          </a:p>
          <a:p>
            <a:pPr marL="0" marR="0" lvl="0" indent="0" algn="l" rtl="0">
              <a:lnSpc>
                <a:spcPct val="100000"/>
              </a:lnSpc>
              <a:spcBef>
                <a:spcPts val="1750"/>
              </a:spcBef>
              <a:spcAft>
                <a:spcPts val="0"/>
              </a:spcAft>
              <a:buClr>
                <a:srgbClr val="000000"/>
              </a:buClr>
              <a:buSzPts val="196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124460" algn="l" rtl="0">
              <a:lnSpc>
                <a:spcPct val="100000"/>
              </a:lnSpc>
              <a:spcBef>
                <a:spcPts val="1750"/>
              </a:spcBef>
              <a:spcAft>
                <a:spcPts val="0"/>
              </a:spcAft>
              <a:buClr>
                <a:srgbClr val="4F81BD"/>
              </a:buClr>
              <a:buSzPts val="1960"/>
              <a:buFont typeface="Noto Sans Symbols"/>
              <a:buChar char="❑"/>
            </a:pPr>
            <a:r>
              <a:rPr lang="en-US" sz="2800" b="0" i="0" u="none" strike="noStrike" cap="none">
                <a:solidFill>
                  <a:srgbClr val="000000"/>
                </a:solidFill>
                <a:latin typeface="Libre Baskerville"/>
                <a:ea typeface="Libre Baskerville"/>
                <a:cs typeface="Libre Baskerville"/>
                <a:sym typeface="Libre Baskerville"/>
              </a:rPr>
              <a:t>They are very useful for problems that require the same operation to be performed on a group of data items.</a:t>
            </a:r>
            <a:endParaRPr/>
          </a:p>
          <a:p>
            <a:pPr marL="0" marR="0" lvl="0" indent="0" algn="l" rtl="0">
              <a:lnSpc>
                <a:spcPct val="100000"/>
              </a:lnSpc>
              <a:spcBef>
                <a:spcPts val="175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p:txBody>
      </p:sp>
      <p:pic>
        <p:nvPicPr>
          <p:cNvPr id="267" name="Google Shape;267;p89"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90"/>
          <p:cNvSpPr txBox="1"/>
          <p:nvPr/>
        </p:nvSpPr>
        <p:spPr>
          <a:xfrm>
            <a:off x="1208650" y="513470"/>
            <a:ext cx="7543800" cy="1008063"/>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00000"/>
                </a:solidFill>
                <a:latin typeface="Libre Baskerville"/>
                <a:ea typeface="Libre Baskerville"/>
                <a:cs typeface="Libre Baskerville"/>
                <a:sym typeface="Libre Baskerville"/>
              </a:rPr>
              <a:t>Operations defined on 1-D Arrays-:</a:t>
            </a:r>
            <a:endParaRPr/>
          </a:p>
        </p:txBody>
      </p:sp>
      <p:sp>
        <p:nvSpPr>
          <p:cNvPr id="275" name="Google Shape;275;p90"/>
          <p:cNvSpPr txBox="1"/>
          <p:nvPr/>
        </p:nvSpPr>
        <p:spPr>
          <a:xfrm>
            <a:off x="457200" y="1371600"/>
            <a:ext cx="8001000" cy="3506788"/>
          </a:xfrm>
          <a:prstGeom prst="rect">
            <a:avLst/>
          </a:prstGeom>
          <a:noFill/>
          <a:ln>
            <a:noFill/>
          </a:ln>
        </p:spPr>
        <p:txBody>
          <a:bodyPr spcFirstLastPara="1" wrap="square" lIns="90000" tIns="46800" rIns="90000" bIns="46800" anchor="t" anchorCtr="0">
            <a:spAutoFit/>
          </a:bodyPr>
          <a:lstStyle/>
          <a:p>
            <a:pPr marL="511175" marR="0" lvl="0" indent="-511175" algn="l" rtl="0">
              <a:lnSpc>
                <a:spcPct val="100000"/>
              </a:lnSpc>
              <a:spcBef>
                <a:spcPts val="0"/>
              </a:spcBef>
              <a:spcAft>
                <a:spcPts val="0"/>
              </a:spcAft>
              <a:buClr>
                <a:srgbClr val="000000"/>
              </a:buClr>
              <a:buSzPts val="2800"/>
              <a:buFont typeface="Times New Roman"/>
              <a:buAutoNum type="arabicPeriod"/>
            </a:pPr>
            <a:r>
              <a:rPr lang="en-US" sz="2800" b="1" i="0" u="sng" strike="noStrike" cap="none">
                <a:solidFill>
                  <a:srgbClr val="000000"/>
                </a:solidFill>
                <a:latin typeface="Libre Baskerville"/>
                <a:ea typeface="Libre Baskerville"/>
                <a:cs typeface="Libre Baskerville"/>
                <a:sym typeface="Libre Baskerville"/>
              </a:rPr>
              <a:t>TRAVERSAL-: </a:t>
            </a:r>
            <a:endParaRPr/>
          </a:p>
          <a:p>
            <a:pPr marL="511175" marR="0" lvl="0" indent="-51117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An Array can be travelled by visiting its element starting from the zeroth element to the last element in the list.</a:t>
            </a:r>
            <a:endParaRPr/>
          </a:p>
          <a:p>
            <a:pPr marL="511175" marR="0" lvl="0" indent="-51117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a:t>
            </a:r>
            <a:endParaRPr/>
          </a:p>
          <a:p>
            <a:pPr marL="511175" marR="0" lvl="0" indent="-51117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Processing of the visited element can be done as per the  requirement of the problem.</a:t>
            </a:r>
            <a:endParaRPr/>
          </a:p>
        </p:txBody>
      </p:sp>
      <p:pic>
        <p:nvPicPr>
          <p:cNvPr id="276" name="Google Shape;276;p90"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91"/>
          <p:cNvSpPr txBox="1"/>
          <p:nvPr/>
        </p:nvSpPr>
        <p:spPr>
          <a:xfrm>
            <a:off x="381000" y="381000"/>
            <a:ext cx="7848600" cy="48354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Algorithm Traversal (A,N)</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 Description:- A is an array of size N.</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1. Read N</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2. for( i:=0 to</a:t>
            </a:r>
            <a:r>
              <a:rPr lang="en-US" sz="2800">
                <a:latin typeface="Libre Baskerville"/>
                <a:ea typeface="Libre Baskerville"/>
                <a:cs typeface="Libre Baskerville"/>
                <a:sym typeface="Libre Baskerville"/>
              </a:rPr>
              <a:t> N</a:t>
            </a:r>
            <a:r>
              <a:rPr lang="en-US" sz="2800" b="0" i="0" u="none" strike="noStrike" cap="none">
                <a:solidFill>
                  <a:srgbClr val="000000"/>
                </a:solidFill>
                <a:latin typeface="Libre Baskerville"/>
                <a:ea typeface="Libre Baskerville"/>
                <a:cs typeface="Libre Baskerville"/>
                <a:sym typeface="Libre Baskerville"/>
              </a:rPr>
              <a:t>)  </a:t>
            </a:r>
            <a:r>
              <a:rPr lang="en-US" sz="2800">
                <a:latin typeface="Libre Baskerville"/>
                <a:ea typeface="Libre Baskerville"/>
                <a:cs typeface="Libre Baskerville"/>
                <a:sym typeface="Libre Baskerville"/>
              </a:rPr>
              <a:t>……N+1</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2.1 Read A[i]   N</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2.2 write A[i]  N </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Time Complexity-: ???</a:t>
            </a:r>
            <a:endParaRPr/>
          </a:p>
        </p:txBody>
      </p:sp>
      <p:pic>
        <p:nvPicPr>
          <p:cNvPr id="285" name="Google Shape;285;p91"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92"/>
          <p:cNvSpPr txBox="1"/>
          <p:nvPr/>
        </p:nvSpPr>
        <p:spPr>
          <a:xfrm>
            <a:off x="662354" y="831166"/>
            <a:ext cx="7467600" cy="520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2.  </a:t>
            </a:r>
            <a:r>
              <a:rPr lang="en-US" sz="2800" b="1" i="0" u="sng" strike="noStrike" cap="none">
                <a:solidFill>
                  <a:srgbClr val="000000"/>
                </a:solidFill>
                <a:latin typeface="Libre Baskerville"/>
                <a:ea typeface="Libre Baskerville"/>
                <a:cs typeface="Libre Baskerville"/>
                <a:sym typeface="Libre Baskerville"/>
              </a:rPr>
              <a:t>INSERTION of an element-:</a:t>
            </a:r>
            <a:endParaRPr/>
          </a:p>
        </p:txBody>
      </p:sp>
      <p:sp>
        <p:nvSpPr>
          <p:cNvPr id="293" name="Google Shape;293;p92"/>
          <p:cNvSpPr txBox="1"/>
          <p:nvPr/>
        </p:nvSpPr>
        <p:spPr>
          <a:xfrm>
            <a:off x="609600" y="1600200"/>
            <a:ext cx="7543800" cy="52387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94" name="Google Shape;294;p92"/>
          <p:cNvPicPr preferRelativeResize="0"/>
          <p:nvPr/>
        </p:nvPicPr>
        <p:blipFill rotWithShape="1">
          <a:blip r:embed="rId3">
            <a:alphaModFix/>
          </a:blip>
          <a:srcRect/>
          <a:stretch/>
        </p:blipFill>
        <p:spPr>
          <a:xfrm>
            <a:off x="1447800" y="1828800"/>
            <a:ext cx="6181725" cy="3590925"/>
          </a:xfrm>
          <a:prstGeom prst="rect">
            <a:avLst/>
          </a:prstGeom>
          <a:noFill/>
          <a:ln>
            <a:noFill/>
          </a:ln>
        </p:spPr>
      </p:pic>
      <p:sp>
        <p:nvSpPr>
          <p:cNvPr id="295" name="Google Shape;295;p92"/>
          <p:cNvSpPr txBox="1"/>
          <p:nvPr/>
        </p:nvSpPr>
        <p:spPr>
          <a:xfrm>
            <a:off x="1828800" y="1981200"/>
            <a:ext cx="4876800" cy="371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800" b="0" i="0" u="none" strike="noStrike" cap="none">
                <a:solidFill>
                  <a:srgbClr val="000000"/>
                </a:solidFill>
                <a:latin typeface="Arial"/>
                <a:ea typeface="Arial"/>
                <a:cs typeface="Arial"/>
                <a:sym typeface="Arial"/>
              </a:rPr>
              <a:t>   0        1       2       3       4        5       6        7</a:t>
            </a:r>
            <a:endParaRPr sz="1800"/>
          </a:p>
        </p:txBody>
      </p:sp>
      <p:sp>
        <p:nvSpPr>
          <p:cNvPr id="296" name="Google Shape;296;p92"/>
          <p:cNvSpPr txBox="1"/>
          <p:nvPr/>
        </p:nvSpPr>
        <p:spPr>
          <a:xfrm>
            <a:off x="1143000" y="5410200"/>
            <a:ext cx="6096000" cy="520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Insert 40 at location 4th</a:t>
            </a:r>
            <a:endParaRPr/>
          </a:p>
        </p:txBody>
      </p:sp>
      <p:pic>
        <p:nvPicPr>
          <p:cNvPr id="297" name="Google Shape;297;p92" descr="http://pcet.org.in/images/pcet-logo.jpg"/>
          <p:cNvPicPr preferRelativeResize="0"/>
          <p:nvPr/>
        </p:nvPicPr>
        <p:blipFill rotWithShape="1">
          <a:blip r:embed="rId4">
            <a:alphaModFix/>
          </a:blip>
          <a:srcRect/>
          <a:stretch/>
        </p:blipFill>
        <p:spPr>
          <a:xfrm>
            <a:off x="135229" y="142422"/>
            <a:ext cx="1007772" cy="77197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93"/>
          <p:cNvSpPr txBox="1"/>
          <p:nvPr/>
        </p:nvSpPr>
        <p:spPr>
          <a:xfrm>
            <a:off x="786619" y="541606"/>
            <a:ext cx="7924800" cy="520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After Insertion-:</a:t>
            </a:r>
            <a:endParaRPr/>
          </a:p>
        </p:txBody>
      </p:sp>
      <p:graphicFrame>
        <p:nvGraphicFramePr>
          <p:cNvPr id="305" name="Google Shape;305;p93"/>
          <p:cNvGraphicFramePr/>
          <p:nvPr/>
        </p:nvGraphicFramePr>
        <p:xfrm>
          <a:off x="1143000" y="1828800"/>
          <a:ext cx="5419725" cy="401650"/>
        </p:xfrm>
        <a:graphic>
          <a:graphicData uri="http://schemas.openxmlformats.org/drawingml/2006/table">
            <a:tbl>
              <a:tblPr>
                <a:noFill/>
                <a:tableStyleId>{8D1950BE-5863-4897-BD1D-62408112DEBE}</a:tableStyleId>
              </a:tblPr>
              <a:tblGrid>
                <a:gridCol w="677875">
                  <a:extLst>
                    <a:ext uri="{9D8B030D-6E8A-4147-A177-3AD203B41FA5}">
                      <a16:colId xmlns:a16="http://schemas.microsoft.com/office/drawing/2014/main" val="20000"/>
                    </a:ext>
                  </a:extLst>
                </a:gridCol>
                <a:gridCol w="676275">
                  <a:extLst>
                    <a:ext uri="{9D8B030D-6E8A-4147-A177-3AD203B41FA5}">
                      <a16:colId xmlns:a16="http://schemas.microsoft.com/office/drawing/2014/main" val="20001"/>
                    </a:ext>
                  </a:extLst>
                </a:gridCol>
                <a:gridCol w="677850">
                  <a:extLst>
                    <a:ext uri="{9D8B030D-6E8A-4147-A177-3AD203B41FA5}">
                      <a16:colId xmlns:a16="http://schemas.microsoft.com/office/drawing/2014/main" val="20002"/>
                    </a:ext>
                  </a:extLst>
                </a:gridCol>
                <a:gridCol w="679450">
                  <a:extLst>
                    <a:ext uri="{9D8B030D-6E8A-4147-A177-3AD203B41FA5}">
                      <a16:colId xmlns:a16="http://schemas.microsoft.com/office/drawing/2014/main" val="20003"/>
                    </a:ext>
                  </a:extLst>
                </a:gridCol>
                <a:gridCol w="676275">
                  <a:extLst>
                    <a:ext uri="{9D8B030D-6E8A-4147-A177-3AD203B41FA5}">
                      <a16:colId xmlns:a16="http://schemas.microsoft.com/office/drawing/2014/main" val="20004"/>
                    </a:ext>
                  </a:extLst>
                </a:gridCol>
                <a:gridCol w="677875">
                  <a:extLst>
                    <a:ext uri="{9D8B030D-6E8A-4147-A177-3AD203B41FA5}">
                      <a16:colId xmlns:a16="http://schemas.microsoft.com/office/drawing/2014/main" val="20005"/>
                    </a:ext>
                  </a:extLst>
                </a:gridCol>
                <a:gridCol w="677850">
                  <a:extLst>
                    <a:ext uri="{9D8B030D-6E8A-4147-A177-3AD203B41FA5}">
                      <a16:colId xmlns:a16="http://schemas.microsoft.com/office/drawing/2014/main" val="20006"/>
                    </a:ext>
                  </a:extLst>
                </a:gridCol>
                <a:gridCol w="676275">
                  <a:extLst>
                    <a:ext uri="{9D8B030D-6E8A-4147-A177-3AD203B41FA5}">
                      <a16:colId xmlns:a16="http://schemas.microsoft.com/office/drawing/2014/main" val="20007"/>
                    </a:ext>
                  </a:extLst>
                </a:gridCol>
              </a:tblGrid>
              <a:tr h="401650">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10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20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30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40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50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60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70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chemeClr val="dk1"/>
                        </a:buClr>
                        <a:buSzPts val="1400"/>
                        <a:buFont typeface="Libre Baskerville"/>
                        <a:buNone/>
                      </a:pPr>
                      <a:endParaRPr sz="2000" b="0" i="0" u="none" strike="noStrike" cap="none">
                        <a:solidFill>
                          <a:srgbClr val="000000"/>
                        </a:solidFill>
                        <a:latin typeface="Century Schoolbook"/>
                        <a:ea typeface="Century Schoolbook"/>
                        <a:cs typeface="Century Schoolbook"/>
                        <a:sym typeface="Century Schoolbook"/>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06" name="Google Shape;306;p93"/>
          <p:cNvSpPr txBox="1"/>
          <p:nvPr/>
        </p:nvSpPr>
        <p:spPr>
          <a:xfrm>
            <a:off x="1143000" y="1447800"/>
            <a:ext cx="52578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0         1        2         3         4         5         6       7</a:t>
            </a:r>
            <a:endParaRPr/>
          </a:p>
        </p:txBody>
      </p:sp>
      <p:cxnSp>
        <p:nvCxnSpPr>
          <p:cNvPr id="307" name="Google Shape;307;p93"/>
          <p:cNvCxnSpPr/>
          <p:nvPr/>
        </p:nvCxnSpPr>
        <p:spPr>
          <a:xfrm rot="10800000" flipH="1">
            <a:off x="3581400" y="2286000"/>
            <a:ext cx="3175" cy="609600"/>
          </a:xfrm>
          <a:prstGeom prst="straightConnector1">
            <a:avLst/>
          </a:prstGeom>
          <a:noFill/>
          <a:ln w="9525" cap="flat" cmpd="sng">
            <a:solidFill>
              <a:srgbClr val="4A7EBB"/>
            </a:solidFill>
            <a:prstDash val="solid"/>
            <a:miter lim="800000"/>
            <a:headEnd type="none" w="med" len="med"/>
            <a:tailEnd type="triangle" w="med" len="med"/>
          </a:ln>
        </p:spPr>
      </p:cxnSp>
      <p:sp>
        <p:nvSpPr>
          <p:cNvPr id="308" name="Google Shape;308;p93"/>
          <p:cNvSpPr txBox="1"/>
          <p:nvPr/>
        </p:nvSpPr>
        <p:spPr>
          <a:xfrm>
            <a:off x="3048000" y="2971800"/>
            <a:ext cx="16002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Inserted</a:t>
            </a:r>
            <a:endParaRPr/>
          </a:p>
        </p:txBody>
      </p:sp>
      <p:cxnSp>
        <p:nvCxnSpPr>
          <p:cNvPr id="309" name="Google Shape;309;p93"/>
          <p:cNvCxnSpPr/>
          <p:nvPr/>
        </p:nvCxnSpPr>
        <p:spPr>
          <a:xfrm flipH="1">
            <a:off x="1219200" y="4191000"/>
            <a:ext cx="1371600" cy="1588"/>
          </a:xfrm>
          <a:prstGeom prst="straightConnector1">
            <a:avLst/>
          </a:prstGeom>
          <a:noFill/>
          <a:ln w="9525" cap="flat" cmpd="sng">
            <a:solidFill>
              <a:srgbClr val="4A7EBB"/>
            </a:solidFill>
            <a:prstDash val="solid"/>
            <a:miter lim="800000"/>
            <a:headEnd type="none" w="med" len="med"/>
            <a:tailEnd type="triangle" w="med" len="med"/>
          </a:ln>
        </p:spPr>
      </p:cxnSp>
      <p:sp>
        <p:nvSpPr>
          <p:cNvPr id="310" name="Google Shape;310;p93"/>
          <p:cNvSpPr txBox="1"/>
          <p:nvPr/>
        </p:nvSpPr>
        <p:spPr>
          <a:xfrm>
            <a:off x="2743200" y="3962400"/>
            <a:ext cx="685800" cy="64293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m+1</a:t>
            </a:r>
            <a:endParaRPr/>
          </a:p>
        </p:txBody>
      </p:sp>
      <p:cxnSp>
        <p:nvCxnSpPr>
          <p:cNvPr id="311" name="Google Shape;311;p93"/>
          <p:cNvCxnSpPr/>
          <p:nvPr/>
        </p:nvCxnSpPr>
        <p:spPr>
          <a:xfrm>
            <a:off x="3505200" y="4191000"/>
            <a:ext cx="2362200" cy="1588"/>
          </a:xfrm>
          <a:prstGeom prst="straightConnector1">
            <a:avLst/>
          </a:prstGeom>
          <a:noFill/>
          <a:ln w="9525" cap="flat" cmpd="sng">
            <a:solidFill>
              <a:srgbClr val="4A7EBB"/>
            </a:solidFill>
            <a:prstDash val="solid"/>
            <a:miter lim="800000"/>
            <a:headEnd type="none" w="med" len="med"/>
            <a:tailEnd type="triangle" w="med" len="med"/>
          </a:ln>
        </p:spPr>
      </p:cxnSp>
      <p:cxnSp>
        <p:nvCxnSpPr>
          <p:cNvPr id="312" name="Google Shape;312;p93"/>
          <p:cNvCxnSpPr/>
          <p:nvPr/>
        </p:nvCxnSpPr>
        <p:spPr>
          <a:xfrm flipH="1">
            <a:off x="1143000" y="5486400"/>
            <a:ext cx="1905000" cy="1588"/>
          </a:xfrm>
          <a:prstGeom prst="straightConnector1">
            <a:avLst/>
          </a:prstGeom>
          <a:noFill/>
          <a:ln w="9525" cap="flat" cmpd="sng">
            <a:solidFill>
              <a:srgbClr val="4A7EBB"/>
            </a:solidFill>
            <a:prstDash val="solid"/>
            <a:miter lim="800000"/>
            <a:headEnd type="none" w="med" len="med"/>
            <a:tailEnd type="triangle" w="med" len="med"/>
          </a:ln>
        </p:spPr>
      </p:cxnSp>
      <p:sp>
        <p:nvSpPr>
          <p:cNvPr id="313" name="Google Shape;313;p93"/>
          <p:cNvSpPr txBox="1"/>
          <p:nvPr/>
        </p:nvSpPr>
        <p:spPr>
          <a:xfrm>
            <a:off x="3200400" y="5334000"/>
            <a:ext cx="7620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N</a:t>
            </a:r>
            <a:endParaRPr/>
          </a:p>
        </p:txBody>
      </p:sp>
      <p:cxnSp>
        <p:nvCxnSpPr>
          <p:cNvPr id="314" name="Google Shape;314;p93"/>
          <p:cNvCxnSpPr/>
          <p:nvPr/>
        </p:nvCxnSpPr>
        <p:spPr>
          <a:xfrm>
            <a:off x="3581400" y="5486400"/>
            <a:ext cx="3049588" cy="1588"/>
          </a:xfrm>
          <a:prstGeom prst="straightConnector1">
            <a:avLst/>
          </a:prstGeom>
          <a:noFill/>
          <a:ln w="9525" cap="flat" cmpd="sng">
            <a:solidFill>
              <a:srgbClr val="4A7EBB"/>
            </a:solidFill>
            <a:prstDash val="solid"/>
            <a:miter lim="800000"/>
            <a:headEnd type="none" w="med" len="med"/>
            <a:tailEnd type="triangle" w="med" len="med"/>
          </a:ln>
        </p:spPr>
      </p:cxnSp>
      <p:pic>
        <p:nvPicPr>
          <p:cNvPr id="315" name="Google Shape;315;p93" descr="http://pcet.org.in/images/pcet-logo.jpg"/>
          <p:cNvPicPr preferRelativeResize="0"/>
          <p:nvPr/>
        </p:nvPicPr>
        <p:blipFill rotWithShape="1">
          <a:blip r:embed="rId3">
            <a:alphaModFix/>
          </a:blip>
          <a:srcRect/>
          <a:stretch/>
        </p:blipFill>
        <p:spPr>
          <a:xfrm>
            <a:off x="393895" y="182880"/>
            <a:ext cx="675250" cy="42203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94"/>
          <p:cNvSpPr txBox="1"/>
          <p:nvPr/>
        </p:nvSpPr>
        <p:spPr>
          <a:xfrm>
            <a:off x="457200" y="381000"/>
            <a:ext cx="7696200" cy="569595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Algorithm Insertion ( A,N, m, val, loc)</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//Description-: A is an array of size N having    </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//m elements. val is the value to be inserted </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//at location loc.</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1. Enter m</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2. for( i:=0 to m-1)</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2.1 Enter A [i]</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3. Enter val and loc</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4. if (loc&gt;N)</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4.1 Print Insertion Not Possible</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4.2 Exit</a:t>
            </a:r>
            <a:endParaRPr/>
          </a:p>
        </p:txBody>
      </p:sp>
      <p:pic>
        <p:nvPicPr>
          <p:cNvPr id="323" name="Google Shape;323;p94" descr="http://pcet.org.in/images/pcet-logo.jpg"/>
          <p:cNvPicPr preferRelativeResize="0"/>
          <p:nvPr/>
        </p:nvPicPr>
        <p:blipFill rotWithShape="1">
          <a:blip r:embed="rId3">
            <a:alphaModFix/>
          </a:blip>
          <a:srcRect/>
          <a:stretch/>
        </p:blipFill>
        <p:spPr>
          <a:xfrm>
            <a:off x="135229" y="142422"/>
            <a:ext cx="708833" cy="37808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95"/>
          <p:cNvSpPr txBox="1"/>
          <p:nvPr/>
        </p:nvSpPr>
        <p:spPr>
          <a:xfrm>
            <a:off x="611944" y="1202787"/>
            <a:ext cx="7924800" cy="483393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5. for i=m-1 to loc-1 do</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5.1 A[i+1] := A[i]</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6. A[loc-1] := val</a:t>
            </a:r>
            <a:endParaRPr sz="28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7. For i:=0 to m do</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        7.1 Print A[i]</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Time Complexity-:???</a:t>
            </a:r>
            <a:endParaRPr/>
          </a:p>
        </p:txBody>
      </p:sp>
      <p:pic>
        <p:nvPicPr>
          <p:cNvPr id="331" name="Google Shape;331;p95"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96"/>
          <p:cNvSpPr txBox="1"/>
          <p:nvPr/>
        </p:nvSpPr>
        <p:spPr>
          <a:xfrm>
            <a:off x="1378634" y="281354"/>
            <a:ext cx="7765366" cy="556179"/>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sng" strike="noStrike" cap="none">
                <a:solidFill>
                  <a:srgbClr val="000000"/>
                </a:solidFill>
                <a:latin typeface="Libre Baskerville"/>
                <a:ea typeface="Libre Baskerville"/>
                <a:cs typeface="Libre Baskerville"/>
                <a:sym typeface="Libre Baskerville"/>
              </a:rPr>
              <a:t>3. Deletion of an element from an array-:</a:t>
            </a:r>
            <a:endParaRPr/>
          </a:p>
        </p:txBody>
      </p:sp>
      <p:pic>
        <p:nvPicPr>
          <p:cNvPr id="339" name="Google Shape;339;p96"/>
          <p:cNvPicPr preferRelativeResize="0"/>
          <p:nvPr/>
        </p:nvPicPr>
        <p:blipFill rotWithShape="1">
          <a:blip r:embed="rId3">
            <a:alphaModFix/>
          </a:blip>
          <a:srcRect/>
          <a:stretch/>
        </p:blipFill>
        <p:spPr>
          <a:xfrm>
            <a:off x="1481138" y="1187450"/>
            <a:ext cx="4505325" cy="2533650"/>
          </a:xfrm>
          <a:prstGeom prst="rect">
            <a:avLst/>
          </a:prstGeom>
          <a:noFill/>
          <a:ln>
            <a:noFill/>
          </a:ln>
        </p:spPr>
      </p:pic>
      <p:sp>
        <p:nvSpPr>
          <p:cNvPr id="340" name="Google Shape;340;p96"/>
          <p:cNvSpPr txBox="1"/>
          <p:nvPr/>
        </p:nvSpPr>
        <p:spPr>
          <a:xfrm>
            <a:off x="914400" y="3810000"/>
            <a:ext cx="6629400" cy="520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Delete an element at location 3rd</a:t>
            </a:r>
            <a:endParaRPr/>
          </a:p>
        </p:txBody>
      </p:sp>
      <p:graphicFrame>
        <p:nvGraphicFramePr>
          <p:cNvPr id="341" name="Google Shape;341;p96"/>
          <p:cNvGraphicFramePr/>
          <p:nvPr/>
        </p:nvGraphicFramePr>
        <p:xfrm>
          <a:off x="1828800" y="4800600"/>
          <a:ext cx="3387725" cy="401650"/>
        </p:xfrm>
        <a:graphic>
          <a:graphicData uri="http://schemas.openxmlformats.org/drawingml/2006/table">
            <a:tbl>
              <a:tblPr>
                <a:noFill/>
                <a:tableStyleId>{8D1950BE-5863-4897-BD1D-62408112DEBE}</a:tableStyleId>
              </a:tblPr>
              <a:tblGrid>
                <a:gridCol w="677875">
                  <a:extLst>
                    <a:ext uri="{9D8B030D-6E8A-4147-A177-3AD203B41FA5}">
                      <a16:colId xmlns:a16="http://schemas.microsoft.com/office/drawing/2014/main" val="20000"/>
                    </a:ext>
                  </a:extLst>
                </a:gridCol>
                <a:gridCol w="676275">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50">
                  <a:extLst>
                    <a:ext uri="{9D8B030D-6E8A-4147-A177-3AD203B41FA5}">
                      <a16:colId xmlns:a16="http://schemas.microsoft.com/office/drawing/2014/main" val="20003"/>
                    </a:ext>
                  </a:extLst>
                </a:gridCol>
                <a:gridCol w="676275">
                  <a:extLst>
                    <a:ext uri="{9D8B030D-6E8A-4147-A177-3AD203B41FA5}">
                      <a16:colId xmlns:a16="http://schemas.microsoft.com/office/drawing/2014/main" val="20004"/>
                    </a:ext>
                  </a:extLst>
                </a:gridCol>
              </a:tblGrid>
              <a:tr h="401650">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10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20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40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50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0</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42" name="Google Shape;342;p96"/>
          <p:cNvSpPr txBox="1"/>
          <p:nvPr/>
        </p:nvSpPr>
        <p:spPr>
          <a:xfrm>
            <a:off x="1808150" y="1408950"/>
            <a:ext cx="3429000" cy="371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800" b="0" i="0" u="none" strike="noStrike" cap="none">
                <a:solidFill>
                  <a:srgbClr val="000000"/>
                </a:solidFill>
                <a:latin typeface="Libre Baskerville"/>
                <a:ea typeface="Libre Baskerville"/>
                <a:cs typeface="Libre Baskerville"/>
                <a:sym typeface="Libre Baskerville"/>
              </a:rPr>
              <a:t>    0          1       2         3         4</a:t>
            </a:r>
            <a:endParaRPr sz="1800"/>
          </a:p>
        </p:txBody>
      </p:sp>
      <p:sp>
        <p:nvSpPr>
          <p:cNvPr id="343" name="Google Shape;343;p96"/>
          <p:cNvSpPr txBox="1"/>
          <p:nvPr/>
        </p:nvSpPr>
        <p:spPr>
          <a:xfrm>
            <a:off x="1905000" y="4419600"/>
            <a:ext cx="3200400" cy="64293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 0         1         2         3        4</a:t>
            </a:r>
            <a:endParaRPr/>
          </a:p>
        </p:txBody>
      </p:sp>
      <p:cxnSp>
        <p:nvCxnSpPr>
          <p:cNvPr id="344" name="Google Shape;344;p96"/>
          <p:cNvCxnSpPr/>
          <p:nvPr/>
        </p:nvCxnSpPr>
        <p:spPr>
          <a:xfrm flipH="1">
            <a:off x="1752600" y="5638800"/>
            <a:ext cx="914400" cy="3175"/>
          </a:xfrm>
          <a:prstGeom prst="straightConnector1">
            <a:avLst/>
          </a:prstGeom>
          <a:noFill/>
          <a:ln w="9525" cap="flat" cmpd="sng">
            <a:solidFill>
              <a:srgbClr val="4A7EBB"/>
            </a:solidFill>
            <a:prstDash val="solid"/>
            <a:miter lim="800000"/>
            <a:headEnd type="none" w="med" len="med"/>
            <a:tailEnd type="triangle" w="med" len="med"/>
          </a:ln>
        </p:spPr>
      </p:cxnSp>
      <p:sp>
        <p:nvSpPr>
          <p:cNvPr id="345" name="Google Shape;345;p96"/>
          <p:cNvSpPr txBox="1"/>
          <p:nvPr/>
        </p:nvSpPr>
        <p:spPr>
          <a:xfrm>
            <a:off x="2667000" y="5486400"/>
            <a:ext cx="6858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N</a:t>
            </a:r>
            <a:endParaRPr/>
          </a:p>
        </p:txBody>
      </p:sp>
      <p:cxnSp>
        <p:nvCxnSpPr>
          <p:cNvPr id="346" name="Google Shape;346;p96"/>
          <p:cNvCxnSpPr/>
          <p:nvPr/>
        </p:nvCxnSpPr>
        <p:spPr>
          <a:xfrm>
            <a:off x="2971800" y="5638800"/>
            <a:ext cx="1524000" cy="3175"/>
          </a:xfrm>
          <a:prstGeom prst="straightConnector1">
            <a:avLst/>
          </a:prstGeom>
          <a:noFill/>
          <a:ln w="9525" cap="flat" cmpd="sng">
            <a:solidFill>
              <a:srgbClr val="4A7EBB"/>
            </a:solidFill>
            <a:prstDash val="solid"/>
            <a:miter lim="800000"/>
            <a:headEnd type="none" w="med" len="med"/>
            <a:tailEnd type="triangle" w="med" len="med"/>
          </a:ln>
        </p:spPr>
      </p:cxnSp>
      <p:sp>
        <p:nvSpPr>
          <p:cNvPr id="347" name="Google Shape;347;p96"/>
          <p:cNvSpPr txBox="1"/>
          <p:nvPr/>
        </p:nvSpPr>
        <p:spPr>
          <a:xfrm>
            <a:off x="2438400" y="5943600"/>
            <a:ext cx="18288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A[N-1]</a:t>
            </a:r>
            <a:endParaRPr/>
          </a:p>
        </p:txBody>
      </p:sp>
      <p:pic>
        <p:nvPicPr>
          <p:cNvPr id="348" name="Google Shape;348;p96" descr="http://pcet.org.in/images/pcet-logo.jpg"/>
          <p:cNvPicPr preferRelativeResize="0"/>
          <p:nvPr/>
        </p:nvPicPr>
        <p:blipFill rotWithShape="1">
          <a:blip r:embed="rId4">
            <a:alphaModFix/>
          </a:blip>
          <a:srcRect/>
          <a:stretch/>
        </p:blipFill>
        <p:spPr>
          <a:xfrm>
            <a:off x="135229" y="142422"/>
            <a:ext cx="1007772" cy="77197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97"/>
          <p:cNvSpPr txBox="1"/>
          <p:nvPr/>
        </p:nvSpPr>
        <p:spPr>
          <a:xfrm>
            <a:off x="1111348" y="858129"/>
            <a:ext cx="7346852" cy="6003824"/>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Algorithm Deletion(A,N, loc)</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  Description-: A is an Array of size N</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                        loc is the location of deletion.</a:t>
            </a:r>
            <a:endParaRPr/>
          </a:p>
          <a:p>
            <a:pPr marL="0" marR="0" lvl="0" indent="-152400" algn="l" rtl="0">
              <a:lnSpc>
                <a:spcPct val="100000"/>
              </a:lnSpc>
              <a:spcBef>
                <a:spcPts val="0"/>
              </a:spcBef>
              <a:spcAft>
                <a:spcPts val="0"/>
              </a:spcAft>
              <a:buClr>
                <a:srgbClr val="000000"/>
              </a:buClr>
              <a:buSzPts val="2400"/>
              <a:buFont typeface="Times New Roman"/>
              <a:buAutoNum type="arabicPeriod"/>
            </a:pPr>
            <a:r>
              <a:rPr lang="en-US" sz="2400" b="0" i="0" u="none" strike="noStrike" cap="none">
                <a:solidFill>
                  <a:srgbClr val="000000"/>
                </a:solidFill>
                <a:latin typeface="Libre Baskerville"/>
                <a:ea typeface="Libre Baskerville"/>
                <a:cs typeface="Libre Baskerville"/>
                <a:sym typeface="Libre Baskerville"/>
              </a:rPr>
              <a:t>Enter N</a:t>
            </a:r>
            <a:endParaRPr/>
          </a:p>
          <a:p>
            <a:pPr marL="0" marR="0" lvl="0" indent="-152400" algn="l" rtl="0">
              <a:lnSpc>
                <a:spcPct val="100000"/>
              </a:lnSpc>
              <a:spcBef>
                <a:spcPts val="0"/>
              </a:spcBef>
              <a:spcAft>
                <a:spcPts val="0"/>
              </a:spcAft>
              <a:buClr>
                <a:srgbClr val="000000"/>
              </a:buClr>
              <a:buSzPts val="2400"/>
              <a:buFont typeface="Times New Roman"/>
              <a:buAutoNum type="arabicPeriod"/>
            </a:pPr>
            <a:r>
              <a:rPr lang="en-US" sz="2400" b="0" i="0" u="none" strike="noStrike" cap="none">
                <a:solidFill>
                  <a:srgbClr val="000000"/>
                </a:solidFill>
                <a:latin typeface="Libre Baskerville"/>
                <a:ea typeface="Libre Baskerville"/>
                <a:cs typeface="Libre Baskerville"/>
                <a:sym typeface="Libre Baskerville"/>
              </a:rPr>
              <a:t> for (i:=0 to N-1)</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           2.1 Enter A[i]</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3. Enter loc</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4. for (i:=loc to n-1)</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        4.1 A[i-1]:=A[i]</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5. for (i:=0 to N)</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         5.1 Print A[i]</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a:t>
            </a:r>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Time Complexity-: ????</a:t>
            </a:r>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Libre Baskerville"/>
              <a:ea typeface="Libre Baskerville"/>
              <a:cs typeface="Libre Baskerville"/>
              <a:sym typeface="Libre Baskerville"/>
            </a:endParaRPr>
          </a:p>
        </p:txBody>
      </p:sp>
      <p:pic>
        <p:nvPicPr>
          <p:cNvPr id="356" name="Google Shape;356;p97"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98"/>
          <p:cNvSpPr txBox="1"/>
          <p:nvPr/>
        </p:nvSpPr>
        <p:spPr>
          <a:xfrm>
            <a:off x="1219200" y="2286000"/>
            <a:ext cx="7010400" cy="94773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MEMORY REPRESENTATION AND ADDRESS CALCULATION</a:t>
            </a:r>
            <a:endParaRPr/>
          </a:p>
        </p:txBody>
      </p:sp>
      <p:pic>
        <p:nvPicPr>
          <p:cNvPr id="364" name="Google Shape;364;p98"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99"/>
          <p:cNvSpPr txBox="1"/>
          <p:nvPr/>
        </p:nvSpPr>
        <p:spPr>
          <a:xfrm>
            <a:off x="1080868" y="310662"/>
            <a:ext cx="7758300" cy="57090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Libre Baskerville"/>
                <a:ea typeface="Libre Baskerville"/>
                <a:cs typeface="Libre Baskerville"/>
                <a:sym typeface="Libre Baskerville"/>
              </a:rPr>
              <a:t>T</a:t>
            </a:r>
            <a:r>
              <a:rPr lang="en-US" sz="2400" b="0" i="0" u="none" strike="noStrike" cap="none">
                <a:solidFill>
                  <a:srgbClr val="000000"/>
                </a:solidFill>
                <a:highlight>
                  <a:srgbClr val="00FFFF"/>
                </a:highlight>
                <a:latin typeface="Libre Baskerville"/>
                <a:ea typeface="Libre Baskerville"/>
                <a:cs typeface="Libre Baskerville"/>
                <a:sym typeface="Libre Baskerville"/>
              </a:rPr>
              <a:t>he mechanism for allocating memory is much dependant on a language.</a:t>
            </a:r>
            <a:r>
              <a:rPr lang="en-US" sz="2400" b="0" i="0" u="none" strike="noStrike" cap="none">
                <a:solidFill>
                  <a:srgbClr val="000000"/>
                </a:solidFill>
                <a:latin typeface="Libre Baskerville"/>
                <a:ea typeface="Libre Baskerville"/>
                <a:cs typeface="Libre Baskerville"/>
                <a:sym typeface="Libre Baskerville"/>
              </a:rPr>
              <a:t> Regardless of machine and language dependency, when the space is actually allocated, the location of an entire block of memory is referenced by the </a:t>
            </a:r>
            <a:r>
              <a:rPr lang="en-US" sz="2400" b="0" i="0" u="none" strike="noStrike" cap="none">
                <a:solidFill>
                  <a:srgbClr val="000000"/>
                </a:solidFill>
                <a:highlight>
                  <a:srgbClr val="00FFFF"/>
                </a:highlight>
                <a:latin typeface="Libre Baskerville"/>
                <a:ea typeface="Libre Baskerville"/>
                <a:cs typeface="Libre Baskerville"/>
                <a:sym typeface="Libre Baskerville"/>
              </a:rPr>
              <a:t>base address of the first location. </a:t>
            </a:r>
            <a:endParaRPr>
              <a:highlight>
                <a:srgbClr val="00FFFF"/>
              </a:highlight>
            </a:endParaRPr>
          </a:p>
          <a:p>
            <a:pPr marL="339725" marR="0" lvl="0" indent="-339725" algn="l" rtl="0">
              <a:lnSpc>
                <a:spcPct val="100000"/>
              </a:lnSpc>
              <a:spcBef>
                <a:spcPts val="600"/>
              </a:spcBef>
              <a:spcAft>
                <a:spcPts val="0"/>
              </a:spcAft>
              <a:buClr>
                <a:srgbClr val="000000"/>
              </a:buClr>
              <a:buSzPts val="2400"/>
              <a:buFont typeface="Arial"/>
              <a:buChar char="•"/>
            </a:pPr>
            <a:r>
              <a:rPr lang="en-US" sz="2400" b="0" i="0" u="none" strike="noStrike" cap="none">
                <a:solidFill>
                  <a:srgbClr val="000000"/>
                </a:solidFill>
                <a:latin typeface="Libre Baskerville"/>
                <a:ea typeface="Libre Baskerville"/>
                <a:cs typeface="Libre Baskerville"/>
                <a:sym typeface="Libre Baskerville"/>
              </a:rPr>
              <a:t>The remaining elements are stored sequentially at a fixed distance apart, say, by a </a:t>
            </a:r>
            <a:r>
              <a:rPr lang="en-US" sz="2400" b="0" i="0" u="none" strike="noStrike" cap="none">
                <a:solidFill>
                  <a:srgbClr val="000000"/>
                </a:solidFill>
                <a:highlight>
                  <a:srgbClr val="FF9900"/>
                </a:highlight>
                <a:latin typeface="Libre Baskerville"/>
                <a:ea typeface="Libre Baskerville"/>
                <a:cs typeface="Libre Baskerville"/>
                <a:sym typeface="Libre Baskerville"/>
              </a:rPr>
              <a:t>constant </a:t>
            </a:r>
            <a:r>
              <a:rPr lang="en-US" sz="2400" b="0" i="1" u="none" strike="noStrike" cap="none">
                <a:solidFill>
                  <a:srgbClr val="000000"/>
                </a:solidFill>
                <a:highlight>
                  <a:srgbClr val="FF9900"/>
                </a:highlight>
                <a:latin typeface="Libre Baskerville"/>
                <a:ea typeface="Libre Baskerville"/>
                <a:cs typeface="Libre Baskerville"/>
                <a:sym typeface="Libre Baskerville"/>
              </a:rPr>
              <a:t>C.</a:t>
            </a:r>
            <a:endParaRPr>
              <a:highlight>
                <a:srgbClr val="FF9900"/>
              </a:highlight>
            </a:endParaRPr>
          </a:p>
          <a:p>
            <a:pPr marL="339725" marR="0" lvl="0" indent="-339725" algn="l" rtl="0">
              <a:lnSpc>
                <a:spcPct val="100000"/>
              </a:lnSpc>
              <a:spcBef>
                <a:spcPts val="600"/>
              </a:spcBef>
              <a:spcAft>
                <a:spcPts val="0"/>
              </a:spcAft>
              <a:buClr>
                <a:srgbClr val="000000"/>
              </a:buClr>
              <a:buSzPts val="2400"/>
              <a:buFont typeface="Arial"/>
              <a:buChar char="•"/>
            </a:pPr>
            <a:r>
              <a:rPr lang="en-US" sz="2400" b="0" i="1" u="none" strike="noStrike" cap="none">
                <a:solidFill>
                  <a:srgbClr val="000000"/>
                </a:solidFill>
                <a:latin typeface="Libre Baskerville"/>
                <a:ea typeface="Libre Baskerville"/>
                <a:cs typeface="Libre Baskerville"/>
                <a:sym typeface="Libre Baskerville"/>
              </a:rPr>
              <a:t> So if the ith element is mapped into a memory location of address x, then the </a:t>
            </a:r>
            <a:r>
              <a:rPr lang="en-US" sz="2400" b="0" i="0" u="none" strike="noStrike" cap="none">
                <a:solidFill>
                  <a:srgbClr val="000000"/>
                </a:solidFill>
                <a:latin typeface="Libre Baskerville"/>
                <a:ea typeface="Libre Baskerville"/>
                <a:cs typeface="Libre Baskerville"/>
                <a:sym typeface="Libre Baskerville"/>
              </a:rPr>
              <a:t>(</a:t>
            </a:r>
            <a:r>
              <a:rPr lang="en-US" sz="2400" b="0" i="1" u="none" strike="noStrike" cap="none">
                <a:solidFill>
                  <a:srgbClr val="000000"/>
                </a:solidFill>
                <a:latin typeface="Libre Baskerville"/>
                <a:ea typeface="Libre Baskerville"/>
                <a:cs typeface="Libre Baskerville"/>
                <a:sym typeface="Libre Baskerville"/>
              </a:rPr>
              <a:t>i + 1)th element is mapped into the memory location with  address (x + C) .</a:t>
            </a:r>
            <a:endParaRPr/>
          </a:p>
          <a:p>
            <a:pPr marL="339725" marR="0" lvl="0" indent="-339725" algn="l" rtl="0">
              <a:lnSpc>
                <a:spcPct val="100000"/>
              </a:lnSpc>
              <a:spcBef>
                <a:spcPts val="600"/>
              </a:spcBef>
              <a:spcAft>
                <a:spcPts val="0"/>
              </a:spcAft>
              <a:buClr>
                <a:srgbClr val="000000"/>
              </a:buClr>
              <a:buSzPts val="2400"/>
              <a:buFont typeface="Arial"/>
              <a:buChar char="•"/>
            </a:pPr>
            <a:r>
              <a:rPr lang="en-US" sz="2400" b="0" i="0" u="none" strike="noStrike" cap="none">
                <a:solidFill>
                  <a:srgbClr val="000000"/>
                </a:solidFill>
                <a:latin typeface="Libre Baskerville"/>
                <a:ea typeface="Libre Baskerville"/>
                <a:cs typeface="Libre Baskerville"/>
                <a:sym typeface="Libre Baskerville"/>
              </a:rPr>
              <a:t>Here, </a:t>
            </a:r>
            <a:r>
              <a:rPr lang="en-US" sz="2400" b="0" i="1" u="none" strike="noStrike" cap="none">
                <a:solidFill>
                  <a:srgbClr val="000000"/>
                </a:solidFill>
                <a:latin typeface="Libre Baskerville"/>
                <a:ea typeface="Libre Baskerville"/>
                <a:cs typeface="Libre Baskerville"/>
                <a:sym typeface="Libre Baskerville"/>
              </a:rPr>
              <a:t>C depends on the size of the element, that is, the number of locations required </a:t>
            </a:r>
            <a:r>
              <a:rPr lang="en-US" sz="2400" b="0" i="0" u="none" strike="noStrike" cap="none">
                <a:solidFill>
                  <a:srgbClr val="000000"/>
                </a:solidFill>
                <a:latin typeface="Libre Baskerville"/>
                <a:ea typeface="Libre Baskerville"/>
                <a:cs typeface="Libre Baskerville"/>
                <a:sym typeface="Libre Baskerville"/>
              </a:rPr>
              <a:t>per element, and also on the addressing of these locations.</a:t>
            </a:r>
            <a:endParaRPr/>
          </a:p>
        </p:txBody>
      </p:sp>
      <p:pic>
        <p:nvPicPr>
          <p:cNvPr id="372" name="Google Shape;372;p99"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00"/>
          <p:cNvSpPr txBox="1"/>
          <p:nvPr/>
        </p:nvSpPr>
        <p:spPr>
          <a:xfrm>
            <a:off x="457200" y="1189038"/>
            <a:ext cx="8229600" cy="5668962"/>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Libre Baskerville"/>
                <a:ea typeface="Libre Baskerville"/>
                <a:cs typeface="Libre Baskerville"/>
                <a:sym typeface="Libre Baskerville"/>
              </a:rPr>
              <a:t>The address of the </a:t>
            </a:r>
            <a:r>
              <a:rPr lang="en-US" sz="2400" b="0" i="1" u="none" strike="noStrike" cap="none">
                <a:solidFill>
                  <a:srgbClr val="000000"/>
                </a:solidFill>
                <a:latin typeface="Libre Baskerville"/>
                <a:ea typeface="Libre Baskerville"/>
                <a:cs typeface="Libre Baskerville"/>
                <a:sym typeface="Libre Baskerville"/>
              </a:rPr>
              <a:t>ith element is calculated by the following formula:</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(Base address) + (Offset of </a:t>
            </a:r>
            <a:r>
              <a:rPr lang="en-US" sz="2400" b="0" i="1" u="none" strike="noStrike" cap="none">
                <a:solidFill>
                  <a:srgbClr val="000000"/>
                </a:solidFill>
                <a:latin typeface="Libre Baskerville"/>
                <a:ea typeface="Libre Baskerville"/>
                <a:cs typeface="Libre Baskerville"/>
                <a:sym typeface="Libre Baskerville"/>
              </a:rPr>
              <a:t>ith element from base address)</a:t>
            </a:r>
            <a:endParaRPr/>
          </a:p>
          <a:p>
            <a:pPr marL="339725" marR="0" lvl="0" indent="-339725" algn="l" rtl="0">
              <a:lnSpc>
                <a:spcPct val="100000"/>
              </a:lnSpc>
              <a:spcBef>
                <a:spcPts val="600"/>
              </a:spcBef>
              <a:spcAft>
                <a:spcPts val="0"/>
              </a:spcAft>
              <a:buClr>
                <a:srgbClr val="000000"/>
              </a:buClr>
              <a:buSzPts val="2400"/>
              <a:buFont typeface="Arial"/>
              <a:buChar char="•"/>
            </a:pPr>
            <a:r>
              <a:rPr lang="en-US" sz="2400" b="0" i="0" u="none" strike="noStrike" cap="none">
                <a:solidFill>
                  <a:srgbClr val="000000"/>
                </a:solidFill>
                <a:latin typeface="Libre Baskerville"/>
                <a:ea typeface="Libre Baskerville"/>
                <a:cs typeface="Libre Baskerville"/>
                <a:sym typeface="Libre Baskerville"/>
              </a:rPr>
              <a:t>Here, base address is the address of the first element where array storage starts, the base address is x and the offset is computed as</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Offset of </a:t>
            </a:r>
            <a:r>
              <a:rPr lang="en-US" sz="2400" b="0" i="1" u="none" strike="noStrike" cap="none">
                <a:solidFill>
                  <a:srgbClr val="000000"/>
                </a:solidFill>
                <a:latin typeface="Libre Baskerville"/>
                <a:ea typeface="Libre Baskerville"/>
                <a:cs typeface="Libre Baskerville"/>
                <a:sym typeface="Libre Baskerville"/>
              </a:rPr>
              <a:t>ith element = (Number of elements before ith element) *</a:t>
            </a:r>
            <a:r>
              <a:rPr lang="en-US" sz="2400" b="0" i="0" u="none" strike="noStrike" cap="none">
                <a:solidFill>
                  <a:srgbClr val="000000"/>
                </a:solidFill>
                <a:latin typeface="Libre Baskerville"/>
                <a:ea typeface="Libre Baskerville"/>
                <a:cs typeface="Libre Baskerville"/>
                <a:sym typeface="Libre Baskerville"/>
              </a:rPr>
              <a:t> (Size of each element)</a:t>
            </a:r>
            <a:endParaRPr/>
          </a:p>
          <a:p>
            <a:pPr marL="339725" marR="0" lvl="0" indent="-339725" algn="l" rtl="0">
              <a:lnSpc>
                <a:spcPct val="100000"/>
              </a:lnSpc>
              <a:spcBef>
                <a:spcPts val="60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Address of A[i] = Base + </a:t>
            </a:r>
            <a:r>
              <a:rPr lang="en-US" sz="2400" b="0" i="1" u="none" strike="noStrike" cap="none">
                <a:solidFill>
                  <a:srgbClr val="000000"/>
                </a:solidFill>
                <a:latin typeface="Libre Baskerville"/>
                <a:ea typeface="Libre Baskerville"/>
                <a:cs typeface="Libre Baskerville"/>
                <a:sym typeface="Libre Baskerville"/>
              </a:rPr>
              <a:t>i  * Size of element</a:t>
            </a:r>
            <a:endParaRPr/>
          </a:p>
        </p:txBody>
      </p:sp>
      <p:pic>
        <p:nvPicPr>
          <p:cNvPr id="380" name="Google Shape;380;p100"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101"/>
          <p:cNvSpPr txBox="1"/>
          <p:nvPr/>
        </p:nvSpPr>
        <p:spPr>
          <a:xfrm>
            <a:off x="1899138" y="267286"/>
            <a:ext cx="6254262" cy="556179"/>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00000"/>
                </a:solidFill>
                <a:latin typeface="Libre Baskerville"/>
                <a:ea typeface="Libre Baskerville"/>
                <a:cs typeface="Libre Baskerville"/>
                <a:sym typeface="Libre Baskerville"/>
              </a:rPr>
              <a:t>ADDRESS CALCULATION-:</a:t>
            </a:r>
            <a:endParaRPr/>
          </a:p>
        </p:txBody>
      </p:sp>
      <p:sp>
        <p:nvSpPr>
          <p:cNvPr id="388" name="Google Shape;388;p101"/>
          <p:cNvSpPr txBox="1"/>
          <p:nvPr/>
        </p:nvSpPr>
        <p:spPr>
          <a:xfrm>
            <a:off x="1139482" y="1069145"/>
            <a:ext cx="7090117" cy="224895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sng" strike="noStrike" cap="none">
                <a:solidFill>
                  <a:srgbClr val="000000"/>
                </a:solidFill>
                <a:latin typeface="Libre Baskerville"/>
                <a:ea typeface="Libre Baskerville"/>
                <a:cs typeface="Libre Baskerville"/>
                <a:sym typeface="Libre Baskerville"/>
              </a:rPr>
              <a:t>One Dimensional Array-:</a:t>
            </a:r>
            <a:endParaRPr/>
          </a:p>
          <a:p>
            <a:pPr marL="0" marR="0" lvl="0" indent="0" algn="l" rtl="0">
              <a:lnSpc>
                <a:spcPct val="100000"/>
              </a:lnSpc>
              <a:spcBef>
                <a:spcPts val="0"/>
              </a:spcBef>
              <a:spcAft>
                <a:spcPts val="0"/>
              </a:spcAft>
              <a:buClr>
                <a:srgbClr val="000000"/>
              </a:buClr>
              <a:buSzPts val="2800"/>
              <a:buFont typeface="Arial"/>
              <a:buNone/>
            </a:pPr>
            <a:endParaRPr sz="2800" b="0" i="0" u="sng"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endParaRPr sz="2800" b="0" i="0" u="sng"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endParaRPr sz="2800" b="0" i="0" u="sng"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800"/>
              <a:buFont typeface="Arial"/>
              <a:buNone/>
            </a:pPr>
            <a:endParaRPr sz="2800" b="0" i="0" u="sng" strike="noStrike" cap="none">
              <a:solidFill>
                <a:srgbClr val="000000"/>
              </a:solidFill>
              <a:latin typeface="Libre Baskerville"/>
              <a:ea typeface="Libre Baskerville"/>
              <a:cs typeface="Libre Baskerville"/>
              <a:sym typeface="Libre Baskerville"/>
            </a:endParaRPr>
          </a:p>
        </p:txBody>
      </p:sp>
      <p:graphicFrame>
        <p:nvGraphicFramePr>
          <p:cNvPr id="389" name="Google Shape;389;p101"/>
          <p:cNvGraphicFramePr/>
          <p:nvPr/>
        </p:nvGraphicFramePr>
        <p:xfrm>
          <a:off x="1600200" y="1981200"/>
          <a:ext cx="3387725" cy="401650"/>
        </p:xfrm>
        <a:graphic>
          <a:graphicData uri="http://schemas.openxmlformats.org/drawingml/2006/table">
            <a:tbl>
              <a:tblPr>
                <a:noFill/>
                <a:tableStyleId>{8D1950BE-5863-4897-BD1D-62408112DEBE}</a:tableStyleId>
              </a:tblPr>
              <a:tblGrid>
                <a:gridCol w="677875">
                  <a:extLst>
                    <a:ext uri="{9D8B030D-6E8A-4147-A177-3AD203B41FA5}">
                      <a16:colId xmlns:a16="http://schemas.microsoft.com/office/drawing/2014/main" val="20000"/>
                    </a:ext>
                  </a:extLst>
                </a:gridCol>
                <a:gridCol w="676275">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50">
                  <a:extLst>
                    <a:ext uri="{9D8B030D-6E8A-4147-A177-3AD203B41FA5}">
                      <a16:colId xmlns:a16="http://schemas.microsoft.com/office/drawing/2014/main" val="20003"/>
                    </a:ext>
                  </a:extLst>
                </a:gridCol>
                <a:gridCol w="676275">
                  <a:extLst>
                    <a:ext uri="{9D8B030D-6E8A-4147-A177-3AD203B41FA5}">
                      <a16:colId xmlns:a16="http://schemas.microsoft.com/office/drawing/2014/main" val="20004"/>
                    </a:ext>
                  </a:extLst>
                </a:gridCol>
              </a:tblGrid>
              <a:tr h="401650">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A</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B</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C</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D</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6000"/>
                        </a:lnSpc>
                        <a:spcBef>
                          <a:spcPts val="0"/>
                        </a:spcBef>
                        <a:spcAft>
                          <a:spcPts val="0"/>
                        </a:spcAft>
                        <a:buClr>
                          <a:srgbClr val="000000"/>
                        </a:buClr>
                        <a:buSzPts val="1400"/>
                        <a:buFont typeface="Century Schoolbook"/>
                        <a:buNone/>
                      </a:pPr>
                      <a:r>
                        <a:rPr lang="en-US" sz="2000" b="0" i="0" u="none" strike="noStrike" cap="none">
                          <a:solidFill>
                            <a:srgbClr val="000000"/>
                          </a:solidFill>
                          <a:latin typeface="Century Schoolbook"/>
                          <a:ea typeface="Century Schoolbook"/>
                          <a:cs typeface="Century Schoolbook"/>
                          <a:sym typeface="Century Schoolbook"/>
                        </a:rPr>
                        <a:t>E</a:t>
                      </a:r>
                      <a:endParaRPr/>
                    </a:p>
                  </a:txBody>
                  <a:tcPr marL="90000" marR="90000" marT="619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90" name="Google Shape;390;p101"/>
          <p:cNvSpPr txBox="1"/>
          <p:nvPr/>
        </p:nvSpPr>
        <p:spPr>
          <a:xfrm>
            <a:off x="1676400" y="1600200"/>
            <a:ext cx="3565800" cy="371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800" b="0" i="0" u="none" strike="noStrike" cap="none">
                <a:solidFill>
                  <a:srgbClr val="000000"/>
                </a:solidFill>
                <a:latin typeface="Libre Baskerville"/>
                <a:ea typeface="Libre Baskerville"/>
                <a:cs typeface="Libre Baskerville"/>
                <a:sym typeface="Libre Baskerville"/>
              </a:rPr>
              <a:t> 0         1         2         3        4</a:t>
            </a:r>
            <a:endParaRPr sz="1800"/>
          </a:p>
        </p:txBody>
      </p:sp>
      <p:sp>
        <p:nvSpPr>
          <p:cNvPr id="391" name="Google Shape;391;p101"/>
          <p:cNvSpPr txBox="1"/>
          <p:nvPr/>
        </p:nvSpPr>
        <p:spPr>
          <a:xfrm>
            <a:off x="5242200" y="1893550"/>
            <a:ext cx="1905000" cy="3099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List[5]</a:t>
            </a:r>
            <a:endParaRPr/>
          </a:p>
        </p:txBody>
      </p:sp>
      <p:sp>
        <p:nvSpPr>
          <p:cNvPr id="392" name="Google Shape;392;p101"/>
          <p:cNvSpPr txBox="1"/>
          <p:nvPr/>
        </p:nvSpPr>
        <p:spPr>
          <a:xfrm>
            <a:off x="870300" y="2787650"/>
            <a:ext cx="6934200" cy="525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Libre Baskerville"/>
                <a:ea typeface="Libre Baskerville"/>
                <a:cs typeface="Libre Baskerville"/>
                <a:sym typeface="Libre Baskerville"/>
              </a:rPr>
              <a:t>Logical View-:</a:t>
            </a:r>
            <a:endParaRPr/>
          </a:p>
        </p:txBody>
      </p:sp>
      <p:graphicFrame>
        <p:nvGraphicFramePr>
          <p:cNvPr id="393" name="Google Shape;393;p101"/>
          <p:cNvGraphicFramePr/>
          <p:nvPr/>
        </p:nvGraphicFramePr>
        <p:xfrm>
          <a:off x="1447800" y="3352800"/>
          <a:ext cx="1525600" cy="2974925"/>
        </p:xfrm>
        <a:graphic>
          <a:graphicData uri="http://schemas.openxmlformats.org/drawingml/2006/table">
            <a:tbl>
              <a:tblPr>
                <a:noFill/>
                <a:tableStyleId>{8D1950BE-5863-4897-BD1D-62408112DEBE}</a:tableStyleId>
              </a:tblPr>
              <a:tblGrid>
                <a:gridCol w="1525600">
                  <a:extLst>
                    <a:ext uri="{9D8B030D-6E8A-4147-A177-3AD203B41FA5}">
                      <a16:colId xmlns:a16="http://schemas.microsoft.com/office/drawing/2014/main" val="20000"/>
                    </a:ext>
                  </a:extLst>
                </a:gridCol>
              </a:tblGrid>
              <a:tr h="373150">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1" i="0" u="none" strike="noStrike" cap="none">
                        <a:solidFill>
                          <a:srgbClr val="FFFFFF"/>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370775">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0" i="0" u="none" strike="noStrike" cap="none">
                        <a:solidFill>
                          <a:srgbClr val="000000"/>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370775">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370775">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B</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371575">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C</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3731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D</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r h="3731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E</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6"/>
                  </a:ext>
                </a:extLst>
              </a:tr>
              <a:tr h="371575">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0" i="0" u="none" strike="noStrike" cap="none">
                        <a:solidFill>
                          <a:srgbClr val="000000"/>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7"/>
                  </a:ext>
                </a:extLst>
              </a:tr>
            </a:tbl>
          </a:graphicData>
        </a:graphic>
      </p:graphicFrame>
      <p:sp>
        <p:nvSpPr>
          <p:cNvPr id="394" name="Google Shape;394;p101"/>
          <p:cNvSpPr txBox="1"/>
          <p:nvPr/>
        </p:nvSpPr>
        <p:spPr>
          <a:xfrm>
            <a:off x="152400" y="3581400"/>
            <a:ext cx="1219200" cy="2289175"/>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         100                       </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     </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      </a:t>
            </a:r>
            <a:endParaRPr/>
          </a:p>
        </p:txBody>
      </p:sp>
      <p:sp>
        <p:nvSpPr>
          <p:cNvPr id="395" name="Google Shape;395;p101"/>
          <p:cNvSpPr txBox="1"/>
          <p:nvPr/>
        </p:nvSpPr>
        <p:spPr>
          <a:xfrm>
            <a:off x="499275" y="4533575"/>
            <a:ext cx="914400" cy="3099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100+1</a:t>
            </a:r>
            <a:endParaRPr/>
          </a:p>
        </p:txBody>
      </p:sp>
      <p:sp>
        <p:nvSpPr>
          <p:cNvPr id="396" name="Google Shape;396;p101"/>
          <p:cNvSpPr txBox="1"/>
          <p:nvPr/>
        </p:nvSpPr>
        <p:spPr>
          <a:xfrm>
            <a:off x="499275" y="4881563"/>
            <a:ext cx="914400" cy="3099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100+2</a:t>
            </a:r>
            <a:endParaRPr/>
          </a:p>
        </p:txBody>
      </p:sp>
      <p:sp>
        <p:nvSpPr>
          <p:cNvPr id="397" name="Google Shape;397;p101"/>
          <p:cNvSpPr txBox="1"/>
          <p:nvPr/>
        </p:nvSpPr>
        <p:spPr>
          <a:xfrm>
            <a:off x="499275" y="5246063"/>
            <a:ext cx="914400" cy="3099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100+3</a:t>
            </a:r>
            <a:endParaRPr/>
          </a:p>
        </p:txBody>
      </p:sp>
      <p:sp>
        <p:nvSpPr>
          <p:cNvPr id="398" name="Google Shape;398;p101"/>
          <p:cNvSpPr txBox="1"/>
          <p:nvPr/>
        </p:nvSpPr>
        <p:spPr>
          <a:xfrm>
            <a:off x="499275" y="5555975"/>
            <a:ext cx="914400" cy="3099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100+4</a:t>
            </a:r>
            <a:endParaRPr/>
          </a:p>
        </p:txBody>
      </p:sp>
      <p:sp>
        <p:nvSpPr>
          <p:cNvPr id="399" name="Google Shape;399;p101"/>
          <p:cNvSpPr txBox="1"/>
          <p:nvPr/>
        </p:nvSpPr>
        <p:spPr>
          <a:xfrm>
            <a:off x="2969425" y="4041450"/>
            <a:ext cx="457200" cy="7410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0</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ibre Baskerville"/>
              <a:ea typeface="Libre Baskerville"/>
              <a:cs typeface="Libre Baskerville"/>
              <a:sym typeface="Libre Baskerville"/>
            </a:endParaRPr>
          </a:p>
        </p:txBody>
      </p:sp>
      <p:sp>
        <p:nvSpPr>
          <p:cNvPr id="400" name="Google Shape;400;p101"/>
          <p:cNvSpPr txBox="1"/>
          <p:nvPr/>
        </p:nvSpPr>
        <p:spPr>
          <a:xfrm>
            <a:off x="3049600" y="4541838"/>
            <a:ext cx="381000" cy="3099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1</a:t>
            </a:r>
            <a:endParaRPr/>
          </a:p>
        </p:txBody>
      </p:sp>
      <p:sp>
        <p:nvSpPr>
          <p:cNvPr id="401" name="Google Shape;401;p101"/>
          <p:cNvSpPr txBox="1"/>
          <p:nvPr/>
        </p:nvSpPr>
        <p:spPr>
          <a:xfrm>
            <a:off x="3007525" y="4851750"/>
            <a:ext cx="381000" cy="3099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2</a:t>
            </a:r>
            <a:endParaRPr/>
          </a:p>
        </p:txBody>
      </p:sp>
      <p:sp>
        <p:nvSpPr>
          <p:cNvPr id="402" name="Google Shape;402;p101"/>
          <p:cNvSpPr txBox="1"/>
          <p:nvPr/>
        </p:nvSpPr>
        <p:spPr>
          <a:xfrm>
            <a:off x="3049600" y="5330375"/>
            <a:ext cx="325500" cy="3099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3</a:t>
            </a:r>
            <a:endParaRPr/>
          </a:p>
        </p:txBody>
      </p:sp>
      <p:sp>
        <p:nvSpPr>
          <p:cNvPr id="403" name="Google Shape;403;p101"/>
          <p:cNvSpPr txBox="1"/>
          <p:nvPr/>
        </p:nvSpPr>
        <p:spPr>
          <a:xfrm>
            <a:off x="3007525" y="5602475"/>
            <a:ext cx="381000" cy="3099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4</a:t>
            </a:r>
            <a:endParaRPr/>
          </a:p>
        </p:txBody>
      </p:sp>
      <p:sp>
        <p:nvSpPr>
          <p:cNvPr id="404" name="Google Shape;404;p101"/>
          <p:cNvSpPr txBox="1"/>
          <p:nvPr/>
        </p:nvSpPr>
        <p:spPr>
          <a:xfrm>
            <a:off x="3048000" y="6248400"/>
            <a:ext cx="1600200" cy="64293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Logical Address</a:t>
            </a:r>
            <a:endParaRPr/>
          </a:p>
        </p:txBody>
      </p:sp>
      <p:sp>
        <p:nvSpPr>
          <p:cNvPr id="405" name="Google Shape;405;p101"/>
          <p:cNvSpPr txBox="1"/>
          <p:nvPr/>
        </p:nvSpPr>
        <p:spPr>
          <a:xfrm>
            <a:off x="228600" y="6211888"/>
            <a:ext cx="1219200" cy="642937"/>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Physical</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Libre Baskerville"/>
                <a:ea typeface="Libre Baskerville"/>
                <a:cs typeface="Libre Baskerville"/>
                <a:sym typeface="Libre Baskerville"/>
              </a:rPr>
              <a:t>Address</a:t>
            </a:r>
            <a:endParaRPr/>
          </a:p>
        </p:txBody>
      </p:sp>
      <p:pic>
        <p:nvPicPr>
          <p:cNvPr id="406" name="Google Shape;406;p101"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02"/>
          <p:cNvSpPr txBox="1"/>
          <p:nvPr/>
        </p:nvSpPr>
        <p:spPr>
          <a:xfrm>
            <a:off x="1012874" y="577948"/>
            <a:ext cx="7293000" cy="67440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Libre Baskerville"/>
              <a:ea typeface="Libre Baskerville"/>
              <a:cs typeface="Libre Baskerville"/>
              <a:sym typeface="Libre Baskerville"/>
            </a:endParaRPr>
          </a:p>
          <a:p>
            <a:pPr marL="0" marR="0" lvl="0" indent="-152400" algn="l" rtl="0">
              <a:lnSpc>
                <a:spcPct val="100000"/>
              </a:lnSpc>
              <a:spcBef>
                <a:spcPts val="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The array elements are stored in contiguous memory locations by sequential allocation techniques.</a:t>
            </a:r>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Libre Baskerville"/>
              <a:ea typeface="Libre Baskerville"/>
              <a:cs typeface="Libre Baskerville"/>
              <a:sym typeface="Libre Baskerville"/>
            </a:endParaRPr>
          </a:p>
          <a:p>
            <a:pPr marL="0" marR="0" lvl="0" indent="-152400" algn="l" rtl="0">
              <a:lnSpc>
                <a:spcPct val="100000"/>
              </a:lnSpc>
              <a:spcBef>
                <a:spcPts val="0"/>
              </a:spcBef>
              <a:spcAft>
                <a:spcPts val="0"/>
              </a:spcAft>
              <a:buClr>
                <a:srgbClr val="000000"/>
              </a:buClr>
              <a:buSzPts val="2400"/>
              <a:buFont typeface="Noto Sans Symbols"/>
              <a:buChar char="❑"/>
            </a:pPr>
            <a:r>
              <a:rPr lang="en-US" sz="2400" b="0" i="0" u="none" strike="noStrike" cap="none">
                <a:solidFill>
                  <a:srgbClr val="000000"/>
                </a:solidFill>
                <a:latin typeface="Libre Baskerville"/>
                <a:ea typeface="Libre Baskerville"/>
                <a:cs typeface="Libre Baskerville"/>
                <a:sym typeface="Libre Baskerville"/>
              </a:rPr>
              <a:t>The Address of </a:t>
            </a:r>
            <a:r>
              <a:rPr lang="en-US" sz="2400" b="1" i="1" u="none" strike="noStrike" cap="none">
                <a:solidFill>
                  <a:srgbClr val="000000"/>
                </a:solidFill>
                <a:latin typeface="Libre Baskerville"/>
                <a:ea typeface="Libre Baskerville"/>
                <a:cs typeface="Libre Baskerville"/>
                <a:sym typeface="Libre Baskerville"/>
              </a:rPr>
              <a:t>ith </a:t>
            </a:r>
            <a:r>
              <a:rPr lang="en-US" sz="2400" b="0" i="0" u="none" strike="noStrike" cap="none">
                <a:solidFill>
                  <a:srgbClr val="000000"/>
                </a:solidFill>
                <a:latin typeface="Libre Baskerville"/>
                <a:ea typeface="Libre Baskerville"/>
                <a:cs typeface="Libre Baskerville"/>
                <a:sym typeface="Libre Baskerville"/>
              </a:rPr>
              <a:t>element of the array can be obtained if we know-:</a:t>
            </a:r>
            <a:endParaRPr/>
          </a:p>
          <a:p>
            <a:pPr marL="968375" marR="0" lvl="1" indent="-511175" algn="l" rtl="0">
              <a:lnSpc>
                <a:spcPct val="100000"/>
              </a:lnSpc>
              <a:spcBef>
                <a:spcPts val="0"/>
              </a:spcBef>
              <a:spcAft>
                <a:spcPts val="0"/>
              </a:spcAft>
              <a:buClr>
                <a:srgbClr val="000000"/>
              </a:buClr>
              <a:buSzPts val="2400"/>
              <a:buFont typeface="Libre Baskerville"/>
              <a:buAutoNum type="arabicPeriod"/>
            </a:pPr>
            <a:r>
              <a:rPr lang="en-US" sz="2400" b="0" i="0" u="none" strike="noStrike" cap="none">
                <a:solidFill>
                  <a:srgbClr val="000000"/>
                </a:solidFill>
                <a:latin typeface="Libre Baskerville"/>
                <a:ea typeface="Libre Baskerville"/>
                <a:cs typeface="Libre Baskerville"/>
                <a:sym typeface="Libre Baskerville"/>
              </a:rPr>
              <a:t>The starting address i.e. the address of the first element called </a:t>
            </a:r>
            <a:r>
              <a:rPr lang="en-US" sz="2400" b="1" i="1" u="none" strike="noStrike" cap="none">
                <a:solidFill>
                  <a:srgbClr val="000000"/>
                </a:solidFill>
                <a:latin typeface="Libre Baskerville"/>
                <a:ea typeface="Libre Baskerville"/>
                <a:cs typeface="Libre Baskerville"/>
                <a:sym typeface="Libre Baskerville"/>
              </a:rPr>
              <a:t>Base Address</a:t>
            </a:r>
            <a:r>
              <a:rPr lang="en-US" sz="2400" b="0" i="0" u="none" strike="noStrike" cap="none">
                <a:solidFill>
                  <a:srgbClr val="000000"/>
                </a:solidFill>
                <a:latin typeface="Libre Baskerville"/>
                <a:ea typeface="Libre Baskerville"/>
                <a:cs typeface="Libre Baskerville"/>
                <a:sym typeface="Libre Baskerville"/>
              </a:rPr>
              <a:t> denoted by </a:t>
            </a:r>
            <a:r>
              <a:rPr lang="en-US" sz="2400" b="1" i="0" u="none" strike="noStrike" cap="none">
                <a:solidFill>
                  <a:srgbClr val="000000"/>
                </a:solidFill>
                <a:latin typeface="Libre Baskerville"/>
                <a:ea typeface="Libre Baskerville"/>
                <a:cs typeface="Libre Baskerville"/>
                <a:sym typeface="Libre Baskerville"/>
              </a:rPr>
              <a:t>B</a:t>
            </a:r>
            <a:endParaRPr/>
          </a:p>
          <a:p>
            <a:pPr marL="968375" marR="0" lvl="1" indent="-511175" algn="l" rtl="0">
              <a:lnSpc>
                <a:spcPct val="100000"/>
              </a:lnSpc>
              <a:spcBef>
                <a:spcPts val="0"/>
              </a:spcBef>
              <a:spcAft>
                <a:spcPts val="0"/>
              </a:spcAft>
              <a:buClr>
                <a:srgbClr val="000000"/>
              </a:buClr>
              <a:buSzPts val="2400"/>
              <a:buFont typeface="Libre Baskerville"/>
              <a:buAutoNum type="arabicPeriod"/>
            </a:pPr>
            <a:r>
              <a:rPr lang="en-US" sz="2400" b="0" i="0" u="none" strike="noStrike" cap="none">
                <a:solidFill>
                  <a:srgbClr val="000000"/>
                </a:solidFill>
                <a:latin typeface="Libre Baskerville"/>
                <a:ea typeface="Libre Baskerville"/>
                <a:cs typeface="Libre Baskerville"/>
                <a:sym typeface="Libre Baskerville"/>
              </a:rPr>
              <a:t>The size of the element in the array denoted by </a:t>
            </a:r>
            <a:r>
              <a:rPr lang="en-US" sz="2400" b="1" i="0" u="none" strike="noStrike" cap="none">
                <a:solidFill>
                  <a:srgbClr val="000000"/>
                </a:solidFill>
                <a:latin typeface="Libre Baskerville"/>
                <a:ea typeface="Libre Baskerville"/>
                <a:cs typeface="Libre Baskerville"/>
                <a:sym typeface="Libre Baskerville"/>
              </a:rPr>
              <a:t>W</a:t>
            </a:r>
            <a:endParaRPr/>
          </a:p>
          <a:p>
            <a:pPr marL="0" marR="0" lvl="0" indent="0" algn="l" rtl="0">
              <a:lnSpc>
                <a:spcPct val="100000"/>
              </a:lnSpc>
              <a:spcBef>
                <a:spcPts val="0"/>
              </a:spcBef>
              <a:spcAft>
                <a:spcPts val="0"/>
              </a:spcAft>
              <a:buClr>
                <a:srgbClr val="FF0000"/>
              </a:buClr>
              <a:buSzPts val="2400"/>
              <a:buFont typeface="Arial"/>
              <a:buNone/>
            </a:pPr>
            <a:r>
              <a:rPr lang="en-US" sz="2400" b="0" i="0" u="none" strike="noStrike" cap="none">
                <a:solidFill>
                  <a:srgbClr val="FF0000"/>
                </a:solidFill>
                <a:latin typeface="Libre Baskerville"/>
                <a:ea typeface="Libre Baskerville"/>
                <a:cs typeface="Libre Baskerville"/>
                <a:sym typeface="Libre Baskerville"/>
              </a:rPr>
              <a:t>Address of List [i] = B + ( i – LB ) * W   </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        where LB is Lower Bound of the array</a:t>
            </a:r>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ibre Baskerville"/>
                <a:ea typeface="Libre Baskerville"/>
                <a:cs typeface="Libre Baskerville"/>
                <a:sym typeface="Libre Baskerville"/>
              </a:rPr>
              <a:t>List[5] = List[0---4] ; LB=0</a:t>
            </a:r>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Libre Baskerville"/>
              <a:ea typeface="Libre Baskerville"/>
              <a:cs typeface="Libre Baskerville"/>
              <a:sym typeface="Libre Baskerville"/>
            </a:endParaRPr>
          </a:p>
          <a:p>
            <a:pPr marL="968375" marR="0" lvl="1" indent="-511175"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Libre Baskerville"/>
              <a:ea typeface="Libre Baskerville"/>
              <a:cs typeface="Libre Baskerville"/>
              <a:sym typeface="Libre Baskerville"/>
            </a:endParaRPr>
          </a:p>
        </p:txBody>
      </p:sp>
      <p:pic>
        <p:nvPicPr>
          <p:cNvPr id="414" name="Google Shape;414;p102"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420"/>
        <p:cNvGrpSpPr/>
        <p:nvPr/>
      </p:nvGrpSpPr>
      <p:grpSpPr>
        <a:xfrm>
          <a:off x="0" y="0"/>
          <a:ext cx="0" cy="0"/>
          <a:chOff x="0" y="0"/>
          <a:chExt cx="0" cy="0"/>
        </a:xfrm>
      </p:grpSpPr>
      <p:sp>
        <p:nvSpPr>
          <p:cNvPr id="421" name="Google Shape;421;p103"/>
          <p:cNvSpPr txBox="1"/>
          <p:nvPr/>
        </p:nvSpPr>
        <p:spPr>
          <a:xfrm>
            <a:off x="457200" y="130175"/>
            <a:ext cx="8229600" cy="14319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Arrays as parameters</a:t>
            </a:r>
            <a:br>
              <a:rPr lang="en-US" sz="4400" b="0" i="0" u="none" strike="noStrike" cap="none">
                <a:solidFill>
                  <a:srgbClr val="000000"/>
                </a:solidFill>
                <a:latin typeface="Calibri"/>
                <a:ea typeface="Calibri"/>
                <a:cs typeface="Calibri"/>
                <a:sym typeface="Calibri"/>
              </a:rPr>
            </a:br>
            <a:endParaRPr sz="4400" b="0" i="0" u="none" strike="noStrike" cap="none">
              <a:solidFill>
                <a:srgbClr val="000000"/>
              </a:solidFill>
              <a:latin typeface="Calibri"/>
              <a:ea typeface="Calibri"/>
              <a:cs typeface="Calibri"/>
              <a:sym typeface="Calibri"/>
            </a:endParaRPr>
          </a:p>
        </p:txBody>
      </p:sp>
      <p:sp>
        <p:nvSpPr>
          <p:cNvPr id="422" name="Google Shape;422;p103"/>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Pass by value</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Pass by reference</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Returning  an  array  from function.</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sum(a,ub);//calling</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void sum(int a[ ],int size);</a:t>
            </a:r>
            <a:endParaRPr/>
          </a:p>
        </p:txBody>
      </p:sp>
      <p:pic>
        <p:nvPicPr>
          <p:cNvPr id="423" name="Google Shape;423;p103"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429"/>
        <p:cNvGrpSpPr/>
        <p:nvPr/>
      </p:nvGrpSpPr>
      <p:grpSpPr>
        <a:xfrm>
          <a:off x="0" y="0"/>
          <a:ext cx="0" cy="0"/>
          <a:chOff x="0" y="0"/>
          <a:chExt cx="0" cy="0"/>
        </a:xfrm>
      </p:grpSpPr>
      <p:sp>
        <p:nvSpPr>
          <p:cNvPr id="430" name="Google Shape;430;p104"/>
          <p:cNvSpPr txBox="1"/>
          <p:nvPr/>
        </p:nvSpPr>
        <p:spPr>
          <a:xfrm>
            <a:off x="1350498" y="407963"/>
            <a:ext cx="7336301" cy="1154137"/>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000" b="0" i="0" u="none" strike="noStrike" cap="none">
                <a:solidFill>
                  <a:srgbClr val="000000"/>
                </a:solidFill>
                <a:latin typeface="Calibri"/>
                <a:ea typeface="Calibri"/>
                <a:cs typeface="Calibri"/>
                <a:sym typeface="Calibri"/>
              </a:rPr>
              <a:t>Sequential memory organization</a:t>
            </a:r>
            <a:endParaRPr/>
          </a:p>
        </p:txBody>
      </p:sp>
      <p:sp>
        <p:nvSpPr>
          <p:cNvPr id="431" name="Google Shape;431;p104"/>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Advantages and disadvantages ??</a:t>
            </a:r>
            <a:endParaRPr/>
          </a:p>
        </p:txBody>
      </p:sp>
      <p:pic>
        <p:nvPicPr>
          <p:cNvPr id="432" name="Google Shape;432;p104"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05"/>
          <p:cNvSpPr txBox="1"/>
          <p:nvPr/>
        </p:nvSpPr>
        <p:spPr>
          <a:xfrm>
            <a:off x="457200" y="228600"/>
            <a:ext cx="7467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problem</a:t>
            </a:r>
            <a:endParaRPr/>
          </a:p>
        </p:txBody>
      </p:sp>
      <p:sp>
        <p:nvSpPr>
          <p:cNvPr id="440" name="Google Shape;440;p105"/>
          <p:cNvSpPr txBox="1"/>
          <p:nvPr/>
        </p:nvSpPr>
        <p:spPr>
          <a:xfrm>
            <a:off x="457200" y="1600200"/>
            <a:ext cx="8229600" cy="6346825"/>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FF0000"/>
              </a:buClr>
              <a:buSzPts val="3200"/>
              <a:buFont typeface="Arial"/>
              <a:buChar char="•"/>
            </a:pPr>
            <a:r>
              <a:rPr lang="en-US" sz="3200" b="0" i="0" u="none" strike="noStrike" cap="none">
                <a:solidFill>
                  <a:srgbClr val="FF0000"/>
                </a:solidFill>
                <a:latin typeface="Calibri"/>
                <a:ea typeface="Calibri"/>
                <a:cs typeface="Calibri"/>
                <a:sym typeface="Calibri"/>
              </a:rPr>
              <a:t>Write a program that accepts an array of n numbers and returns the median of numbers in the array.</a:t>
            </a:r>
            <a:endParaRPr/>
          </a:p>
          <a:p>
            <a:pPr marL="339725"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 </a:t>
            </a:r>
            <a:r>
              <a:rPr lang="en-US" sz="3200" b="0" i="0" u="none" strike="noStrike" cap="none">
                <a:solidFill>
                  <a:srgbClr val="00B050"/>
                </a:solidFill>
                <a:latin typeface="Calibri"/>
                <a:ea typeface="Calibri"/>
                <a:cs typeface="Calibri"/>
                <a:sym typeface="Calibri"/>
              </a:rPr>
              <a:t>Consider the linear array AAA [5:50], BBB (-5:10) and CCC (18)</a:t>
            </a:r>
            <a:endParaRPr/>
          </a:p>
          <a:p>
            <a:pPr marL="339725" marR="0" lvl="0" indent="-339725" algn="l" rtl="0">
              <a:lnSpc>
                <a:spcPct val="100000"/>
              </a:lnSpc>
              <a:spcBef>
                <a:spcPts val="800"/>
              </a:spcBef>
              <a:spcAft>
                <a:spcPts val="0"/>
              </a:spcAft>
              <a:buClr>
                <a:srgbClr val="00B050"/>
              </a:buClr>
              <a:buSzPts val="3200"/>
              <a:buFont typeface="Arial"/>
              <a:buNone/>
            </a:pPr>
            <a:r>
              <a:rPr lang="en-US" sz="3200" b="0" i="0" u="none" strike="noStrike" cap="none">
                <a:solidFill>
                  <a:srgbClr val="00B050"/>
                </a:solidFill>
                <a:latin typeface="Calibri"/>
                <a:ea typeface="Calibri"/>
                <a:cs typeface="Calibri"/>
                <a:sym typeface="Calibri"/>
              </a:rPr>
              <a:t>a) Find the number of elements in each array.</a:t>
            </a:r>
            <a:endParaRPr/>
          </a:p>
          <a:p>
            <a:pPr marL="339725" marR="0" lvl="0" indent="-339725" algn="l" rtl="0">
              <a:lnSpc>
                <a:spcPct val="100000"/>
              </a:lnSpc>
              <a:spcBef>
                <a:spcPts val="800"/>
              </a:spcBef>
              <a:spcAft>
                <a:spcPts val="0"/>
              </a:spcAft>
              <a:buClr>
                <a:srgbClr val="00B050"/>
              </a:buClr>
              <a:buSzPts val="3200"/>
              <a:buFont typeface="Arial"/>
              <a:buNone/>
            </a:pPr>
            <a:r>
              <a:rPr lang="en-US" sz="3200" b="0" i="0" u="none" strike="noStrike" cap="none">
                <a:solidFill>
                  <a:srgbClr val="00B050"/>
                </a:solidFill>
                <a:latin typeface="Calibri"/>
                <a:ea typeface="Calibri"/>
                <a:cs typeface="Calibri"/>
                <a:sym typeface="Calibri"/>
              </a:rPr>
              <a:t>b) Suppose Base (AAA) =300 and w=4 word per memory cell for AAA. Find the address of AAA [15], AAA [35] and AAA [55].</a:t>
            </a:r>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B050"/>
              </a:solidFill>
              <a:latin typeface="Calibri"/>
              <a:ea typeface="Calibri"/>
              <a:cs typeface="Calibri"/>
              <a:sym typeface="Calibri"/>
            </a:endParaRPr>
          </a:p>
        </p:txBody>
      </p:sp>
      <p:pic>
        <p:nvPicPr>
          <p:cNvPr id="441" name="Google Shape;441;p105"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447"/>
        <p:cNvGrpSpPr/>
        <p:nvPr/>
      </p:nvGrpSpPr>
      <p:grpSpPr>
        <a:xfrm>
          <a:off x="0" y="0"/>
          <a:ext cx="0" cy="0"/>
          <a:chOff x="0" y="0"/>
          <a:chExt cx="0" cy="0"/>
        </a:xfrm>
      </p:grpSpPr>
      <p:sp>
        <p:nvSpPr>
          <p:cNvPr id="448" name="Google Shape;448;p106"/>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9" name="Google Shape;449;p106"/>
          <p:cNvSpPr txBox="1"/>
          <p:nvPr/>
        </p:nvSpPr>
        <p:spPr>
          <a:xfrm>
            <a:off x="379828" y="1181686"/>
            <a:ext cx="8078371" cy="5066714"/>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2060"/>
              </a:buClr>
              <a:buSzPts val="3200"/>
              <a:buFont typeface="Arial"/>
              <a:buNone/>
            </a:pPr>
            <a:r>
              <a:rPr lang="en-US" sz="3200" b="0" i="0" u="none" strike="noStrike" cap="none">
                <a:solidFill>
                  <a:srgbClr val="002060"/>
                </a:solidFill>
                <a:latin typeface="Calibri"/>
                <a:ea typeface="Calibri"/>
                <a:cs typeface="Calibri"/>
                <a:sym typeface="Calibri"/>
              </a:rPr>
              <a:t>Write a program that reads name of the students, age, roll no, Phone of 4 students and perform the following operation</a:t>
            </a:r>
            <a:endParaRPr/>
          </a:p>
          <a:p>
            <a:pPr marL="342900" marR="0" lvl="0" indent="-339725" algn="l" rtl="0">
              <a:lnSpc>
                <a:spcPct val="100000"/>
              </a:lnSpc>
              <a:spcBef>
                <a:spcPts val="800"/>
              </a:spcBef>
              <a:spcAft>
                <a:spcPts val="0"/>
              </a:spcAft>
              <a:buClr>
                <a:srgbClr val="002060"/>
              </a:buClr>
              <a:buSzPts val="3200"/>
              <a:buFont typeface="Arial"/>
              <a:buNone/>
            </a:pPr>
            <a:r>
              <a:rPr lang="en-US" sz="3200" b="0" i="0" u="none" strike="noStrike" cap="none">
                <a:solidFill>
                  <a:srgbClr val="002060"/>
                </a:solidFill>
                <a:latin typeface="Calibri"/>
                <a:ea typeface="Calibri"/>
                <a:cs typeface="Calibri"/>
                <a:sym typeface="Calibri"/>
              </a:rPr>
              <a:t>1. Search a record of particular student.</a:t>
            </a:r>
            <a:endParaRPr/>
          </a:p>
          <a:p>
            <a:pPr marL="342900" marR="0" lvl="0" indent="-339725" algn="l" rtl="0">
              <a:lnSpc>
                <a:spcPct val="100000"/>
              </a:lnSpc>
              <a:spcBef>
                <a:spcPts val="800"/>
              </a:spcBef>
              <a:spcAft>
                <a:spcPts val="0"/>
              </a:spcAft>
              <a:buClr>
                <a:srgbClr val="002060"/>
              </a:buClr>
              <a:buSzPts val="3200"/>
              <a:buFont typeface="Arial"/>
              <a:buNone/>
            </a:pPr>
            <a:r>
              <a:rPr lang="en-US" sz="3200" b="0" i="0" u="none" strike="noStrike" cap="none">
                <a:solidFill>
                  <a:srgbClr val="002060"/>
                </a:solidFill>
                <a:latin typeface="Calibri"/>
                <a:ea typeface="Calibri"/>
                <a:cs typeface="Calibri"/>
                <a:sym typeface="Calibri"/>
              </a:rPr>
              <a:t>2. Insert a particular record at specific position.</a:t>
            </a:r>
            <a:endParaRPr/>
          </a:p>
          <a:p>
            <a:pPr marL="342900" marR="0" lvl="0" indent="-339725" algn="l" rtl="0">
              <a:lnSpc>
                <a:spcPct val="100000"/>
              </a:lnSpc>
              <a:spcBef>
                <a:spcPts val="800"/>
              </a:spcBef>
              <a:spcAft>
                <a:spcPts val="0"/>
              </a:spcAft>
              <a:buClr>
                <a:srgbClr val="002060"/>
              </a:buClr>
              <a:buSzPts val="3200"/>
              <a:buFont typeface="Arial"/>
              <a:buNone/>
            </a:pPr>
            <a:r>
              <a:rPr lang="en-US" sz="3200" b="0" i="0" u="none" strike="noStrike" cap="none">
                <a:solidFill>
                  <a:srgbClr val="002060"/>
                </a:solidFill>
                <a:latin typeface="Calibri"/>
                <a:ea typeface="Calibri"/>
                <a:cs typeface="Calibri"/>
                <a:sym typeface="Calibri"/>
              </a:rPr>
              <a:t>3. Delete a particular record from specific position.</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800"/>
              </a:spcBef>
              <a:spcAft>
                <a:spcPts val="0"/>
              </a:spcAft>
              <a:buClr>
                <a:srgbClr val="C00000"/>
              </a:buClr>
              <a:buSzPts val="3200"/>
              <a:buFont typeface="Arial"/>
              <a:buNone/>
            </a:pPr>
            <a:r>
              <a:rPr lang="en-US" sz="3200" b="0" i="0" u="none" strike="noStrike" cap="none">
                <a:solidFill>
                  <a:srgbClr val="C00000"/>
                </a:solidFill>
                <a:latin typeface="Calibri"/>
                <a:ea typeface="Calibri"/>
                <a:cs typeface="Calibri"/>
                <a:sym typeface="Calibri"/>
              </a:rPr>
              <a:t>Write a program to merge two sorted array in ascending order.  </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C00000"/>
              </a:solidFill>
              <a:latin typeface="Calibri"/>
              <a:ea typeface="Calibri"/>
              <a:cs typeface="Calibri"/>
              <a:sym typeface="Calibri"/>
            </a:endParaRPr>
          </a:p>
        </p:txBody>
      </p:sp>
      <p:pic>
        <p:nvPicPr>
          <p:cNvPr id="450" name="Google Shape;450;p106"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456"/>
        <p:cNvGrpSpPr/>
        <p:nvPr/>
      </p:nvGrpSpPr>
      <p:grpSpPr>
        <a:xfrm>
          <a:off x="0" y="0"/>
          <a:ext cx="0" cy="0"/>
          <a:chOff x="0" y="0"/>
          <a:chExt cx="0" cy="0"/>
        </a:xfrm>
      </p:grpSpPr>
      <p:sp>
        <p:nvSpPr>
          <p:cNvPr id="457" name="Google Shape;457;p107"/>
          <p:cNvSpPr txBox="1"/>
          <p:nvPr/>
        </p:nvSpPr>
        <p:spPr>
          <a:xfrm>
            <a:off x="1153550" y="506437"/>
            <a:ext cx="6618849" cy="78102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458" name="Google Shape;458;p107"/>
          <p:cNvSpPr txBox="1"/>
          <p:nvPr/>
        </p:nvSpPr>
        <p:spPr>
          <a:xfrm>
            <a:off x="14414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459" name="Google Shape;459;p107"/>
          <p:cNvSpPr txBox="1"/>
          <p:nvPr/>
        </p:nvSpPr>
        <p:spPr>
          <a:xfrm>
            <a:off x="2051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460" name="Google Shape;460;p107"/>
          <p:cNvSpPr txBox="1"/>
          <p:nvPr/>
        </p:nvSpPr>
        <p:spPr>
          <a:xfrm>
            <a:off x="2660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15</a:t>
            </a:r>
            <a:endParaRPr/>
          </a:p>
        </p:txBody>
      </p:sp>
      <p:sp>
        <p:nvSpPr>
          <p:cNvPr id="461" name="Google Shape;461;p107"/>
          <p:cNvSpPr txBox="1"/>
          <p:nvPr/>
        </p:nvSpPr>
        <p:spPr>
          <a:xfrm>
            <a:off x="32702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28</a:t>
            </a:r>
            <a:endParaRPr/>
          </a:p>
        </p:txBody>
      </p:sp>
      <p:sp>
        <p:nvSpPr>
          <p:cNvPr id="462" name="Google Shape;462;p107"/>
          <p:cNvSpPr txBox="1"/>
          <p:nvPr/>
        </p:nvSpPr>
        <p:spPr>
          <a:xfrm>
            <a:off x="38798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30</a:t>
            </a:r>
            <a:endParaRPr/>
          </a:p>
        </p:txBody>
      </p:sp>
      <p:sp>
        <p:nvSpPr>
          <p:cNvPr id="463" name="Google Shape;463;p107"/>
          <p:cNvSpPr txBox="1"/>
          <p:nvPr/>
        </p:nvSpPr>
        <p:spPr>
          <a:xfrm>
            <a:off x="44894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464" name="Google Shape;464;p107"/>
          <p:cNvSpPr txBox="1"/>
          <p:nvPr/>
        </p:nvSpPr>
        <p:spPr>
          <a:xfrm>
            <a:off x="5099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465" name="Google Shape;465;p107"/>
          <p:cNvSpPr txBox="1"/>
          <p:nvPr/>
        </p:nvSpPr>
        <p:spPr>
          <a:xfrm>
            <a:off x="5708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466" name="Google Shape;466;p107"/>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467" name="Google Shape;467;p107"/>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468" name="Google Shape;468;p107"/>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469" name="Google Shape;469;p107"/>
          <p:cNvSpPr txBox="1"/>
          <p:nvPr/>
        </p:nvSpPr>
        <p:spPr>
          <a:xfrm>
            <a:off x="15335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15</a:t>
            </a:r>
            <a:endParaRPr/>
          </a:p>
        </p:txBody>
      </p:sp>
      <p:sp>
        <p:nvSpPr>
          <p:cNvPr id="470" name="Google Shape;470;p107"/>
          <p:cNvSpPr txBox="1"/>
          <p:nvPr/>
        </p:nvSpPr>
        <p:spPr>
          <a:xfrm>
            <a:off x="21431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28</a:t>
            </a:r>
            <a:endParaRPr/>
          </a:p>
        </p:txBody>
      </p:sp>
      <p:sp>
        <p:nvSpPr>
          <p:cNvPr id="471" name="Google Shape;471;p107"/>
          <p:cNvSpPr txBox="1"/>
          <p:nvPr/>
        </p:nvSpPr>
        <p:spPr>
          <a:xfrm>
            <a:off x="27527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30</a:t>
            </a:r>
            <a:endParaRPr/>
          </a:p>
        </p:txBody>
      </p:sp>
      <p:sp>
        <p:nvSpPr>
          <p:cNvPr id="472" name="Google Shape;472;p107"/>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473" name="Google Shape;473;p107"/>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474" name="Google Shape;474;p107"/>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475" name="Google Shape;475;p107"/>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476" name="Google Shape;476;p107"/>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477" name="Google Shape;477;p107"/>
          <p:cNvSpPr txBox="1"/>
          <p:nvPr/>
        </p:nvSpPr>
        <p:spPr>
          <a:xfrm>
            <a:off x="1074738" y="5797550"/>
            <a:ext cx="438150" cy="398463"/>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i=0</a:t>
            </a:r>
            <a:endParaRPr/>
          </a:p>
        </p:txBody>
      </p:sp>
      <p:sp>
        <p:nvSpPr>
          <p:cNvPr id="478" name="Google Shape;478;p107"/>
          <p:cNvSpPr txBox="1"/>
          <p:nvPr/>
        </p:nvSpPr>
        <p:spPr>
          <a:xfrm>
            <a:off x="5073650" y="5818188"/>
            <a:ext cx="684213"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j=0</a:t>
            </a:r>
            <a:endParaRPr/>
          </a:p>
        </p:txBody>
      </p:sp>
      <p:sp>
        <p:nvSpPr>
          <p:cNvPr id="479" name="Google Shape;479;p107"/>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480" name="Google Shape;480;p107"/>
          <p:cNvSpPr txBox="1"/>
          <p:nvPr/>
        </p:nvSpPr>
        <p:spPr>
          <a:xfrm>
            <a:off x="15335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481" name="Google Shape;481;p107"/>
          <p:cNvSpPr txBox="1"/>
          <p:nvPr/>
        </p:nvSpPr>
        <p:spPr>
          <a:xfrm>
            <a:off x="21431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482" name="Google Shape;482;p107"/>
          <p:cNvSpPr txBox="1"/>
          <p:nvPr/>
        </p:nvSpPr>
        <p:spPr>
          <a:xfrm>
            <a:off x="27527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483" name="Google Shape;483;p107"/>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484" name="Google Shape;484;p107"/>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485" name="Google Shape;485;p107"/>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486" name="Google Shape;486;p107"/>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487" name="Google Shape;487;p107"/>
          <p:cNvSpPr txBox="1"/>
          <p:nvPr/>
        </p:nvSpPr>
        <p:spPr>
          <a:xfrm>
            <a:off x="1447800" y="2627313"/>
            <a:ext cx="609600" cy="436562"/>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8" name="Google Shape;488;p107"/>
          <p:cNvSpPr/>
          <p:nvPr/>
        </p:nvSpPr>
        <p:spPr>
          <a:xfrm>
            <a:off x="1174750" y="5384800"/>
            <a:ext cx="233363" cy="449263"/>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9" name="Google Shape;489;p107"/>
          <p:cNvSpPr/>
          <p:nvPr/>
        </p:nvSpPr>
        <p:spPr>
          <a:xfrm>
            <a:off x="5268913" y="5384800"/>
            <a:ext cx="231775" cy="420688"/>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490" name="Google Shape;490;p107"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496"/>
        <p:cNvGrpSpPr/>
        <p:nvPr/>
      </p:nvGrpSpPr>
      <p:grpSpPr>
        <a:xfrm>
          <a:off x="0" y="0"/>
          <a:ext cx="0" cy="0"/>
          <a:chOff x="0" y="0"/>
          <a:chExt cx="0" cy="0"/>
        </a:xfrm>
      </p:grpSpPr>
      <p:sp>
        <p:nvSpPr>
          <p:cNvPr id="497" name="Google Shape;497;p108"/>
          <p:cNvSpPr txBox="1"/>
          <p:nvPr/>
        </p:nvSpPr>
        <p:spPr>
          <a:xfrm>
            <a:off x="1463039" y="323557"/>
            <a:ext cx="6907237" cy="96390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498" name="Google Shape;498;p108"/>
          <p:cNvSpPr txBox="1"/>
          <p:nvPr/>
        </p:nvSpPr>
        <p:spPr>
          <a:xfrm>
            <a:off x="14414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499" name="Google Shape;499;p108"/>
          <p:cNvSpPr txBox="1"/>
          <p:nvPr/>
        </p:nvSpPr>
        <p:spPr>
          <a:xfrm>
            <a:off x="2051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500" name="Google Shape;500;p108"/>
          <p:cNvSpPr txBox="1"/>
          <p:nvPr/>
        </p:nvSpPr>
        <p:spPr>
          <a:xfrm>
            <a:off x="2660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15</a:t>
            </a:r>
            <a:endParaRPr/>
          </a:p>
        </p:txBody>
      </p:sp>
      <p:sp>
        <p:nvSpPr>
          <p:cNvPr id="501" name="Google Shape;501;p108"/>
          <p:cNvSpPr txBox="1"/>
          <p:nvPr/>
        </p:nvSpPr>
        <p:spPr>
          <a:xfrm>
            <a:off x="32702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28</a:t>
            </a:r>
            <a:endParaRPr/>
          </a:p>
        </p:txBody>
      </p:sp>
      <p:sp>
        <p:nvSpPr>
          <p:cNvPr id="502" name="Google Shape;502;p108"/>
          <p:cNvSpPr txBox="1"/>
          <p:nvPr/>
        </p:nvSpPr>
        <p:spPr>
          <a:xfrm>
            <a:off x="38798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30</a:t>
            </a:r>
            <a:endParaRPr/>
          </a:p>
        </p:txBody>
      </p:sp>
      <p:sp>
        <p:nvSpPr>
          <p:cNvPr id="503" name="Google Shape;503;p108"/>
          <p:cNvSpPr txBox="1"/>
          <p:nvPr/>
        </p:nvSpPr>
        <p:spPr>
          <a:xfrm>
            <a:off x="44894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504" name="Google Shape;504;p108"/>
          <p:cNvSpPr txBox="1"/>
          <p:nvPr/>
        </p:nvSpPr>
        <p:spPr>
          <a:xfrm>
            <a:off x="5099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505" name="Google Shape;505;p108"/>
          <p:cNvSpPr txBox="1"/>
          <p:nvPr/>
        </p:nvSpPr>
        <p:spPr>
          <a:xfrm>
            <a:off x="5708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506" name="Google Shape;506;p108"/>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507" name="Google Shape;507;p108"/>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508" name="Google Shape;508;p108"/>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509" name="Google Shape;509;p108"/>
          <p:cNvSpPr txBox="1"/>
          <p:nvPr/>
        </p:nvSpPr>
        <p:spPr>
          <a:xfrm>
            <a:off x="15335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15</a:t>
            </a:r>
            <a:endParaRPr/>
          </a:p>
        </p:txBody>
      </p:sp>
      <p:sp>
        <p:nvSpPr>
          <p:cNvPr id="510" name="Google Shape;510;p108"/>
          <p:cNvSpPr txBox="1"/>
          <p:nvPr/>
        </p:nvSpPr>
        <p:spPr>
          <a:xfrm>
            <a:off x="21431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28</a:t>
            </a:r>
            <a:endParaRPr/>
          </a:p>
        </p:txBody>
      </p:sp>
      <p:sp>
        <p:nvSpPr>
          <p:cNvPr id="511" name="Google Shape;511;p108"/>
          <p:cNvSpPr txBox="1"/>
          <p:nvPr/>
        </p:nvSpPr>
        <p:spPr>
          <a:xfrm>
            <a:off x="27527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30</a:t>
            </a:r>
            <a:endParaRPr/>
          </a:p>
        </p:txBody>
      </p:sp>
      <p:sp>
        <p:nvSpPr>
          <p:cNvPr id="512" name="Google Shape;512;p108"/>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513" name="Google Shape;513;p108"/>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514" name="Google Shape;514;p108"/>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515" name="Google Shape;515;p108"/>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516" name="Google Shape;516;p108"/>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517" name="Google Shape;517;p108"/>
          <p:cNvSpPr txBox="1"/>
          <p:nvPr/>
        </p:nvSpPr>
        <p:spPr>
          <a:xfrm>
            <a:off x="1074738" y="5797550"/>
            <a:ext cx="438150" cy="398463"/>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i=0</a:t>
            </a:r>
            <a:endParaRPr/>
          </a:p>
        </p:txBody>
      </p:sp>
      <p:sp>
        <p:nvSpPr>
          <p:cNvPr id="518" name="Google Shape;518;p108"/>
          <p:cNvSpPr txBox="1"/>
          <p:nvPr/>
        </p:nvSpPr>
        <p:spPr>
          <a:xfrm>
            <a:off x="5073650" y="5818188"/>
            <a:ext cx="684213"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j=0</a:t>
            </a:r>
            <a:endParaRPr/>
          </a:p>
        </p:txBody>
      </p:sp>
      <p:sp>
        <p:nvSpPr>
          <p:cNvPr id="519" name="Google Shape;519;p108"/>
          <p:cNvSpPr txBox="1"/>
          <p:nvPr/>
        </p:nvSpPr>
        <p:spPr>
          <a:xfrm>
            <a:off x="1465263" y="3403600"/>
            <a:ext cx="742950" cy="398463"/>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k=0</a:t>
            </a:r>
            <a:endParaRPr/>
          </a:p>
        </p:txBody>
      </p:sp>
      <p:sp>
        <p:nvSpPr>
          <p:cNvPr id="520" name="Google Shape;520;p108"/>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521" name="Google Shape;521;p108"/>
          <p:cNvSpPr txBox="1"/>
          <p:nvPr/>
        </p:nvSpPr>
        <p:spPr>
          <a:xfrm>
            <a:off x="15335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522" name="Google Shape;522;p108"/>
          <p:cNvSpPr txBox="1"/>
          <p:nvPr/>
        </p:nvSpPr>
        <p:spPr>
          <a:xfrm>
            <a:off x="21431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523" name="Google Shape;523;p108"/>
          <p:cNvSpPr txBox="1"/>
          <p:nvPr/>
        </p:nvSpPr>
        <p:spPr>
          <a:xfrm>
            <a:off x="27527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524" name="Google Shape;524;p108"/>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525" name="Google Shape;525;p108"/>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526" name="Google Shape;526;p108"/>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527" name="Google Shape;527;p108"/>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528" name="Google Shape;528;p108"/>
          <p:cNvSpPr txBox="1"/>
          <p:nvPr/>
        </p:nvSpPr>
        <p:spPr>
          <a:xfrm>
            <a:off x="1447800" y="2627313"/>
            <a:ext cx="609600" cy="436562"/>
          </a:xfrm>
          <a:prstGeom prst="rect">
            <a:avLst/>
          </a:prstGeom>
          <a:solidFill>
            <a:srgbClr val="4D4D4D"/>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9" name="Google Shape;529;p108"/>
          <p:cNvSpPr txBox="1"/>
          <p:nvPr/>
        </p:nvSpPr>
        <p:spPr>
          <a:xfrm>
            <a:off x="1443038"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530" name="Google Shape;530;p108"/>
          <p:cNvSpPr/>
          <p:nvPr/>
        </p:nvSpPr>
        <p:spPr>
          <a:xfrm>
            <a:off x="1174750" y="5384800"/>
            <a:ext cx="233363" cy="449263"/>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1" name="Google Shape;531;p108"/>
          <p:cNvSpPr/>
          <p:nvPr/>
        </p:nvSpPr>
        <p:spPr>
          <a:xfrm>
            <a:off x="5268913" y="5384800"/>
            <a:ext cx="231775" cy="420688"/>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2" name="Google Shape;532;p108"/>
          <p:cNvSpPr/>
          <p:nvPr/>
        </p:nvSpPr>
        <p:spPr>
          <a:xfrm>
            <a:off x="1727200" y="3092450"/>
            <a:ext cx="188913" cy="347663"/>
          </a:xfrm>
          <a:prstGeom prst="upArrow">
            <a:avLst>
              <a:gd name="adj1" fmla="val 50000"/>
              <a:gd name="adj2" fmla="val 46008"/>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533" name="Google Shape;533;p108"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539"/>
        <p:cNvGrpSpPr/>
        <p:nvPr/>
      </p:nvGrpSpPr>
      <p:grpSpPr>
        <a:xfrm>
          <a:off x="0" y="0"/>
          <a:ext cx="0" cy="0"/>
          <a:chOff x="0" y="0"/>
          <a:chExt cx="0" cy="0"/>
        </a:xfrm>
      </p:grpSpPr>
      <p:sp>
        <p:nvSpPr>
          <p:cNvPr id="540" name="Google Shape;540;p109"/>
          <p:cNvSpPr txBox="1"/>
          <p:nvPr/>
        </p:nvSpPr>
        <p:spPr>
          <a:xfrm>
            <a:off x="0" y="-144463"/>
            <a:ext cx="7772400" cy="143192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541" name="Google Shape;541;p109"/>
          <p:cNvSpPr txBox="1"/>
          <p:nvPr/>
        </p:nvSpPr>
        <p:spPr>
          <a:xfrm>
            <a:off x="1441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542" name="Google Shape;542;p109"/>
          <p:cNvSpPr txBox="1"/>
          <p:nvPr/>
        </p:nvSpPr>
        <p:spPr>
          <a:xfrm>
            <a:off x="2051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543" name="Google Shape;543;p109"/>
          <p:cNvSpPr txBox="1"/>
          <p:nvPr/>
        </p:nvSpPr>
        <p:spPr>
          <a:xfrm>
            <a:off x="2660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15</a:t>
            </a:r>
            <a:endParaRPr/>
          </a:p>
        </p:txBody>
      </p:sp>
      <p:sp>
        <p:nvSpPr>
          <p:cNvPr id="544" name="Google Shape;544;p109"/>
          <p:cNvSpPr txBox="1"/>
          <p:nvPr/>
        </p:nvSpPr>
        <p:spPr>
          <a:xfrm>
            <a:off x="32702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28</a:t>
            </a:r>
            <a:endParaRPr/>
          </a:p>
        </p:txBody>
      </p:sp>
      <p:sp>
        <p:nvSpPr>
          <p:cNvPr id="545" name="Google Shape;545;p109"/>
          <p:cNvSpPr txBox="1"/>
          <p:nvPr/>
        </p:nvSpPr>
        <p:spPr>
          <a:xfrm>
            <a:off x="38798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30</a:t>
            </a:r>
            <a:endParaRPr/>
          </a:p>
        </p:txBody>
      </p:sp>
      <p:sp>
        <p:nvSpPr>
          <p:cNvPr id="546" name="Google Shape;546;p109"/>
          <p:cNvSpPr txBox="1"/>
          <p:nvPr/>
        </p:nvSpPr>
        <p:spPr>
          <a:xfrm>
            <a:off x="44894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547" name="Google Shape;547;p109"/>
          <p:cNvSpPr txBox="1"/>
          <p:nvPr/>
        </p:nvSpPr>
        <p:spPr>
          <a:xfrm>
            <a:off x="5099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548" name="Google Shape;548;p109"/>
          <p:cNvSpPr txBox="1"/>
          <p:nvPr/>
        </p:nvSpPr>
        <p:spPr>
          <a:xfrm>
            <a:off x="5708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549" name="Google Shape;549;p109"/>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550" name="Google Shape;550;p109"/>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551" name="Google Shape;551;p109"/>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552" name="Google Shape;552;p109"/>
          <p:cNvSpPr txBox="1"/>
          <p:nvPr/>
        </p:nvSpPr>
        <p:spPr>
          <a:xfrm>
            <a:off x="15240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553" name="Google Shape;553;p109"/>
          <p:cNvSpPr txBox="1"/>
          <p:nvPr/>
        </p:nvSpPr>
        <p:spPr>
          <a:xfrm>
            <a:off x="21336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15</a:t>
            </a:r>
            <a:endParaRPr/>
          </a:p>
        </p:txBody>
      </p:sp>
      <p:sp>
        <p:nvSpPr>
          <p:cNvPr id="554" name="Google Shape;554;p109"/>
          <p:cNvSpPr txBox="1"/>
          <p:nvPr/>
        </p:nvSpPr>
        <p:spPr>
          <a:xfrm>
            <a:off x="27432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28</a:t>
            </a:r>
            <a:endParaRPr/>
          </a:p>
        </p:txBody>
      </p:sp>
      <p:sp>
        <p:nvSpPr>
          <p:cNvPr id="555" name="Google Shape;555;p109"/>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556" name="Google Shape;556;p109"/>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557" name="Google Shape;557;p109"/>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558" name="Google Shape;558;p109"/>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559" name="Google Shape;559;p109"/>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560" name="Google Shape;560;p109"/>
          <p:cNvSpPr txBox="1"/>
          <p:nvPr/>
        </p:nvSpPr>
        <p:spPr>
          <a:xfrm>
            <a:off x="1958975" y="3417888"/>
            <a:ext cx="742950"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k=1</a:t>
            </a:r>
            <a:endParaRPr/>
          </a:p>
        </p:txBody>
      </p:sp>
      <p:sp>
        <p:nvSpPr>
          <p:cNvPr id="561" name="Google Shape;561;p109"/>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562" name="Google Shape;562;p109"/>
          <p:cNvSpPr txBox="1"/>
          <p:nvPr/>
        </p:nvSpPr>
        <p:spPr>
          <a:xfrm>
            <a:off x="15240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563" name="Google Shape;563;p109"/>
          <p:cNvSpPr txBox="1"/>
          <p:nvPr/>
        </p:nvSpPr>
        <p:spPr>
          <a:xfrm>
            <a:off x="21336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564" name="Google Shape;564;p109"/>
          <p:cNvSpPr txBox="1"/>
          <p:nvPr/>
        </p:nvSpPr>
        <p:spPr>
          <a:xfrm>
            <a:off x="27432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565" name="Google Shape;565;p109"/>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566" name="Google Shape;566;p109"/>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567" name="Google Shape;567;p109"/>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568" name="Google Shape;568;p109"/>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569" name="Google Shape;569;p109"/>
          <p:cNvSpPr txBox="1"/>
          <p:nvPr/>
        </p:nvSpPr>
        <p:spPr>
          <a:xfrm>
            <a:off x="2035175" y="2633663"/>
            <a:ext cx="609600" cy="436562"/>
          </a:xfrm>
          <a:prstGeom prst="rect">
            <a:avLst/>
          </a:prstGeom>
          <a:solidFill>
            <a:srgbClr val="4D4D4D"/>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0" name="Google Shape;570;p109"/>
          <p:cNvSpPr txBox="1"/>
          <p:nvPr/>
        </p:nvSpPr>
        <p:spPr>
          <a:xfrm>
            <a:off x="2046288" y="26273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571" name="Google Shape;571;p109"/>
          <p:cNvSpPr/>
          <p:nvPr/>
        </p:nvSpPr>
        <p:spPr>
          <a:xfrm>
            <a:off x="2235200" y="3106738"/>
            <a:ext cx="188913" cy="347662"/>
          </a:xfrm>
          <a:prstGeom prst="upArrow">
            <a:avLst>
              <a:gd name="adj1" fmla="val 50000"/>
              <a:gd name="adj2" fmla="val 46008"/>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2" name="Google Shape;572;p109"/>
          <p:cNvSpPr txBox="1"/>
          <p:nvPr/>
        </p:nvSpPr>
        <p:spPr>
          <a:xfrm>
            <a:off x="1074738" y="5797550"/>
            <a:ext cx="438150" cy="398463"/>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i=0</a:t>
            </a:r>
            <a:endParaRPr/>
          </a:p>
        </p:txBody>
      </p:sp>
      <p:sp>
        <p:nvSpPr>
          <p:cNvPr id="573" name="Google Shape;573;p109"/>
          <p:cNvSpPr/>
          <p:nvPr/>
        </p:nvSpPr>
        <p:spPr>
          <a:xfrm>
            <a:off x="1174750" y="5384800"/>
            <a:ext cx="233363" cy="449263"/>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4" name="Google Shape;574;p109"/>
          <p:cNvSpPr txBox="1"/>
          <p:nvPr/>
        </p:nvSpPr>
        <p:spPr>
          <a:xfrm>
            <a:off x="5683250" y="5818188"/>
            <a:ext cx="684213"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j=1</a:t>
            </a:r>
            <a:endParaRPr/>
          </a:p>
        </p:txBody>
      </p:sp>
      <p:sp>
        <p:nvSpPr>
          <p:cNvPr id="575" name="Google Shape;575;p109"/>
          <p:cNvSpPr/>
          <p:nvPr/>
        </p:nvSpPr>
        <p:spPr>
          <a:xfrm>
            <a:off x="5907088" y="5399088"/>
            <a:ext cx="231775" cy="420687"/>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581"/>
        <p:cNvGrpSpPr/>
        <p:nvPr/>
      </p:nvGrpSpPr>
      <p:grpSpPr>
        <a:xfrm>
          <a:off x="0" y="0"/>
          <a:ext cx="0" cy="0"/>
          <a:chOff x="0" y="0"/>
          <a:chExt cx="0" cy="0"/>
        </a:xfrm>
      </p:grpSpPr>
      <p:sp>
        <p:nvSpPr>
          <p:cNvPr id="582" name="Google Shape;582;p110"/>
          <p:cNvSpPr txBox="1"/>
          <p:nvPr/>
        </p:nvSpPr>
        <p:spPr>
          <a:xfrm>
            <a:off x="0" y="-144463"/>
            <a:ext cx="7772400" cy="143192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583" name="Google Shape;583;p110"/>
          <p:cNvSpPr txBox="1"/>
          <p:nvPr/>
        </p:nvSpPr>
        <p:spPr>
          <a:xfrm>
            <a:off x="1441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584" name="Google Shape;584;p110"/>
          <p:cNvSpPr txBox="1"/>
          <p:nvPr/>
        </p:nvSpPr>
        <p:spPr>
          <a:xfrm>
            <a:off x="20510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585" name="Google Shape;585;p110"/>
          <p:cNvSpPr txBox="1"/>
          <p:nvPr/>
        </p:nvSpPr>
        <p:spPr>
          <a:xfrm>
            <a:off x="2660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15</a:t>
            </a:r>
            <a:endParaRPr/>
          </a:p>
        </p:txBody>
      </p:sp>
      <p:sp>
        <p:nvSpPr>
          <p:cNvPr id="586" name="Google Shape;586;p110"/>
          <p:cNvSpPr txBox="1"/>
          <p:nvPr/>
        </p:nvSpPr>
        <p:spPr>
          <a:xfrm>
            <a:off x="32702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28</a:t>
            </a:r>
            <a:endParaRPr/>
          </a:p>
        </p:txBody>
      </p:sp>
      <p:sp>
        <p:nvSpPr>
          <p:cNvPr id="587" name="Google Shape;587;p110"/>
          <p:cNvSpPr txBox="1"/>
          <p:nvPr/>
        </p:nvSpPr>
        <p:spPr>
          <a:xfrm>
            <a:off x="38798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30</a:t>
            </a:r>
            <a:endParaRPr/>
          </a:p>
        </p:txBody>
      </p:sp>
      <p:sp>
        <p:nvSpPr>
          <p:cNvPr id="588" name="Google Shape;588;p110"/>
          <p:cNvSpPr txBox="1"/>
          <p:nvPr/>
        </p:nvSpPr>
        <p:spPr>
          <a:xfrm>
            <a:off x="44894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589" name="Google Shape;589;p110"/>
          <p:cNvSpPr txBox="1"/>
          <p:nvPr/>
        </p:nvSpPr>
        <p:spPr>
          <a:xfrm>
            <a:off x="5099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590" name="Google Shape;590;p110"/>
          <p:cNvSpPr txBox="1"/>
          <p:nvPr/>
        </p:nvSpPr>
        <p:spPr>
          <a:xfrm>
            <a:off x="5708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591" name="Google Shape;591;p110"/>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592" name="Google Shape;592;p110"/>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593" name="Google Shape;593;p110"/>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594" name="Google Shape;594;p110"/>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595" name="Google Shape;595;p110"/>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596" name="Google Shape;596;p110"/>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597" name="Google Shape;597;p110"/>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598" name="Google Shape;598;p110"/>
          <p:cNvSpPr txBox="1"/>
          <p:nvPr/>
        </p:nvSpPr>
        <p:spPr>
          <a:xfrm>
            <a:off x="1554163" y="5797550"/>
            <a:ext cx="438150" cy="398463"/>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i=1</a:t>
            </a:r>
            <a:endParaRPr/>
          </a:p>
        </p:txBody>
      </p:sp>
      <p:sp>
        <p:nvSpPr>
          <p:cNvPr id="599" name="Google Shape;599;p110"/>
          <p:cNvSpPr txBox="1"/>
          <p:nvPr/>
        </p:nvSpPr>
        <p:spPr>
          <a:xfrm>
            <a:off x="2598738" y="3359150"/>
            <a:ext cx="742950" cy="398463"/>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k=2</a:t>
            </a:r>
            <a:endParaRPr/>
          </a:p>
        </p:txBody>
      </p:sp>
      <p:sp>
        <p:nvSpPr>
          <p:cNvPr id="600" name="Google Shape;600;p110"/>
          <p:cNvSpPr txBox="1"/>
          <p:nvPr/>
        </p:nvSpPr>
        <p:spPr>
          <a:xfrm>
            <a:off x="871538"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601" name="Google Shape;601;p110"/>
          <p:cNvSpPr txBox="1"/>
          <p:nvPr/>
        </p:nvSpPr>
        <p:spPr>
          <a:xfrm>
            <a:off x="1481138"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602" name="Google Shape;602;p110"/>
          <p:cNvSpPr txBox="1"/>
          <p:nvPr/>
        </p:nvSpPr>
        <p:spPr>
          <a:xfrm>
            <a:off x="2090738"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603" name="Google Shape;603;p110"/>
          <p:cNvSpPr txBox="1"/>
          <p:nvPr/>
        </p:nvSpPr>
        <p:spPr>
          <a:xfrm>
            <a:off x="2700338"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604" name="Google Shape;604;p110"/>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605" name="Google Shape;605;p110"/>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606" name="Google Shape;606;p110"/>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607" name="Google Shape;607;p110"/>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608" name="Google Shape;608;p110"/>
          <p:cNvSpPr txBox="1"/>
          <p:nvPr/>
        </p:nvSpPr>
        <p:spPr>
          <a:xfrm>
            <a:off x="2660650" y="2633663"/>
            <a:ext cx="609600" cy="436562"/>
          </a:xfrm>
          <a:prstGeom prst="rect">
            <a:avLst/>
          </a:prstGeom>
          <a:solidFill>
            <a:srgbClr val="4D4D4D"/>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9" name="Google Shape;609;p110"/>
          <p:cNvSpPr/>
          <p:nvPr/>
        </p:nvSpPr>
        <p:spPr>
          <a:xfrm>
            <a:off x="1725613" y="5341938"/>
            <a:ext cx="233362" cy="449262"/>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0" name="Google Shape;610;p110"/>
          <p:cNvSpPr/>
          <p:nvPr/>
        </p:nvSpPr>
        <p:spPr>
          <a:xfrm>
            <a:off x="2859088" y="3063875"/>
            <a:ext cx="188912" cy="347663"/>
          </a:xfrm>
          <a:prstGeom prst="upArrow">
            <a:avLst>
              <a:gd name="adj1" fmla="val 50000"/>
              <a:gd name="adj2" fmla="val 46009"/>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1" name="Google Shape;611;p110"/>
          <p:cNvSpPr txBox="1"/>
          <p:nvPr/>
        </p:nvSpPr>
        <p:spPr>
          <a:xfrm>
            <a:off x="2670175" y="26273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612" name="Google Shape;612;p110"/>
          <p:cNvSpPr txBox="1"/>
          <p:nvPr/>
        </p:nvSpPr>
        <p:spPr>
          <a:xfrm>
            <a:off x="5683250" y="5818188"/>
            <a:ext cx="684213"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j=1</a:t>
            </a:r>
            <a:endParaRPr/>
          </a:p>
        </p:txBody>
      </p:sp>
      <p:sp>
        <p:nvSpPr>
          <p:cNvPr id="613" name="Google Shape;613;p110"/>
          <p:cNvSpPr/>
          <p:nvPr/>
        </p:nvSpPr>
        <p:spPr>
          <a:xfrm>
            <a:off x="5907088" y="5399088"/>
            <a:ext cx="231775" cy="420687"/>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619"/>
        <p:cNvGrpSpPr/>
        <p:nvPr/>
      </p:nvGrpSpPr>
      <p:grpSpPr>
        <a:xfrm>
          <a:off x="0" y="0"/>
          <a:ext cx="0" cy="0"/>
          <a:chOff x="0" y="0"/>
          <a:chExt cx="0" cy="0"/>
        </a:xfrm>
      </p:grpSpPr>
      <p:sp>
        <p:nvSpPr>
          <p:cNvPr id="620" name="Google Shape;620;p111"/>
          <p:cNvSpPr txBox="1"/>
          <p:nvPr/>
        </p:nvSpPr>
        <p:spPr>
          <a:xfrm>
            <a:off x="0" y="-144463"/>
            <a:ext cx="7772400" cy="143192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621" name="Google Shape;621;p111"/>
          <p:cNvSpPr txBox="1"/>
          <p:nvPr/>
        </p:nvSpPr>
        <p:spPr>
          <a:xfrm>
            <a:off x="1441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622" name="Google Shape;622;p111"/>
          <p:cNvSpPr txBox="1"/>
          <p:nvPr/>
        </p:nvSpPr>
        <p:spPr>
          <a:xfrm>
            <a:off x="20510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623" name="Google Shape;623;p111"/>
          <p:cNvSpPr txBox="1"/>
          <p:nvPr/>
        </p:nvSpPr>
        <p:spPr>
          <a:xfrm>
            <a:off x="26606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624" name="Google Shape;624;p111"/>
          <p:cNvSpPr txBox="1"/>
          <p:nvPr/>
        </p:nvSpPr>
        <p:spPr>
          <a:xfrm>
            <a:off x="3270250" y="2632075"/>
            <a:ext cx="609600" cy="436563"/>
          </a:xfrm>
          <a:prstGeom prst="rect">
            <a:avLst/>
          </a:prstGeom>
          <a:solidFill>
            <a:srgbClr val="4D4D4D"/>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5" name="Google Shape;625;p111"/>
          <p:cNvSpPr txBox="1"/>
          <p:nvPr/>
        </p:nvSpPr>
        <p:spPr>
          <a:xfrm>
            <a:off x="3879850" y="2632075"/>
            <a:ext cx="609600" cy="436563"/>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6" name="Google Shape;626;p111"/>
          <p:cNvSpPr txBox="1"/>
          <p:nvPr/>
        </p:nvSpPr>
        <p:spPr>
          <a:xfrm>
            <a:off x="44894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627" name="Google Shape;627;p111"/>
          <p:cNvSpPr txBox="1"/>
          <p:nvPr/>
        </p:nvSpPr>
        <p:spPr>
          <a:xfrm>
            <a:off x="5099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628" name="Google Shape;628;p111"/>
          <p:cNvSpPr txBox="1"/>
          <p:nvPr/>
        </p:nvSpPr>
        <p:spPr>
          <a:xfrm>
            <a:off x="5708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629" name="Google Shape;629;p111"/>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630" name="Google Shape;630;p111"/>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631" name="Google Shape;631;p111"/>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632" name="Google Shape;632;p111"/>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633" name="Google Shape;633;p111"/>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634" name="Google Shape;634;p111"/>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635" name="Google Shape;635;p111"/>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636" name="Google Shape;636;p111"/>
          <p:cNvSpPr txBox="1"/>
          <p:nvPr/>
        </p:nvSpPr>
        <p:spPr>
          <a:xfrm>
            <a:off x="2208213" y="5840413"/>
            <a:ext cx="438150" cy="398462"/>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i=2</a:t>
            </a:r>
            <a:endParaRPr/>
          </a:p>
        </p:txBody>
      </p:sp>
      <p:sp>
        <p:nvSpPr>
          <p:cNvPr id="637" name="Google Shape;637;p111"/>
          <p:cNvSpPr txBox="1"/>
          <p:nvPr/>
        </p:nvSpPr>
        <p:spPr>
          <a:xfrm>
            <a:off x="5683250" y="5818188"/>
            <a:ext cx="684213"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j=1</a:t>
            </a:r>
            <a:endParaRPr/>
          </a:p>
        </p:txBody>
      </p:sp>
      <p:sp>
        <p:nvSpPr>
          <p:cNvPr id="638" name="Google Shape;638;p111"/>
          <p:cNvSpPr txBox="1"/>
          <p:nvPr/>
        </p:nvSpPr>
        <p:spPr>
          <a:xfrm>
            <a:off x="3208338" y="3387725"/>
            <a:ext cx="742950" cy="398463"/>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k=3</a:t>
            </a:r>
            <a:endParaRPr/>
          </a:p>
        </p:txBody>
      </p:sp>
      <p:sp>
        <p:nvSpPr>
          <p:cNvPr id="639" name="Google Shape;639;p111"/>
          <p:cNvSpPr txBox="1"/>
          <p:nvPr/>
        </p:nvSpPr>
        <p:spPr>
          <a:xfrm>
            <a:off x="8858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640" name="Google Shape;640;p111"/>
          <p:cNvSpPr txBox="1"/>
          <p:nvPr/>
        </p:nvSpPr>
        <p:spPr>
          <a:xfrm>
            <a:off x="14954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641" name="Google Shape;641;p111"/>
          <p:cNvSpPr txBox="1"/>
          <p:nvPr/>
        </p:nvSpPr>
        <p:spPr>
          <a:xfrm>
            <a:off x="21050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642" name="Google Shape;642;p111"/>
          <p:cNvSpPr txBox="1"/>
          <p:nvPr/>
        </p:nvSpPr>
        <p:spPr>
          <a:xfrm>
            <a:off x="271462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643" name="Google Shape;643;p111"/>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644" name="Google Shape;644;p111"/>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645" name="Google Shape;645;p111"/>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646" name="Google Shape;646;p111"/>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647" name="Google Shape;647;p111"/>
          <p:cNvSpPr txBox="1"/>
          <p:nvPr/>
        </p:nvSpPr>
        <p:spPr>
          <a:xfrm>
            <a:off x="3279775" y="263842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648" name="Google Shape;648;p111"/>
          <p:cNvSpPr/>
          <p:nvPr/>
        </p:nvSpPr>
        <p:spPr>
          <a:xfrm>
            <a:off x="2379663" y="5384800"/>
            <a:ext cx="233362" cy="449263"/>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9" name="Google Shape;649;p111"/>
          <p:cNvSpPr/>
          <p:nvPr/>
        </p:nvSpPr>
        <p:spPr>
          <a:xfrm>
            <a:off x="5907088" y="5399088"/>
            <a:ext cx="231775" cy="420687"/>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0" name="Google Shape;650;p111"/>
          <p:cNvSpPr/>
          <p:nvPr/>
        </p:nvSpPr>
        <p:spPr>
          <a:xfrm>
            <a:off x="3482975" y="3092450"/>
            <a:ext cx="188913" cy="347663"/>
          </a:xfrm>
          <a:prstGeom prst="upArrow">
            <a:avLst>
              <a:gd name="adj1" fmla="val 50000"/>
              <a:gd name="adj2" fmla="val 46008"/>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656"/>
        <p:cNvGrpSpPr/>
        <p:nvPr/>
      </p:nvGrpSpPr>
      <p:grpSpPr>
        <a:xfrm>
          <a:off x="0" y="0"/>
          <a:ext cx="0" cy="0"/>
          <a:chOff x="0" y="0"/>
          <a:chExt cx="0" cy="0"/>
        </a:xfrm>
      </p:grpSpPr>
      <p:sp>
        <p:nvSpPr>
          <p:cNvPr id="657" name="Google Shape;657;p112"/>
          <p:cNvSpPr txBox="1"/>
          <p:nvPr/>
        </p:nvSpPr>
        <p:spPr>
          <a:xfrm>
            <a:off x="0" y="-144463"/>
            <a:ext cx="7772400" cy="143192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658" name="Google Shape;658;p112"/>
          <p:cNvSpPr txBox="1"/>
          <p:nvPr/>
        </p:nvSpPr>
        <p:spPr>
          <a:xfrm>
            <a:off x="1441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659" name="Google Shape;659;p112"/>
          <p:cNvSpPr txBox="1"/>
          <p:nvPr/>
        </p:nvSpPr>
        <p:spPr>
          <a:xfrm>
            <a:off x="20510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660" name="Google Shape;660;p112"/>
          <p:cNvSpPr txBox="1"/>
          <p:nvPr/>
        </p:nvSpPr>
        <p:spPr>
          <a:xfrm>
            <a:off x="26606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661" name="Google Shape;661;p112"/>
          <p:cNvSpPr txBox="1"/>
          <p:nvPr/>
        </p:nvSpPr>
        <p:spPr>
          <a:xfrm>
            <a:off x="32702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662" name="Google Shape;662;p112"/>
          <p:cNvSpPr txBox="1"/>
          <p:nvPr/>
        </p:nvSpPr>
        <p:spPr>
          <a:xfrm>
            <a:off x="44894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663" name="Google Shape;663;p112"/>
          <p:cNvSpPr txBox="1"/>
          <p:nvPr/>
        </p:nvSpPr>
        <p:spPr>
          <a:xfrm>
            <a:off x="5099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664" name="Google Shape;664;p112"/>
          <p:cNvSpPr txBox="1"/>
          <p:nvPr/>
        </p:nvSpPr>
        <p:spPr>
          <a:xfrm>
            <a:off x="5708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665" name="Google Shape;665;p112"/>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666" name="Google Shape;666;p112"/>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667" name="Google Shape;667;p112"/>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668" name="Google Shape;668;p112"/>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669" name="Google Shape;669;p112"/>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670" name="Google Shape;670;p112"/>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671" name="Google Shape;671;p112"/>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672" name="Google Shape;672;p112"/>
          <p:cNvSpPr txBox="1"/>
          <p:nvPr/>
        </p:nvSpPr>
        <p:spPr>
          <a:xfrm>
            <a:off x="6248400" y="5861050"/>
            <a:ext cx="684213" cy="398463"/>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j=2</a:t>
            </a:r>
            <a:endParaRPr/>
          </a:p>
        </p:txBody>
      </p:sp>
      <p:sp>
        <p:nvSpPr>
          <p:cNvPr id="673" name="Google Shape;673;p112"/>
          <p:cNvSpPr txBox="1"/>
          <p:nvPr/>
        </p:nvSpPr>
        <p:spPr>
          <a:xfrm>
            <a:off x="3817938" y="3402013"/>
            <a:ext cx="742950"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k=4</a:t>
            </a:r>
            <a:endParaRPr/>
          </a:p>
        </p:txBody>
      </p:sp>
      <p:sp>
        <p:nvSpPr>
          <p:cNvPr id="674" name="Google Shape;674;p112"/>
          <p:cNvSpPr txBox="1"/>
          <p:nvPr/>
        </p:nvSpPr>
        <p:spPr>
          <a:xfrm>
            <a:off x="94297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675" name="Google Shape;675;p112"/>
          <p:cNvSpPr txBox="1"/>
          <p:nvPr/>
        </p:nvSpPr>
        <p:spPr>
          <a:xfrm>
            <a:off x="155257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676" name="Google Shape;676;p112"/>
          <p:cNvSpPr txBox="1"/>
          <p:nvPr/>
        </p:nvSpPr>
        <p:spPr>
          <a:xfrm>
            <a:off x="216217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677" name="Google Shape;677;p112"/>
          <p:cNvSpPr txBox="1"/>
          <p:nvPr/>
        </p:nvSpPr>
        <p:spPr>
          <a:xfrm>
            <a:off x="2771775"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678" name="Google Shape;678;p112"/>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679" name="Google Shape;679;p112"/>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680" name="Google Shape;680;p112"/>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681" name="Google Shape;681;p112"/>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682" name="Google Shape;682;p112"/>
          <p:cNvSpPr/>
          <p:nvPr/>
        </p:nvSpPr>
        <p:spPr>
          <a:xfrm>
            <a:off x="6488113" y="5384800"/>
            <a:ext cx="231775" cy="420688"/>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3" name="Google Shape;683;p112"/>
          <p:cNvSpPr/>
          <p:nvPr/>
        </p:nvSpPr>
        <p:spPr>
          <a:xfrm>
            <a:off x="4165600" y="3078163"/>
            <a:ext cx="188913" cy="347662"/>
          </a:xfrm>
          <a:prstGeom prst="upArrow">
            <a:avLst>
              <a:gd name="adj1" fmla="val 50000"/>
              <a:gd name="adj2" fmla="val 46008"/>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4" name="Google Shape;684;p112"/>
          <p:cNvSpPr txBox="1"/>
          <p:nvPr/>
        </p:nvSpPr>
        <p:spPr>
          <a:xfrm>
            <a:off x="2208213" y="5840413"/>
            <a:ext cx="438150" cy="398462"/>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i=2</a:t>
            </a:r>
            <a:endParaRPr/>
          </a:p>
        </p:txBody>
      </p:sp>
      <p:sp>
        <p:nvSpPr>
          <p:cNvPr id="685" name="Google Shape;685;p112"/>
          <p:cNvSpPr/>
          <p:nvPr/>
        </p:nvSpPr>
        <p:spPr>
          <a:xfrm>
            <a:off x="2379663" y="5384800"/>
            <a:ext cx="233362" cy="449263"/>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6" name="Google Shape;686;p112"/>
          <p:cNvSpPr txBox="1"/>
          <p:nvPr/>
        </p:nvSpPr>
        <p:spPr>
          <a:xfrm>
            <a:off x="3868738" y="2640013"/>
            <a:ext cx="609600" cy="436562"/>
          </a:xfrm>
          <a:prstGeom prst="rect">
            <a:avLst/>
          </a:prstGeom>
          <a:solidFill>
            <a:srgbClr val="4D4D4D"/>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7" name="Google Shape;687;p112"/>
          <p:cNvSpPr txBox="1"/>
          <p:nvPr/>
        </p:nvSpPr>
        <p:spPr>
          <a:xfrm>
            <a:off x="3875088" y="2636838"/>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693"/>
        <p:cNvGrpSpPr/>
        <p:nvPr/>
      </p:nvGrpSpPr>
      <p:grpSpPr>
        <a:xfrm>
          <a:off x="0" y="0"/>
          <a:ext cx="0" cy="0"/>
          <a:chOff x="0" y="0"/>
          <a:chExt cx="0" cy="0"/>
        </a:xfrm>
      </p:grpSpPr>
      <p:sp>
        <p:nvSpPr>
          <p:cNvPr id="694" name="Google Shape;694;p113"/>
          <p:cNvSpPr txBox="1"/>
          <p:nvPr/>
        </p:nvSpPr>
        <p:spPr>
          <a:xfrm>
            <a:off x="0" y="-144463"/>
            <a:ext cx="7772400" cy="143192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695" name="Google Shape;695;p113"/>
          <p:cNvSpPr txBox="1"/>
          <p:nvPr/>
        </p:nvSpPr>
        <p:spPr>
          <a:xfrm>
            <a:off x="1441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696" name="Google Shape;696;p113"/>
          <p:cNvSpPr txBox="1"/>
          <p:nvPr/>
        </p:nvSpPr>
        <p:spPr>
          <a:xfrm>
            <a:off x="20510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697" name="Google Shape;697;p113"/>
          <p:cNvSpPr txBox="1"/>
          <p:nvPr/>
        </p:nvSpPr>
        <p:spPr>
          <a:xfrm>
            <a:off x="26606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698" name="Google Shape;698;p113"/>
          <p:cNvSpPr txBox="1"/>
          <p:nvPr/>
        </p:nvSpPr>
        <p:spPr>
          <a:xfrm>
            <a:off x="32702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699" name="Google Shape;699;p113"/>
          <p:cNvSpPr txBox="1"/>
          <p:nvPr/>
        </p:nvSpPr>
        <p:spPr>
          <a:xfrm>
            <a:off x="38798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700" name="Google Shape;700;p113"/>
          <p:cNvSpPr txBox="1"/>
          <p:nvPr/>
        </p:nvSpPr>
        <p:spPr>
          <a:xfrm>
            <a:off x="44894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01" name="Google Shape;701;p113"/>
          <p:cNvSpPr txBox="1"/>
          <p:nvPr/>
        </p:nvSpPr>
        <p:spPr>
          <a:xfrm>
            <a:off x="50990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702" name="Google Shape;702;p113"/>
          <p:cNvSpPr txBox="1"/>
          <p:nvPr/>
        </p:nvSpPr>
        <p:spPr>
          <a:xfrm>
            <a:off x="5708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703" name="Google Shape;703;p113"/>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704" name="Google Shape;704;p113"/>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705" name="Google Shape;705;p113"/>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06" name="Google Shape;706;p113"/>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707" name="Google Shape;707;p113"/>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708" name="Google Shape;708;p113"/>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709" name="Google Shape;709;p113"/>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710" name="Google Shape;710;p113"/>
          <p:cNvSpPr txBox="1"/>
          <p:nvPr/>
        </p:nvSpPr>
        <p:spPr>
          <a:xfrm>
            <a:off x="2208213" y="5840413"/>
            <a:ext cx="438150" cy="398462"/>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i=2</a:t>
            </a:r>
            <a:endParaRPr/>
          </a:p>
        </p:txBody>
      </p:sp>
      <p:sp>
        <p:nvSpPr>
          <p:cNvPr id="711" name="Google Shape;711;p113"/>
          <p:cNvSpPr txBox="1"/>
          <p:nvPr/>
        </p:nvSpPr>
        <p:spPr>
          <a:xfrm>
            <a:off x="6886575" y="5875338"/>
            <a:ext cx="684213"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j=3</a:t>
            </a:r>
            <a:endParaRPr/>
          </a:p>
        </p:txBody>
      </p:sp>
      <p:sp>
        <p:nvSpPr>
          <p:cNvPr id="712" name="Google Shape;712;p113"/>
          <p:cNvSpPr txBox="1"/>
          <p:nvPr/>
        </p:nvSpPr>
        <p:spPr>
          <a:xfrm>
            <a:off x="4471988" y="3417888"/>
            <a:ext cx="742950"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k=5</a:t>
            </a:r>
            <a:endParaRPr/>
          </a:p>
        </p:txBody>
      </p:sp>
      <p:sp>
        <p:nvSpPr>
          <p:cNvPr id="713" name="Google Shape;713;p113"/>
          <p:cNvSpPr txBox="1"/>
          <p:nvPr/>
        </p:nvSpPr>
        <p:spPr>
          <a:xfrm>
            <a:off x="871538"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714" name="Google Shape;714;p113"/>
          <p:cNvSpPr txBox="1"/>
          <p:nvPr/>
        </p:nvSpPr>
        <p:spPr>
          <a:xfrm>
            <a:off x="1481138"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715" name="Google Shape;715;p113"/>
          <p:cNvSpPr txBox="1"/>
          <p:nvPr/>
        </p:nvSpPr>
        <p:spPr>
          <a:xfrm>
            <a:off x="2090738"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716" name="Google Shape;716;p113"/>
          <p:cNvSpPr txBox="1"/>
          <p:nvPr/>
        </p:nvSpPr>
        <p:spPr>
          <a:xfrm>
            <a:off x="2700338"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717" name="Google Shape;717;p113"/>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718" name="Google Shape;718;p113"/>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719" name="Google Shape;719;p113"/>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720" name="Google Shape;720;p113"/>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21" name="Google Shape;721;p113"/>
          <p:cNvSpPr txBox="1"/>
          <p:nvPr/>
        </p:nvSpPr>
        <p:spPr>
          <a:xfrm>
            <a:off x="4486275" y="2632075"/>
            <a:ext cx="609600" cy="436563"/>
          </a:xfrm>
          <a:prstGeom prst="rect">
            <a:avLst/>
          </a:prstGeom>
          <a:solidFill>
            <a:srgbClr val="4D4D4D"/>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2" name="Google Shape;722;p113"/>
          <p:cNvSpPr txBox="1"/>
          <p:nvPr/>
        </p:nvSpPr>
        <p:spPr>
          <a:xfrm>
            <a:off x="4489450" y="2630488"/>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23" name="Google Shape;723;p113"/>
          <p:cNvSpPr/>
          <p:nvPr/>
        </p:nvSpPr>
        <p:spPr>
          <a:xfrm>
            <a:off x="2379663" y="5384800"/>
            <a:ext cx="233362" cy="449263"/>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4" name="Google Shape;724;p113"/>
          <p:cNvSpPr/>
          <p:nvPr/>
        </p:nvSpPr>
        <p:spPr>
          <a:xfrm>
            <a:off x="7083425" y="5399088"/>
            <a:ext cx="231775" cy="420687"/>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5" name="Google Shape;725;p113"/>
          <p:cNvSpPr/>
          <p:nvPr/>
        </p:nvSpPr>
        <p:spPr>
          <a:xfrm>
            <a:off x="4746625" y="3121025"/>
            <a:ext cx="188913" cy="347663"/>
          </a:xfrm>
          <a:prstGeom prst="upArrow">
            <a:avLst>
              <a:gd name="adj1" fmla="val 50000"/>
              <a:gd name="adj2" fmla="val 46008"/>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721"/>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731"/>
        <p:cNvGrpSpPr/>
        <p:nvPr/>
      </p:nvGrpSpPr>
      <p:grpSpPr>
        <a:xfrm>
          <a:off x="0" y="0"/>
          <a:ext cx="0" cy="0"/>
          <a:chOff x="0" y="0"/>
          <a:chExt cx="0" cy="0"/>
        </a:xfrm>
      </p:grpSpPr>
      <p:sp>
        <p:nvSpPr>
          <p:cNvPr id="732" name="Google Shape;732;p114"/>
          <p:cNvSpPr txBox="1"/>
          <p:nvPr/>
        </p:nvSpPr>
        <p:spPr>
          <a:xfrm>
            <a:off x="0" y="-144463"/>
            <a:ext cx="7772400" cy="143192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733" name="Google Shape;733;p114"/>
          <p:cNvSpPr txBox="1"/>
          <p:nvPr/>
        </p:nvSpPr>
        <p:spPr>
          <a:xfrm>
            <a:off x="1441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734" name="Google Shape;734;p114"/>
          <p:cNvSpPr txBox="1"/>
          <p:nvPr/>
        </p:nvSpPr>
        <p:spPr>
          <a:xfrm>
            <a:off x="20510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735" name="Google Shape;735;p114"/>
          <p:cNvSpPr txBox="1"/>
          <p:nvPr/>
        </p:nvSpPr>
        <p:spPr>
          <a:xfrm>
            <a:off x="26606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736" name="Google Shape;736;p114"/>
          <p:cNvSpPr txBox="1"/>
          <p:nvPr/>
        </p:nvSpPr>
        <p:spPr>
          <a:xfrm>
            <a:off x="32702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737" name="Google Shape;737;p114"/>
          <p:cNvSpPr txBox="1"/>
          <p:nvPr/>
        </p:nvSpPr>
        <p:spPr>
          <a:xfrm>
            <a:off x="38798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738" name="Google Shape;738;p114"/>
          <p:cNvSpPr txBox="1"/>
          <p:nvPr/>
        </p:nvSpPr>
        <p:spPr>
          <a:xfrm>
            <a:off x="4489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39" name="Google Shape;739;p114"/>
          <p:cNvSpPr txBox="1"/>
          <p:nvPr/>
        </p:nvSpPr>
        <p:spPr>
          <a:xfrm>
            <a:off x="5708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740" name="Google Shape;740;p114"/>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741" name="Google Shape;741;p114"/>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742" name="Google Shape;742;p114"/>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43" name="Google Shape;743;p114"/>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744" name="Google Shape;744;p114"/>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745" name="Google Shape;745;p114"/>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746" name="Google Shape;746;p114"/>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747" name="Google Shape;747;p114"/>
          <p:cNvSpPr txBox="1"/>
          <p:nvPr/>
        </p:nvSpPr>
        <p:spPr>
          <a:xfrm>
            <a:off x="5067300" y="3460750"/>
            <a:ext cx="742950" cy="398463"/>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k=6</a:t>
            </a:r>
            <a:endParaRPr/>
          </a:p>
        </p:txBody>
      </p:sp>
      <p:sp>
        <p:nvSpPr>
          <p:cNvPr id="748" name="Google Shape;748;p114"/>
          <p:cNvSpPr txBox="1"/>
          <p:nvPr/>
        </p:nvSpPr>
        <p:spPr>
          <a:xfrm>
            <a:off x="958850" y="486092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749" name="Google Shape;749;p114"/>
          <p:cNvSpPr txBox="1"/>
          <p:nvPr/>
        </p:nvSpPr>
        <p:spPr>
          <a:xfrm>
            <a:off x="1568450" y="486092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750" name="Google Shape;750;p114"/>
          <p:cNvSpPr txBox="1"/>
          <p:nvPr/>
        </p:nvSpPr>
        <p:spPr>
          <a:xfrm>
            <a:off x="2178050" y="486092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751" name="Google Shape;751;p114"/>
          <p:cNvSpPr txBox="1"/>
          <p:nvPr/>
        </p:nvSpPr>
        <p:spPr>
          <a:xfrm>
            <a:off x="2787650" y="486092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752" name="Google Shape;752;p114"/>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753" name="Google Shape;753;p114"/>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754" name="Google Shape;754;p114"/>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755" name="Google Shape;755;p114"/>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56" name="Google Shape;756;p114"/>
          <p:cNvSpPr txBox="1"/>
          <p:nvPr/>
        </p:nvSpPr>
        <p:spPr>
          <a:xfrm>
            <a:off x="5094288" y="2632075"/>
            <a:ext cx="609600" cy="436563"/>
          </a:xfrm>
          <a:prstGeom prst="rect">
            <a:avLst/>
          </a:prstGeom>
          <a:solidFill>
            <a:srgbClr val="4D4D4D"/>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7" name="Google Shape;757;p114"/>
          <p:cNvSpPr txBox="1"/>
          <p:nvPr/>
        </p:nvSpPr>
        <p:spPr>
          <a:xfrm>
            <a:off x="5091113" y="2624138"/>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758" name="Google Shape;758;p114"/>
          <p:cNvSpPr/>
          <p:nvPr/>
        </p:nvSpPr>
        <p:spPr>
          <a:xfrm>
            <a:off x="5297488" y="3136900"/>
            <a:ext cx="188912" cy="347663"/>
          </a:xfrm>
          <a:prstGeom prst="upArrow">
            <a:avLst>
              <a:gd name="adj1" fmla="val 50000"/>
              <a:gd name="adj2" fmla="val 46009"/>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9" name="Google Shape;759;p114"/>
          <p:cNvSpPr txBox="1"/>
          <p:nvPr/>
        </p:nvSpPr>
        <p:spPr>
          <a:xfrm>
            <a:off x="2208213" y="5840413"/>
            <a:ext cx="438150" cy="398462"/>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i=2</a:t>
            </a:r>
            <a:endParaRPr/>
          </a:p>
        </p:txBody>
      </p:sp>
      <p:sp>
        <p:nvSpPr>
          <p:cNvPr id="760" name="Google Shape;760;p114"/>
          <p:cNvSpPr/>
          <p:nvPr/>
        </p:nvSpPr>
        <p:spPr>
          <a:xfrm>
            <a:off x="2379663" y="5384800"/>
            <a:ext cx="233362" cy="449263"/>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1" name="Google Shape;761;p114"/>
          <p:cNvSpPr txBox="1"/>
          <p:nvPr/>
        </p:nvSpPr>
        <p:spPr>
          <a:xfrm>
            <a:off x="7504113" y="5859463"/>
            <a:ext cx="684212"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j=4</a:t>
            </a:r>
            <a:endParaRPr/>
          </a:p>
        </p:txBody>
      </p:sp>
      <p:sp>
        <p:nvSpPr>
          <p:cNvPr id="762" name="Google Shape;762;p114"/>
          <p:cNvSpPr/>
          <p:nvPr/>
        </p:nvSpPr>
        <p:spPr>
          <a:xfrm>
            <a:off x="7716838" y="5370513"/>
            <a:ext cx="231775" cy="420687"/>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768"/>
        <p:cNvGrpSpPr/>
        <p:nvPr/>
      </p:nvGrpSpPr>
      <p:grpSpPr>
        <a:xfrm>
          <a:off x="0" y="0"/>
          <a:ext cx="0" cy="0"/>
          <a:chOff x="0" y="0"/>
          <a:chExt cx="0" cy="0"/>
        </a:xfrm>
      </p:grpSpPr>
      <p:sp>
        <p:nvSpPr>
          <p:cNvPr id="769" name="Google Shape;769;p115"/>
          <p:cNvSpPr txBox="1"/>
          <p:nvPr/>
        </p:nvSpPr>
        <p:spPr>
          <a:xfrm>
            <a:off x="0" y="-144463"/>
            <a:ext cx="7772400" cy="143192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770" name="Google Shape;770;p115"/>
          <p:cNvSpPr txBox="1"/>
          <p:nvPr/>
        </p:nvSpPr>
        <p:spPr>
          <a:xfrm>
            <a:off x="1441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771" name="Google Shape;771;p115"/>
          <p:cNvSpPr txBox="1"/>
          <p:nvPr/>
        </p:nvSpPr>
        <p:spPr>
          <a:xfrm>
            <a:off x="20510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772" name="Google Shape;772;p115"/>
          <p:cNvSpPr txBox="1"/>
          <p:nvPr/>
        </p:nvSpPr>
        <p:spPr>
          <a:xfrm>
            <a:off x="26606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773" name="Google Shape;773;p115"/>
          <p:cNvSpPr txBox="1"/>
          <p:nvPr/>
        </p:nvSpPr>
        <p:spPr>
          <a:xfrm>
            <a:off x="32702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774" name="Google Shape;774;p115"/>
          <p:cNvSpPr txBox="1"/>
          <p:nvPr/>
        </p:nvSpPr>
        <p:spPr>
          <a:xfrm>
            <a:off x="38798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775" name="Google Shape;775;p115"/>
          <p:cNvSpPr txBox="1"/>
          <p:nvPr/>
        </p:nvSpPr>
        <p:spPr>
          <a:xfrm>
            <a:off x="4489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76" name="Google Shape;776;p115"/>
          <p:cNvSpPr txBox="1"/>
          <p:nvPr/>
        </p:nvSpPr>
        <p:spPr>
          <a:xfrm>
            <a:off x="50990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777" name="Google Shape;777;p115"/>
          <p:cNvSpPr txBox="1"/>
          <p:nvPr/>
        </p:nvSpPr>
        <p:spPr>
          <a:xfrm>
            <a:off x="5708650" y="2632075"/>
            <a:ext cx="609600" cy="412750"/>
          </a:xfrm>
          <a:prstGeom prst="rect">
            <a:avLst/>
          </a:prstGeom>
          <a:solidFill>
            <a:srgbClr val="FFFFFF"/>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778" name="Google Shape;778;p115"/>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779" name="Google Shape;779;p115"/>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780" name="Google Shape;780;p115"/>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781" name="Google Shape;781;p115"/>
          <p:cNvSpPr txBox="1"/>
          <p:nvPr/>
        </p:nvSpPr>
        <p:spPr>
          <a:xfrm>
            <a:off x="15240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782" name="Google Shape;782;p115"/>
          <p:cNvSpPr txBox="1"/>
          <p:nvPr/>
        </p:nvSpPr>
        <p:spPr>
          <a:xfrm>
            <a:off x="21336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15</a:t>
            </a:r>
            <a:endParaRPr/>
          </a:p>
        </p:txBody>
      </p:sp>
      <p:sp>
        <p:nvSpPr>
          <p:cNvPr id="783" name="Google Shape;783;p115"/>
          <p:cNvSpPr txBox="1"/>
          <p:nvPr/>
        </p:nvSpPr>
        <p:spPr>
          <a:xfrm>
            <a:off x="27432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28</a:t>
            </a:r>
            <a:endParaRPr/>
          </a:p>
        </p:txBody>
      </p:sp>
      <p:sp>
        <p:nvSpPr>
          <p:cNvPr id="784" name="Google Shape;784;p115"/>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85" name="Google Shape;785;p115"/>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786" name="Google Shape;786;p115"/>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787" name="Google Shape;787;p115"/>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788" name="Google Shape;788;p115"/>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789" name="Google Shape;789;p115"/>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790" name="Google Shape;790;p115"/>
          <p:cNvSpPr txBox="1"/>
          <p:nvPr/>
        </p:nvSpPr>
        <p:spPr>
          <a:xfrm>
            <a:off x="15240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791" name="Google Shape;791;p115"/>
          <p:cNvSpPr txBox="1"/>
          <p:nvPr/>
        </p:nvSpPr>
        <p:spPr>
          <a:xfrm>
            <a:off x="21336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792" name="Google Shape;792;p115"/>
          <p:cNvSpPr txBox="1"/>
          <p:nvPr/>
        </p:nvSpPr>
        <p:spPr>
          <a:xfrm>
            <a:off x="27432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793" name="Google Shape;793;p115"/>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794" name="Google Shape;794;p115"/>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795" name="Google Shape;795;p115"/>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796" name="Google Shape;796;p115"/>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797" name="Google Shape;797;p115"/>
          <p:cNvSpPr txBox="1"/>
          <p:nvPr/>
        </p:nvSpPr>
        <p:spPr>
          <a:xfrm>
            <a:off x="5702300" y="2630488"/>
            <a:ext cx="609600" cy="436562"/>
          </a:xfrm>
          <a:prstGeom prst="rect">
            <a:avLst/>
          </a:prstGeom>
          <a:solidFill>
            <a:srgbClr val="4D4D4D"/>
          </a:solidFill>
          <a:ln w="255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98" name="Google Shape;798;p115"/>
          <p:cNvSpPr txBox="1"/>
          <p:nvPr/>
        </p:nvSpPr>
        <p:spPr>
          <a:xfrm>
            <a:off x="5716588" y="26273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799" name="Google Shape;799;p115"/>
          <p:cNvSpPr txBox="1"/>
          <p:nvPr/>
        </p:nvSpPr>
        <p:spPr>
          <a:xfrm>
            <a:off x="2914650" y="5840413"/>
            <a:ext cx="438150" cy="398462"/>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i=3</a:t>
            </a:r>
            <a:endParaRPr/>
          </a:p>
        </p:txBody>
      </p:sp>
      <p:sp>
        <p:nvSpPr>
          <p:cNvPr id="800" name="Google Shape;800;p115"/>
          <p:cNvSpPr txBox="1"/>
          <p:nvPr/>
        </p:nvSpPr>
        <p:spPr>
          <a:xfrm>
            <a:off x="7504113" y="5859463"/>
            <a:ext cx="684212"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j=4</a:t>
            </a:r>
            <a:endParaRPr/>
          </a:p>
        </p:txBody>
      </p:sp>
      <p:sp>
        <p:nvSpPr>
          <p:cNvPr id="801" name="Google Shape;801;p115"/>
          <p:cNvSpPr txBox="1"/>
          <p:nvPr/>
        </p:nvSpPr>
        <p:spPr>
          <a:xfrm>
            <a:off x="5743575" y="3444875"/>
            <a:ext cx="742950" cy="398463"/>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k=7</a:t>
            </a:r>
            <a:endParaRPr/>
          </a:p>
        </p:txBody>
      </p:sp>
      <p:sp>
        <p:nvSpPr>
          <p:cNvPr id="802" name="Google Shape;802;p115"/>
          <p:cNvSpPr/>
          <p:nvPr/>
        </p:nvSpPr>
        <p:spPr>
          <a:xfrm>
            <a:off x="2998788" y="5368925"/>
            <a:ext cx="233362" cy="449263"/>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3" name="Google Shape;803;p115"/>
          <p:cNvSpPr/>
          <p:nvPr/>
        </p:nvSpPr>
        <p:spPr>
          <a:xfrm>
            <a:off x="7716838" y="5370513"/>
            <a:ext cx="231775" cy="420687"/>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4" name="Google Shape;804;p115"/>
          <p:cNvSpPr/>
          <p:nvPr/>
        </p:nvSpPr>
        <p:spPr>
          <a:xfrm>
            <a:off x="5973763" y="3121025"/>
            <a:ext cx="188912" cy="347663"/>
          </a:xfrm>
          <a:prstGeom prst="upArrow">
            <a:avLst>
              <a:gd name="adj1" fmla="val 50000"/>
              <a:gd name="adj2" fmla="val 46009"/>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116"/>
          <p:cNvSpPr txBox="1"/>
          <p:nvPr/>
        </p:nvSpPr>
        <p:spPr>
          <a:xfrm>
            <a:off x="0" y="-144463"/>
            <a:ext cx="7772400" cy="143192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504D"/>
              </a:buClr>
              <a:buSzPts val="4400"/>
              <a:buFont typeface="Arial"/>
              <a:buNone/>
            </a:pPr>
            <a:r>
              <a:rPr lang="en-US" sz="4400" b="0" i="0" u="none" strike="noStrike" cap="none">
                <a:solidFill>
                  <a:srgbClr val="C0504D"/>
                </a:solidFill>
                <a:latin typeface="Calibri"/>
                <a:ea typeface="Calibri"/>
                <a:cs typeface="Calibri"/>
                <a:sym typeface="Calibri"/>
              </a:rPr>
              <a:t>Merge-Sort: Merge Example</a:t>
            </a:r>
            <a:endParaRPr/>
          </a:p>
        </p:txBody>
      </p:sp>
      <p:sp>
        <p:nvSpPr>
          <p:cNvPr id="812" name="Google Shape;812;p116"/>
          <p:cNvSpPr txBox="1"/>
          <p:nvPr/>
        </p:nvSpPr>
        <p:spPr>
          <a:xfrm>
            <a:off x="1441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813" name="Google Shape;813;p116"/>
          <p:cNvSpPr txBox="1"/>
          <p:nvPr/>
        </p:nvSpPr>
        <p:spPr>
          <a:xfrm>
            <a:off x="20510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814" name="Google Shape;814;p116"/>
          <p:cNvSpPr txBox="1"/>
          <p:nvPr/>
        </p:nvSpPr>
        <p:spPr>
          <a:xfrm>
            <a:off x="26606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815" name="Google Shape;815;p116"/>
          <p:cNvSpPr txBox="1"/>
          <p:nvPr/>
        </p:nvSpPr>
        <p:spPr>
          <a:xfrm>
            <a:off x="32702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816" name="Google Shape;816;p116"/>
          <p:cNvSpPr txBox="1"/>
          <p:nvPr/>
        </p:nvSpPr>
        <p:spPr>
          <a:xfrm>
            <a:off x="38798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817" name="Google Shape;817;p116"/>
          <p:cNvSpPr txBox="1"/>
          <p:nvPr/>
        </p:nvSpPr>
        <p:spPr>
          <a:xfrm>
            <a:off x="4489450" y="2632075"/>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818" name="Google Shape;818;p116"/>
          <p:cNvSpPr txBox="1"/>
          <p:nvPr/>
        </p:nvSpPr>
        <p:spPr>
          <a:xfrm>
            <a:off x="50990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819" name="Google Shape;819;p116"/>
          <p:cNvSpPr txBox="1"/>
          <p:nvPr/>
        </p:nvSpPr>
        <p:spPr>
          <a:xfrm>
            <a:off x="5708650" y="2632075"/>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820" name="Google Shape;820;p116"/>
          <p:cNvSpPr/>
          <p:nvPr/>
        </p:nvSpPr>
        <p:spPr>
          <a:xfrm>
            <a:off x="590550" y="4365625"/>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A:</a:t>
            </a:r>
            <a:endParaRPr/>
          </a:p>
        </p:txBody>
      </p:sp>
      <p:sp>
        <p:nvSpPr>
          <p:cNvPr id="821" name="Google Shape;821;p116"/>
          <p:cNvSpPr/>
          <p:nvPr/>
        </p:nvSpPr>
        <p:spPr>
          <a:xfrm>
            <a:off x="984250" y="2147888"/>
            <a:ext cx="635000" cy="458787"/>
          </a:xfrm>
          <a:prstGeom prst="rect">
            <a:avLst/>
          </a:prstGeom>
          <a:noFill/>
          <a:ln>
            <a:noFill/>
          </a:ln>
        </p:spPr>
        <p:txBody>
          <a:bodyPr spcFirstLastPara="1" wrap="square" lIns="92150" tIns="46075" rIns="92150" bIns="460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ourier New"/>
                <a:ea typeface="Courier New"/>
                <a:cs typeface="Courier New"/>
                <a:sym typeface="Courier New"/>
              </a:rPr>
              <a:t>c:</a:t>
            </a:r>
            <a:endParaRPr/>
          </a:p>
        </p:txBody>
      </p:sp>
      <p:sp>
        <p:nvSpPr>
          <p:cNvPr id="822" name="Google Shape;822;p116"/>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823" name="Google Shape;823;p116"/>
          <p:cNvSpPr txBox="1"/>
          <p:nvPr/>
        </p:nvSpPr>
        <p:spPr>
          <a:xfrm>
            <a:off x="15240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824" name="Google Shape;824;p116"/>
          <p:cNvSpPr txBox="1"/>
          <p:nvPr/>
        </p:nvSpPr>
        <p:spPr>
          <a:xfrm>
            <a:off x="21336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15</a:t>
            </a:r>
            <a:endParaRPr/>
          </a:p>
        </p:txBody>
      </p:sp>
      <p:sp>
        <p:nvSpPr>
          <p:cNvPr id="825" name="Google Shape;825;p116"/>
          <p:cNvSpPr txBox="1"/>
          <p:nvPr/>
        </p:nvSpPr>
        <p:spPr>
          <a:xfrm>
            <a:off x="27432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28</a:t>
            </a:r>
            <a:endParaRPr/>
          </a:p>
        </p:txBody>
      </p:sp>
      <p:sp>
        <p:nvSpPr>
          <p:cNvPr id="826" name="Google Shape;826;p116"/>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827" name="Google Shape;827;p116"/>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10</a:t>
            </a:r>
            <a:endParaRPr/>
          </a:p>
        </p:txBody>
      </p:sp>
      <p:sp>
        <p:nvSpPr>
          <p:cNvPr id="828" name="Google Shape;828;p116"/>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14</a:t>
            </a:r>
            <a:endParaRPr/>
          </a:p>
        </p:txBody>
      </p:sp>
      <p:sp>
        <p:nvSpPr>
          <p:cNvPr id="829" name="Google Shape;829;p116"/>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22</a:t>
            </a:r>
            <a:endParaRPr/>
          </a:p>
        </p:txBody>
      </p:sp>
      <p:sp>
        <p:nvSpPr>
          <p:cNvPr id="830" name="Google Shape;830;p116"/>
          <p:cNvSpPr/>
          <p:nvPr/>
        </p:nvSpPr>
        <p:spPr>
          <a:xfrm>
            <a:off x="4832350" y="4343400"/>
            <a:ext cx="427038" cy="519113"/>
          </a:xfrm>
          <a:prstGeom prst="rect">
            <a:avLst/>
          </a:prstGeom>
          <a:noFill/>
          <a:ln>
            <a:noFill/>
          </a:ln>
        </p:spPr>
        <p:txBody>
          <a:bodyPr spcFirstLastPara="1" wrap="square" lIns="0" tIns="46075" rIns="0" bIns="46075" anchor="t" anchorCtr="0">
            <a:spAutoFit/>
          </a:bodyPr>
          <a:lstStyle/>
          <a:p>
            <a:pPr marL="0" marR="0" lvl="0" indent="0" algn="l" rtl="0">
              <a:lnSpc>
                <a:spcPct val="100000"/>
              </a:lnSpc>
              <a:spcBef>
                <a:spcPts val="0"/>
              </a:spcBef>
              <a:spcAft>
                <a:spcPts val="0"/>
              </a:spcAft>
              <a:buClr>
                <a:srgbClr val="1F497D"/>
              </a:buClr>
              <a:buSzPts val="2800"/>
              <a:buFont typeface="Arial"/>
              <a:buNone/>
            </a:pPr>
            <a:r>
              <a:rPr lang="en-US" sz="2800" b="1" i="0" u="none" strike="noStrike" cap="none">
                <a:solidFill>
                  <a:srgbClr val="1F497D"/>
                </a:solidFill>
                <a:latin typeface="Courier New"/>
                <a:ea typeface="Courier New"/>
                <a:cs typeface="Courier New"/>
                <a:sym typeface="Courier New"/>
              </a:rPr>
              <a:t>b:</a:t>
            </a:r>
            <a:endParaRPr/>
          </a:p>
        </p:txBody>
      </p:sp>
      <p:sp>
        <p:nvSpPr>
          <p:cNvPr id="831" name="Google Shape;831;p116"/>
          <p:cNvSpPr txBox="1"/>
          <p:nvPr/>
        </p:nvSpPr>
        <p:spPr>
          <a:xfrm>
            <a:off x="9144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2</a:t>
            </a:r>
            <a:endParaRPr/>
          </a:p>
        </p:txBody>
      </p:sp>
      <p:sp>
        <p:nvSpPr>
          <p:cNvPr id="832" name="Google Shape;832;p116"/>
          <p:cNvSpPr txBox="1"/>
          <p:nvPr/>
        </p:nvSpPr>
        <p:spPr>
          <a:xfrm>
            <a:off x="15240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3</a:t>
            </a:r>
            <a:endParaRPr/>
          </a:p>
        </p:txBody>
      </p:sp>
      <p:sp>
        <p:nvSpPr>
          <p:cNvPr id="833" name="Google Shape;833;p116"/>
          <p:cNvSpPr txBox="1"/>
          <p:nvPr/>
        </p:nvSpPr>
        <p:spPr>
          <a:xfrm>
            <a:off x="21336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7</a:t>
            </a:r>
            <a:endParaRPr/>
          </a:p>
        </p:txBody>
      </p:sp>
      <p:sp>
        <p:nvSpPr>
          <p:cNvPr id="834" name="Google Shape;834;p116"/>
          <p:cNvSpPr txBox="1"/>
          <p:nvPr/>
        </p:nvSpPr>
        <p:spPr>
          <a:xfrm>
            <a:off x="2743200" y="4875213"/>
            <a:ext cx="609600" cy="412750"/>
          </a:xfrm>
          <a:prstGeom prst="rect">
            <a:avLst/>
          </a:prstGeom>
          <a:solidFill>
            <a:srgbClr val="0099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8</a:t>
            </a:r>
            <a:endParaRPr/>
          </a:p>
        </p:txBody>
      </p:sp>
      <p:sp>
        <p:nvSpPr>
          <p:cNvPr id="835" name="Google Shape;835;p116"/>
          <p:cNvSpPr txBox="1"/>
          <p:nvPr/>
        </p:nvSpPr>
        <p:spPr>
          <a:xfrm>
            <a:off x="50149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1</a:t>
            </a:r>
            <a:endParaRPr/>
          </a:p>
        </p:txBody>
      </p:sp>
      <p:sp>
        <p:nvSpPr>
          <p:cNvPr id="836" name="Google Shape;836;p116"/>
          <p:cNvSpPr txBox="1"/>
          <p:nvPr/>
        </p:nvSpPr>
        <p:spPr>
          <a:xfrm>
            <a:off x="56245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4</a:t>
            </a:r>
            <a:endParaRPr/>
          </a:p>
        </p:txBody>
      </p:sp>
      <p:sp>
        <p:nvSpPr>
          <p:cNvPr id="837" name="Google Shape;837;p116"/>
          <p:cNvSpPr txBox="1"/>
          <p:nvPr/>
        </p:nvSpPr>
        <p:spPr>
          <a:xfrm>
            <a:off x="62341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5</a:t>
            </a:r>
            <a:endParaRPr/>
          </a:p>
        </p:txBody>
      </p:sp>
      <p:sp>
        <p:nvSpPr>
          <p:cNvPr id="838" name="Google Shape;838;p116"/>
          <p:cNvSpPr txBox="1"/>
          <p:nvPr/>
        </p:nvSpPr>
        <p:spPr>
          <a:xfrm>
            <a:off x="6843713" y="4889500"/>
            <a:ext cx="609600" cy="412750"/>
          </a:xfrm>
          <a:prstGeom prst="rect">
            <a:avLst/>
          </a:prstGeom>
          <a:solidFill>
            <a:srgbClr val="FF0000"/>
          </a:solidFill>
          <a:ln w="25550" cap="flat" cmpd="sng">
            <a:solidFill>
              <a:srgbClr val="0000FF"/>
            </a:solidFill>
            <a:prstDash val="solid"/>
            <a:miter lim="800000"/>
            <a:headEnd type="none" w="sm" len="sm"/>
            <a:tailEnd type="none" w="sm" len="sm"/>
          </a:ln>
        </p:spPr>
        <p:txBody>
          <a:bodyPr spcFirstLastPara="1" wrap="square" lIns="90000" tIns="46800" rIns="90000" bIns="0" anchor="t"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strike="noStrike" cap="none">
                <a:solidFill>
                  <a:srgbClr val="FFFFFF"/>
                </a:solidFill>
                <a:latin typeface="Arial"/>
                <a:ea typeface="Arial"/>
                <a:cs typeface="Arial"/>
                <a:sym typeface="Arial"/>
              </a:rPr>
              <a:t>6</a:t>
            </a:r>
            <a:endParaRPr/>
          </a:p>
        </p:txBody>
      </p:sp>
      <p:sp>
        <p:nvSpPr>
          <p:cNvPr id="839" name="Google Shape;839;p116"/>
          <p:cNvSpPr txBox="1"/>
          <p:nvPr/>
        </p:nvSpPr>
        <p:spPr>
          <a:xfrm>
            <a:off x="3500438" y="5842000"/>
            <a:ext cx="438150" cy="398463"/>
          </a:xfrm>
          <a:prstGeom prst="rect">
            <a:avLst/>
          </a:prstGeom>
          <a:noFill/>
          <a:ln>
            <a:noFill/>
          </a:ln>
        </p:spPr>
        <p:txBody>
          <a:bodyPr spcFirstLastPara="1" wrap="square" lIns="0" tIns="46800" rIns="0" bIns="46800" anchor="t" anchorCtr="0">
            <a:spAutoFit/>
          </a:bodyPr>
          <a:lstStyle/>
          <a:p>
            <a:pPr marL="0" marR="0" lvl="0" indent="0" algn="ctr" rtl="0">
              <a:lnSpc>
                <a:spcPct val="100000"/>
              </a:lnSpc>
              <a:spcBef>
                <a:spcPts val="0"/>
              </a:spcBef>
              <a:spcAft>
                <a:spcPts val="0"/>
              </a:spcAft>
              <a:buClr>
                <a:srgbClr val="009900"/>
              </a:buClr>
              <a:buSzPts val="2000"/>
              <a:buFont typeface="Arial"/>
              <a:buNone/>
            </a:pPr>
            <a:r>
              <a:rPr lang="en-US" sz="2000" b="1" i="0" u="none" strike="noStrike" cap="none">
                <a:solidFill>
                  <a:srgbClr val="009900"/>
                </a:solidFill>
                <a:latin typeface="Arial"/>
                <a:ea typeface="Arial"/>
                <a:cs typeface="Arial"/>
                <a:sym typeface="Arial"/>
              </a:rPr>
              <a:t>i=4</a:t>
            </a:r>
            <a:endParaRPr/>
          </a:p>
        </p:txBody>
      </p:sp>
      <p:sp>
        <p:nvSpPr>
          <p:cNvPr id="840" name="Google Shape;840;p116"/>
          <p:cNvSpPr txBox="1"/>
          <p:nvPr/>
        </p:nvSpPr>
        <p:spPr>
          <a:xfrm>
            <a:off x="7524750" y="5772150"/>
            <a:ext cx="684213" cy="398463"/>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1" i="0" u="none" strike="noStrike" cap="none">
                <a:solidFill>
                  <a:srgbClr val="FF0000"/>
                </a:solidFill>
                <a:latin typeface="Arial"/>
                <a:ea typeface="Arial"/>
                <a:cs typeface="Arial"/>
                <a:sym typeface="Arial"/>
              </a:rPr>
              <a:t>j=4</a:t>
            </a:r>
            <a:endParaRPr/>
          </a:p>
        </p:txBody>
      </p:sp>
      <p:sp>
        <p:nvSpPr>
          <p:cNvPr id="841" name="Google Shape;841;p116"/>
          <p:cNvSpPr txBox="1"/>
          <p:nvPr/>
        </p:nvSpPr>
        <p:spPr>
          <a:xfrm>
            <a:off x="6315075" y="3430588"/>
            <a:ext cx="742950" cy="398462"/>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k=8</a:t>
            </a:r>
            <a:endParaRPr/>
          </a:p>
        </p:txBody>
      </p:sp>
      <p:sp>
        <p:nvSpPr>
          <p:cNvPr id="842" name="Google Shape;842;p116"/>
          <p:cNvSpPr/>
          <p:nvPr/>
        </p:nvSpPr>
        <p:spPr>
          <a:xfrm>
            <a:off x="3584575" y="5370513"/>
            <a:ext cx="233363" cy="449262"/>
          </a:xfrm>
          <a:prstGeom prst="upArrow">
            <a:avLst>
              <a:gd name="adj1" fmla="val 50000"/>
              <a:gd name="adj2" fmla="val 48129"/>
            </a:avLst>
          </a:prstGeom>
          <a:solidFill>
            <a:srgbClr val="0099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3" name="Google Shape;843;p116"/>
          <p:cNvSpPr/>
          <p:nvPr/>
        </p:nvSpPr>
        <p:spPr>
          <a:xfrm>
            <a:off x="7735888" y="5354638"/>
            <a:ext cx="231775" cy="420687"/>
          </a:xfrm>
          <a:prstGeom prst="upArrow">
            <a:avLst>
              <a:gd name="adj1" fmla="val 50000"/>
              <a:gd name="adj2" fmla="val 45377"/>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4" name="Google Shape;844;p116"/>
          <p:cNvSpPr/>
          <p:nvPr/>
        </p:nvSpPr>
        <p:spPr>
          <a:xfrm>
            <a:off x="6545263" y="3106738"/>
            <a:ext cx="188912" cy="347662"/>
          </a:xfrm>
          <a:prstGeom prst="upArrow">
            <a:avLst>
              <a:gd name="adj1" fmla="val 50000"/>
              <a:gd name="adj2" fmla="val 46008"/>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117"/>
          <p:cNvSpPr txBox="1"/>
          <p:nvPr/>
        </p:nvSpPr>
        <p:spPr>
          <a:xfrm>
            <a:off x="0" y="304800"/>
            <a:ext cx="8763000" cy="65532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80000"/>
              </a:lnSpc>
              <a:spcBef>
                <a:spcPts val="0"/>
              </a:spcBef>
              <a:spcAft>
                <a:spcPts val="0"/>
              </a:spcAft>
              <a:buClr>
                <a:srgbClr val="C0504D"/>
              </a:buClr>
              <a:buSzPts val="2400"/>
              <a:buFont typeface="Arial"/>
              <a:buNone/>
            </a:pPr>
            <a:r>
              <a:rPr lang="en-US" sz="2400" b="1" i="0" u="none" strike="noStrike" cap="none">
                <a:solidFill>
                  <a:srgbClr val="C0504D"/>
                </a:solidFill>
                <a:latin typeface="Calibri"/>
                <a:ea typeface="Calibri"/>
                <a:cs typeface="Calibri"/>
                <a:sym typeface="Calibri"/>
              </a:rPr>
              <a:t>Algorithm:- Merge ( A ,b, c, n, m )</a:t>
            </a:r>
            <a:endParaRPr/>
          </a:p>
          <a:p>
            <a:pPr marL="342900" marR="0" lvl="0" indent="-339725" algn="l" rtl="0">
              <a:lnSpc>
                <a:spcPct val="80000"/>
              </a:lnSpc>
              <a:spcBef>
                <a:spcPts val="800"/>
              </a:spcBef>
              <a:spcAft>
                <a:spcPts val="0"/>
              </a:spcAft>
              <a:buClr>
                <a:srgbClr val="C0504D"/>
              </a:buClr>
              <a:buSzPts val="2400"/>
              <a:buFont typeface="Arial"/>
              <a:buNone/>
            </a:pPr>
            <a:r>
              <a:rPr lang="en-US" sz="2400" b="1" i="0" u="none" strike="noStrike" cap="none">
                <a:solidFill>
                  <a:srgbClr val="C0504D"/>
                </a:solidFill>
                <a:latin typeface="Calibri"/>
                <a:ea typeface="Calibri"/>
                <a:cs typeface="Calibri"/>
                <a:sym typeface="Calibri"/>
              </a:rPr>
              <a:t>{</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//A is an array of n elements, b, is an array of m,c is the final merged array</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1. i := 0;</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2. j:= 0;</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3. k := 0;</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4. Do</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		4.1 If( A [i] &lt;= b [j])	</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			4.1.1  c [k] := A [i]</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			4.1.2  i := i + 1</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			4.1.3  k: = k +1</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   	4.2 else	</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			4.2.1  c [k] := b[j]</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			4.2.2  j := j +1</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			4.2.3  k := k +1</a:t>
            </a:r>
            <a:endParaRPr/>
          </a:p>
          <a:p>
            <a:pPr marL="0" marR="0" lvl="1" indent="0" algn="l" rtl="0">
              <a:lnSpc>
                <a:spcPct val="80000"/>
              </a:lnSpc>
              <a:spcBef>
                <a:spcPts val="700"/>
              </a:spcBef>
              <a:spcAft>
                <a:spcPts val="0"/>
              </a:spcAft>
              <a:buClr>
                <a:srgbClr val="C0504D"/>
              </a:buClr>
              <a:buSzPts val="2400"/>
              <a:buFont typeface="Arial"/>
              <a:buNone/>
            </a:pPr>
            <a:r>
              <a:rPr lang="en-US" sz="2400" b="1" i="0" u="none" strike="noStrike" cap="none">
                <a:solidFill>
                  <a:srgbClr val="C0504D"/>
                </a:solidFill>
                <a:latin typeface="Times New Roman"/>
                <a:ea typeface="Times New Roman"/>
                <a:cs typeface="Times New Roman"/>
                <a:sym typeface="Times New Roman"/>
              </a:rPr>
              <a:t>    while (i  &lt;= n &amp;&amp; j &lt;= m);  </a:t>
            </a:r>
            <a:endParaRPr/>
          </a:p>
          <a:p>
            <a:pPr marL="0" marR="0" lvl="1" indent="0" algn="l" rtl="0">
              <a:lnSpc>
                <a:spcPct val="80000"/>
              </a:lnSpc>
              <a:spcBef>
                <a:spcPts val="70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	</a:t>
            </a:r>
            <a:endParaRPr/>
          </a:p>
          <a:p>
            <a:pPr marL="0" marR="0" lvl="1" indent="0" algn="l" rtl="0">
              <a:lnSpc>
                <a:spcPct val="80000"/>
              </a:lnSpc>
              <a:spcBef>
                <a:spcPts val="700"/>
              </a:spcBef>
              <a:spcAft>
                <a:spcPts val="0"/>
              </a:spcAft>
              <a:buClr>
                <a:srgbClr val="000000"/>
              </a:buClr>
              <a:buSzPts val="2800"/>
              <a:buFont typeface="Arial"/>
              <a:buNone/>
            </a:pPr>
            <a:endParaRPr sz="2800" b="1" i="0" u="none" strike="noStrike" cap="none">
              <a:solidFill>
                <a:srgbClr val="C0504D"/>
              </a:solidFill>
              <a:latin typeface="Times New Roman"/>
              <a:ea typeface="Times New Roman"/>
              <a:cs typeface="Times New Roman"/>
              <a:sym typeface="Times New Roman"/>
            </a:endParaRPr>
          </a:p>
          <a:p>
            <a:pPr marL="342900" marR="0" lvl="0" indent="-339725" algn="l" rtl="0">
              <a:lnSpc>
                <a:spcPct val="8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42900" marR="0" lvl="0" indent="-339725" algn="l" rtl="0">
              <a:lnSpc>
                <a:spcPct val="8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118"/>
          <p:cNvSpPr txBox="1"/>
          <p:nvPr/>
        </p:nvSpPr>
        <p:spPr>
          <a:xfrm>
            <a:off x="1371600" y="533400"/>
            <a:ext cx="7772400" cy="5718175"/>
          </a:xfrm>
          <a:prstGeom prst="rect">
            <a:avLst/>
          </a:prstGeom>
          <a:noFill/>
          <a:ln>
            <a:noFill/>
          </a:ln>
        </p:spPr>
        <p:txBody>
          <a:bodyPr spcFirstLastPara="1" wrap="square" lIns="91425" tIns="45700" rIns="91425" bIns="45700" anchor="t" anchorCtr="0">
            <a:noAutofit/>
          </a:bodyPr>
          <a:lstStyle/>
          <a:p>
            <a:pPr marL="0" marR="0" lvl="1" indent="0" algn="l" rtl="0">
              <a:lnSpc>
                <a:spcPct val="80000"/>
              </a:lnSpc>
              <a:spcBef>
                <a:spcPts val="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6. While ( j &lt; = m)</a:t>
            </a:r>
            <a:endParaRPr/>
          </a:p>
          <a:p>
            <a:pPr marL="0" marR="0" lvl="1" indent="0" algn="l" rtl="0">
              <a:lnSpc>
                <a:spcPct val="80000"/>
              </a:lnSpc>
              <a:spcBef>
                <a:spcPts val="70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		6.1 c[k] := b [j]</a:t>
            </a:r>
            <a:endParaRPr/>
          </a:p>
          <a:p>
            <a:pPr marL="0" marR="0" lvl="1" indent="0" algn="l" rtl="0">
              <a:lnSpc>
                <a:spcPct val="80000"/>
              </a:lnSpc>
              <a:spcBef>
                <a:spcPts val="70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		6.2 j:= j + 1</a:t>
            </a:r>
            <a:endParaRPr/>
          </a:p>
          <a:p>
            <a:pPr marL="0" marR="0" lvl="1" indent="0" algn="l" rtl="0">
              <a:lnSpc>
                <a:spcPct val="80000"/>
              </a:lnSpc>
              <a:spcBef>
                <a:spcPts val="70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		6.3 k := k +1</a:t>
            </a:r>
            <a:endParaRPr/>
          </a:p>
          <a:p>
            <a:pPr marL="0" marR="0" lvl="1" indent="0" algn="l" rtl="0">
              <a:lnSpc>
                <a:spcPct val="80000"/>
              </a:lnSpc>
              <a:spcBef>
                <a:spcPts val="700"/>
              </a:spcBef>
              <a:spcAft>
                <a:spcPts val="0"/>
              </a:spcAft>
              <a:buClr>
                <a:srgbClr val="000000"/>
              </a:buClr>
              <a:buSzPts val="2800"/>
              <a:buFont typeface="Arial"/>
              <a:buNone/>
            </a:pPr>
            <a:endParaRPr sz="2800" b="1" i="0" u="none" strike="noStrike" cap="none">
              <a:solidFill>
                <a:srgbClr val="C0504D"/>
              </a:solidFill>
              <a:latin typeface="Times New Roman"/>
              <a:ea typeface="Times New Roman"/>
              <a:cs typeface="Times New Roman"/>
              <a:sym typeface="Times New Roman"/>
            </a:endParaRPr>
          </a:p>
          <a:p>
            <a:pPr marL="0" marR="0" lvl="1" indent="0" algn="l" rtl="0">
              <a:lnSpc>
                <a:spcPct val="80000"/>
              </a:lnSpc>
              <a:spcBef>
                <a:spcPts val="70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7. While( i &lt;=  n )</a:t>
            </a:r>
            <a:endParaRPr/>
          </a:p>
          <a:p>
            <a:pPr marL="0" marR="0" lvl="1" indent="0" algn="l" rtl="0">
              <a:lnSpc>
                <a:spcPct val="80000"/>
              </a:lnSpc>
              <a:spcBef>
                <a:spcPts val="70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		7.1  c[k] := A [i]</a:t>
            </a:r>
            <a:endParaRPr/>
          </a:p>
          <a:p>
            <a:pPr marL="0" marR="0" lvl="1" indent="0" algn="l" rtl="0">
              <a:lnSpc>
                <a:spcPct val="80000"/>
              </a:lnSpc>
              <a:spcBef>
                <a:spcPts val="70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		7.2   i := i + 1</a:t>
            </a:r>
            <a:endParaRPr/>
          </a:p>
          <a:p>
            <a:pPr marL="0" marR="0" lvl="1" indent="0" algn="l" rtl="0">
              <a:lnSpc>
                <a:spcPct val="80000"/>
              </a:lnSpc>
              <a:spcBef>
                <a:spcPts val="70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		7.3    k := k +1</a:t>
            </a:r>
            <a:endParaRPr/>
          </a:p>
          <a:p>
            <a:pPr marL="0" marR="0" lvl="1" indent="0" algn="l" rtl="0">
              <a:lnSpc>
                <a:spcPct val="80000"/>
              </a:lnSpc>
              <a:spcBef>
                <a:spcPts val="700"/>
              </a:spcBef>
              <a:spcAft>
                <a:spcPts val="0"/>
              </a:spcAft>
              <a:buClr>
                <a:srgbClr val="000000"/>
              </a:buClr>
              <a:buSzPts val="2800"/>
              <a:buFont typeface="Arial"/>
              <a:buNone/>
            </a:pPr>
            <a:endParaRPr sz="2800" b="1" i="0" u="none" strike="noStrike" cap="none">
              <a:solidFill>
                <a:srgbClr val="C0504D"/>
              </a:solidFill>
              <a:latin typeface="Times New Roman"/>
              <a:ea typeface="Times New Roman"/>
              <a:cs typeface="Times New Roman"/>
              <a:sym typeface="Times New Roman"/>
            </a:endParaRPr>
          </a:p>
          <a:p>
            <a:pPr marL="0" marR="0" lvl="1" indent="0" algn="l" rtl="0">
              <a:lnSpc>
                <a:spcPct val="80000"/>
              </a:lnSpc>
              <a:spcBef>
                <a:spcPts val="700"/>
              </a:spcBef>
              <a:spcAft>
                <a:spcPts val="0"/>
              </a:spcAft>
              <a:buClr>
                <a:srgbClr val="000000"/>
              </a:buClr>
              <a:buSzPts val="2800"/>
              <a:buFont typeface="Arial"/>
              <a:buNone/>
            </a:pPr>
            <a:endParaRPr sz="2800" b="1" i="0" u="none" strike="noStrike" cap="none">
              <a:solidFill>
                <a:srgbClr val="C0504D"/>
              </a:solidFill>
              <a:latin typeface="Times New Roman"/>
              <a:ea typeface="Times New Roman"/>
              <a:cs typeface="Times New Roman"/>
              <a:sym typeface="Times New Roman"/>
            </a:endParaRPr>
          </a:p>
          <a:p>
            <a:pPr marL="0" marR="0" lvl="1" indent="0" algn="l" rtl="0">
              <a:lnSpc>
                <a:spcPct val="80000"/>
              </a:lnSpc>
              <a:spcBef>
                <a:spcPts val="700"/>
              </a:spcBef>
              <a:spcAft>
                <a:spcPts val="0"/>
              </a:spcAft>
              <a:buClr>
                <a:srgbClr val="C0504D"/>
              </a:buClr>
              <a:buSzPts val="2800"/>
              <a:buFont typeface="Arial"/>
              <a:buNone/>
            </a:pPr>
            <a:r>
              <a:rPr lang="en-US" sz="2800" b="1" i="0" u="none" strike="noStrike" cap="none">
                <a:solidFill>
                  <a:srgbClr val="C0504D"/>
                </a:solidFill>
                <a:latin typeface="Times New Roman"/>
                <a:ea typeface="Times New Roman"/>
                <a:cs typeface="Times New Roman"/>
                <a:sym typeface="Times New Roman"/>
              </a:rPr>
              <a:t>}</a:t>
            </a:r>
            <a:endParaRPr/>
          </a:p>
          <a:p>
            <a:pPr marL="341313" marR="0" lvl="0" indent="-339725" algn="l" rtl="0">
              <a:lnSpc>
                <a:spcPct val="80000"/>
              </a:lnSpc>
              <a:spcBef>
                <a:spcPts val="800"/>
              </a:spcBef>
              <a:spcAft>
                <a:spcPts val="0"/>
              </a:spcAft>
              <a:buClr>
                <a:srgbClr val="000000"/>
              </a:buClr>
              <a:buSzPts val="2800"/>
              <a:buFont typeface="Arial"/>
              <a:buNone/>
            </a:pPr>
            <a:endParaRPr sz="2800" b="1" i="0" u="none" strike="noStrike" cap="none">
              <a:solidFill>
                <a:srgbClr val="C0504D"/>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119"/>
          <p:cNvSpPr txBox="1"/>
          <p:nvPr/>
        </p:nvSpPr>
        <p:spPr>
          <a:xfrm>
            <a:off x="304800" y="228600"/>
            <a:ext cx="7086600" cy="520700"/>
          </a:xfrm>
          <a:prstGeom prst="rect">
            <a:avLst/>
          </a:prstGeom>
          <a:noFill/>
          <a:ln>
            <a:noFill/>
          </a:ln>
        </p:spPr>
        <p:txBody>
          <a:bodyPr spcFirstLastPara="1" wrap="square" lIns="90000" tIns="46800" rIns="90000" bIns="46800" anchor="t" anchorCtr="0">
            <a:spAutoFit/>
          </a:bodyPr>
          <a:lstStyle/>
          <a:p>
            <a:pPr marL="0" marR="0" lvl="0" indent="-177800" algn="l" rtl="0">
              <a:lnSpc>
                <a:spcPct val="100000"/>
              </a:lnSpc>
              <a:spcBef>
                <a:spcPts val="0"/>
              </a:spcBef>
              <a:spcAft>
                <a:spcPts val="0"/>
              </a:spcAft>
              <a:buClr>
                <a:srgbClr val="000000"/>
              </a:buClr>
              <a:buSzPts val="2800"/>
              <a:buFont typeface="Courier New"/>
              <a:buChar char="o"/>
            </a:pPr>
            <a:r>
              <a:rPr lang="en-US" sz="2800" b="0" i="0" u="sng" strike="noStrike" cap="none">
                <a:solidFill>
                  <a:srgbClr val="000000"/>
                </a:solidFill>
                <a:latin typeface="Calibri"/>
                <a:ea typeface="Calibri"/>
                <a:cs typeface="Calibri"/>
                <a:sym typeface="Calibri"/>
              </a:rPr>
              <a:t>Two Dimensional Array-:</a:t>
            </a:r>
            <a:endParaRPr/>
          </a:p>
        </p:txBody>
      </p:sp>
      <p:sp>
        <p:nvSpPr>
          <p:cNvPr id="867" name="Google Shape;867;p119"/>
          <p:cNvSpPr txBox="1"/>
          <p:nvPr/>
        </p:nvSpPr>
        <p:spPr>
          <a:xfrm>
            <a:off x="457200" y="990600"/>
            <a:ext cx="8229600" cy="3933825"/>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entury Schoolbook"/>
                <a:ea typeface="Century Schoolbook"/>
                <a:cs typeface="Century Schoolbook"/>
                <a:sym typeface="Century Schoolbook"/>
              </a:rPr>
              <a:t>A [m] [n] represents an array A where m is no.of rows and n is no.of columns.</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entury Schoolbook"/>
                <a:ea typeface="Century Schoolbook"/>
                <a:cs typeface="Century Schoolbook"/>
                <a:sym typeface="Century Schoolbook"/>
              </a:rPr>
              <a:t>Eg-:</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entury Schoolbook"/>
                <a:ea typeface="Century Schoolbook"/>
                <a:cs typeface="Century Schoolbook"/>
                <a:sym typeface="Century Schoolbook"/>
              </a:rPr>
              <a:t> </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p:txBody>
      </p:sp>
      <p:graphicFrame>
        <p:nvGraphicFramePr>
          <p:cNvPr id="868" name="Google Shape;868;p119"/>
          <p:cNvGraphicFramePr/>
          <p:nvPr/>
        </p:nvGraphicFramePr>
        <p:xfrm>
          <a:off x="2057400" y="3810000"/>
          <a:ext cx="3202000" cy="1219200"/>
        </p:xfrm>
        <a:graphic>
          <a:graphicData uri="http://schemas.openxmlformats.org/drawingml/2006/table">
            <a:tbl>
              <a:tblPr>
                <a:noFill/>
                <a:tableStyleId>{8D1950BE-5863-4897-BD1D-62408112DEBE}</a:tableStyleId>
              </a:tblPr>
              <a:tblGrid>
                <a:gridCol w="1066800">
                  <a:extLst>
                    <a:ext uri="{9D8B030D-6E8A-4147-A177-3AD203B41FA5}">
                      <a16:colId xmlns:a16="http://schemas.microsoft.com/office/drawing/2014/main" val="20000"/>
                    </a:ext>
                  </a:extLst>
                </a:gridCol>
                <a:gridCol w="10684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tblGrid>
              <a:tr h="609600">
                <a:tc>
                  <a:txBody>
                    <a:bodyPr/>
                    <a:lstStyle/>
                    <a:p>
                      <a:pPr marL="0" marR="0" lvl="0" indent="0" algn="ctr" rtl="0">
                        <a:lnSpc>
                          <a:spcPct val="96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4</a:t>
                      </a:r>
                      <a:endParaRPr/>
                    </a:p>
                  </a:txBody>
                  <a:tcPr marL="90000" marR="90000" marT="6055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tc>
                  <a:txBody>
                    <a:bodyPr/>
                    <a:lstStyle/>
                    <a:p>
                      <a:pPr marL="0" marR="0" lvl="0" indent="0" algn="ctr" rtl="0">
                        <a:lnSpc>
                          <a:spcPct val="96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5</a:t>
                      </a:r>
                      <a:endParaRPr/>
                    </a:p>
                  </a:txBody>
                  <a:tcPr marL="90000" marR="90000" marT="6055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tc>
                  <a:txBody>
                    <a:bodyPr/>
                    <a:lstStyle/>
                    <a:p>
                      <a:pPr marL="0" marR="0" lvl="0" indent="0" algn="ctr" rtl="0">
                        <a:lnSpc>
                          <a:spcPct val="96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6</a:t>
                      </a:r>
                      <a:endParaRPr/>
                    </a:p>
                  </a:txBody>
                  <a:tcPr marL="90000" marR="90000" marT="6055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609600">
                <a:tc>
                  <a:txBody>
                    <a:bodyPr/>
                    <a:lstStyle/>
                    <a:p>
                      <a:pPr marL="0" marR="0" lvl="0" indent="0" algn="ctr" rtl="0">
                        <a:lnSpc>
                          <a:spcPct val="96000"/>
                        </a:lnSpc>
                        <a:spcBef>
                          <a:spcPts val="0"/>
                        </a:spcBef>
                        <a:spcAft>
                          <a:spcPts val="0"/>
                        </a:spcAft>
                        <a:buClr>
                          <a:srgbClr val="FFFFFF"/>
                        </a:buClr>
                        <a:buSzPts val="1800"/>
                        <a:buFont typeface="Calibri"/>
                        <a:buNone/>
                      </a:pPr>
                      <a:r>
                        <a:rPr lang="en-US" sz="1800" b="0" i="0" u="none" strike="noStrike" cap="none">
                          <a:solidFill>
                            <a:srgbClr val="FFFFFF"/>
                          </a:solidFill>
                          <a:latin typeface="Calibri"/>
                          <a:ea typeface="Calibri"/>
                          <a:cs typeface="Calibri"/>
                          <a:sym typeface="Calibri"/>
                        </a:rPr>
                        <a:t>7</a:t>
                      </a:r>
                      <a:endParaRPr/>
                    </a:p>
                  </a:txBody>
                  <a:tcPr marL="90000" marR="90000" marT="6055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tc>
                  <a:txBody>
                    <a:bodyPr/>
                    <a:lstStyle/>
                    <a:p>
                      <a:pPr marL="0" marR="0" lvl="0" indent="0" algn="ctr" rtl="0">
                        <a:lnSpc>
                          <a:spcPct val="96000"/>
                        </a:lnSpc>
                        <a:spcBef>
                          <a:spcPts val="0"/>
                        </a:spcBef>
                        <a:spcAft>
                          <a:spcPts val="0"/>
                        </a:spcAft>
                        <a:buClr>
                          <a:srgbClr val="FFFFFF"/>
                        </a:buClr>
                        <a:buSzPts val="1800"/>
                        <a:buFont typeface="Calibri"/>
                        <a:buNone/>
                      </a:pPr>
                      <a:r>
                        <a:rPr lang="en-US" sz="1800" b="0" i="0" u="none" strike="noStrike" cap="none">
                          <a:solidFill>
                            <a:srgbClr val="FFFFFF"/>
                          </a:solidFill>
                          <a:latin typeface="Calibri"/>
                          <a:ea typeface="Calibri"/>
                          <a:cs typeface="Calibri"/>
                          <a:sym typeface="Calibri"/>
                        </a:rPr>
                        <a:t>8</a:t>
                      </a:r>
                      <a:endParaRPr/>
                    </a:p>
                  </a:txBody>
                  <a:tcPr marL="90000" marR="90000" marT="6055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tc>
                  <a:txBody>
                    <a:bodyPr/>
                    <a:lstStyle/>
                    <a:p>
                      <a:pPr marL="0" marR="0" lvl="0" indent="0" algn="ctr" rtl="0">
                        <a:lnSpc>
                          <a:spcPct val="96000"/>
                        </a:lnSpc>
                        <a:spcBef>
                          <a:spcPts val="0"/>
                        </a:spcBef>
                        <a:spcAft>
                          <a:spcPts val="0"/>
                        </a:spcAft>
                        <a:buClr>
                          <a:srgbClr val="FFFFFF"/>
                        </a:buClr>
                        <a:buSzPts val="1800"/>
                        <a:buFont typeface="Calibri"/>
                        <a:buNone/>
                      </a:pPr>
                      <a:r>
                        <a:rPr lang="en-US" sz="1800" b="0" i="0" u="none" strike="noStrike" cap="none">
                          <a:solidFill>
                            <a:srgbClr val="FFFFFF"/>
                          </a:solidFill>
                          <a:latin typeface="Calibri"/>
                          <a:ea typeface="Calibri"/>
                          <a:cs typeface="Calibri"/>
                          <a:sym typeface="Calibri"/>
                        </a:rPr>
                        <a:t>9</a:t>
                      </a:r>
                      <a:endParaRPr/>
                    </a:p>
                  </a:txBody>
                  <a:tcPr marL="90000" marR="90000" marT="6055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extLst>
                  <a:ext uri="{0D108BD9-81ED-4DB2-BD59-A6C34878D82A}">
                    <a16:rowId xmlns:a16="http://schemas.microsoft.com/office/drawing/2014/main" val="10001"/>
                  </a:ext>
                </a:extLst>
              </a:tr>
            </a:tbl>
          </a:graphicData>
        </a:graphic>
      </p:graphicFrame>
      <p:sp>
        <p:nvSpPr>
          <p:cNvPr id="869" name="Google Shape;869;p119"/>
          <p:cNvSpPr txBox="1"/>
          <p:nvPr/>
        </p:nvSpPr>
        <p:spPr>
          <a:xfrm>
            <a:off x="2209800" y="3429000"/>
            <a:ext cx="30480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0               1               2</a:t>
            </a:r>
            <a:endParaRPr/>
          </a:p>
        </p:txBody>
      </p:sp>
      <p:sp>
        <p:nvSpPr>
          <p:cNvPr id="870" name="Google Shape;870;p119"/>
          <p:cNvSpPr txBox="1"/>
          <p:nvPr/>
        </p:nvSpPr>
        <p:spPr>
          <a:xfrm>
            <a:off x="1676400" y="3886200"/>
            <a:ext cx="381000" cy="1190625"/>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a:p>
        </p:txBody>
      </p:sp>
      <p:sp>
        <p:nvSpPr>
          <p:cNvPr id="871" name="Google Shape;871;p119"/>
          <p:cNvSpPr txBox="1"/>
          <p:nvPr/>
        </p:nvSpPr>
        <p:spPr>
          <a:xfrm>
            <a:off x="533400" y="3810000"/>
            <a:ext cx="914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A[2][3]</a:t>
            </a:r>
            <a:endParaRPr/>
          </a:p>
        </p:txBody>
      </p:sp>
      <p:sp>
        <p:nvSpPr>
          <p:cNvPr id="872" name="Google Shape;872;p119"/>
          <p:cNvSpPr txBox="1"/>
          <p:nvPr/>
        </p:nvSpPr>
        <p:spPr>
          <a:xfrm>
            <a:off x="5334000" y="4953000"/>
            <a:ext cx="1066800" cy="64293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m*n</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1*2</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120"/>
          <p:cNvSpPr txBox="1"/>
          <p:nvPr/>
        </p:nvSpPr>
        <p:spPr>
          <a:xfrm>
            <a:off x="304800" y="228600"/>
            <a:ext cx="7391400" cy="550863"/>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sng" strike="noStrike" cap="none">
                <a:solidFill>
                  <a:srgbClr val="000000"/>
                </a:solidFill>
                <a:latin typeface="Calibri"/>
                <a:ea typeface="Calibri"/>
                <a:cs typeface="Calibri"/>
                <a:sym typeface="Calibri"/>
              </a:rPr>
              <a:t>Row Major Order-:</a:t>
            </a:r>
            <a:endParaRPr/>
          </a:p>
        </p:txBody>
      </p:sp>
      <p:graphicFrame>
        <p:nvGraphicFramePr>
          <p:cNvPr id="880" name="Google Shape;880;p120"/>
          <p:cNvGraphicFramePr/>
          <p:nvPr/>
        </p:nvGraphicFramePr>
        <p:xfrm>
          <a:off x="1295400" y="1524000"/>
          <a:ext cx="1525600" cy="3719575"/>
        </p:xfrm>
        <a:graphic>
          <a:graphicData uri="http://schemas.openxmlformats.org/drawingml/2006/table">
            <a:tbl>
              <a:tblPr>
                <a:noFill/>
                <a:tableStyleId>{8D1950BE-5863-4897-BD1D-62408112DEBE}</a:tableStyleId>
              </a:tblPr>
              <a:tblGrid>
                <a:gridCol w="1525600">
                  <a:extLst>
                    <a:ext uri="{9D8B030D-6E8A-4147-A177-3AD203B41FA5}">
                      <a16:colId xmlns:a16="http://schemas.microsoft.com/office/drawing/2014/main" val="20000"/>
                    </a:ext>
                  </a:extLst>
                </a:gridCol>
              </a:tblGrid>
              <a:tr h="373150">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1" i="0" u="none" strike="noStrike" cap="none">
                        <a:solidFill>
                          <a:srgbClr val="FFFFFF"/>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370775">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0" i="0" u="none" strike="noStrike" cap="none">
                        <a:solidFill>
                          <a:srgbClr val="000000"/>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370775">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370775">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3715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6</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3731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r h="3731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8</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6"/>
                  </a:ext>
                </a:extLst>
              </a:tr>
              <a:tr h="3715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9</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7"/>
                  </a:ext>
                </a:extLst>
              </a:tr>
              <a:tr h="373150">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0" i="0" u="none" strike="noStrike" cap="none">
                        <a:solidFill>
                          <a:srgbClr val="000000"/>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8"/>
                  </a:ext>
                </a:extLst>
              </a:tr>
              <a:tr h="371550">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0" i="0" u="none" strike="noStrike" cap="none">
                        <a:solidFill>
                          <a:srgbClr val="000000"/>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9"/>
                  </a:ext>
                </a:extLst>
              </a:tr>
            </a:tbl>
          </a:graphicData>
        </a:graphic>
      </p:graphicFrame>
      <p:sp>
        <p:nvSpPr>
          <p:cNvPr id="881" name="Google Shape;881;p120"/>
          <p:cNvSpPr txBox="1"/>
          <p:nvPr/>
        </p:nvSpPr>
        <p:spPr>
          <a:xfrm>
            <a:off x="685800" y="2286000"/>
            <a:ext cx="914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a:t>
            </a:r>
            <a:endParaRPr/>
          </a:p>
        </p:txBody>
      </p:sp>
      <p:sp>
        <p:nvSpPr>
          <p:cNvPr id="882" name="Google Shape;882;p120"/>
          <p:cNvSpPr txBox="1"/>
          <p:nvPr/>
        </p:nvSpPr>
        <p:spPr>
          <a:xfrm>
            <a:off x="457200" y="2667000"/>
            <a:ext cx="914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100+1</a:t>
            </a:r>
            <a:endParaRPr/>
          </a:p>
        </p:txBody>
      </p:sp>
      <p:sp>
        <p:nvSpPr>
          <p:cNvPr id="883" name="Google Shape;883;p120"/>
          <p:cNvSpPr txBox="1"/>
          <p:nvPr/>
        </p:nvSpPr>
        <p:spPr>
          <a:xfrm>
            <a:off x="381000" y="3048000"/>
            <a:ext cx="914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100+2</a:t>
            </a:r>
            <a:endParaRPr/>
          </a:p>
        </p:txBody>
      </p:sp>
      <p:sp>
        <p:nvSpPr>
          <p:cNvPr id="884" name="Google Shape;884;p120"/>
          <p:cNvSpPr txBox="1"/>
          <p:nvPr/>
        </p:nvSpPr>
        <p:spPr>
          <a:xfrm>
            <a:off x="381000" y="3352800"/>
            <a:ext cx="8382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100+3</a:t>
            </a:r>
            <a:endParaRPr/>
          </a:p>
        </p:txBody>
      </p:sp>
      <p:sp>
        <p:nvSpPr>
          <p:cNvPr id="885" name="Google Shape;885;p120"/>
          <p:cNvSpPr txBox="1"/>
          <p:nvPr/>
        </p:nvSpPr>
        <p:spPr>
          <a:xfrm>
            <a:off x="381000" y="3733800"/>
            <a:ext cx="8382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100+4</a:t>
            </a:r>
            <a:endParaRPr/>
          </a:p>
        </p:txBody>
      </p:sp>
      <p:sp>
        <p:nvSpPr>
          <p:cNvPr id="886" name="Google Shape;886;p120"/>
          <p:cNvSpPr txBox="1"/>
          <p:nvPr/>
        </p:nvSpPr>
        <p:spPr>
          <a:xfrm>
            <a:off x="381000" y="4114800"/>
            <a:ext cx="8382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100+5</a:t>
            </a:r>
            <a:endParaRPr/>
          </a:p>
        </p:txBody>
      </p:sp>
      <p:sp>
        <p:nvSpPr>
          <p:cNvPr id="887" name="Google Shape;887;p120"/>
          <p:cNvSpPr txBox="1"/>
          <p:nvPr/>
        </p:nvSpPr>
        <p:spPr>
          <a:xfrm>
            <a:off x="2895600" y="2286000"/>
            <a:ext cx="6858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0,0</a:t>
            </a:r>
            <a:endParaRPr/>
          </a:p>
        </p:txBody>
      </p:sp>
      <p:sp>
        <p:nvSpPr>
          <p:cNvPr id="888" name="Google Shape;888;p120"/>
          <p:cNvSpPr txBox="1"/>
          <p:nvPr/>
        </p:nvSpPr>
        <p:spPr>
          <a:xfrm>
            <a:off x="2895600" y="2667000"/>
            <a:ext cx="533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0,1</a:t>
            </a:r>
            <a:endParaRPr/>
          </a:p>
        </p:txBody>
      </p:sp>
      <p:sp>
        <p:nvSpPr>
          <p:cNvPr id="889" name="Google Shape;889;p120"/>
          <p:cNvSpPr txBox="1"/>
          <p:nvPr/>
        </p:nvSpPr>
        <p:spPr>
          <a:xfrm>
            <a:off x="2895600" y="2971800"/>
            <a:ext cx="533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0,2</a:t>
            </a:r>
            <a:endParaRPr/>
          </a:p>
        </p:txBody>
      </p:sp>
      <p:sp>
        <p:nvSpPr>
          <p:cNvPr id="890" name="Google Shape;890;p120"/>
          <p:cNvSpPr txBox="1"/>
          <p:nvPr/>
        </p:nvSpPr>
        <p:spPr>
          <a:xfrm>
            <a:off x="2895600" y="3429000"/>
            <a:ext cx="6096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a:t>
            </a:r>
            <a:endParaRPr/>
          </a:p>
        </p:txBody>
      </p:sp>
      <p:sp>
        <p:nvSpPr>
          <p:cNvPr id="891" name="Google Shape;891;p120"/>
          <p:cNvSpPr txBox="1"/>
          <p:nvPr/>
        </p:nvSpPr>
        <p:spPr>
          <a:xfrm>
            <a:off x="2895600" y="3733800"/>
            <a:ext cx="533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1,1</a:t>
            </a:r>
            <a:endParaRPr/>
          </a:p>
        </p:txBody>
      </p:sp>
      <p:sp>
        <p:nvSpPr>
          <p:cNvPr id="892" name="Google Shape;892;p120"/>
          <p:cNvSpPr txBox="1"/>
          <p:nvPr/>
        </p:nvSpPr>
        <p:spPr>
          <a:xfrm>
            <a:off x="2895600" y="4114800"/>
            <a:ext cx="6096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1,2</a:t>
            </a:r>
            <a:endParaRPr/>
          </a:p>
        </p:txBody>
      </p:sp>
      <p:sp>
        <p:nvSpPr>
          <p:cNvPr id="893" name="Google Shape;893;p120"/>
          <p:cNvSpPr txBox="1"/>
          <p:nvPr/>
        </p:nvSpPr>
        <p:spPr>
          <a:xfrm>
            <a:off x="4572000" y="990600"/>
            <a:ext cx="3276600" cy="3933825"/>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In row-major storage, a multidimensional array in linear memory is accessed such that rows are stored one after the other.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121"/>
          <p:cNvSpPr txBox="1"/>
          <p:nvPr/>
        </p:nvSpPr>
        <p:spPr>
          <a:xfrm>
            <a:off x="533400" y="533400"/>
            <a:ext cx="7696200" cy="61722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FF0000"/>
              </a:buClr>
              <a:buSzPts val="2400"/>
              <a:buFont typeface="Arial"/>
              <a:buNone/>
            </a:pPr>
            <a:r>
              <a:rPr lang="en-US" sz="2400" b="0" i="0" u="none" strike="noStrike" cap="none">
                <a:solidFill>
                  <a:srgbClr val="FF0000"/>
                </a:solidFill>
                <a:latin typeface="Century Schoolbook"/>
                <a:ea typeface="Century Schoolbook"/>
                <a:cs typeface="Century Schoolbook"/>
                <a:sym typeface="Century Schoolbook"/>
              </a:rPr>
              <a:t>Address of A [i] [j]= B + [(i-LB</a:t>
            </a:r>
            <a:r>
              <a:rPr lang="en-US" sz="2400" b="0" i="0" u="none" strike="noStrike" cap="none" baseline="-25000">
                <a:solidFill>
                  <a:srgbClr val="FF0000"/>
                </a:solidFill>
                <a:latin typeface="Century Schoolbook"/>
                <a:ea typeface="Century Schoolbook"/>
                <a:cs typeface="Century Schoolbook"/>
                <a:sym typeface="Century Schoolbook"/>
              </a:rPr>
              <a:t>R</a:t>
            </a:r>
            <a:r>
              <a:rPr lang="en-US" sz="2400" b="0" i="0" u="none" strike="noStrike" cap="none">
                <a:solidFill>
                  <a:srgbClr val="FF0000"/>
                </a:solidFill>
                <a:latin typeface="Century Schoolbook"/>
                <a:ea typeface="Century Schoolbook"/>
                <a:cs typeface="Century Schoolbook"/>
                <a:sym typeface="Century Schoolbook"/>
              </a:rPr>
              <a:t>)*n + (j-LB</a:t>
            </a:r>
            <a:r>
              <a:rPr lang="en-US" sz="2400" b="0" i="0" u="none" strike="noStrike" cap="none" baseline="-25000">
                <a:solidFill>
                  <a:srgbClr val="FF0000"/>
                </a:solidFill>
                <a:latin typeface="Century Schoolbook"/>
                <a:ea typeface="Century Schoolbook"/>
                <a:cs typeface="Century Schoolbook"/>
                <a:sym typeface="Century Schoolbook"/>
              </a:rPr>
              <a:t>C</a:t>
            </a:r>
            <a:r>
              <a:rPr lang="en-US" sz="2400" b="0" i="0" u="none" strike="noStrike" cap="none">
                <a:solidFill>
                  <a:srgbClr val="FF0000"/>
                </a:solidFill>
                <a:latin typeface="Century Schoolbook"/>
                <a:ea typeface="Century Schoolbook"/>
                <a:cs typeface="Century Schoolbook"/>
                <a:sym typeface="Century Schoolbook"/>
              </a:rPr>
              <a:t>)]*W</a:t>
            </a:r>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Century Schoolbook"/>
              <a:ea typeface="Century Schoolbook"/>
              <a:cs typeface="Century Schoolbook"/>
              <a:sym typeface="Century Schoolbook"/>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entury Schoolbook"/>
                <a:ea typeface="Century Schoolbook"/>
                <a:cs typeface="Century Schoolbook"/>
                <a:sym typeface="Century Schoolbook"/>
              </a:rPr>
              <a:t>where :</a:t>
            </a:r>
            <a:endParaRPr/>
          </a:p>
          <a:p>
            <a:pPr marL="0" marR="0" lvl="0" indent="-177800"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entury Schoolbook"/>
                <a:ea typeface="Century Schoolbook"/>
                <a:cs typeface="Century Schoolbook"/>
                <a:sym typeface="Century Schoolbook"/>
              </a:rPr>
              <a:t>LB</a:t>
            </a:r>
            <a:r>
              <a:rPr lang="en-US" sz="2800" b="0" i="0" u="none" strike="noStrike" cap="none" baseline="-25000">
                <a:solidFill>
                  <a:srgbClr val="000000"/>
                </a:solidFill>
                <a:latin typeface="Century Schoolbook"/>
                <a:ea typeface="Century Schoolbook"/>
                <a:cs typeface="Century Schoolbook"/>
                <a:sym typeface="Century Schoolbook"/>
              </a:rPr>
              <a:t>R</a:t>
            </a:r>
            <a:r>
              <a:rPr lang="en-US" sz="2800" b="0" i="0" u="none" strike="noStrike" cap="none">
                <a:solidFill>
                  <a:srgbClr val="000000"/>
                </a:solidFill>
                <a:latin typeface="Century Schoolbook"/>
                <a:ea typeface="Century Schoolbook"/>
                <a:cs typeface="Century Schoolbook"/>
                <a:sym typeface="Century Schoolbook"/>
              </a:rPr>
              <a:t> is the Lower Bound of Rows</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177800"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entury Schoolbook"/>
                <a:ea typeface="Century Schoolbook"/>
                <a:cs typeface="Century Schoolbook"/>
                <a:sym typeface="Century Schoolbook"/>
              </a:rPr>
              <a:t>LB</a:t>
            </a:r>
            <a:r>
              <a:rPr lang="en-US" sz="2800" b="0" i="0" u="none" strike="noStrike" cap="none" baseline="-25000">
                <a:solidFill>
                  <a:srgbClr val="000000"/>
                </a:solidFill>
                <a:latin typeface="Century Schoolbook"/>
                <a:ea typeface="Century Schoolbook"/>
                <a:cs typeface="Century Schoolbook"/>
                <a:sym typeface="Century Schoolbook"/>
              </a:rPr>
              <a:t>C </a:t>
            </a:r>
            <a:r>
              <a:rPr lang="en-US" sz="2800" b="0" i="0" u="none" strike="noStrike" cap="none">
                <a:solidFill>
                  <a:srgbClr val="000000"/>
                </a:solidFill>
                <a:latin typeface="Century Schoolbook"/>
                <a:ea typeface="Century Schoolbook"/>
                <a:cs typeface="Century Schoolbook"/>
                <a:sym typeface="Century Schoolbook"/>
              </a:rPr>
              <a:t> is the Lower Bound of Columns</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177800"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entury Schoolbook"/>
                <a:ea typeface="Century Schoolbook"/>
                <a:cs typeface="Century Schoolbook"/>
                <a:sym typeface="Century Schoolbook"/>
              </a:rPr>
              <a:t>W is the size of element</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177800"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entury Schoolbook"/>
                <a:ea typeface="Century Schoolbook"/>
                <a:cs typeface="Century Schoolbook"/>
                <a:sym typeface="Century Schoolbook"/>
              </a:rPr>
              <a:t>n is the no.of columns</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177800"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entury Schoolbook"/>
                <a:ea typeface="Century Schoolbook"/>
                <a:cs typeface="Century Schoolbook"/>
                <a:sym typeface="Century Schoolbook"/>
              </a:rPr>
              <a:t>Eg-: A[1][2]; m=2;n=3;LB</a:t>
            </a:r>
            <a:r>
              <a:rPr lang="en-US" sz="2800" b="0" i="0" u="none" strike="noStrike" cap="none" baseline="-25000">
                <a:solidFill>
                  <a:srgbClr val="000000"/>
                </a:solidFill>
                <a:latin typeface="Century Schoolbook"/>
                <a:ea typeface="Century Schoolbook"/>
                <a:cs typeface="Century Schoolbook"/>
                <a:sym typeface="Century Schoolbook"/>
              </a:rPr>
              <a:t>R</a:t>
            </a:r>
            <a:r>
              <a:rPr lang="en-US" sz="2800" b="0" i="0" u="none" strike="noStrike" cap="none">
                <a:solidFill>
                  <a:srgbClr val="000000"/>
                </a:solidFill>
                <a:latin typeface="Century Schoolbook"/>
                <a:ea typeface="Century Schoolbook"/>
                <a:cs typeface="Century Schoolbook"/>
                <a:sym typeface="Century Schoolbook"/>
              </a:rPr>
              <a:t>=0;LB</a:t>
            </a:r>
            <a:r>
              <a:rPr lang="en-US" sz="2800" b="0" i="0" u="none" strike="noStrike" cap="none" baseline="-25000">
                <a:solidFill>
                  <a:srgbClr val="000000"/>
                </a:solidFill>
                <a:latin typeface="Century Schoolbook"/>
                <a:ea typeface="Century Schoolbook"/>
                <a:cs typeface="Century Schoolbook"/>
                <a:sym typeface="Century Schoolbook"/>
              </a:rPr>
              <a:t>C</a:t>
            </a:r>
            <a:r>
              <a:rPr lang="en-US" sz="2800" b="0" i="0" u="none" strike="noStrike" cap="none">
                <a:solidFill>
                  <a:srgbClr val="000000"/>
                </a:solidFill>
                <a:latin typeface="Century Schoolbook"/>
                <a:ea typeface="Century Schoolbook"/>
                <a:cs typeface="Century Schoolbook"/>
                <a:sym typeface="Century Schoolbook"/>
              </a:rPr>
              <a:t>=0</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entury Schoolbook"/>
                <a:ea typeface="Century Schoolbook"/>
                <a:cs typeface="Century Schoolbook"/>
                <a:sym typeface="Century Schoolbook"/>
              </a:rPr>
              <a:t>A [1] [2] = 100 + ( (1-0) * 3 + (2-0) ) *1</a:t>
            </a:r>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entury Schoolbook"/>
                <a:ea typeface="Century Schoolbook"/>
                <a:cs typeface="Century Schoolbook"/>
                <a:sym typeface="Century Schoolbook"/>
              </a:rPr>
              <a:t>               = 105</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122"/>
          <p:cNvSpPr txBox="1"/>
          <p:nvPr/>
        </p:nvSpPr>
        <p:spPr>
          <a:xfrm>
            <a:off x="304800" y="228600"/>
            <a:ext cx="5486400" cy="520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sng" strike="noStrike" cap="none">
                <a:solidFill>
                  <a:srgbClr val="000000"/>
                </a:solidFill>
                <a:latin typeface="Calibri"/>
                <a:ea typeface="Calibri"/>
                <a:cs typeface="Calibri"/>
                <a:sym typeface="Calibri"/>
              </a:rPr>
              <a:t>Column Major Order-:</a:t>
            </a:r>
            <a:endParaRPr/>
          </a:p>
        </p:txBody>
      </p:sp>
      <p:graphicFrame>
        <p:nvGraphicFramePr>
          <p:cNvPr id="908" name="Google Shape;908;p122"/>
          <p:cNvGraphicFramePr/>
          <p:nvPr/>
        </p:nvGraphicFramePr>
        <p:xfrm>
          <a:off x="1295400" y="1524000"/>
          <a:ext cx="1525600" cy="3719575"/>
        </p:xfrm>
        <a:graphic>
          <a:graphicData uri="http://schemas.openxmlformats.org/drawingml/2006/table">
            <a:tbl>
              <a:tblPr>
                <a:noFill/>
                <a:tableStyleId>{8D1950BE-5863-4897-BD1D-62408112DEBE}</a:tableStyleId>
              </a:tblPr>
              <a:tblGrid>
                <a:gridCol w="1525600">
                  <a:extLst>
                    <a:ext uri="{9D8B030D-6E8A-4147-A177-3AD203B41FA5}">
                      <a16:colId xmlns:a16="http://schemas.microsoft.com/office/drawing/2014/main" val="20000"/>
                    </a:ext>
                  </a:extLst>
                </a:gridCol>
              </a:tblGrid>
              <a:tr h="373150">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1" i="0" u="none" strike="noStrike" cap="none">
                        <a:solidFill>
                          <a:srgbClr val="FFFFFF"/>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370775">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0" i="0" u="none" strike="noStrike" cap="none">
                        <a:solidFill>
                          <a:srgbClr val="000000"/>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370775">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370775">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3715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3731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8</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r h="3731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6</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6"/>
                  </a:ext>
                </a:extLst>
              </a:tr>
              <a:tr h="371550">
                <a:tc>
                  <a:txBody>
                    <a:bodyPr/>
                    <a:lstStyle/>
                    <a:p>
                      <a:pPr marL="0" marR="0" lvl="0" indent="0" algn="ctr"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9</a:t>
                      </a:r>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7"/>
                  </a:ext>
                </a:extLst>
              </a:tr>
              <a:tr h="373150">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0" i="0" u="none" strike="noStrike" cap="none">
                        <a:solidFill>
                          <a:srgbClr val="000000"/>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8"/>
                  </a:ext>
                </a:extLst>
              </a:tr>
              <a:tr h="371550">
                <a:tc>
                  <a:txBody>
                    <a:bodyPr/>
                    <a:lstStyle/>
                    <a:p>
                      <a:pPr marL="0" marR="0" lvl="0" indent="0" algn="ctr" rtl="0">
                        <a:lnSpc>
                          <a:spcPct val="96000"/>
                        </a:lnSpc>
                        <a:spcBef>
                          <a:spcPts val="0"/>
                        </a:spcBef>
                        <a:spcAft>
                          <a:spcPts val="0"/>
                        </a:spcAft>
                        <a:buClr>
                          <a:schemeClr val="dk1"/>
                        </a:buClr>
                        <a:buSzPts val="1800"/>
                        <a:buFont typeface="Libre Baskerville"/>
                        <a:buNone/>
                      </a:pPr>
                      <a:endParaRPr sz="1800" b="0" i="0" u="none" strike="noStrike" cap="none">
                        <a:solidFill>
                          <a:srgbClr val="000000"/>
                        </a:solidFill>
                        <a:latin typeface="Calibri"/>
                        <a:ea typeface="Calibri"/>
                        <a:cs typeface="Calibri"/>
                        <a:sym typeface="Calibri"/>
                      </a:endParaRPr>
                    </a:p>
                  </a:txBody>
                  <a:tcPr marL="90000" marR="90000" marT="60575"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9"/>
                  </a:ext>
                </a:extLst>
              </a:tr>
            </a:tbl>
          </a:graphicData>
        </a:graphic>
      </p:graphicFrame>
      <p:sp>
        <p:nvSpPr>
          <p:cNvPr id="909" name="Google Shape;909;p122"/>
          <p:cNvSpPr txBox="1"/>
          <p:nvPr/>
        </p:nvSpPr>
        <p:spPr>
          <a:xfrm>
            <a:off x="609600" y="2286000"/>
            <a:ext cx="914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a:t>
            </a:r>
            <a:endParaRPr/>
          </a:p>
        </p:txBody>
      </p:sp>
      <p:sp>
        <p:nvSpPr>
          <p:cNvPr id="910" name="Google Shape;910;p122"/>
          <p:cNvSpPr txBox="1"/>
          <p:nvPr/>
        </p:nvSpPr>
        <p:spPr>
          <a:xfrm>
            <a:off x="381000" y="2667000"/>
            <a:ext cx="9906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100+1</a:t>
            </a:r>
            <a:endParaRPr/>
          </a:p>
        </p:txBody>
      </p:sp>
      <p:sp>
        <p:nvSpPr>
          <p:cNvPr id="911" name="Google Shape;911;p122"/>
          <p:cNvSpPr txBox="1"/>
          <p:nvPr/>
        </p:nvSpPr>
        <p:spPr>
          <a:xfrm>
            <a:off x="381000" y="2971800"/>
            <a:ext cx="8382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100+2</a:t>
            </a:r>
            <a:endParaRPr/>
          </a:p>
        </p:txBody>
      </p:sp>
      <p:sp>
        <p:nvSpPr>
          <p:cNvPr id="912" name="Google Shape;912;p122"/>
          <p:cNvSpPr txBox="1"/>
          <p:nvPr/>
        </p:nvSpPr>
        <p:spPr>
          <a:xfrm>
            <a:off x="381000" y="3352800"/>
            <a:ext cx="8382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100+3</a:t>
            </a:r>
            <a:endParaRPr/>
          </a:p>
        </p:txBody>
      </p:sp>
      <p:sp>
        <p:nvSpPr>
          <p:cNvPr id="913" name="Google Shape;913;p122"/>
          <p:cNvSpPr txBox="1"/>
          <p:nvPr/>
        </p:nvSpPr>
        <p:spPr>
          <a:xfrm>
            <a:off x="381000" y="3733800"/>
            <a:ext cx="8382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100+4</a:t>
            </a:r>
            <a:endParaRPr/>
          </a:p>
        </p:txBody>
      </p:sp>
      <p:sp>
        <p:nvSpPr>
          <p:cNvPr id="914" name="Google Shape;914;p122"/>
          <p:cNvSpPr txBox="1"/>
          <p:nvPr/>
        </p:nvSpPr>
        <p:spPr>
          <a:xfrm>
            <a:off x="381000" y="4114800"/>
            <a:ext cx="8382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100+5</a:t>
            </a:r>
            <a:endParaRPr/>
          </a:p>
        </p:txBody>
      </p:sp>
      <p:sp>
        <p:nvSpPr>
          <p:cNvPr id="915" name="Google Shape;915;p122"/>
          <p:cNvSpPr txBox="1"/>
          <p:nvPr/>
        </p:nvSpPr>
        <p:spPr>
          <a:xfrm>
            <a:off x="2895600" y="2286000"/>
            <a:ext cx="6096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0,0</a:t>
            </a:r>
            <a:endParaRPr/>
          </a:p>
        </p:txBody>
      </p:sp>
      <p:sp>
        <p:nvSpPr>
          <p:cNvPr id="916" name="Google Shape;916;p122"/>
          <p:cNvSpPr txBox="1"/>
          <p:nvPr/>
        </p:nvSpPr>
        <p:spPr>
          <a:xfrm>
            <a:off x="2895600" y="2590800"/>
            <a:ext cx="5334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a:t>
            </a:r>
            <a:endParaRPr/>
          </a:p>
        </p:txBody>
      </p:sp>
      <p:sp>
        <p:nvSpPr>
          <p:cNvPr id="917" name="Google Shape;917;p122"/>
          <p:cNvSpPr txBox="1"/>
          <p:nvPr/>
        </p:nvSpPr>
        <p:spPr>
          <a:xfrm>
            <a:off x="2895600" y="2971800"/>
            <a:ext cx="6096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0,1</a:t>
            </a:r>
            <a:endParaRPr/>
          </a:p>
        </p:txBody>
      </p:sp>
      <p:sp>
        <p:nvSpPr>
          <p:cNvPr id="918" name="Google Shape;918;p122"/>
          <p:cNvSpPr txBox="1"/>
          <p:nvPr/>
        </p:nvSpPr>
        <p:spPr>
          <a:xfrm>
            <a:off x="2895600" y="3429000"/>
            <a:ext cx="6858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1,1</a:t>
            </a:r>
            <a:endParaRPr/>
          </a:p>
        </p:txBody>
      </p:sp>
      <p:sp>
        <p:nvSpPr>
          <p:cNvPr id="919" name="Google Shape;919;p122"/>
          <p:cNvSpPr txBox="1"/>
          <p:nvPr/>
        </p:nvSpPr>
        <p:spPr>
          <a:xfrm>
            <a:off x="2895600" y="3810000"/>
            <a:ext cx="6858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0,2</a:t>
            </a:r>
            <a:endParaRPr/>
          </a:p>
        </p:txBody>
      </p:sp>
      <p:sp>
        <p:nvSpPr>
          <p:cNvPr id="920" name="Google Shape;920;p122"/>
          <p:cNvSpPr txBox="1"/>
          <p:nvPr/>
        </p:nvSpPr>
        <p:spPr>
          <a:xfrm>
            <a:off x="2819400" y="4114800"/>
            <a:ext cx="609600"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1,2</a:t>
            </a:r>
            <a:endParaRPr/>
          </a:p>
        </p:txBody>
      </p:sp>
      <p:sp>
        <p:nvSpPr>
          <p:cNvPr id="921" name="Google Shape;921;p122"/>
          <p:cNvSpPr txBox="1"/>
          <p:nvPr/>
        </p:nvSpPr>
        <p:spPr>
          <a:xfrm>
            <a:off x="4267200" y="1447800"/>
            <a:ext cx="3810000" cy="3933825"/>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In column-major storage, a multidimensional array in linear memory is accessed such that columns are stored one after the other.</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p123"/>
          <p:cNvSpPr txBox="1"/>
          <p:nvPr/>
        </p:nvSpPr>
        <p:spPr>
          <a:xfrm>
            <a:off x="381000" y="533400"/>
            <a:ext cx="8001000" cy="525938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FF0000"/>
              </a:buClr>
              <a:buSzPts val="2400"/>
              <a:buFont typeface="Arial"/>
              <a:buNone/>
            </a:pPr>
            <a:r>
              <a:rPr lang="en-US" sz="2400" b="0" i="0" u="none" strike="noStrike" cap="none">
                <a:solidFill>
                  <a:srgbClr val="FF0000"/>
                </a:solidFill>
                <a:latin typeface="Century Schoolbook"/>
                <a:ea typeface="Century Schoolbook"/>
                <a:cs typeface="Century Schoolbook"/>
                <a:sym typeface="Century Schoolbook"/>
              </a:rPr>
              <a:t>Address of A [i] [j] = B+ [(i-LB</a:t>
            </a:r>
            <a:r>
              <a:rPr lang="en-US" sz="2400" b="0" i="0" u="none" strike="noStrike" cap="none" baseline="-25000">
                <a:solidFill>
                  <a:srgbClr val="FF0000"/>
                </a:solidFill>
                <a:latin typeface="Century Schoolbook"/>
                <a:ea typeface="Century Schoolbook"/>
                <a:cs typeface="Century Schoolbook"/>
                <a:sym typeface="Century Schoolbook"/>
              </a:rPr>
              <a:t>R</a:t>
            </a:r>
            <a:r>
              <a:rPr lang="en-US" sz="2400" b="0" i="0" u="none" strike="noStrike" cap="none">
                <a:solidFill>
                  <a:srgbClr val="FF0000"/>
                </a:solidFill>
                <a:latin typeface="Century Schoolbook"/>
                <a:ea typeface="Century Schoolbook"/>
                <a:cs typeface="Century Schoolbook"/>
                <a:sym typeface="Century Schoolbook"/>
              </a:rPr>
              <a:t>) + (j-LB</a:t>
            </a:r>
            <a:r>
              <a:rPr lang="en-US" sz="2400" b="0" i="0" u="none" strike="noStrike" cap="none" baseline="-25000">
                <a:solidFill>
                  <a:srgbClr val="FF0000"/>
                </a:solidFill>
                <a:latin typeface="Century Schoolbook"/>
                <a:ea typeface="Century Schoolbook"/>
                <a:cs typeface="Century Schoolbook"/>
                <a:sym typeface="Century Schoolbook"/>
              </a:rPr>
              <a:t>C</a:t>
            </a:r>
            <a:r>
              <a:rPr lang="en-US" sz="2400" b="0" i="0" u="none" strike="noStrike" cap="none">
                <a:solidFill>
                  <a:srgbClr val="FF0000"/>
                </a:solidFill>
                <a:latin typeface="Century Schoolbook"/>
                <a:ea typeface="Century Schoolbook"/>
                <a:cs typeface="Century Schoolbook"/>
                <a:sym typeface="Century Schoolbook"/>
              </a:rPr>
              <a:t>)*m]*W</a:t>
            </a:r>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Century Schoolbook"/>
              <a:ea typeface="Century Schoolbook"/>
              <a:cs typeface="Century Schoolbook"/>
              <a:sym typeface="Century Schoolbook"/>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entury Schoolbook"/>
                <a:ea typeface="Century Schoolbook"/>
                <a:cs typeface="Century Schoolbook"/>
                <a:sym typeface="Century Schoolbook"/>
              </a:rPr>
              <a:t>where </a:t>
            </a:r>
            <a:endParaRPr/>
          </a:p>
          <a:p>
            <a:pPr marL="0" marR="0" lvl="0" indent="-177800"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entury Schoolbook"/>
                <a:ea typeface="Century Schoolbook"/>
                <a:cs typeface="Century Schoolbook"/>
                <a:sym typeface="Century Schoolbook"/>
              </a:rPr>
              <a:t>LB</a:t>
            </a:r>
            <a:r>
              <a:rPr lang="en-US" sz="2800" b="0" i="0" u="none" strike="noStrike" cap="none" baseline="-25000">
                <a:solidFill>
                  <a:srgbClr val="000000"/>
                </a:solidFill>
                <a:latin typeface="Century Schoolbook"/>
                <a:ea typeface="Century Schoolbook"/>
                <a:cs typeface="Century Schoolbook"/>
                <a:sym typeface="Century Schoolbook"/>
              </a:rPr>
              <a:t>R</a:t>
            </a:r>
            <a:r>
              <a:rPr lang="en-US" sz="2800" b="0" i="0" u="none" strike="noStrike" cap="none">
                <a:solidFill>
                  <a:srgbClr val="000000"/>
                </a:solidFill>
                <a:latin typeface="Century Schoolbook"/>
                <a:ea typeface="Century Schoolbook"/>
                <a:cs typeface="Century Schoolbook"/>
                <a:sym typeface="Century Schoolbook"/>
              </a:rPr>
              <a:t> is the Lower Bound of Rows</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177800"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entury Schoolbook"/>
                <a:ea typeface="Century Schoolbook"/>
                <a:cs typeface="Century Schoolbook"/>
                <a:sym typeface="Century Schoolbook"/>
              </a:rPr>
              <a:t>LB</a:t>
            </a:r>
            <a:r>
              <a:rPr lang="en-US" sz="2800" b="0" i="0" u="none" strike="noStrike" cap="none" baseline="-25000">
                <a:solidFill>
                  <a:srgbClr val="000000"/>
                </a:solidFill>
                <a:latin typeface="Century Schoolbook"/>
                <a:ea typeface="Century Schoolbook"/>
                <a:cs typeface="Century Schoolbook"/>
                <a:sym typeface="Century Schoolbook"/>
              </a:rPr>
              <a:t>C </a:t>
            </a:r>
            <a:r>
              <a:rPr lang="en-US" sz="2800" b="0" i="0" u="none" strike="noStrike" cap="none">
                <a:solidFill>
                  <a:srgbClr val="000000"/>
                </a:solidFill>
                <a:latin typeface="Century Schoolbook"/>
                <a:ea typeface="Century Schoolbook"/>
                <a:cs typeface="Century Schoolbook"/>
                <a:sym typeface="Century Schoolbook"/>
              </a:rPr>
              <a:t> is the Lower Bound of Columns</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177800"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entury Schoolbook"/>
                <a:ea typeface="Century Schoolbook"/>
                <a:cs typeface="Century Schoolbook"/>
                <a:sym typeface="Century Schoolbook"/>
              </a:rPr>
              <a:t>W is the size of element</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entury Schoolbook"/>
              <a:ea typeface="Century Schoolbook"/>
              <a:cs typeface="Century Schoolbook"/>
              <a:sym typeface="Century Schoolbook"/>
            </a:endParaRPr>
          </a:p>
          <a:p>
            <a:pPr marL="0" marR="0" lvl="0" indent="-177800"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entury Schoolbook"/>
                <a:ea typeface="Century Schoolbook"/>
                <a:cs typeface="Century Schoolbook"/>
                <a:sym typeface="Century Schoolbook"/>
              </a:rPr>
              <a:t>m is the no.of rows</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124"/>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solve</a:t>
            </a:r>
            <a:endParaRPr/>
          </a:p>
        </p:txBody>
      </p:sp>
      <p:sp>
        <p:nvSpPr>
          <p:cNvPr id="936" name="Google Shape;936;p124"/>
          <p:cNvSpPr txBox="1"/>
          <p:nvPr/>
        </p:nvSpPr>
        <p:spPr>
          <a:xfrm>
            <a:off x="457200" y="1600200"/>
            <a:ext cx="8229600" cy="50673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Consider the 25*4 matrix array   SCORE. Suppose base(SCORE)=200 and there are w=4 words per memory cell. Suppose the programming language stores two dimensional arrays using row major order .Find the address of SCORE[12,3]. </a:t>
            </a:r>
            <a:endParaRPr/>
          </a:p>
          <a:p>
            <a:pPr marL="339725"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Also solve considering the elements are stored in column major order.</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p125"/>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2-d array</a:t>
            </a:r>
            <a:endParaRPr/>
          </a:p>
        </p:txBody>
      </p:sp>
      <p:sp>
        <p:nvSpPr>
          <p:cNvPr id="944" name="Google Shape;944;p125"/>
          <p:cNvSpPr txBox="1"/>
          <p:nvPr/>
        </p:nvSpPr>
        <p:spPr>
          <a:xfrm>
            <a:off x="381000" y="1295400"/>
            <a:ext cx="8229600" cy="52578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FF0000"/>
              </a:buClr>
              <a:buSzPts val="3200"/>
              <a:buFont typeface="Arial"/>
              <a:buNone/>
            </a:pPr>
            <a:r>
              <a:rPr lang="en-US" sz="3200" b="0" i="0" u="none" strike="noStrike" cap="none">
                <a:solidFill>
                  <a:srgbClr val="FF0000"/>
                </a:solidFill>
                <a:latin typeface="Calibri"/>
                <a:ea typeface="Calibri"/>
                <a:cs typeface="Calibri"/>
                <a:sym typeface="Calibri"/>
              </a:rPr>
              <a:t>Declararion</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int a[2][3]={1,2,3,4,5,6}</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int a[][3]={1,2,3,4,5,6}</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Second dimension   must be specified</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800"/>
              </a:spcBef>
              <a:spcAft>
                <a:spcPts val="0"/>
              </a:spcAft>
              <a:buClr>
                <a:srgbClr val="FF0000"/>
              </a:buClr>
              <a:buSzPts val="3200"/>
              <a:buFont typeface="Arial"/>
              <a:buNone/>
            </a:pPr>
            <a:r>
              <a:rPr lang="en-US" sz="3200" b="0" i="0" u="none" strike="noStrike" cap="none">
                <a:solidFill>
                  <a:srgbClr val="FF0000"/>
                </a:solidFill>
                <a:latin typeface="Calibri"/>
                <a:ea typeface="Calibri"/>
                <a:cs typeface="Calibri"/>
                <a:sym typeface="Calibri"/>
              </a:rPr>
              <a:t>Accesing array elements</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cout&lt;&lt;a[i][j];</a:t>
            </a:r>
            <a:endParaRPr/>
          </a:p>
          <a:p>
            <a:pPr marL="342900" marR="0" lvl="0" indent="-339725" algn="l" rtl="0">
              <a:lnSpc>
                <a:spcPct val="100000"/>
              </a:lnSpc>
              <a:spcBef>
                <a:spcPts val="800"/>
              </a:spcBef>
              <a:spcAft>
                <a:spcPts val="0"/>
              </a:spcAft>
              <a:buClr>
                <a:srgbClr val="FF0000"/>
              </a:buClr>
              <a:buSzPts val="3200"/>
              <a:buFont typeface="Arial"/>
              <a:buNone/>
            </a:pPr>
            <a:r>
              <a:rPr lang="en-US" sz="3200" b="0" i="0" u="none" strike="noStrike" cap="none">
                <a:solidFill>
                  <a:srgbClr val="FF0000"/>
                </a:solidFill>
                <a:latin typeface="Calibri"/>
                <a:ea typeface="Calibri"/>
                <a:cs typeface="Calibri"/>
                <a:sym typeface="Calibri"/>
              </a:rPr>
              <a:t>Inputting  array elements</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cin&gt;&gt;a[i][j];</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126"/>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Adress calculations</a:t>
            </a:r>
            <a:endParaRPr/>
          </a:p>
        </p:txBody>
      </p:sp>
      <p:sp>
        <p:nvSpPr>
          <p:cNvPr id="952" name="Google Shape;952;p126"/>
          <p:cNvSpPr txBox="1"/>
          <p:nvPr/>
        </p:nvSpPr>
        <p:spPr>
          <a:xfrm>
            <a:off x="457200" y="1600200"/>
            <a:ext cx="7620000" cy="5065713"/>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FF0000"/>
              </a:buClr>
              <a:buSzPts val="2800"/>
              <a:buFont typeface="Arial"/>
              <a:buChar char="•"/>
            </a:pPr>
            <a:r>
              <a:rPr lang="en-US" sz="2800" b="0" i="0" u="none" strike="noStrike" cap="none">
                <a:solidFill>
                  <a:srgbClr val="FF0000"/>
                </a:solidFill>
                <a:latin typeface="Calibri"/>
                <a:ea typeface="Calibri"/>
                <a:cs typeface="Calibri"/>
                <a:sym typeface="Calibri"/>
              </a:rPr>
              <a:t>Row major</a:t>
            </a:r>
            <a:endParaRPr/>
          </a:p>
          <a:p>
            <a:pPr marL="339725" marR="0" lvl="0" indent="-339725" algn="l" rtl="0">
              <a:lnSpc>
                <a:spcPct val="100000"/>
              </a:lnSpc>
              <a:spcBef>
                <a:spcPts val="7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A[i][j][k]=b+[(i-lbi)*d2*d3+(j-lbj)*d3+(k-lbk)]*W</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Where b=base adress</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lb=lower bound</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d2=no of rows</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d3= no of cols</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Where i is plane</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j is rows, k is coloumns</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127"/>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0" name="Google Shape;960;p127"/>
          <p:cNvSpPr txBox="1"/>
          <p:nvPr/>
        </p:nvSpPr>
        <p:spPr>
          <a:xfrm>
            <a:off x="457200" y="228600"/>
            <a:ext cx="8229600" cy="60198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Passing 2D arrays to functions</a:t>
            </a:r>
            <a:endParaRPr/>
          </a:p>
          <a:p>
            <a:pPr marL="339725" marR="0" lvl="0" indent="-339725" algn="l" rtl="0">
              <a:lnSpc>
                <a:spcPct val="100000"/>
              </a:lnSpc>
              <a:spcBef>
                <a:spcPts val="800"/>
              </a:spcBef>
              <a:spcAft>
                <a:spcPts val="0"/>
              </a:spcAft>
              <a:buClr>
                <a:srgbClr val="FF0000"/>
              </a:buClr>
              <a:buSzPts val="3200"/>
              <a:buFont typeface="Arial"/>
              <a:buNone/>
            </a:pPr>
            <a:r>
              <a:rPr lang="en-US" sz="3200" b="0" i="0" u="none" strike="noStrike" cap="none">
                <a:solidFill>
                  <a:srgbClr val="FF0000"/>
                </a:solidFill>
                <a:latin typeface="Calibri"/>
                <a:ea typeface="Calibri"/>
                <a:cs typeface="Calibri"/>
                <a:sym typeface="Calibri"/>
              </a:rPr>
              <a:t>Calling</a:t>
            </a:r>
            <a:r>
              <a:rPr lang="en-US" sz="3200" b="0" i="0" u="none" strike="noStrike" cap="none">
                <a:solidFill>
                  <a:srgbClr val="000000"/>
                </a:solidFill>
                <a:latin typeface="Calibri"/>
                <a:ea typeface="Calibri"/>
                <a:cs typeface="Calibri"/>
                <a:sym typeface="Calibri"/>
              </a:rPr>
              <a:t>: print(a,row,col);</a:t>
            </a:r>
            <a:endParaRPr/>
          </a:p>
          <a:p>
            <a:pPr marL="339725" marR="0" lvl="0" indent="-339725" algn="l" rtl="0">
              <a:lnSpc>
                <a:spcPct val="100000"/>
              </a:lnSpc>
              <a:spcBef>
                <a:spcPts val="800"/>
              </a:spcBef>
              <a:spcAft>
                <a:spcPts val="0"/>
              </a:spcAft>
              <a:buClr>
                <a:srgbClr val="FF0000"/>
              </a:buClr>
              <a:buSzPts val="3200"/>
              <a:buFont typeface="Arial"/>
              <a:buNone/>
            </a:pPr>
            <a:r>
              <a:rPr lang="en-US" sz="3200" b="0" i="0" u="none" strike="noStrike" cap="none">
                <a:solidFill>
                  <a:srgbClr val="FF0000"/>
                </a:solidFill>
                <a:latin typeface="Calibri"/>
                <a:ea typeface="Calibri"/>
                <a:cs typeface="Calibri"/>
                <a:sym typeface="Calibri"/>
              </a:rPr>
              <a:t>Prototyping</a:t>
            </a:r>
            <a:r>
              <a:rPr lang="en-US" sz="3200" b="0" i="0" u="none" strike="noStrike" cap="none">
                <a:solidFill>
                  <a:srgbClr val="000000"/>
                </a:solidFill>
                <a:latin typeface="Calibri"/>
                <a:ea typeface="Calibri"/>
                <a:cs typeface="Calibri"/>
                <a:sym typeface="Calibri"/>
              </a:rPr>
              <a:t>: void print(int[][],int,int);</a:t>
            </a:r>
            <a:endParaRPr/>
          </a:p>
          <a:p>
            <a:pPr marL="339725" marR="0" lvl="0" indent="-339725" algn="l" rtl="0">
              <a:lnSpc>
                <a:spcPct val="100000"/>
              </a:lnSpc>
              <a:spcBef>
                <a:spcPts val="800"/>
              </a:spcBef>
              <a:spcAft>
                <a:spcPts val="0"/>
              </a:spcAft>
              <a:buClr>
                <a:srgbClr val="FF0000"/>
              </a:buClr>
              <a:buSzPts val="3200"/>
              <a:buFont typeface="Arial"/>
              <a:buNone/>
            </a:pPr>
            <a:r>
              <a:rPr lang="en-US" sz="3200" b="0" i="0" u="none" strike="noStrike" cap="none">
                <a:solidFill>
                  <a:srgbClr val="FF0000"/>
                </a:solidFill>
                <a:latin typeface="Calibri"/>
                <a:ea typeface="Calibri"/>
                <a:cs typeface="Calibri"/>
                <a:sym typeface="Calibri"/>
              </a:rPr>
              <a:t>Definition</a:t>
            </a:r>
            <a:r>
              <a:rPr lang="en-US" sz="3200" b="0" i="0" u="none" strike="noStrike" cap="none">
                <a:solidFill>
                  <a:srgbClr val="000000"/>
                </a:solidFill>
                <a:latin typeface="Calibri"/>
                <a:ea typeface="Calibri"/>
                <a:cs typeface="Calibri"/>
                <a:sym typeface="Calibri"/>
              </a:rPr>
              <a:t>:void print(int x[][5],int r,int c);</a:t>
            </a:r>
            <a:endParaRPr/>
          </a:p>
          <a:p>
            <a:pPr marL="339725" marR="0" lvl="0" indent="-339725" algn="l" rtl="0">
              <a:lnSpc>
                <a:spcPct val="100000"/>
              </a:lnSpc>
              <a:spcBef>
                <a:spcPts val="800"/>
              </a:spcBef>
              <a:spcAft>
                <a:spcPts val="0"/>
              </a:spcAft>
              <a:buClr>
                <a:srgbClr val="002060"/>
              </a:buClr>
              <a:buSzPts val="3200"/>
              <a:buFont typeface="Arial"/>
              <a:buNone/>
            </a:pPr>
            <a:r>
              <a:rPr lang="en-US" sz="3200" b="0" i="0" u="none" strike="noStrike" cap="none">
                <a:solidFill>
                  <a:srgbClr val="002060"/>
                </a:solidFill>
                <a:latin typeface="Calibri"/>
                <a:ea typeface="Calibri"/>
                <a:cs typeface="Calibri"/>
                <a:sym typeface="Calibri"/>
              </a:rPr>
              <a:t>Input in 2-d matrix</a:t>
            </a:r>
            <a:endParaRPr/>
          </a:p>
          <a:p>
            <a:pPr marL="339725"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for(i=0;i&lt;r;i++)</a:t>
            </a:r>
            <a:endParaRPr/>
          </a:p>
          <a:p>
            <a:pPr marL="339725"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{for(j=0;j&lt;c;j++)</a:t>
            </a:r>
            <a:endParaRPr/>
          </a:p>
          <a:p>
            <a:pPr marL="339725"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{cin&gt;&gt;a[i][j];</a:t>
            </a:r>
            <a:endParaRPr/>
          </a:p>
          <a:p>
            <a:pPr marL="339725"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a:t>
            </a:r>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128"/>
          <p:cNvSpPr txBox="1"/>
          <p:nvPr/>
        </p:nvSpPr>
        <p:spPr>
          <a:xfrm>
            <a:off x="457200" y="130175"/>
            <a:ext cx="7467600" cy="70167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0000"/>
              </a:buClr>
              <a:buSzPts val="4000"/>
              <a:buFont typeface="Arial"/>
              <a:buNone/>
            </a:pPr>
            <a:r>
              <a:rPr lang="en-US" sz="4000" b="0" i="0" u="none" strike="noStrike" cap="none">
                <a:solidFill>
                  <a:srgbClr val="FF0000"/>
                </a:solidFill>
                <a:latin typeface="Calibri"/>
                <a:ea typeface="Calibri"/>
                <a:cs typeface="Calibri"/>
                <a:sym typeface="Calibri"/>
              </a:rPr>
              <a:t>Returning 2d array</a:t>
            </a:r>
            <a:endParaRPr/>
          </a:p>
        </p:txBody>
      </p:sp>
      <p:sp>
        <p:nvSpPr>
          <p:cNvPr id="968" name="Google Shape;968;p128"/>
          <p:cNvSpPr txBox="1"/>
          <p:nvPr/>
        </p:nvSpPr>
        <p:spPr>
          <a:xfrm>
            <a:off x="457200" y="762000"/>
            <a:ext cx="4267200" cy="60960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int main()</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int x[3][3], y[3][3];</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int (*a)[3]; </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int i,j;</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printf("Enter the matrix1: \n");</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highlight>
                  <a:srgbClr val="CAABA9"/>
                </a:highlight>
                <a:latin typeface="Calibri"/>
                <a:ea typeface="Calibri"/>
                <a:cs typeface="Calibri"/>
                <a:sym typeface="Calibri"/>
              </a:rPr>
              <a:t>for(i = 0; i &lt; 3; i++)</a:t>
            </a:r>
            <a:br>
              <a:rPr lang="en-US" sz="2800" b="0" i="0" u="none" strike="noStrike" cap="none">
                <a:solidFill>
                  <a:srgbClr val="000000"/>
                </a:solidFill>
                <a:highlight>
                  <a:srgbClr val="CAABA9"/>
                </a:highlight>
                <a:latin typeface="Calibri"/>
                <a:ea typeface="Calibri"/>
                <a:cs typeface="Calibri"/>
                <a:sym typeface="Calibri"/>
              </a:rPr>
            </a:br>
            <a:r>
              <a:rPr lang="en-US" sz="2800" b="0" i="0" u="none" strike="noStrike" cap="none">
                <a:solidFill>
                  <a:srgbClr val="000000"/>
                </a:solidFill>
                <a:highlight>
                  <a:srgbClr val="CAABA9"/>
                </a:highlight>
                <a:latin typeface="Calibri"/>
                <a:ea typeface="Calibri"/>
                <a:cs typeface="Calibri"/>
                <a:sym typeface="Calibri"/>
              </a:rPr>
              <a:t>   for(j = 0; j &lt; 3; j++)</a:t>
            </a:r>
            <a:br>
              <a:rPr lang="en-US" sz="2800" b="0" i="0" u="none" strike="noStrike" cap="none">
                <a:solidFill>
                  <a:srgbClr val="000000"/>
                </a:solidFill>
                <a:highlight>
                  <a:srgbClr val="CAABA9"/>
                </a:highlight>
                <a:latin typeface="Calibri"/>
                <a:ea typeface="Calibri"/>
                <a:cs typeface="Calibri"/>
                <a:sym typeface="Calibri"/>
              </a:rPr>
            </a:br>
            <a:r>
              <a:rPr lang="en-US" sz="2800" b="0" i="0" u="none" strike="noStrike" cap="none">
                <a:solidFill>
                  <a:srgbClr val="000000"/>
                </a:solidFill>
                <a:highlight>
                  <a:srgbClr val="CAABA9"/>
                </a:highlight>
                <a:latin typeface="Calibri"/>
                <a:ea typeface="Calibri"/>
                <a:cs typeface="Calibri"/>
                <a:sym typeface="Calibri"/>
              </a:rPr>
              <a:t>     scanf("%d",&amp;x[i][j]);}</a:t>
            </a:r>
            <a:r>
              <a:rPr lang="en-US" sz="2800" b="0" i="0" u="none" strike="noStrike" cap="none">
                <a:solidFill>
                  <a:srgbClr val="000000"/>
                </a:solidFill>
                <a:latin typeface="Calibri"/>
                <a:ea typeface="Calibri"/>
                <a:cs typeface="Calibri"/>
                <a:sym typeface="Calibri"/>
              </a:rPr>
              <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printf("Enter the matrix2:”);</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for(i = 0; i &lt; 3; i++)</a:t>
            </a:r>
            <a:br>
              <a:rPr lang="en-US" sz="2800" b="0" i="0" u="none" strike="noStrike" cap="none">
                <a:solidFill>
                  <a:srgbClr val="000000"/>
                </a:solidFill>
                <a:latin typeface="Calibri"/>
                <a:ea typeface="Calibri"/>
                <a:cs typeface="Calibri"/>
                <a:sym typeface="Calibri"/>
              </a:rPr>
            </a:br>
            <a:endParaRPr sz="2800" b="0" i="0" u="none" strike="noStrike" cap="none">
              <a:solidFill>
                <a:srgbClr val="000000"/>
              </a:solidFill>
              <a:latin typeface="Calibri"/>
              <a:ea typeface="Calibri"/>
              <a:cs typeface="Calibri"/>
              <a:sym typeface="Calibri"/>
            </a:endParaRPr>
          </a:p>
        </p:txBody>
      </p:sp>
      <p:sp>
        <p:nvSpPr>
          <p:cNvPr id="969" name="Google Shape;969;p128"/>
          <p:cNvSpPr txBox="1"/>
          <p:nvPr/>
        </p:nvSpPr>
        <p:spPr>
          <a:xfrm>
            <a:off x="4800600" y="152400"/>
            <a:ext cx="3962400" cy="64008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for(j = 0; j &lt; 3; j++</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   scanf("%d",&amp;y[i][j]);</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a = Matrix_sum(x,y); </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printf("The sum of the matrix is: \n");</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for(i = 0; i &lt; 3; i++){</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for(j = 0; j &lt; 3; j++){</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printf("%d",a[i][j]);</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printf("\t");</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printf("\n");</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return 0;</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129"/>
          <p:cNvSpPr txBox="1"/>
          <p:nvPr/>
        </p:nvSpPr>
        <p:spPr>
          <a:xfrm>
            <a:off x="304800" y="762000"/>
            <a:ext cx="8686800" cy="54102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int (*(Matrix_sum)(int matrix1[][3], int matrix2[][3]))[3]{</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int i, j;</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for(i = 0; i &lt; 3; i++){</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for(j = 0; j &lt; 3; j++){</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matrix1[i][j] = matrix1[i][j] + matrix2[i][j];</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return matrix1;</a:t>
            </a:r>
            <a:br>
              <a:rPr lang="en-US" sz="2800" b="0" i="0" u="none" strike="noStrike" cap="none">
                <a:solidFill>
                  <a:srgbClr val="000000"/>
                </a:solidFill>
                <a:latin typeface="Calibri"/>
                <a:ea typeface="Calibri"/>
                <a:cs typeface="Calibri"/>
                <a:sym typeface="Calibri"/>
              </a:rPr>
            </a:br>
            <a:r>
              <a:rPr lang="en-US" sz="2800" b="0" i="0" u="none" strike="noStrike" cap="none">
                <a:solidFill>
                  <a:srgbClr val="000000"/>
                </a:solidFill>
                <a:latin typeface="Calibri"/>
                <a:ea typeface="Calibri"/>
                <a:cs typeface="Calibri"/>
                <a:sym typeface="Calibri"/>
              </a:rPr>
              <a: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130"/>
          <p:cNvSpPr txBox="1"/>
          <p:nvPr/>
        </p:nvSpPr>
        <p:spPr>
          <a:xfrm>
            <a:off x="457200" y="174625"/>
            <a:ext cx="7467600" cy="762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0" i="0" u="none" strike="noStrike" cap="none">
                <a:solidFill>
                  <a:srgbClr val="000000"/>
                </a:solidFill>
                <a:latin typeface="Calibri"/>
                <a:ea typeface="Calibri"/>
                <a:cs typeface="Calibri"/>
                <a:sym typeface="Calibri"/>
              </a:rPr>
              <a:t/>
            </a:r>
            <a:br>
              <a:rPr lang="en-US" sz="1500" b="0" i="0" u="none" strike="noStrike" cap="none">
                <a:solidFill>
                  <a:srgbClr val="000000"/>
                </a:solidFill>
                <a:latin typeface="Calibri"/>
                <a:ea typeface="Calibri"/>
                <a:cs typeface="Calibri"/>
                <a:sym typeface="Calibri"/>
              </a:rPr>
            </a:br>
            <a:r>
              <a:rPr lang="en-US" sz="2900" b="0" i="0" u="none" strike="noStrike" cap="none">
                <a:solidFill>
                  <a:srgbClr val="FF0000"/>
                </a:solidFill>
                <a:latin typeface="Calibri"/>
                <a:ea typeface="Calibri"/>
                <a:cs typeface="Calibri"/>
                <a:sym typeface="Calibri"/>
              </a:rPr>
              <a:t>Constructing two dimensional array</a:t>
            </a:r>
            <a:endParaRPr/>
          </a:p>
        </p:txBody>
      </p:sp>
      <p:sp>
        <p:nvSpPr>
          <p:cNvPr id="984" name="Google Shape;984;p130"/>
          <p:cNvSpPr txBox="1"/>
          <p:nvPr/>
        </p:nvSpPr>
        <p:spPr>
          <a:xfrm>
            <a:off x="228600" y="1143000"/>
            <a:ext cx="3810000" cy="549275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class test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int **p;</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int d1,d2;</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public:</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test(int,int);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void getdata(int,int);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void display(int,int);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p:txBody>
      </p:sp>
      <p:sp>
        <p:nvSpPr>
          <p:cNvPr id="985" name="Google Shape;985;p130"/>
          <p:cNvSpPr txBox="1"/>
          <p:nvPr/>
        </p:nvSpPr>
        <p:spPr>
          <a:xfrm>
            <a:off x="4114800" y="1066800"/>
            <a:ext cx="4724400" cy="57912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void test:: getdata(int m,int n)</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 </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d1=m;  d2=n;</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for(int i=0;i&lt;m;i++)</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for(int j=0;j&lt;n;j++)</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cin&gt;&gt;p[i][j];</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700"/>
              </a:spcBef>
              <a:spcAft>
                <a:spcPts val="0"/>
              </a:spcAft>
              <a:buClr>
                <a:srgbClr val="000000"/>
              </a:buClr>
              <a:buSzPts val="2800"/>
              <a:buFont typeface="Arial"/>
              <a:buNone/>
            </a:pPr>
            <a:endParaRPr sz="2800" b="1" i="0" u="none" strike="noStrike" cap="none">
              <a:solidFill>
                <a:srgbClr val="000000"/>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131"/>
          <p:cNvSpPr txBox="1"/>
          <p:nvPr/>
        </p:nvSpPr>
        <p:spPr>
          <a:xfrm>
            <a:off x="457200" y="174625"/>
            <a:ext cx="7467600" cy="762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0" i="0" u="none" strike="noStrike" cap="none">
                <a:solidFill>
                  <a:srgbClr val="000000"/>
                </a:solidFill>
                <a:latin typeface="Calibri"/>
                <a:ea typeface="Calibri"/>
                <a:cs typeface="Calibri"/>
                <a:sym typeface="Calibri"/>
              </a:rPr>
              <a:t/>
            </a:r>
            <a:br>
              <a:rPr lang="en-US" sz="1500" b="0" i="0" u="none" strike="noStrike" cap="none">
                <a:solidFill>
                  <a:srgbClr val="000000"/>
                </a:solidFill>
                <a:latin typeface="Calibri"/>
                <a:ea typeface="Calibri"/>
                <a:cs typeface="Calibri"/>
                <a:sym typeface="Calibri"/>
              </a:rPr>
            </a:br>
            <a:r>
              <a:rPr lang="en-US" sz="2900" b="0" i="0" u="none" strike="noStrike" cap="none">
                <a:solidFill>
                  <a:srgbClr val="FF0000"/>
                </a:solidFill>
                <a:latin typeface="Calibri"/>
                <a:ea typeface="Calibri"/>
                <a:cs typeface="Calibri"/>
                <a:sym typeface="Calibri"/>
              </a:rPr>
              <a:t>Constructing two dimensional array</a:t>
            </a:r>
            <a:endParaRPr/>
          </a:p>
        </p:txBody>
      </p:sp>
      <p:sp>
        <p:nvSpPr>
          <p:cNvPr id="993" name="Google Shape;993;p131"/>
          <p:cNvSpPr txBox="1"/>
          <p:nvPr/>
        </p:nvSpPr>
        <p:spPr>
          <a:xfrm>
            <a:off x="152400" y="914400"/>
            <a:ext cx="5105400" cy="59436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void test :: display(int m, int n)</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{d1=m;</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d2=n;</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for(int i=0;i&lt;m;i++)</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{for(int j=0;j&lt;n;j++)</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{cout&lt;&lt;p[i][j];}</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cout&lt;&lt;"\n";</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test ::test(int x,int y)</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d1=x; d2=y;</a:t>
            </a:r>
            <a:endParaRPr/>
          </a:p>
        </p:txBody>
      </p:sp>
      <p:sp>
        <p:nvSpPr>
          <p:cNvPr id="994" name="Google Shape;994;p131"/>
          <p:cNvSpPr txBox="1"/>
          <p:nvPr/>
        </p:nvSpPr>
        <p:spPr>
          <a:xfrm>
            <a:off x="5257800" y="914400"/>
            <a:ext cx="3581400" cy="59436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80000"/>
              </a:lnSpc>
              <a:spcBef>
                <a:spcPts val="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p=new int *[d1];</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for(int i=0;i&lt;d1;i++)</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p[i]=new int[d2];</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void main()</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int m,n;</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cout&lt;&lt;" Enter the no. of rows and columns ";</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cin&gt;&gt;m&gt;&gt;n;</a:t>
            </a:r>
            <a:endParaRPr/>
          </a:p>
          <a:p>
            <a:pPr marL="342900" marR="0" lvl="0" indent="-339725" algn="l" rtl="0">
              <a:lnSpc>
                <a:spcPct val="80000"/>
              </a:lnSpc>
              <a:spcBef>
                <a:spcPts val="70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test t(m,n);</a:t>
            </a:r>
            <a:endParaRPr/>
          </a:p>
          <a:p>
            <a:pPr marL="342900" marR="0" lvl="0" indent="-339725" algn="l" rtl="0">
              <a:lnSpc>
                <a:spcPct val="80000"/>
              </a:lnSpc>
              <a:spcBef>
                <a:spcPts val="700"/>
              </a:spcBef>
              <a:spcAft>
                <a:spcPts val="0"/>
              </a:spcAft>
              <a:buClr>
                <a:srgbClr val="000000"/>
              </a:buClr>
              <a:buSzPts val="2800"/>
              <a:buFont typeface="Arial"/>
              <a:buNone/>
            </a:pPr>
            <a:endParaRPr sz="2800" b="1" i="0" u="none" strike="noStrike" cap="none">
              <a:solidFill>
                <a:srgbClr val="000000"/>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132"/>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2" name="Google Shape;1002;p132"/>
          <p:cNvSpPr txBo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cout&lt;&lt;"enter array";</a:t>
            </a:r>
            <a:endParaRPr/>
          </a:p>
          <a:p>
            <a:pPr marL="0" marR="0" lvl="0" indent="0"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t.getdata(m,n);</a:t>
            </a:r>
            <a:endParaRPr/>
          </a:p>
          <a:p>
            <a:pPr marL="0" marR="0" lvl="0" indent="0"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t.display(m,n);</a:t>
            </a:r>
            <a:endParaRPr/>
          </a:p>
          <a:p>
            <a:pPr marL="0" marR="0" lvl="0" indent="0"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p:txBody>
      </p:sp>
      <p:sp>
        <p:nvSpPr>
          <p:cNvPr id="1003" name="Google Shape;1003;p132"/>
          <p:cNvSpPr txBox="1"/>
          <p:nvPr/>
        </p:nvSpPr>
        <p:spPr>
          <a:xfrm>
            <a:off x="4648200" y="1600200"/>
            <a:ext cx="4038600" cy="452596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p133"/>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Arial"/>
              <a:buNone/>
            </a:pPr>
            <a:r>
              <a:rPr lang="en-US" sz="4400" b="0" i="0" u="none" strike="noStrike" cap="none">
                <a:solidFill>
                  <a:srgbClr val="FF0000"/>
                </a:solidFill>
                <a:latin typeface="Calibri"/>
                <a:ea typeface="Calibri"/>
                <a:cs typeface="Calibri"/>
                <a:sym typeface="Calibri"/>
              </a:rPr>
              <a:t>OUTPUT</a:t>
            </a:r>
            <a:endParaRPr/>
          </a:p>
        </p:txBody>
      </p:sp>
      <p:sp>
        <p:nvSpPr>
          <p:cNvPr id="1011" name="Google Shape;1011;p133"/>
          <p:cNvSpPr txBox="1"/>
          <p:nvPr/>
        </p:nvSpPr>
        <p:spPr>
          <a:xfrm>
            <a:off x="457200" y="1219200"/>
            <a:ext cx="8229600" cy="5486400"/>
          </a:xfrm>
          <a:prstGeom prst="rect">
            <a:avLst/>
          </a:prstGeom>
          <a:noFill/>
          <a:ln>
            <a:noFill/>
          </a:ln>
        </p:spPr>
        <p:txBody>
          <a:bodyPr spcFirstLastPara="1" wrap="square" lIns="91425" tIns="45700" rIns="91425" bIns="45700" anchor="t" anchorCtr="0">
            <a:noAutofit/>
          </a:bodyPr>
          <a:lstStyle/>
          <a:p>
            <a:pPr marL="457200" marR="0" lvl="0" indent="-454025"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Enter the no. of rows and</a:t>
            </a:r>
            <a:endParaRPr/>
          </a:p>
          <a:p>
            <a:pPr marL="457200" marR="0" lvl="0" indent="-454025" algn="l" rtl="0">
              <a:lnSpc>
                <a:spcPct val="100000"/>
              </a:lnSpc>
              <a:spcBef>
                <a:spcPts val="80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Columns  2 2</a:t>
            </a:r>
            <a:endParaRPr/>
          </a:p>
          <a:p>
            <a:pPr marL="457200" marR="0" lvl="0" indent="-454025" algn="l" rtl="0">
              <a:lnSpc>
                <a:spcPct val="100000"/>
              </a:lnSpc>
              <a:spcBef>
                <a:spcPts val="80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Enter array</a:t>
            </a:r>
            <a:endParaRPr/>
          </a:p>
          <a:p>
            <a:pPr marL="457200" marR="0" lvl="0" indent="-454025" algn="l" rtl="0">
              <a:lnSpc>
                <a:spcPct val="100000"/>
              </a:lnSpc>
              <a:spcBef>
                <a:spcPts val="80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2</a:t>
            </a:r>
            <a:endParaRPr/>
          </a:p>
          <a:p>
            <a:pPr marL="457200" marR="0" lvl="0" indent="-454025" algn="l" rtl="0">
              <a:lnSpc>
                <a:spcPct val="100000"/>
              </a:lnSpc>
              <a:spcBef>
                <a:spcPts val="80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2</a:t>
            </a:r>
            <a:endParaRPr/>
          </a:p>
          <a:p>
            <a:pPr marL="457200" marR="0" lvl="0" indent="-454025" algn="l" rtl="0">
              <a:lnSpc>
                <a:spcPct val="100000"/>
              </a:lnSpc>
              <a:spcBef>
                <a:spcPts val="80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2</a:t>
            </a:r>
            <a:endParaRPr/>
          </a:p>
          <a:p>
            <a:pPr marL="457200" marR="0" lvl="0" indent="-454025" algn="l" rtl="0">
              <a:lnSpc>
                <a:spcPct val="100000"/>
              </a:lnSpc>
              <a:spcBef>
                <a:spcPts val="80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2</a:t>
            </a:r>
            <a:endParaRPr/>
          </a:p>
          <a:p>
            <a:pPr marL="457200" marR="0" lvl="0" indent="-454025" algn="l" rtl="0">
              <a:lnSpc>
                <a:spcPct val="100000"/>
              </a:lnSpc>
              <a:spcBef>
                <a:spcPts val="80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2	2</a:t>
            </a:r>
            <a:endParaRPr/>
          </a:p>
          <a:p>
            <a:pPr marL="457200" marR="0" lvl="0" indent="-454025" algn="l" rtl="0">
              <a:lnSpc>
                <a:spcPct val="100000"/>
              </a:lnSpc>
              <a:spcBef>
                <a:spcPts val="80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2	2</a:t>
            </a:r>
            <a:endParaRPr/>
          </a:p>
          <a:p>
            <a:pPr marL="457200" marR="0" lvl="0" indent="-454025" algn="l" rtl="0">
              <a:lnSpc>
                <a:spcPct val="100000"/>
              </a:lnSpc>
              <a:spcBef>
                <a:spcPts val="800"/>
              </a:spcBef>
              <a:spcAft>
                <a:spcPts val="0"/>
              </a:spcAft>
              <a:buClr>
                <a:srgbClr val="000000"/>
              </a:buClr>
              <a:buSzPts val="3200"/>
              <a:buFont typeface="Arial"/>
              <a:buNone/>
            </a:pPr>
            <a:endParaRPr sz="3200" b="1" i="0" u="none" strike="noStrike" cap="none">
              <a:solidFill>
                <a:srgbClr val="000000"/>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p134"/>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9" name="Google Shape;1019;p134"/>
          <p:cNvSpPr txBox="1"/>
          <p:nvPr/>
        </p:nvSpPr>
        <p:spPr>
          <a:xfrm>
            <a:off x="381000" y="1295400"/>
            <a:ext cx="7467600" cy="4873625"/>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Matrix multiplication</a:t>
            </a:r>
            <a:endParaRPr/>
          </a:p>
          <a:p>
            <a:pPr marL="339725"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Print the matrix  along with row and column sum</a:t>
            </a:r>
            <a:endParaRPr/>
          </a:p>
          <a:p>
            <a:pPr marL="339725"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Check for symmetry in matrix</a:t>
            </a:r>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135"/>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Multi-dimentional array</a:t>
            </a:r>
            <a:endParaRPr/>
          </a:p>
        </p:txBody>
      </p:sp>
      <p:sp>
        <p:nvSpPr>
          <p:cNvPr id="1027" name="Google Shape;1027;p135"/>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We can have three or more dimentions of an array.</a:t>
            </a:r>
            <a:endParaRPr/>
          </a:p>
          <a:p>
            <a:pPr marL="339725"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int  a[3][3][3]</a:t>
            </a:r>
            <a:endParaRPr/>
          </a:p>
          <a:p>
            <a:pPr marL="339725"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No of elements will be:3*3*3=27</a:t>
            </a:r>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136"/>
          <p:cNvSpPr txBox="1"/>
          <p:nvPr/>
        </p:nvSpPr>
        <p:spPr>
          <a:xfrm>
            <a:off x="457200" y="-114300"/>
            <a:ext cx="8229600" cy="192087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000" b="0" i="0" u="none" strike="noStrike" cap="none">
                <a:solidFill>
                  <a:srgbClr val="000000"/>
                </a:solidFill>
                <a:latin typeface="Calibri"/>
                <a:ea typeface="Calibri"/>
                <a:cs typeface="Calibri"/>
                <a:sym typeface="Calibri"/>
              </a:rPr>
              <a:t>3D representation of  an array  with its memory allocation</a:t>
            </a:r>
            <a:br>
              <a:rPr lang="en-US" sz="4000" b="0" i="0" u="none" strike="noStrike" cap="none">
                <a:solidFill>
                  <a:srgbClr val="000000"/>
                </a:solidFill>
                <a:latin typeface="Calibri"/>
                <a:ea typeface="Calibri"/>
                <a:cs typeface="Calibri"/>
                <a:sym typeface="Calibri"/>
              </a:rPr>
            </a:br>
            <a:endParaRPr sz="4000" b="0" i="0" u="none" strike="noStrike" cap="none">
              <a:solidFill>
                <a:srgbClr val="000000"/>
              </a:solidFill>
              <a:latin typeface="Calibri"/>
              <a:ea typeface="Calibri"/>
              <a:cs typeface="Calibri"/>
              <a:sym typeface="Calibri"/>
            </a:endParaRPr>
          </a:p>
        </p:txBody>
      </p:sp>
      <p:grpSp>
        <p:nvGrpSpPr>
          <p:cNvPr id="1035" name="Google Shape;1035;p136"/>
          <p:cNvGrpSpPr/>
          <p:nvPr/>
        </p:nvGrpSpPr>
        <p:grpSpPr>
          <a:xfrm>
            <a:off x="766763" y="2005013"/>
            <a:ext cx="7607300" cy="3711575"/>
            <a:chOff x="483" y="1263"/>
            <a:chExt cx="4792" cy="2338"/>
          </a:xfrm>
        </p:grpSpPr>
        <p:pic>
          <p:nvPicPr>
            <p:cNvPr id="1036" name="Google Shape;1036;p136"/>
            <p:cNvPicPr preferRelativeResize="0"/>
            <p:nvPr/>
          </p:nvPicPr>
          <p:blipFill rotWithShape="1">
            <a:blip r:embed="rId3">
              <a:alphaModFix/>
            </a:blip>
            <a:srcRect/>
            <a:stretch/>
          </p:blipFill>
          <p:spPr>
            <a:xfrm>
              <a:off x="483" y="1263"/>
              <a:ext cx="4792" cy="2338"/>
            </a:xfrm>
            <a:prstGeom prst="rect">
              <a:avLst/>
            </a:prstGeom>
            <a:noFill/>
            <a:ln>
              <a:noFill/>
            </a:ln>
          </p:spPr>
        </p:pic>
        <p:sp>
          <p:nvSpPr>
            <p:cNvPr id="1037" name="Google Shape;1037;p136"/>
            <p:cNvSpPr txBox="1"/>
            <p:nvPr/>
          </p:nvSpPr>
          <p:spPr>
            <a:xfrm>
              <a:off x="483" y="1263"/>
              <a:ext cx="4792" cy="233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137"/>
          <p:cNvSpPr txBox="1"/>
          <p:nvPr/>
        </p:nvSpPr>
        <p:spPr>
          <a:xfrm>
            <a:off x="457200" y="-204788"/>
            <a:ext cx="8229600" cy="210343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Using multi-dimentional arrays</a:t>
            </a:r>
            <a:br>
              <a:rPr lang="en-US" sz="4400" b="0" i="0" u="none" strike="noStrike" cap="none">
                <a:solidFill>
                  <a:srgbClr val="000000"/>
                </a:solidFill>
                <a:latin typeface="Calibri"/>
                <a:ea typeface="Calibri"/>
                <a:cs typeface="Calibri"/>
                <a:sym typeface="Calibri"/>
              </a:rPr>
            </a:br>
            <a:endParaRPr sz="4400" b="0" i="0" u="none" strike="noStrike" cap="none">
              <a:solidFill>
                <a:srgbClr val="000000"/>
              </a:solidFill>
              <a:latin typeface="Calibri"/>
              <a:ea typeface="Calibri"/>
              <a:cs typeface="Calibri"/>
              <a:sym typeface="Calibri"/>
            </a:endParaRPr>
          </a:p>
        </p:txBody>
      </p:sp>
      <p:sp>
        <p:nvSpPr>
          <p:cNvPr id="1045" name="Google Shape;1045;p137"/>
          <p:cNvSpPr txBox="1"/>
          <p:nvPr/>
        </p:nvSpPr>
        <p:spPr>
          <a:xfrm>
            <a:off x="457200" y="1755775"/>
            <a:ext cx="7467600" cy="7646988"/>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Void main()</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int a[2][2][2],i,j,k;</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for(i=0;i&lt;2;i++)</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for(j=0;j&lt;2;j++)</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for(k=0;k&lt;2;k++)</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cin&gt;&gt;(i+j+k);</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p:txBody>
      </p:sp>
      <p:sp>
        <p:nvSpPr>
          <p:cNvPr id="1046" name="Google Shape;1046;p137"/>
          <p:cNvSpPr/>
          <p:nvPr/>
        </p:nvSpPr>
        <p:spPr>
          <a:xfrm>
            <a:off x="4267200" y="4953000"/>
            <a:ext cx="533400" cy="457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0</a:t>
            </a:r>
            <a:endParaRPr/>
          </a:p>
        </p:txBody>
      </p:sp>
      <p:sp>
        <p:nvSpPr>
          <p:cNvPr id="1047" name="Google Shape;1047;p137"/>
          <p:cNvSpPr/>
          <p:nvPr/>
        </p:nvSpPr>
        <p:spPr>
          <a:xfrm>
            <a:off x="4267200" y="5410200"/>
            <a:ext cx="533400" cy="457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1</a:t>
            </a:r>
            <a:endParaRPr/>
          </a:p>
        </p:txBody>
      </p:sp>
      <p:sp>
        <p:nvSpPr>
          <p:cNvPr id="1048" name="Google Shape;1048;p137"/>
          <p:cNvSpPr/>
          <p:nvPr/>
        </p:nvSpPr>
        <p:spPr>
          <a:xfrm>
            <a:off x="4800600" y="4953000"/>
            <a:ext cx="533400" cy="457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1</a:t>
            </a:r>
            <a:endParaRPr/>
          </a:p>
        </p:txBody>
      </p:sp>
      <p:sp>
        <p:nvSpPr>
          <p:cNvPr id="1049" name="Google Shape;1049;p137"/>
          <p:cNvSpPr/>
          <p:nvPr/>
        </p:nvSpPr>
        <p:spPr>
          <a:xfrm>
            <a:off x="4800600" y="5410200"/>
            <a:ext cx="533400" cy="457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2</a:t>
            </a:r>
            <a:endParaRPr/>
          </a:p>
        </p:txBody>
      </p:sp>
      <p:sp>
        <p:nvSpPr>
          <p:cNvPr id="1050" name="Google Shape;1050;p137"/>
          <p:cNvSpPr/>
          <p:nvPr/>
        </p:nvSpPr>
        <p:spPr>
          <a:xfrm>
            <a:off x="6019800" y="4953000"/>
            <a:ext cx="533400" cy="457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1</a:t>
            </a:r>
            <a:endParaRPr/>
          </a:p>
        </p:txBody>
      </p:sp>
      <p:sp>
        <p:nvSpPr>
          <p:cNvPr id="1051" name="Google Shape;1051;p137"/>
          <p:cNvSpPr/>
          <p:nvPr/>
        </p:nvSpPr>
        <p:spPr>
          <a:xfrm>
            <a:off x="6019800" y="5410200"/>
            <a:ext cx="533400" cy="457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2</a:t>
            </a:r>
            <a:endParaRPr/>
          </a:p>
        </p:txBody>
      </p:sp>
      <p:sp>
        <p:nvSpPr>
          <p:cNvPr id="1052" name="Google Shape;1052;p137"/>
          <p:cNvSpPr/>
          <p:nvPr/>
        </p:nvSpPr>
        <p:spPr>
          <a:xfrm>
            <a:off x="6553200" y="5410200"/>
            <a:ext cx="533400" cy="457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3</a:t>
            </a:r>
            <a:endParaRPr/>
          </a:p>
        </p:txBody>
      </p:sp>
      <p:sp>
        <p:nvSpPr>
          <p:cNvPr id="1053" name="Google Shape;1053;p137"/>
          <p:cNvSpPr/>
          <p:nvPr/>
        </p:nvSpPr>
        <p:spPr>
          <a:xfrm>
            <a:off x="6553200" y="4953000"/>
            <a:ext cx="533400" cy="4572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2</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138"/>
          <p:cNvSpPr txBox="1"/>
          <p:nvPr/>
        </p:nvSpPr>
        <p:spPr>
          <a:xfrm>
            <a:off x="457200" y="228600"/>
            <a:ext cx="5690700" cy="70389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a:latin typeface="Calibri"/>
                <a:ea typeface="Calibri"/>
                <a:cs typeface="Calibri"/>
                <a:sym typeface="Calibri"/>
              </a:rPr>
              <a:t>Intriguing</a:t>
            </a:r>
            <a:r>
              <a:rPr lang="en-US" sz="2800" b="0" i="0" u="none" strike="noStrike" cap="none">
                <a:solidFill>
                  <a:srgbClr val="000000"/>
                </a:solidFill>
                <a:latin typeface="Calibri"/>
                <a:ea typeface="Calibri"/>
                <a:cs typeface="Calibri"/>
                <a:sym typeface="Calibri"/>
              </a:rPr>
              <a:t>Row major printing</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f</a:t>
            </a:r>
            <a:r>
              <a:rPr lang="en-US" sz="2800" b="0" i="0" u="none" strike="noStrike" cap="none">
                <a:solidFill>
                  <a:srgbClr val="000000"/>
                </a:solidFill>
                <a:highlight>
                  <a:srgbClr val="009900"/>
                </a:highlight>
                <a:latin typeface="Calibri"/>
                <a:ea typeface="Calibri"/>
                <a:cs typeface="Calibri"/>
                <a:sym typeface="Calibri"/>
              </a:rPr>
              <a:t>or(i=0;i&lt;2;i++)- N</a:t>
            </a:r>
            <a:r>
              <a:rPr lang="en-US" sz="2800">
                <a:highlight>
                  <a:srgbClr val="009900"/>
                </a:highlight>
                <a:latin typeface="Calibri"/>
                <a:ea typeface="Calibri"/>
                <a:cs typeface="Calibri"/>
                <a:sym typeface="Calibri"/>
              </a:rPr>
              <a:t>+1</a:t>
            </a:r>
            <a:endParaRPr>
              <a:highlight>
                <a:srgbClr val="009900"/>
              </a:highlight>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highlight>
                  <a:srgbClr val="009900"/>
                </a:highlight>
                <a:latin typeface="Calibri"/>
                <a:ea typeface="Calibri"/>
                <a:cs typeface="Calibri"/>
                <a:sym typeface="Calibri"/>
              </a:rPr>
              <a:t>    for(j=0;j&lt;2;j++)N{(N+</a:t>
            </a:r>
            <a:r>
              <a:rPr lang="en-US" sz="2800">
                <a:highlight>
                  <a:srgbClr val="009900"/>
                </a:highlight>
                <a:latin typeface="Calibri"/>
                <a:ea typeface="Calibri"/>
                <a:cs typeface="Calibri"/>
                <a:sym typeface="Calibri"/>
              </a:rPr>
              <a:t>1)+N(N+1)}</a:t>
            </a:r>
            <a:endParaRPr>
              <a:highlight>
                <a:srgbClr val="009900"/>
              </a:highlight>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highlight>
                  <a:srgbClr val="009900"/>
                </a:highlight>
                <a:latin typeface="Calibri"/>
                <a:ea typeface="Calibri"/>
                <a:cs typeface="Calibri"/>
                <a:sym typeface="Calibri"/>
              </a:rPr>
              <a:t>       for(k=0;k&lt;2;k++)</a:t>
            </a:r>
            <a:endParaRPr>
              <a:highlight>
                <a:srgbClr val="009900"/>
              </a:highlight>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highlight>
                  <a:srgbClr val="009900"/>
                </a:highlight>
                <a:latin typeface="Calibri"/>
                <a:ea typeface="Calibri"/>
                <a:cs typeface="Calibri"/>
                <a:sym typeface="Calibri"/>
              </a:rPr>
              <a:t>           cout&lt;&lt;a[i][j][k]</a:t>
            </a:r>
            <a:endParaRPr>
              <a:highlight>
                <a:srgbClr val="009900"/>
              </a:highlight>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cout&lt;&lt;“\n”</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Output</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0(0,0,0)   1(0,0,1)</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1 (0,1,0)  2(0,1,1)</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1(1,0,0)   2(1,0,1)</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2 (1,1,0)  3(1,1,1)</a:t>
            </a:r>
            <a:endParaRPr/>
          </a:p>
        </p:txBody>
      </p:sp>
      <p:sp>
        <p:nvSpPr>
          <p:cNvPr id="1061" name="Google Shape;1061;p138"/>
          <p:cNvSpPr txBox="1"/>
          <p:nvPr/>
        </p:nvSpPr>
        <p:spPr>
          <a:xfrm>
            <a:off x="4572000" y="381000"/>
            <a:ext cx="3962400" cy="7553325"/>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Column major </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for(i=0;i&lt;2;i++)</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for(j=0;j&lt;2;j++)</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for(k=0;k&lt;2;k++)</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cout&lt;&lt;a[k][j][i];</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cout&lt;&lt;“\n”</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Output</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0(0,0,0)   1(1,0,0)</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1 (0,1,0)  2(1,1,0)</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1(0,0,1)   2(1,0,1)</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2 (0,1,1)  3(1,1,1)</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139"/>
          <p:cNvSpPr txBox="1"/>
          <p:nvPr/>
        </p:nvSpPr>
        <p:spPr>
          <a:xfrm>
            <a:off x="457200" y="274638"/>
            <a:ext cx="8229600" cy="5635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Concept of ordered list </a:t>
            </a:r>
            <a:endParaRPr/>
          </a:p>
        </p:txBody>
      </p:sp>
      <p:sp>
        <p:nvSpPr>
          <p:cNvPr id="1069" name="Google Shape;1069;p139"/>
          <p:cNvSpPr txBox="1"/>
          <p:nvPr/>
        </p:nvSpPr>
        <p:spPr>
          <a:xfrm>
            <a:off x="381000" y="990600"/>
            <a:ext cx="8305800" cy="55626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Linear list of elements arranged in particular order.</a:t>
            </a:r>
            <a:endParaRPr/>
          </a:p>
          <a:p>
            <a:pPr marL="339725" marR="0" lvl="0" indent="-339725" algn="l" rtl="0">
              <a:lnSpc>
                <a:spcPct val="100000"/>
              </a:lnSpc>
              <a:spcBef>
                <a:spcPts val="8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List of no. arranged in particular order.</a:t>
            </a:r>
            <a:endParaRPr/>
          </a:p>
          <a:p>
            <a:pPr marL="339725" marR="0" lvl="0" indent="-339725" algn="l" rtl="0">
              <a:lnSpc>
                <a:spcPct val="100000"/>
              </a:lnSpc>
              <a:spcBef>
                <a:spcPts val="8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Can be represented using arrays</a:t>
            </a:r>
            <a:endParaRPr/>
          </a:p>
          <a:p>
            <a:pPr marL="339725" marR="0" lvl="0" indent="-339725" algn="l" rtl="0">
              <a:lnSpc>
                <a:spcPct val="100000"/>
              </a:lnSpc>
              <a:spcBef>
                <a:spcPts val="8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Operations on ordered list</a:t>
            </a:r>
            <a:endParaRPr/>
          </a:p>
          <a:p>
            <a:pPr marL="1371600" marR="0" lvl="2" indent="-406400" algn="l" rtl="0">
              <a:lnSpc>
                <a:spcPct val="100000"/>
              </a:lnSpc>
              <a:spcBef>
                <a:spcPts val="8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 searching</a:t>
            </a:r>
            <a:endParaRPr/>
          </a:p>
          <a:p>
            <a:pPr marL="1371600" marR="0" lvl="2" indent="-406400" algn="l" rtl="0">
              <a:lnSpc>
                <a:spcPct val="100000"/>
              </a:lnSpc>
              <a:spcBef>
                <a:spcPts val="0"/>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 insertion</a:t>
            </a:r>
            <a:endParaRPr/>
          </a:p>
          <a:p>
            <a:pPr marL="1371600" marR="0" lvl="2" indent="-406400" algn="l" rtl="0">
              <a:lnSpc>
                <a:spcPct val="100000"/>
              </a:lnSpc>
              <a:spcBef>
                <a:spcPts val="8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Deletion</a:t>
            </a:r>
            <a:endParaRPr/>
          </a:p>
          <a:p>
            <a:pPr marL="1371600" marR="0" lvl="2" indent="-406400" algn="l" rtl="0">
              <a:lnSpc>
                <a:spcPct val="100000"/>
              </a:lnSpc>
              <a:spcBef>
                <a:spcPts val="8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Display </a:t>
            </a:r>
            <a:endParaRPr/>
          </a:p>
          <a:p>
            <a:pPr marL="1371600" marR="0" lvl="2" indent="-406400" algn="l" rtl="0">
              <a:lnSpc>
                <a:spcPct val="100000"/>
              </a:lnSpc>
              <a:spcBef>
                <a:spcPts val="8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Find length</a:t>
            </a:r>
            <a:endParaRPr/>
          </a:p>
          <a:p>
            <a:pPr marL="1371600" marR="0" lvl="2" indent="-406400" algn="l" rtl="0">
              <a:lnSpc>
                <a:spcPct val="100000"/>
              </a:lnSpc>
              <a:spcBef>
                <a:spcPts val="8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Retrieve ith element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140"/>
          <p:cNvSpPr txBox="1">
            <a:spLocks noGrp="1"/>
          </p:cNvSpPr>
          <p:nvPr>
            <p:ph type="title"/>
          </p:nvPr>
        </p:nvSpPr>
        <p:spPr>
          <a:xfrm>
            <a:off x="838200" y="685800"/>
            <a:ext cx="7772400" cy="1143000"/>
          </a:xfrm>
          <a:prstGeom prst="rect">
            <a:avLst/>
          </a:prstGeom>
          <a:noFill/>
          <a:ln>
            <a:noFill/>
          </a:ln>
        </p:spPr>
        <p:txBody>
          <a:bodyPr spcFirstLastPara="1" wrap="square" lIns="92150" tIns="46075" rIns="92150" bIns="46075" anchor="b" anchorCtr="0">
            <a:normAutofit/>
          </a:bodyPr>
          <a:lstStyle/>
          <a:p>
            <a:pPr marL="0" lvl="0" indent="0" algn="l" rtl="0">
              <a:spcBef>
                <a:spcPts val="0"/>
              </a:spcBef>
              <a:spcAft>
                <a:spcPts val="0"/>
              </a:spcAft>
              <a:buClr>
                <a:srgbClr val="3333CC"/>
              </a:buClr>
              <a:buSzPts val="4000"/>
              <a:buFont typeface="Libre Franklin"/>
              <a:buNone/>
            </a:pPr>
            <a:r>
              <a:rPr lang="en-US" sz="4000">
                <a:solidFill>
                  <a:srgbClr val="3333CC"/>
                </a:solidFill>
              </a:rPr>
              <a:t>Linear (or Ordered) Lists</a:t>
            </a:r>
            <a:endParaRPr/>
          </a:p>
        </p:txBody>
      </p:sp>
      <p:sp>
        <p:nvSpPr>
          <p:cNvPr id="1077" name="Google Shape;1077;p140"/>
          <p:cNvSpPr txBox="1">
            <a:spLocks noGrp="1"/>
          </p:cNvSpPr>
          <p:nvPr>
            <p:ph type="subTitle" idx="4294967295"/>
          </p:nvPr>
        </p:nvSpPr>
        <p:spPr>
          <a:xfrm>
            <a:off x="1295400" y="2286000"/>
            <a:ext cx="6400800" cy="3810000"/>
          </a:xfrm>
          <a:prstGeom prst="rect">
            <a:avLst/>
          </a:prstGeom>
          <a:noFill/>
          <a:ln>
            <a:noFill/>
          </a:ln>
        </p:spPr>
        <p:txBody>
          <a:bodyPr spcFirstLastPara="1" wrap="square" lIns="92150" tIns="46075" rIns="92150" bIns="46075" anchor="ctr" anchorCtr="0">
            <a:normAutofit/>
          </a:bodyPr>
          <a:lstStyle/>
          <a:p>
            <a:pPr marL="0" marR="0" lvl="0" indent="0" algn="l" rtl="0">
              <a:spcBef>
                <a:spcPts val="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instances are of the form</a:t>
            </a:r>
            <a:endParaRPr/>
          </a:p>
          <a:p>
            <a:pPr marL="0" marR="0" lvl="0" indent="0" algn="l" rtl="0">
              <a:spcBef>
                <a:spcPts val="700"/>
              </a:spcBef>
              <a:spcAft>
                <a:spcPts val="0"/>
              </a:spcAft>
              <a:buClr>
                <a:srgbClr val="3333CC"/>
              </a:buClr>
              <a:buSzPts val="2380"/>
              <a:buFont typeface="Noto Sans Symbols"/>
              <a:buNone/>
            </a:pPr>
            <a:r>
              <a:rPr lang="en-US" sz="2800" b="0" i="0" u="none" strike="noStrike" cap="none">
                <a:solidFill>
                  <a:srgbClr val="3333CC"/>
                </a:solidFill>
                <a:latin typeface="Libre Baskerville"/>
                <a:ea typeface="Libre Baskerville"/>
                <a:cs typeface="Libre Baskerville"/>
                <a:sym typeface="Libre Baskerville"/>
              </a:rPr>
              <a:t>(e</a:t>
            </a:r>
            <a:r>
              <a:rPr lang="en-US" sz="2800" b="0" i="0" u="none" strike="noStrike" cap="none" baseline="-25000">
                <a:solidFill>
                  <a:srgbClr val="3333CC"/>
                </a:solidFill>
                <a:latin typeface="Libre Baskerville"/>
                <a:ea typeface="Libre Baskerville"/>
                <a:cs typeface="Libre Baskerville"/>
                <a:sym typeface="Libre Baskerville"/>
              </a:rPr>
              <a:t>0</a:t>
            </a:r>
            <a:r>
              <a:rPr lang="en-US" sz="2800" b="0" i="0" u="none" strike="noStrike" cap="none">
                <a:solidFill>
                  <a:srgbClr val="3333CC"/>
                </a:solidFill>
                <a:latin typeface="Libre Baskerville"/>
                <a:ea typeface="Libre Baskerville"/>
                <a:cs typeface="Libre Baskerville"/>
                <a:sym typeface="Libre Baskerville"/>
              </a:rPr>
              <a:t>, e</a:t>
            </a:r>
            <a:r>
              <a:rPr lang="en-US" sz="2800" b="0" i="0" u="none" strike="noStrike" cap="none" baseline="-25000">
                <a:solidFill>
                  <a:srgbClr val="3333CC"/>
                </a:solidFill>
                <a:latin typeface="Libre Baskerville"/>
                <a:ea typeface="Libre Baskerville"/>
                <a:cs typeface="Libre Baskerville"/>
                <a:sym typeface="Libre Baskerville"/>
              </a:rPr>
              <a:t>1</a:t>
            </a:r>
            <a:r>
              <a:rPr lang="en-US" sz="2800" b="0" i="0" u="none" strike="noStrike" cap="none">
                <a:solidFill>
                  <a:srgbClr val="3333CC"/>
                </a:solidFill>
                <a:latin typeface="Libre Baskerville"/>
                <a:ea typeface="Libre Baskerville"/>
                <a:cs typeface="Libre Baskerville"/>
                <a:sym typeface="Libre Baskerville"/>
              </a:rPr>
              <a:t>, e</a:t>
            </a:r>
            <a:r>
              <a:rPr lang="en-US" sz="2800" b="0" i="0" u="none" strike="noStrike" cap="none" baseline="-25000">
                <a:solidFill>
                  <a:srgbClr val="3333CC"/>
                </a:solidFill>
                <a:latin typeface="Libre Baskerville"/>
                <a:ea typeface="Libre Baskerville"/>
                <a:cs typeface="Libre Baskerville"/>
                <a:sym typeface="Libre Baskerville"/>
              </a:rPr>
              <a:t>2</a:t>
            </a:r>
            <a:r>
              <a:rPr lang="en-US" sz="2800" b="0" i="0" u="none" strike="noStrike" cap="none">
                <a:solidFill>
                  <a:srgbClr val="3333CC"/>
                </a:solidFill>
                <a:latin typeface="Libre Baskerville"/>
                <a:ea typeface="Libre Baskerville"/>
                <a:cs typeface="Libre Baskerville"/>
                <a:sym typeface="Libre Baskerville"/>
              </a:rPr>
              <a:t>, …, e</a:t>
            </a:r>
            <a:r>
              <a:rPr lang="en-US" sz="2800" b="0" i="0" u="none" strike="noStrike" cap="none" baseline="-25000">
                <a:solidFill>
                  <a:srgbClr val="3333CC"/>
                </a:solidFill>
                <a:latin typeface="Libre Baskerville"/>
                <a:ea typeface="Libre Baskerville"/>
                <a:cs typeface="Libre Baskerville"/>
                <a:sym typeface="Libre Baskerville"/>
              </a:rPr>
              <a:t>n-1</a:t>
            </a:r>
            <a:r>
              <a:rPr lang="en-US" sz="2800" b="0" i="0" u="none" strike="noStrike" cap="none">
                <a:solidFill>
                  <a:srgbClr val="3333CC"/>
                </a:solidFill>
                <a:latin typeface="Libre Baskerville"/>
                <a:ea typeface="Libre Baskerville"/>
                <a:cs typeface="Libre Baskerville"/>
                <a:sym typeface="Libre Baskerville"/>
              </a:rPr>
              <a:t>)</a:t>
            </a:r>
            <a:endParaRPr/>
          </a:p>
          <a:p>
            <a:pPr marL="0" marR="0" lvl="0" indent="0" algn="l" rtl="0">
              <a:spcBef>
                <a:spcPts val="700"/>
              </a:spcBef>
              <a:spcAft>
                <a:spcPts val="0"/>
              </a:spcAft>
              <a:buClr>
                <a:schemeClr val="dk1"/>
              </a:buClr>
              <a:buSzPts val="2380"/>
              <a:buFont typeface="Noto Sans Symbols"/>
              <a:buNone/>
            </a:pPr>
            <a:endParaRPr sz="2800" b="0" i="0" u="none" strike="noStrike" cap="none">
              <a:solidFill>
                <a:srgbClr val="3333CC"/>
              </a:solidFill>
              <a:latin typeface="Libre Baskerville"/>
              <a:ea typeface="Libre Baskerville"/>
              <a:cs typeface="Libre Baskerville"/>
              <a:sym typeface="Libre Baskerville"/>
            </a:endParaRPr>
          </a:p>
          <a:p>
            <a:pPr marL="0" marR="0" lvl="0" indent="0" algn="l"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where </a:t>
            </a:r>
            <a:r>
              <a:rPr lang="en-US" sz="2800" b="0" i="0" u="none" strike="noStrike" cap="none">
                <a:solidFill>
                  <a:srgbClr val="3333CC"/>
                </a:solidFill>
                <a:latin typeface="Libre Baskerville"/>
                <a:ea typeface="Libre Baskerville"/>
                <a:cs typeface="Libre Baskerville"/>
                <a:sym typeface="Libre Baskerville"/>
              </a:rPr>
              <a:t>e</a:t>
            </a:r>
            <a:r>
              <a:rPr lang="en-US" sz="2800" b="0" i="0" u="none" strike="noStrike" cap="none" baseline="-25000">
                <a:solidFill>
                  <a:srgbClr val="3333CC"/>
                </a:solidFill>
                <a:latin typeface="Libre Baskerville"/>
                <a:ea typeface="Libre Baskerville"/>
                <a:cs typeface="Libre Baskerville"/>
                <a:sym typeface="Libre Baskerville"/>
              </a:rPr>
              <a:t>i</a:t>
            </a:r>
            <a:r>
              <a:rPr lang="en-US" sz="2800" b="0" i="0" u="none" strike="noStrike" cap="none">
                <a:solidFill>
                  <a:schemeClr val="dk1"/>
                </a:solidFill>
                <a:latin typeface="Libre Baskerville"/>
                <a:ea typeface="Libre Baskerville"/>
                <a:cs typeface="Libre Baskerville"/>
                <a:sym typeface="Libre Baskerville"/>
              </a:rPr>
              <a:t> denotes a list element</a:t>
            </a:r>
            <a:endParaRPr/>
          </a:p>
          <a:p>
            <a:pPr marL="0" marR="0" lvl="0" indent="0" algn="l" rtl="0">
              <a:spcBef>
                <a:spcPts val="700"/>
              </a:spcBef>
              <a:spcAft>
                <a:spcPts val="0"/>
              </a:spcAft>
              <a:buClr>
                <a:srgbClr val="3333CC"/>
              </a:buClr>
              <a:buSzPts val="2380"/>
              <a:buFont typeface="Noto Sans Symbols"/>
              <a:buNone/>
            </a:pPr>
            <a:r>
              <a:rPr lang="en-US" sz="2800" b="0" i="0" u="none" strike="noStrike" cap="none">
                <a:solidFill>
                  <a:srgbClr val="3333CC"/>
                </a:solidFill>
                <a:latin typeface="Libre Baskerville"/>
                <a:ea typeface="Libre Baskerville"/>
                <a:cs typeface="Libre Baskerville"/>
                <a:sym typeface="Libre Baskerville"/>
              </a:rPr>
              <a:t>n &gt;= 0</a:t>
            </a:r>
            <a:r>
              <a:rPr lang="en-US" sz="2800" b="0" i="0" u="none" strike="noStrike" cap="none">
                <a:solidFill>
                  <a:schemeClr val="dk1"/>
                </a:solidFill>
                <a:latin typeface="Libre Baskerville"/>
                <a:ea typeface="Libre Baskerville"/>
                <a:cs typeface="Libre Baskerville"/>
                <a:sym typeface="Libre Baskerville"/>
              </a:rPr>
              <a:t> is finite</a:t>
            </a:r>
            <a:endParaRPr/>
          </a:p>
          <a:p>
            <a:pPr marL="0" marR="0" lvl="0" indent="0" algn="l"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list size is</a:t>
            </a:r>
            <a:r>
              <a:rPr lang="en-US" sz="2800" b="0" i="1" u="none" strike="noStrike" cap="none">
                <a:solidFill>
                  <a:srgbClr val="3333CC"/>
                </a:solidFill>
                <a:latin typeface="Libre Baskerville"/>
                <a:ea typeface="Libre Baskerville"/>
                <a:cs typeface="Libre Baskerville"/>
                <a:sym typeface="Libre Baskerville"/>
              </a:rPr>
              <a:t> </a:t>
            </a:r>
            <a:r>
              <a:rPr lang="en-US" sz="2800" b="0" i="0" u="none" strike="noStrike" cap="none">
                <a:solidFill>
                  <a:srgbClr val="3333CC"/>
                </a:solidFill>
                <a:latin typeface="Libre Baskerville"/>
                <a:ea typeface="Libre Baskerville"/>
                <a:cs typeface="Libre Baskerville"/>
                <a:sym typeface="Libre Baskerville"/>
              </a:rPr>
              <a:t>n</a:t>
            </a:r>
            <a:endParaRPr/>
          </a:p>
        </p:txBody>
      </p:sp>
      <p:pic>
        <p:nvPicPr>
          <p:cNvPr id="1078" name="Google Shape;1078;p140"/>
          <p:cNvPicPr preferRelativeResize="0"/>
          <p:nvPr/>
        </p:nvPicPr>
        <p:blipFill rotWithShape="1">
          <a:blip r:embed="rId3">
            <a:alphaModFix/>
          </a:blip>
          <a:srcRect/>
          <a:stretch/>
        </p:blipFill>
        <p:spPr>
          <a:xfrm>
            <a:off x="304800" y="1295400"/>
            <a:ext cx="320675" cy="320675"/>
          </a:xfrm>
          <a:prstGeom prst="rect">
            <a:avLst/>
          </a:prstGeom>
          <a:noFill/>
          <a:ln>
            <a:noFill/>
          </a:ln>
        </p:spPr>
      </p:pic>
      <p:pic>
        <p:nvPicPr>
          <p:cNvPr id="1079" name="Google Shape;1079;p140"/>
          <p:cNvPicPr preferRelativeResize="0"/>
          <p:nvPr/>
        </p:nvPicPr>
        <p:blipFill rotWithShape="1">
          <a:blip r:embed="rId3">
            <a:alphaModFix/>
          </a:blip>
          <a:srcRect/>
          <a:stretch/>
        </p:blipFill>
        <p:spPr>
          <a:xfrm>
            <a:off x="6934200" y="1371600"/>
            <a:ext cx="320675" cy="320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77">
                                            <p:txEl>
                                              <p:pRg st="0" end="0"/>
                                            </p:txEl>
                                          </p:spTgt>
                                        </p:tgtEl>
                                        <p:attrNameLst>
                                          <p:attrName>style.visibility</p:attrName>
                                        </p:attrNameLst>
                                      </p:cBhvr>
                                      <p:to>
                                        <p:strVal val="visible"/>
                                      </p:to>
                                    </p:set>
                                    <p:anim calcmode="lin" valueType="num">
                                      <p:cBhvr additive="base">
                                        <p:cTn id="7" dur="500"/>
                                        <p:tgtEl>
                                          <p:spTgt spid="107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77">
                                            <p:txEl>
                                              <p:pRg st="1" end="1"/>
                                            </p:txEl>
                                          </p:spTgt>
                                        </p:tgtEl>
                                        <p:attrNameLst>
                                          <p:attrName>style.visibility</p:attrName>
                                        </p:attrNameLst>
                                      </p:cBhvr>
                                      <p:to>
                                        <p:strVal val="visible"/>
                                      </p:to>
                                    </p:set>
                                    <p:anim calcmode="lin" valueType="num">
                                      <p:cBhvr additive="base">
                                        <p:cTn id="12" dur="500"/>
                                        <p:tgtEl>
                                          <p:spTgt spid="107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77">
                                            <p:txEl>
                                              <p:pRg st="2" end="2"/>
                                            </p:txEl>
                                          </p:spTgt>
                                        </p:tgtEl>
                                        <p:attrNameLst>
                                          <p:attrName>style.visibility</p:attrName>
                                        </p:attrNameLst>
                                      </p:cBhvr>
                                      <p:to>
                                        <p:strVal val="visible"/>
                                      </p:to>
                                    </p:set>
                                    <p:anim calcmode="lin" valueType="num">
                                      <p:cBhvr additive="base">
                                        <p:cTn id="17" dur="500"/>
                                        <p:tgtEl>
                                          <p:spTgt spid="107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077">
                                            <p:txEl>
                                              <p:pRg st="3" end="3"/>
                                            </p:txEl>
                                          </p:spTgt>
                                        </p:tgtEl>
                                        <p:attrNameLst>
                                          <p:attrName>style.visibility</p:attrName>
                                        </p:attrNameLst>
                                      </p:cBhvr>
                                      <p:to>
                                        <p:strVal val="visible"/>
                                      </p:to>
                                    </p:set>
                                    <p:anim calcmode="lin" valueType="num">
                                      <p:cBhvr additive="base">
                                        <p:cTn id="22" dur="500"/>
                                        <p:tgtEl>
                                          <p:spTgt spid="1077">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077">
                                            <p:txEl>
                                              <p:pRg st="4" end="4"/>
                                            </p:txEl>
                                          </p:spTgt>
                                        </p:tgtEl>
                                        <p:attrNameLst>
                                          <p:attrName>style.visibility</p:attrName>
                                        </p:attrNameLst>
                                      </p:cBhvr>
                                      <p:to>
                                        <p:strVal val="visible"/>
                                      </p:to>
                                    </p:set>
                                    <p:anim calcmode="lin" valueType="num">
                                      <p:cBhvr additive="base">
                                        <p:cTn id="27" dur="500"/>
                                        <p:tgtEl>
                                          <p:spTgt spid="1077">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077">
                                            <p:txEl>
                                              <p:pRg st="5" end="5"/>
                                            </p:txEl>
                                          </p:spTgt>
                                        </p:tgtEl>
                                        <p:attrNameLst>
                                          <p:attrName>style.visibility</p:attrName>
                                        </p:attrNameLst>
                                      </p:cBhvr>
                                      <p:to>
                                        <p:strVal val="visible"/>
                                      </p:to>
                                    </p:set>
                                    <p:anim calcmode="lin" valueType="num">
                                      <p:cBhvr additive="base">
                                        <p:cTn id="32" dur="500"/>
                                        <p:tgtEl>
                                          <p:spTgt spid="1077">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141"/>
          <p:cNvSpPr txBox="1">
            <a:spLocks noGrp="1"/>
          </p:cNvSpPr>
          <p:nvPr>
            <p:ph type="title"/>
          </p:nvPr>
        </p:nvSpPr>
        <p:spPr>
          <a:xfrm>
            <a:off x="457200" y="128588"/>
            <a:ext cx="8229600" cy="938212"/>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chemeClr val="dk2"/>
              </a:buClr>
              <a:buSzPts val="4000"/>
              <a:buFont typeface="Libre Franklin"/>
              <a:buNone/>
            </a:pPr>
            <a:r>
              <a:rPr lang="en-US"/>
              <a:t>Linear Lists</a:t>
            </a:r>
            <a:endParaRPr/>
          </a:p>
        </p:txBody>
      </p:sp>
      <p:sp>
        <p:nvSpPr>
          <p:cNvPr id="1087" name="Google Shape;1087;p141"/>
          <p:cNvSpPr txBox="1"/>
          <p:nvPr/>
        </p:nvSpPr>
        <p:spPr>
          <a:xfrm>
            <a:off x="685800" y="1676400"/>
            <a:ext cx="7772400" cy="4114800"/>
          </a:xfrm>
          <a:prstGeom prst="rect">
            <a:avLst/>
          </a:prstGeom>
          <a:noFill/>
          <a:ln>
            <a:noFill/>
          </a:ln>
        </p:spPr>
        <p:txBody>
          <a:bodyPr spcFirstLastPara="1" wrap="square" lIns="92150" tIns="46075" rIns="92150" bIns="46075" anchor="t" anchorCtr="0">
            <a:noAutofit/>
          </a:bodyPr>
          <a:lstStyle/>
          <a:p>
            <a:pPr marL="342900" marR="0" lvl="0" indent="-339725" algn="l" rtl="0">
              <a:lnSpc>
                <a:spcPct val="100000"/>
              </a:lnSpc>
              <a:spcBef>
                <a:spcPts val="0"/>
              </a:spcBef>
              <a:spcAft>
                <a:spcPts val="0"/>
              </a:spcAft>
              <a:buClr>
                <a:srgbClr val="3333CC"/>
              </a:buClr>
              <a:buSzPts val="3200"/>
              <a:buFont typeface="Arial"/>
              <a:buNone/>
            </a:pPr>
            <a:r>
              <a:rPr lang="en-US" sz="3200" b="0" i="0" u="none" strike="noStrike" cap="none">
                <a:solidFill>
                  <a:srgbClr val="3333CC"/>
                </a:solidFill>
                <a:latin typeface="Calibri"/>
                <a:ea typeface="Calibri"/>
                <a:cs typeface="Calibri"/>
                <a:sym typeface="Calibri"/>
              </a:rPr>
              <a:t>L = (e</a:t>
            </a:r>
            <a:r>
              <a:rPr lang="en-US" sz="3200" b="0" i="0" u="none" strike="noStrike" cap="none" baseline="-25000">
                <a:solidFill>
                  <a:srgbClr val="3333CC"/>
                </a:solidFill>
                <a:latin typeface="Calibri"/>
                <a:ea typeface="Calibri"/>
                <a:cs typeface="Calibri"/>
                <a:sym typeface="Calibri"/>
              </a:rPr>
              <a:t>0</a:t>
            </a:r>
            <a:r>
              <a:rPr lang="en-US" sz="3200" b="0" i="0" u="none" strike="noStrike" cap="none">
                <a:solidFill>
                  <a:srgbClr val="3333CC"/>
                </a:solidFill>
                <a:latin typeface="Calibri"/>
                <a:ea typeface="Calibri"/>
                <a:cs typeface="Calibri"/>
                <a:sym typeface="Calibri"/>
              </a:rPr>
              <a:t>, e</a:t>
            </a:r>
            <a:r>
              <a:rPr lang="en-US" sz="3200" b="0" i="0" u="none" strike="noStrike" cap="none" baseline="-25000">
                <a:solidFill>
                  <a:srgbClr val="3333CC"/>
                </a:solidFill>
                <a:latin typeface="Calibri"/>
                <a:ea typeface="Calibri"/>
                <a:cs typeface="Calibri"/>
                <a:sym typeface="Calibri"/>
              </a:rPr>
              <a:t>1</a:t>
            </a:r>
            <a:r>
              <a:rPr lang="en-US" sz="3200" b="0" i="0" u="none" strike="noStrike" cap="none">
                <a:solidFill>
                  <a:srgbClr val="3333CC"/>
                </a:solidFill>
                <a:latin typeface="Calibri"/>
                <a:ea typeface="Calibri"/>
                <a:cs typeface="Calibri"/>
                <a:sym typeface="Calibri"/>
              </a:rPr>
              <a:t>, e</a:t>
            </a:r>
            <a:r>
              <a:rPr lang="en-US" sz="3200" b="0" i="0" u="none" strike="noStrike" cap="none" baseline="-25000">
                <a:solidFill>
                  <a:srgbClr val="3333CC"/>
                </a:solidFill>
                <a:latin typeface="Calibri"/>
                <a:ea typeface="Calibri"/>
                <a:cs typeface="Calibri"/>
                <a:sym typeface="Calibri"/>
              </a:rPr>
              <a:t>2</a:t>
            </a:r>
            <a:r>
              <a:rPr lang="en-US" sz="3200" b="0" i="0" u="none" strike="noStrike" cap="none">
                <a:solidFill>
                  <a:srgbClr val="3333CC"/>
                </a:solidFill>
                <a:latin typeface="Calibri"/>
                <a:ea typeface="Calibri"/>
                <a:cs typeface="Calibri"/>
                <a:sym typeface="Calibri"/>
              </a:rPr>
              <a:t>, e</a:t>
            </a:r>
            <a:r>
              <a:rPr lang="en-US" sz="3200" b="0" i="0" u="none" strike="noStrike" cap="none" baseline="-25000">
                <a:solidFill>
                  <a:srgbClr val="3333CC"/>
                </a:solidFill>
                <a:latin typeface="Calibri"/>
                <a:ea typeface="Calibri"/>
                <a:cs typeface="Calibri"/>
                <a:sym typeface="Calibri"/>
              </a:rPr>
              <a:t>3</a:t>
            </a:r>
            <a:r>
              <a:rPr lang="en-US" sz="3200" b="0" i="0" u="none" strike="noStrike" cap="none">
                <a:solidFill>
                  <a:srgbClr val="3333CC"/>
                </a:solidFill>
                <a:latin typeface="Calibri"/>
                <a:ea typeface="Calibri"/>
                <a:cs typeface="Calibri"/>
                <a:sym typeface="Calibri"/>
              </a:rPr>
              <a:t>, …, e</a:t>
            </a:r>
            <a:r>
              <a:rPr lang="en-US" sz="3200" b="0" i="0" u="none" strike="noStrike" cap="none" baseline="-25000">
                <a:solidFill>
                  <a:srgbClr val="3333CC"/>
                </a:solidFill>
                <a:latin typeface="Calibri"/>
                <a:ea typeface="Calibri"/>
                <a:cs typeface="Calibri"/>
                <a:sym typeface="Calibri"/>
              </a:rPr>
              <a:t>n-1</a:t>
            </a:r>
            <a:r>
              <a:rPr lang="en-US" sz="3200" b="0" i="0" u="none" strike="noStrike" cap="none">
                <a:solidFill>
                  <a:srgbClr val="3333CC"/>
                </a:solidFill>
                <a:latin typeface="Calibri"/>
                <a:ea typeface="Calibri"/>
                <a:cs typeface="Calibri"/>
                <a:sym typeface="Calibri"/>
              </a:rPr>
              <a:t>)</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3333CC"/>
              </a:solidFill>
              <a:latin typeface="Calibri"/>
              <a:ea typeface="Calibri"/>
              <a:cs typeface="Calibri"/>
              <a:sym typeface="Calibri"/>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relationships</a:t>
            </a:r>
            <a:endParaRPr/>
          </a:p>
          <a:p>
            <a:pPr marL="342900" marR="0" lvl="0" indent="-339725" algn="l" rtl="0">
              <a:lnSpc>
                <a:spcPct val="100000"/>
              </a:lnSpc>
              <a:spcBef>
                <a:spcPts val="800"/>
              </a:spcBef>
              <a:spcAft>
                <a:spcPts val="0"/>
              </a:spcAft>
              <a:buClr>
                <a:srgbClr val="3333CC"/>
              </a:buClr>
              <a:buSzPts val="3200"/>
              <a:buFont typeface="Arial"/>
              <a:buNone/>
            </a:pPr>
            <a:r>
              <a:rPr lang="en-US" sz="3200" b="0" i="0" u="none" strike="noStrike" cap="none">
                <a:solidFill>
                  <a:srgbClr val="3333CC"/>
                </a:solidFill>
                <a:latin typeface="Calibri"/>
                <a:ea typeface="Calibri"/>
                <a:cs typeface="Calibri"/>
                <a:sym typeface="Calibri"/>
              </a:rPr>
              <a:t>e</a:t>
            </a:r>
            <a:r>
              <a:rPr lang="en-US" sz="3200" b="0" i="0" u="none" strike="noStrike" cap="none" baseline="-25000">
                <a:solidFill>
                  <a:srgbClr val="3333CC"/>
                </a:solidFill>
                <a:latin typeface="Calibri"/>
                <a:ea typeface="Calibri"/>
                <a:cs typeface="Calibri"/>
                <a:sym typeface="Calibri"/>
              </a:rPr>
              <a:t>0</a:t>
            </a:r>
            <a:r>
              <a:rPr lang="en-US" sz="3200" b="0" i="0" u="none" strike="noStrike" cap="none">
                <a:solidFill>
                  <a:srgbClr val="000000"/>
                </a:solidFill>
                <a:latin typeface="Calibri"/>
                <a:ea typeface="Calibri"/>
                <a:cs typeface="Calibri"/>
                <a:sym typeface="Calibri"/>
              </a:rPr>
              <a:t> is the zero’th (or front) element</a:t>
            </a:r>
            <a:endParaRPr/>
          </a:p>
          <a:p>
            <a:pPr marL="342900" marR="0" lvl="0" indent="-339725" algn="l" rtl="0">
              <a:lnSpc>
                <a:spcPct val="100000"/>
              </a:lnSpc>
              <a:spcBef>
                <a:spcPts val="800"/>
              </a:spcBef>
              <a:spcAft>
                <a:spcPts val="0"/>
              </a:spcAft>
              <a:buClr>
                <a:srgbClr val="3333CC"/>
              </a:buClr>
              <a:buSzPts val="3200"/>
              <a:buFont typeface="Arial"/>
              <a:buNone/>
            </a:pPr>
            <a:r>
              <a:rPr lang="en-US" sz="3200" b="0" i="0" u="none" strike="noStrike" cap="none">
                <a:solidFill>
                  <a:srgbClr val="3333CC"/>
                </a:solidFill>
                <a:latin typeface="Calibri"/>
                <a:ea typeface="Calibri"/>
                <a:cs typeface="Calibri"/>
                <a:sym typeface="Calibri"/>
              </a:rPr>
              <a:t>e</a:t>
            </a:r>
            <a:r>
              <a:rPr lang="en-US" sz="3200" b="0" i="0" u="none" strike="noStrike" cap="none" baseline="-25000">
                <a:solidFill>
                  <a:srgbClr val="3333CC"/>
                </a:solidFill>
                <a:latin typeface="Calibri"/>
                <a:ea typeface="Calibri"/>
                <a:cs typeface="Calibri"/>
                <a:sym typeface="Calibri"/>
              </a:rPr>
              <a:t>n-1</a:t>
            </a:r>
            <a:r>
              <a:rPr lang="en-US" sz="3200" b="0" i="0" u="none" strike="noStrike" cap="none">
                <a:solidFill>
                  <a:srgbClr val="000000"/>
                </a:solidFill>
                <a:latin typeface="Calibri"/>
                <a:ea typeface="Calibri"/>
                <a:cs typeface="Calibri"/>
                <a:sym typeface="Calibri"/>
              </a:rPr>
              <a:t> is the last element</a:t>
            </a:r>
            <a:endParaRPr/>
          </a:p>
          <a:p>
            <a:pPr marL="342900" marR="0" lvl="0" indent="-339725" algn="l" rtl="0">
              <a:lnSpc>
                <a:spcPct val="100000"/>
              </a:lnSpc>
              <a:spcBef>
                <a:spcPts val="800"/>
              </a:spcBef>
              <a:spcAft>
                <a:spcPts val="0"/>
              </a:spcAft>
              <a:buClr>
                <a:srgbClr val="3333CC"/>
              </a:buClr>
              <a:buSzPts val="3200"/>
              <a:buFont typeface="Arial"/>
              <a:buNone/>
            </a:pPr>
            <a:r>
              <a:rPr lang="en-US" sz="3200" b="0" i="0" u="none" strike="noStrike" cap="none">
                <a:solidFill>
                  <a:srgbClr val="3333CC"/>
                </a:solidFill>
                <a:latin typeface="Calibri"/>
                <a:ea typeface="Calibri"/>
                <a:cs typeface="Calibri"/>
                <a:sym typeface="Calibri"/>
              </a:rPr>
              <a:t>e</a:t>
            </a:r>
            <a:r>
              <a:rPr lang="en-US" sz="3200" b="0" i="0" u="none" strike="noStrike" cap="none" baseline="-25000">
                <a:solidFill>
                  <a:srgbClr val="3333CC"/>
                </a:solidFill>
                <a:latin typeface="Calibri"/>
                <a:ea typeface="Calibri"/>
                <a:cs typeface="Calibri"/>
                <a:sym typeface="Calibri"/>
              </a:rPr>
              <a:t>i</a:t>
            </a:r>
            <a:r>
              <a:rPr lang="en-US" sz="3200" b="0" i="0" u="none" strike="noStrike" cap="none" baseline="-25000">
                <a:solidFill>
                  <a:srgbClr val="000000"/>
                </a:solidFill>
                <a:latin typeface="Calibri"/>
                <a:ea typeface="Calibri"/>
                <a:cs typeface="Calibri"/>
                <a:sym typeface="Calibri"/>
              </a:rPr>
              <a:t> </a:t>
            </a:r>
            <a:r>
              <a:rPr lang="en-US" sz="3200" b="0" i="0" u="none" strike="noStrike" cap="none">
                <a:solidFill>
                  <a:srgbClr val="000000"/>
                </a:solidFill>
                <a:latin typeface="Calibri"/>
                <a:ea typeface="Calibri"/>
                <a:cs typeface="Calibri"/>
                <a:sym typeface="Calibri"/>
              </a:rPr>
              <a:t>immediately precedes </a:t>
            </a:r>
            <a:r>
              <a:rPr lang="en-US" sz="3200" b="0" i="0" u="none" strike="noStrike" cap="none">
                <a:solidFill>
                  <a:srgbClr val="3333CC"/>
                </a:solidFill>
                <a:latin typeface="Calibri"/>
                <a:ea typeface="Calibri"/>
                <a:cs typeface="Calibri"/>
                <a:sym typeface="Calibri"/>
              </a:rPr>
              <a:t>e</a:t>
            </a:r>
            <a:r>
              <a:rPr lang="en-US" sz="3200" b="0" i="0" u="none" strike="noStrike" cap="none" baseline="-25000">
                <a:solidFill>
                  <a:srgbClr val="3333CC"/>
                </a:solidFill>
                <a:latin typeface="Calibri"/>
                <a:ea typeface="Calibri"/>
                <a:cs typeface="Calibri"/>
                <a:sym typeface="Calibri"/>
              </a:rPr>
              <a:t>i+1</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142"/>
          <p:cNvSpPr txBox="1">
            <a:spLocks noGrp="1"/>
          </p:cNvSpPr>
          <p:nvPr>
            <p:ph type="title"/>
          </p:nvPr>
        </p:nvSpPr>
        <p:spPr>
          <a:xfrm>
            <a:off x="457200" y="128588"/>
            <a:ext cx="8229600" cy="14351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chemeClr val="dk2"/>
              </a:buClr>
              <a:buSzPts val="4000"/>
              <a:buFont typeface="Libre Franklin"/>
              <a:buNone/>
            </a:pPr>
            <a:r>
              <a:rPr lang="en-US">
                <a:solidFill>
                  <a:srgbClr val="1155CC"/>
                </a:solidFill>
              </a:rPr>
              <a:t>Linear List Examples/Instances</a:t>
            </a:r>
            <a:endParaRPr>
              <a:solidFill>
                <a:srgbClr val="1155CC"/>
              </a:solidFill>
            </a:endParaRPr>
          </a:p>
        </p:txBody>
      </p:sp>
      <p:sp>
        <p:nvSpPr>
          <p:cNvPr id="1095" name="Google Shape;1095;p142"/>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Clr>
                <a:schemeClr val="dk1"/>
              </a:buClr>
              <a:buSzPts val="2380"/>
              <a:buFont typeface="Libre Baskerville"/>
              <a:buNone/>
            </a:pPr>
            <a:endParaRPr sz="2800">
              <a:solidFill>
                <a:srgbClr val="3333CC"/>
              </a:solidFill>
            </a:endParaRPr>
          </a:p>
          <a:p>
            <a:pPr marL="274320" lvl="0" indent="-274320" algn="l" rtl="0">
              <a:lnSpc>
                <a:spcPct val="90000"/>
              </a:lnSpc>
              <a:spcBef>
                <a:spcPts val="700"/>
              </a:spcBef>
              <a:spcAft>
                <a:spcPts val="0"/>
              </a:spcAft>
              <a:buClr>
                <a:schemeClr val="dk1"/>
              </a:buClr>
              <a:buSzPts val="2380"/>
              <a:buFont typeface="Libre Baskerville"/>
              <a:buNone/>
            </a:pPr>
            <a:r>
              <a:rPr lang="en-US" sz="2800">
                <a:solidFill>
                  <a:schemeClr val="dk1"/>
                </a:solidFill>
              </a:rPr>
              <a:t>Values in a deck of cards</a:t>
            </a:r>
            <a:r>
              <a:rPr lang="en-US" sz="2800">
                <a:solidFill>
                  <a:srgbClr val="3333CC"/>
                </a:solidFill>
              </a:rPr>
              <a:t>=(Ace,2,3,4,5,6,7,8,9,10,Jack. Queen, King)</a:t>
            </a:r>
            <a:endParaRPr/>
          </a:p>
          <a:p>
            <a:pPr marL="274320" lvl="0" indent="-274320" algn="l" rtl="0">
              <a:lnSpc>
                <a:spcPct val="90000"/>
              </a:lnSpc>
              <a:spcBef>
                <a:spcPts val="700"/>
              </a:spcBef>
              <a:spcAft>
                <a:spcPts val="0"/>
              </a:spcAft>
              <a:buClr>
                <a:schemeClr val="dk1"/>
              </a:buClr>
              <a:buSzPts val="2380"/>
              <a:buFont typeface="Libre Baskerville"/>
              <a:buNone/>
            </a:pPr>
            <a:r>
              <a:rPr lang="en-US" sz="2800"/>
              <a:t>Days of Week = </a:t>
            </a:r>
            <a:r>
              <a:rPr lang="en-US" sz="2800">
                <a:solidFill>
                  <a:srgbClr val="3333CC"/>
                </a:solidFill>
              </a:rPr>
              <a:t>(S, M, T, W, Th, F, Sa)</a:t>
            </a:r>
            <a:endParaRPr/>
          </a:p>
          <a:p>
            <a:pPr marL="274320" lvl="0" indent="-274320" algn="l" rtl="0">
              <a:lnSpc>
                <a:spcPct val="90000"/>
              </a:lnSpc>
              <a:spcBef>
                <a:spcPts val="700"/>
              </a:spcBef>
              <a:spcAft>
                <a:spcPts val="0"/>
              </a:spcAft>
              <a:buClr>
                <a:schemeClr val="dk1"/>
              </a:buClr>
              <a:buSzPts val="2380"/>
              <a:buFont typeface="Libre Baskerville"/>
              <a:buNone/>
            </a:pPr>
            <a:endParaRPr sz="2800"/>
          </a:p>
          <a:p>
            <a:pPr marL="274320" lvl="0" indent="-274320" algn="l" rtl="0">
              <a:lnSpc>
                <a:spcPct val="90000"/>
              </a:lnSpc>
              <a:spcBef>
                <a:spcPts val="700"/>
              </a:spcBef>
              <a:spcAft>
                <a:spcPts val="0"/>
              </a:spcAft>
              <a:buClr>
                <a:schemeClr val="dk1"/>
              </a:buClr>
              <a:buSzPts val="2380"/>
              <a:buFont typeface="Libre Baskerville"/>
              <a:buNone/>
            </a:pPr>
            <a:r>
              <a:rPr lang="en-US" sz="2800"/>
              <a:t>Months = </a:t>
            </a:r>
            <a:r>
              <a:rPr lang="en-US" sz="2800">
                <a:solidFill>
                  <a:srgbClr val="3333CC"/>
                </a:solidFill>
              </a:rPr>
              <a:t>(Jan, Feb, Mar, Apr, …, Nov, Dec)</a:t>
            </a:r>
            <a:endParaRPr/>
          </a:p>
          <a:p>
            <a:pPr marL="274320" lvl="0" indent="-274320" algn="l" rtl="0">
              <a:lnSpc>
                <a:spcPct val="90000"/>
              </a:lnSpc>
              <a:spcBef>
                <a:spcPts val="700"/>
              </a:spcBef>
              <a:spcAft>
                <a:spcPts val="0"/>
              </a:spcAft>
              <a:buClr>
                <a:schemeClr val="dk1"/>
              </a:buClr>
              <a:buSzPts val="2380"/>
              <a:buFont typeface="Libre Baskerville"/>
              <a:buNone/>
            </a:pPr>
            <a:endParaRPr/>
          </a:p>
          <a:p>
            <a:pPr marL="274320" lvl="0" indent="-274320" algn="l" rtl="0">
              <a:lnSpc>
                <a:spcPct val="90000"/>
              </a:lnSpc>
              <a:spcBef>
                <a:spcPts val="700"/>
              </a:spcBef>
              <a:spcAft>
                <a:spcPts val="0"/>
              </a:spcAft>
              <a:buClr>
                <a:schemeClr val="dk1"/>
              </a:buClr>
              <a:buSzPts val="2380"/>
              <a:buFont typeface="Libre Baskerville"/>
              <a:buNone/>
            </a:pPr>
            <a:endParaRPr sz="2800">
              <a:solidFill>
                <a:srgbClr val="3333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94"/>
                                        </p:tgtEl>
                                        <p:attrNameLst>
                                          <p:attrName>style.visibility</p:attrName>
                                        </p:attrNameLst>
                                      </p:cBhvr>
                                      <p:to>
                                        <p:strVal val="visible"/>
                                      </p:to>
                                    </p:set>
                                    <p:animEffect transition="in" filter="fade">
                                      <p:cBhvr>
                                        <p:cTn id="7" dur="500"/>
                                        <p:tgtEl>
                                          <p:spTgt spid="1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143"/>
          <p:cNvSpPr txBox="1">
            <a:spLocks noGrp="1"/>
          </p:cNvSpPr>
          <p:nvPr>
            <p:ph type="title"/>
          </p:nvPr>
        </p:nvSpPr>
        <p:spPr>
          <a:xfrm>
            <a:off x="838200" y="541338"/>
            <a:ext cx="7772400" cy="1433512"/>
          </a:xfrm>
          <a:prstGeom prst="rect">
            <a:avLst/>
          </a:prstGeom>
          <a:noFill/>
          <a:ln>
            <a:noFill/>
          </a:ln>
        </p:spPr>
        <p:txBody>
          <a:bodyPr spcFirstLastPara="1" wrap="square" lIns="92150" tIns="46075" rIns="92150" bIns="46075" anchor="b" anchorCtr="0">
            <a:normAutofit/>
          </a:bodyPr>
          <a:lstStyle/>
          <a:p>
            <a:pPr marL="0" lvl="0" indent="0" algn="l" rtl="0">
              <a:spcBef>
                <a:spcPts val="0"/>
              </a:spcBef>
              <a:spcAft>
                <a:spcPts val="0"/>
              </a:spcAft>
              <a:buClr>
                <a:srgbClr val="3333CC"/>
              </a:buClr>
              <a:buSzPts val="4000"/>
              <a:buFont typeface="Libre Franklin"/>
              <a:buNone/>
            </a:pPr>
            <a:r>
              <a:rPr lang="en-US">
                <a:solidFill>
                  <a:srgbClr val="3333CC"/>
                </a:solidFill>
              </a:rPr>
              <a:t>Linear List Operations—size()</a:t>
            </a:r>
            <a:endParaRPr/>
          </a:p>
        </p:txBody>
      </p:sp>
      <p:sp>
        <p:nvSpPr>
          <p:cNvPr id="1103" name="Google Shape;1103;p143"/>
          <p:cNvSpPr txBox="1">
            <a:spLocks noGrp="1"/>
          </p:cNvSpPr>
          <p:nvPr>
            <p:ph type="subTitle" idx="4294967295"/>
          </p:nvPr>
        </p:nvSpPr>
        <p:spPr>
          <a:xfrm>
            <a:off x="1066800" y="2406650"/>
            <a:ext cx="6400800" cy="2579700"/>
          </a:xfrm>
          <a:prstGeom prst="rect">
            <a:avLst/>
          </a:prstGeom>
          <a:noFill/>
          <a:ln>
            <a:noFill/>
          </a:ln>
        </p:spPr>
        <p:txBody>
          <a:bodyPr spcFirstLastPara="1" wrap="square" lIns="92150" tIns="46075" rIns="92150" bIns="46075" anchor="ctr" anchorCtr="0">
            <a:normAutofit lnSpcReduction="10000"/>
          </a:bodyPr>
          <a:lstStyle/>
          <a:p>
            <a:pPr marL="0" marR="0" lvl="0" indent="0" algn="l" rtl="0">
              <a:spcBef>
                <a:spcPts val="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determine list size</a:t>
            </a:r>
            <a:endParaRPr/>
          </a:p>
          <a:p>
            <a:pPr marL="0" marR="0" lvl="0" indent="0" algn="ctr" rtl="0">
              <a:spcBef>
                <a:spcPts val="700"/>
              </a:spcBef>
              <a:spcAft>
                <a:spcPts val="0"/>
              </a:spcAft>
              <a:buClr>
                <a:schemeClr val="dk1"/>
              </a:buClr>
              <a:buSzPts val="2380"/>
              <a:buFont typeface="Noto Sans Symbols"/>
              <a:buNone/>
            </a:pPr>
            <a:endParaRPr sz="2800" b="0" i="0" u="none" strike="noStrike" cap="none">
              <a:solidFill>
                <a:schemeClr val="dk1"/>
              </a:solidFill>
              <a:latin typeface="Libre Baskerville"/>
              <a:ea typeface="Libre Baskerville"/>
              <a:cs typeface="Libre Baskerville"/>
              <a:sym typeface="Libre Baskerville"/>
            </a:endParaRPr>
          </a:p>
          <a:p>
            <a:pPr marL="0" marR="0" lvl="0" indent="0" algn="ctr"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L = (a,b,c,d,e)</a:t>
            </a:r>
            <a:endParaRPr/>
          </a:p>
          <a:p>
            <a:pPr marL="0" marR="0" lvl="0" indent="0" algn="ctr" rtl="0">
              <a:spcBef>
                <a:spcPts val="700"/>
              </a:spcBef>
              <a:spcAft>
                <a:spcPts val="0"/>
              </a:spcAft>
              <a:buClr>
                <a:schemeClr val="dk1"/>
              </a:buClr>
              <a:buSzPts val="2380"/>
              <a:buFont typeface="Noto Sans Symbols"/>
              <a:buNone/>
            </a:pPr>
            <a:endParaRPr sz="2800" b="0" i="1" u="none" strike="noStrike" cap="none">
              <a:solidFill>
                <a:srgbClr val="3333CC"/>
              </a:solidFill>
              <a:latin typeface="Libre Baskerville"/>
              <a:ea typeface="Libre Baskerville"/>
              <a:cs typeface="Libre Baskerville"/>
              <a:sym typeface="Libre Baskerville"/>
            </a:endParaRPr>
          </a:p>
          <a:p>
            <a:pPr marL="0" marR="0" lvl="0" indent="0" algn="l"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size = 5</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03">
                                            <p:txEl>
                                              <p:pRg st="0" end="0"/>
                                            </p:txEl>
                                          </p:spTgt>
                                        </p:tgtEl>
                                        <p:attrNameLst>
                                          <p:attrName>style.visibility</p:attrName>
                                        </p:attrNameLst>
                                      </p:cBhvr>
                                      <p:to>
                                        <p:strVal val="visible"/>
                                      </p:to>
                                    </p:set>
                                    <p:anim calcmode="lin" valueType="num">
                                      <p:cBhvr additive="base">
                                        <p:cTn id="7" dur="500"/>
                                        <p:tgtEl>
                                          <p:spTgt spid="110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03">
                                            <p:txEl>
                                              <p:pRg st="1" end="1"/>
                                            </p:txEl>
                                          </p:spTgt>
                                        </p:tgtEl>
                                        <p:attrNameLst>
                                          <p:attrName>style.visibility</p:attrName>
                                        </p:attrNameLst>
                                      </p:cBhvr>
                                      <p:to>
                                        <p:strVal val="visible"/>
                                      </p:to>
                                    </p:set>
                                    <p:anim calcmode="lin" valueType="num">
                                      <p:cBhvr additive="base">
                                        <p:cTn id="12" dur="500"/>
                                        <p:tgtEl>
                                          <p:spTgt spid="110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03">
                                            <p:txEl>
                                              <p:pRg st="2" end="2"/>
                                            </p:txEl>
                                          </p:spTgt>
                                        </p:tgtEl>
                                        <p:attrNameLst>
                                          <p:attrName>style.visibility</p:attrName>
                                        </p:attrNameLst>
                                      </p:cBhvr>
                                      <p:to>
                                        <p:strVal val="visible"/>
                                      </p:to>
                                    </p:set>
                                    <p:anim calcmode="lin" valueType="num">
                                      <p:cBhvr additive="base">
                                        <p:cTn id="17" dur="500"/>
                                        <p:tgtEl>
                                          <p:spTgt spid="110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103">
                                            <p:txEl>
                                              <p:pRg st="3" end="3"/>
                                            </p:txEl>
                                          </p:spTgt>
                                        </p:tgtEl>
                                        <p:attrNameLst>
                                          <p:attrName>style.visibility</p:attrName>
                                        </p:attrNameLst>
                                      </p:cBhvr>
                                      <p:to>
                                        <p:strVal val="visible"/>
                                      </p:to>
                                    </p:set>
                                    <p:anim calcmode="lin" valueType="num">
                                      <p:cBhvr additive="base">
                                        <p:cTn id="22" dur="500"/>
                                        <p:tgtEl>
                                          <p:spTgt spid="1103">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103">
                                            <p:txEl>
                                              <p:pRg st="4" end="4"/>
                                            </p:txEl>
                                          </p:spTgt>
                                        </p:tgtEl>
                                        <p:attrNameLst>
                                          <p:attrName>style.visibility</p:attrName>
                                        </p:attrNameLst>
                                      </p:cBhvr>
                                      <p:to>
                                        <p:strVal val="visible"/>
                                      </p:to>
                                    </p:set>
                                    <p:anim calcmode="lin" valueType="num">
                                      <p:cBhvr additive="base">
                                        <p:cTn id="27" dur="500"/>
                                        <p:tgtEl>
                                          <p:spTgt spid="1103">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144"/>
          <p:cNvSpPr txBox="1">
            <a:spLocks noGrp="1"/>
          </p:cNvSpPr>
          <p:nvPr>
            <p:ph type="title"/>
          </p:nvPr>
        </p:nvSpPr>
        <p:spPr>
          <a:xfrm>
            <a:off x="0" y="312738"/>
            <a:ext cx="9144000" cy="1433512"/>
          </a:xfrm>
          <a:prstGeom prst="rect">
            <a:avLst/>
          </a:prstGeom>
          <a:noFill/>
          <a:ln>
            <a:noFill/>
          </a:ln>
        </p:spPr>
        <p:txBody>
          <a:bodyPr spcFirstLastPara="1" wrap="square" lIns="92150" tIns="46075" rIns="92150" bIns="46075" anchor="b" anchorCtr="0">
            <a:normAutofit/>
          </a:bodyPr>
          <a:lstStyle/>
          <a:p>
            <a:pPr marL="0" lvl="0" indent="0" algn="l" rtl="0">
              <a:spcBef>
                <a:spcPts val="0"/>
              </a:spcBef>
              <a:spcAft>
                <a:spcPts val="0"/>
              </a:spcAft>
              <a:buClr>
                <a:srgbClr val="3333CC"/>
              </a:buClr>
              <a:buSzPts val="4000"/>
              <a:buFont typeface="Libre Franklin"/>
              <a:buNone/>
            </a:pPr>
            <a:r>
              <a:rPr lang="en-US">
                <a:solidFill>
                  <a:srgbClr val="3333CC"/>
                </a:solidFill>
              </a:rPr>
              <a:t>Linear List Operations—get(theIndex)</a:t>
            </a:r>
            <a:endParaRPr/>
          </a:p>
        </p:txBody>
      </p:sp>
      <p:sp>
        <p:nvSpPr>
          <p:cNvPr id="1111" name="Google Shape;1111;p144"/>
          <p:cNvSpPr txBox="1">
            <a:spLocks noGrp="1"/>
          </p:cNvSpPr>
          <p:nvPr>
            <p:ph type="subTitle" idx="4294967295"/>
          </p:nvPr>
        </p:nvSpPr>
        <p:spPr>
          <a:xfrm>
            <a:off x="914400" y="2014538"/>
            <a:ext cx="6400800" cy="4125900"/>
          </a:xfrm>
          <a:prstGeom prst="rect">
            <a:avLst/>
          </a:prstGeom>
          <a:noFill/>
          <a:ln>
            <a:noFill/>
          </a:ln>
        </p:spPr>
        <p:txBody>
          <a:bodyPr spcFirstLastPara="1" wrap="square" lIns="92150" tIns="46075" rIns="92150" bIns="46075" anchor="ctr" anchorCtr="0">
            <a:normAutofit lnSpcReduction="10000"/>
          </a:bodyPr>
          <a:lstStyle/>
          <a:p>
            <a:pPr marL="0" marR="0" lvl="0" indent="0" algn="l" rtl="0">
              <a:spcBef>
                <a:spcPts val="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get element with given index</a:t>
            </a:r>
            <a:endParaRPr/>
          </a:p>
          <a:p>
            <a:pPr marL="0" marR="0" lvl="0" indent="0" algn="ctr"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 </a:t>
            </a:r>
            <a:endParaRPr/>
          </a:p>
          <a:p>
            <a:pPr marL="0" marR="0" lvl="0" indent="0" algn="ctr"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L =</a:t>
            </a:r>
            <a:r>
              <a:rPr lang="en-US" sz="2800" b="0" i="0" u="none" strike="noStrike" cap="none">
                <a:solidFill>
                  <a:srgbClr val="3333CC"/>
                </a:solidFill>
                <a:latin typeface="Libre Baskerville"/>
                <a:ea typeface="Libre Baskerville"/>
                <a:cs typeface="Libre Baskerville"/>
                <a:sym typeface="Libre Baskerville"/>
              </a:rPr>
              <a:t> </a:t>
            </a:r>
            <a:r>
              <a:rPr lang="en-US" sz="2800" b="0" i="1" u="none" strike="noStrike" cap="none">
                <a:solidFill>
                  <a:srgbClr val="3333CC"/>
                </a:solidFill>
                <a:latin typeface="Libre Baskerville"/>
                <a:ea typeface="Libre Baskerville"/>
                <a:cs typeface="Libre Baskerville"/>
                <a:sym typeface="Libre Baskerville"/>
              </a:rPr>
              <a:t>(a,b,c,d,e)</a:t>
            </a:r>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get(0)</a:t>
            </a:r>
            <a:r>
              <a:rPr lang="en-US" sz="2800" b="0" i="1" u="none" strike="noStrike" cap="none">
                <a:solidFill>
                  <a:schemeClr val="dk1"/>
                </a:solidFill>
                <a:latin typeface="Libre Baskerville"/>
                <a:ea typeface="Libre Baskerville"/>
                <a:cs typeface="Libre Baskerville"/>
                <a:sym typeface="Libre Baskerville"/>
              </a:rPr>
              <a:t> = a</a:t>
            </a:r>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get(2)</a:t>
            </a:r>
            <a:r>
              <a:rPr lang="en-US" sz="2800" b="0" i="1" u="none" strike="noStrike" cap="none">
                <a:solidFill>
                  <a:schemeClr val="dk1"/>
                </a:solidFill>
                <a:latin typeface="Libre Baskerville"/>
                <a:ea typeface="Libre Baskerville"/>
                <a:cs typeface="Libre Baskerville"/>
                <a:sym typeface="Libre Baskerville"/>
              </a:rPr>
              <a:t> = c</a:t>
            </a:r>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get(4)</a:t>
            </a:r>
            <a:r>
              <a:rPr lang="en-US" sz="2800" b="0" i="1" u="none" strike="noStrike" cap="none">
                <a:solidFill>
                  <a:schemeClr val="dk1"/>
                </a:solidFill>
                <a:latin typeface="Libre Baskerville"/>
                <a:ea typeface="Libre Baskerville"/>
                <a:cs typeface="Libre Baskerville"/>
                <a:sym typeface="Libre Baskerville"/>
              </a:rPr>
              <a:t> = e</a:t>
            </a:r>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get(-1)</a:t>
            </a:r>
            <a:r>
              <a:rPr lang="en-US" sz="2800" b="0" i="1" u="none" strike="noStrike" cap="none">
                <a:solidFill>
                  <a:schemeClr val="dk1"/>
                </a:solidFill>
                <a:latin typeface="Libre Baskerville"/>
                <a:ea typeface="Libre Baskerville"/>
                <a:cs typeface="Libre Baskerville"/>
                <a:sym typeface="Libre Baskerville"/>
              </a:rPr>
              <a:t> = </a:t>
            </a:r>
            <a:r>
              <a:rPr lang="en-US" sz="2800" b="0" i="0" u="none" strike="noStrike" cap="none">
                <a:solidFill>
                  <a:schemeClr val="dk1"/>
                </a:solidFill>
                <a:latin typeface="Libre Baskerville"/>
                <a:ea typeface="Libre Baskerville"/>
                <a:cs typeface="Libre Baskerville"/>
                <a:sym typeface="Libre Baskerville"/>
              </a:rPr>
              <a:t>error</a:t>
            </a:r>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get(9)</a:t>
            </a:r>
            <a:r>
              <a:rPr lang="en-US" sz="2800" b="0" i="1" u="none" strike="noStrike" cap="none">
                <a:solidFill>
                  <a:schemeClr val="dk1"/>
                </a:solidFill>
                <a:latin typeface="Libre Baskerville"/>
                <a:ea typeface="Libre Baskerville"/>
                <a:cs typeface="Libre Baskerville"/>
                <a:sym typeface="Libre Baskerville"/>
              </a:rPr>
              <a:t> = </a:t>
            </a:r>
            <a:r>
              <a:rPr lang="en-US" sz="2800" b="0" i="0" u="none" strike="noStrike" cap="none">
                <a:solidFill>
                  <a:schemeClr val="dk1"/>
                </a:solidFill>
                <a:latin typeface="Libre Baskerville"/>
                <a:ea typeface="Libre Baskerville"/>
                <a:cs typeface="Libre Baskerville"/>
                <a:sym typeface="Libre Baskerville"/>
              </a:rPr>
              <a:t>error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11">
                                            <p:txEl>
                                              <p:pRg st="0" end="0"/>
                                            </p:txEl>
                                          </p:spTgt>
                                        </p:tgtEl>
                                        <p:attrNameLst>
                                          <p:attrName>style.visibility</p:attrName>
                                        </p:attrNameLst>
                                      </p:cBhvr>
                                      <p:to>
                                        <p:strVal val="visible"/>
                                      </p:to>
                                    </p:set>
                                    <p:anim calcmode="lin" valueType="num">
                                      <p:cBhvr additive="base">
                                        <p:cTn id="7" dur="500"/>
                                        <p:tgtEl>
                                          <p:spTgt spid="111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11">
                                            <p:txEl>
                                              <p:pRg st="1" end="1"/>
                                            </p:txEl>
                                          </p:spTgt>
                                        </p:tgtEl>
                                        <p:attrNameLst>
                                          <p:attrName>style.visibility</p:attrName>
                                        </p:attrNameLst>
                                      </p:cBhvr>
                                      <p:to>
                                        <p:strVal val="visible"/>
                                      </p:to>
                                    </p:set>
                                    <p:anim calcmode="lin" valueType="num">
                                      <p:cBhvr additive="base">
                                        <p:cTn id="12" dur="500"/>
                                        <p:tgtEl>
                                          <p:spTgt spid="111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11">
                                            <p:txEl>
                                              <p:pRg st="2" end="2"/>
                                            </p:txEl>
                                          </p:spTgt>
                                        </p:tgtEl>
                                        <p:attrNameLst>
                                          <p:attrName>style.visibility</p:attrName>
                                        </p:attrNameLst>
                                      </p:cBhvr>
                                      <p:to>
                                        <p:strVal val="visible"/>
                                      </p:to>
                                    </p:set>
                                    <p:anim calcmode="lin" valueType="num">
                                      <p:cBhvr additive="base">
                                        <p:cTn id="17" dur="500"/>
                                        <p:tgtEl>
                                          <p:spTgt spid="111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111">
                                            <p:txEl>
                                              <p:pRg st="3" end="3"/>
                                            </p:txEl>
                                          </p:spTgt>
                                        </p:tgtEl>
                                        <p:attrNameLst>
                                          <p:attrName>style.visibility</p:attrName>
                                        </p:attrNameLst>
                                      </p:cBhvr>
                                      <p:to>
                                        <p:strVal val="visible"/>
                                      </p:to>
                                    </p:set>
                                    <p:anim calcmode="lin" valueType="num">
                                      <p:cBhvr additive="base">
                                        <p:cTn id="22" dur="500"/>
                                        <p:tgtEl>
                                          <p:spTgt spid="111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111">
                                            <p:txEl>
                                              <p:pRg st="4" end="4"/>
                                            </p:txEl>
                                          </p:spTgt>
                                        </p:tgtEl>
                                        <p:attrNameLst>
                                          <p:attrName>style.visibility</p:attrName>
                                        </p:attrNameLst>
                                      </p:cBhvr>
                                      <p:to>
                                        <p:strVal val="visible"/>
                                      </p:to>
                                    </p:set>
                                    <p:anim calcmode="lin" valueType="num">
                                      <p:cBhvr additive="base">
                                        <p:cTn id="27" dur="500"/>
                                        <p:tgtEl>
                                          <p:spTgt spid="111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111">
                                            <p:txEl>
                                              <p:pRg st="5" end="5"/>
                                            </p:txEl>
                                          </p:spTgt>
                                        </p:tgtEl>
                                        <p:attrNameLst>
                                          <p:attrName>style.visibility</p:attrName>
                                        </p:attrNameLst>
                                      </p:cBhvr>
                                      <p:to>
                                        <p:strVal val="visible"/>
                                      </p:to>
                                    </p:set>
                                    <p:anim calcmode="lin" valueType="num">
                                      <p:cBhvr additive="base">
                                        <p:cTn id="32" dur="500"/>
                                        <p:tgtEl>
                                          <p:spTgt spid="1111">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111">
                                            <p:txEl>
                                              <p:pRg st="6" end="6"/>
                                            </p:txEl>
                                          </p:spTgt>
                                        </p:tgtEl>
                                        <p:attrNameLst>
                                          <p:attrName>style.visibility</p:attrName>
                                        </p:attrNameLst>
                                      </p:cBhvr>
                                      <p:to>
                                        <p:strVal val="visible"/>
                                      </p:to>
                                    </p:set>
                                    <p:anim calcmode="lin" valueType="num">
                                      <p:cBhvr additive="base">
                                        <p:cTn id="37" dur="500"/>
                                        <p:tgtEl>
                                          <p:spTgt spid="1111">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111">
                                            <p:txEl>
                                              <p:pRg st="7" end="7"/>
                                            </p:txEl>
                                          </p:spTgt>
                                        </p:tgtEl>
                                        <p:attrNameLst>
                                          <p:attrName>style.visibility</p:attrName>
                                        </p:attrNameLst>
                                      </p:cBhvr>
                                      <p:to>
                                        <p:strVal val="visible"/>
                                      </p:to>
                                    </p:set>
                                    <p:anim calcmode="lin" valueType="num">
                                      <p:cBhvr additive="base">
                                        <p:cTn id="42" dur="500"/>
                                        <p:tgtEl>
                                          <p:spTgt spid="1111">
                                            <p:txEl>
                                              <p:pRg st="7" end="7"/>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p145"/>
          <p:cNvSpPr txBox="1">
            <a:spLocks noGrp="1"/>
          </p:cNvSpPr>
          <p:nvPr>
            <p:ph type="title"/>
          </p:nvPr>
        </p:nvSpPr>
        <p:spPr>
          <a:xfrm>
            <a:off x="762000" y="465138"/>
            <a:ext cx="7772400" cy="1433400"/>
          </a:xfrm>
          <a:prstGeom prst="rect">
            <a:avLst/>
          </a:prstGeom>
          <a:noFill/>
          <a:ln>
            <a:noFill/>
          </a:ln>
        </p:spPr>
        <p:txBody>
          <a:bodyPr spcFirstLastPara="1" wrap="square" lIns="92150" tIns="46075" rIns="92150" bIns="46075" anchor="b" anchorCtr="0">
            <a:normAutofit/>
          </a:bodyPr>
          <a:lstStyle/>
          <a:p>
            <a:pPr marL="0" lvl="0" indent="0" algn="l" rtl="0">
              <a:spcBef>
                <a:spcPts val="0"/>
              </a:spcBef>
              <a:spcAft>
                <a:spcPts val="0"/>
              </a:spcAft>
              <a:buClr>
                <a:srgbClr val="3333CC"/>
              </a:buClr>
              <a:buSzPct val="100000"/>
              <a:buFont typeface="Libre Franklin"/>
              <a:buNone/>
            </a:pPr>
            <a:r>
              <a:rPr lang="en-US">
                <a:solidFill>
                  <a:srgbClr val="3333CC"/>
                </a:solidFill>
              </a:rPr>
              <a:t>Linear List Operations—indexOf(the Element)</a:t>
            </a:r>
            <a:endParaRPr/>
          </a:p>
        </p:txBody>
      </p:sp>
      <p:sp>
        <p:nvSpPr>
          <p:cNvPr id="1119" name="Google Shape;1119;p145"/>
          <p:cNvSpPr txBox="1">
            <a:spLocks noGrp="1"/>
          </p:cNvSpPr>
          <p:nvPr>
            <p:ph type="subTitle" idx="4294967295"/>
          </p:nvPr>
        </p:nvSpPr>
        <p:spPr>
          <a:xfrm>
            <a:off x="685800" y="2605088"/>
            <a:ext cx="6400800" cy="3095700"/>
          </a:xfrm>
          <a:prstGeom prst="rect">
            <a:avLst/>
          </a:prstGeom>
          <a:noFill/>
          <a:ln>
            <a:noFill/>
          </a:ln>
        </p:spPr>
        <p:txBody>
          <a:bodyPr spcFirstLastPara="1" wrap="square" lIns="92150" tIns="46075" rIns="92150" bIns="46075" anchor="ctr" anchorCtr="0">
            <a:normAutofit fontScale="92500"/>
          </a:bodyPr>
          <a:lstStyle/>
          <a:p>
            <a:pPr marL="0" marR="0" lvl="0" indent="0" algn="ctr" rtl="0">
              <a:spcBef>
                <a:spcPts val="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determine the index of an element</a:t>
            </a:r>
            <a:endParaRPr/>
          </a:p>
          <a:p>
            <a:pPr marL="0" marR="0" lvl="0" indent="0" algn="ctr"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 </a:t>
            </a:r>
            <a:endParaRPr/>
          </a:p>
          <a:p>
            <a:pPr marL="0" marR="0" lvl="0" indent="0" algn="ctr"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L =</a:t>
            </a:r>
            <a:r>
              <a:rPr lang="en-US" sz="2800" b="0" i="0" u="none" strike="noStrike" cap="none">
                <a:solidFill>
                  <a:srgbClr val="3333CC"/>
                </a:solidFill>
                <a:latin typeface="Libre Baskerville"/>
                <a:ea typeface="Libre Baskerville"/>
                <a:cs typeface="Libre Baskerville"/>
                <a:sym typeface="Libre Baskerville"/>
              </a:rPr>
              <a:t> </a:t>
            </a:r>
            <a:r>
              <a:rPr lang="en-US" sz="2800" b="0" i="1" u="none" strike="noStrike" cap="none">
                <a:solidFill>
                  <a:srgbClr val="3333CC"/>
                </a:solidFill>
                <a:latin typeface="Libre Baskerville"/>
                <a:ea typeface="Libre Baskerville"/>
                <a:cs typeface="Libre Baskerville"/>
                <a:sym typeface="Libre Baskerville"/>
              </a:rPr>
              <a:t>(a,b,d,b,a)</a:t>
            </a:r>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indexOf(d)</a:t>
            </a:r>
            <a:r>
              <a:rPr lang="en-US" sz="2800" b="0" i="1" u="none" strike="noStrike" cap="none">
                <a:solidFill>
                  <a:schemeClr val="dk1"/>
                </a:solidFill>
                <a:latin typeface="Libre Baskerville"/>
                <a:ea typeface="Libre Baskerville"/>
                <a:cs typeface="Libre Baskerville"/>
                <a:sym typeface="Libre Baskerville"/>
              </a:rPr>
              <a:t> = 2</a:t>
            </a:r>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indexOf(a)</a:t>
            </a:r>
            <a:r>
              <a:rPr lang="en-US" sz="2800" b="0" i="1" u="none" strike="noStrike" cap="none">
                <a:solidFill>
                  <a:schemeClr val="dk1"/>
                </a:solidFill>
                <a:latin typeface="Libre Baskerville"/>
                <a:ea typeface="Libre Baskerville"/>
                <a:cs typeface="Libre Baskerville"/>
                <a:sym typeface="Libre Baskerville"/>
              </a:rPr>
              <a:t> = 0</a:t>
            </a:r>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indexOf(z)</a:t>
            </a:r>
            <a:r>
              <a:rPr lang="en-US" sz="2800" b="0" i="1" u="none" strike="noStrike" cap="none">
                <a:solidFill>
                  <a:schemeClr val="dk1"/>
                </a:solidFill>
                <a:latin typeface="Libre Baskerville"/>
                <a:ea typeface="Libre Baskerville"/>
                <a:cs typeface="Libre Baskerville"/>
                <a:sym typeface="Libre Baskerville"/>
              </a:rPr>
              <a:t> = -1</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146"/>
          <p:cNvSpPr txBox="1">
            <a:spLocks noGrp="1"/>
          </p:cNvSpPr>
          <p:nvPr>
            <p:ph type="title"/>
          </p:nvPr>
        </p:nvSpPr>
        <p:spPr>
          <a:xfrm>
            <a:off x="762000" y="312738"/>
            <a:ext cx="7772400" cy="1433512"/>
          </a:xfrm>
          <a:prstGeom prst="rect">
            <a:avLst/>
          </a:prstGeom>
          <a:noFill/>
          <a:ln>
            <a:noFill/>
          </a:ln>
        </p:spPr>
        <p:txBody>
          <a:bodyPr spcFirstLastPara="1" wrap="square" lIns="92150" tIns="46075" rIns="92150" bIns="46075" anchor="b" anchorCtr="0">
            <a:normAutofit/>
          </a:bodyPr>
          <a:lstStyle/>
          <a:p>
            <a:pPr marL="0" lvl="0" indent="0" algn="l" rtl="0">
              <a:spcBef>
                <a:spcPts val="0"/>
              </a:spcBef>
              <a:spcAft>
                <a:spcPts val="0"/>
              </a:spcAft>
              <a:buClr>
                <a:srgbClr val="3333CC"/>
              </a:buClr>
              <a:buSzPts val="4000"/>
              <a:buFont typeface="Libre Franklin"/>
              <a:buNone/>
            </a:pPr>
            <a:r>
              <a:rPr lang="en-US">
                <a:solidFill>
                  <a:srgbClr val="3333CC"/>
                </a:solidFill>
              </a:rPr>
              <a:t>Linear List Operations—remove(theIndex)</a:t>
            </a:r>
            <a:endParaRPr/>
          </a:p>
        </p:txBody>
      </p:sp>
      <p:sp>
        <p:nvSpPr>
          <p:cNvPr id="1127" name="Google Shape;1127;p146"/>
          <p:cNvSpPr txBox="1">
            <a:spLocks noGrp="1"/>
          </p:cNvSpPr>
          <p:nvPr>
            <p:ph type="subTitle" idx="4294967295"/>
          </p:nvPr>
        </p:nvSpPr>
        <p:spPr>
          <a:xfrm>
            <a:off x="990600" y="2135188"/>
            <a:ext cx="6400800" cy="4037100"/>
          </a:xfrm>
          <a:prstGeom prst="rect">
            <a:avLst/>
          </a:prstGeom>
          <a:noFill/>
          <a:ln>
            <a:noFill/>
          </a:ln>
        </p:spPr>
        <p:txBody>
          <a:bodyPr spcFirstLastPara="1" wrap="square" lIns="92150" tIns="46075" rIns="92150" bIns="46075" anchor="ctr" anchorCtr="0">
            <a:normAutofit lnSpcReduction="10000"/>
          </a:bodyPr>
          <a:lstStyle/>
          <a:p>
            <a:pPr marL="0" marR="0" lvl="0" indent="0" algn="l" rtl="0">
              <a:spcBef>
                <a:spcPts val="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remove and return element with given index</a:t>
            </a:r>
            <a:endParaRPr/>
          </a:p>
          <a:p>
            <a:pPr marL="0" marR="0" lvl="0" indent="0" algn="ctr" rtl="0">
              <a:spcBef>
                <a:spcPts val="700"/>
              </a:spcBef>
              <a:spcAft>
                <a:spcPts val="0"/>
              </a:spcAft>
              <a:buClr>
                <a:schemeClr val="dk1"/>
              </a:buClr>
              <a:buSzPts val="2380"/>
              <a:buFont typeface="Noto Sans Symbols"/>
              <a:buNone/>
            </a:pPr>
            <a:endParaRPr sz="2800" b="0" i="0" u="none" strike="noStrike" cap="none">
              <a:solidFill>
                <a:schemeClr val="dk1"/>
              </a:solidFill>
              <a:latin typeface="Libre Baskerville"/>
              <a:ea typeface="Libre Baskerville"/>
              <a:cs typeface="Libre Baskerville"/>
              <a:sym typeface="Libre Baskerville"/>
            </a:endParaRPr>
          </a:p>
          <a:p>
            <a:pPr marL="0" marR="0" lvl="0" indent="0" algn="ctr"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L = (a,b,c,d,e,f,g)</a:t>
            </a:r>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remove(2)</a:t>
            </a:r>
            <a:r>
              <a:rPr lang="en-US" sz="2800" b="0" i="1" u="none" strike="noStrike" cap="none">
                <a:solidFill>
                  <a:schemeClr val="dk1"/>
                </a:solidFill>
                <a:latin typeface="Libre Baskerville"/>
                <a:ea typeface="Libre Baskerville"/>
                <a:cs typeface="Libre Baskerville"/>
                <a:sym typeface="Libre Baskerville"/>
              </a:rPr>
              <a:t> </a:t>
            </a:r>
            <a:r>
              <a:rPr lang="en-US" sz="2800" b="0" i="0" u="none" strike="noStrike" cap="none">
                <a:solidFill>
                  <a:schemeClr val="dk1"/>
                </a:solidFill>
                <a:latin typeface="Libre Baskerville"/>
                <a:ea typeface="Libre Baskerville"/>
                <a:cs typeface="Libre Baskerville"/>
                <a:sym typeface="Libre Baskerville"/>
              </a:rPr>
              <a:t>returns </a:t>
            </a:r>
            <a:r>
              <a:rPr lang="en-US" sz="2800" b="0" i="1" u="none" strike="noStrike" cap="none">
                <a:solidFill>
                  <a:srgbClr val="3333CC"/>
                </a:solidFill>
                <a:latin typeface="Libre Baskerville"/>
                <a:ea typeface="Libre Baskerville"/>
                <a:cs typeface="Libre Baskerville"/>
                <a:sym typeface="Libre Baskerville"/>
              </a:rPr>
              <a:t>c</a:t>
            </a:r>
            <a:endParaRPr/>
          </a:p>
          <a:p>
            <a:pPr marL="0" marR="0" lvl="0" indent="0" algn="l"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and </a:t>
            </a:r>
            <a:r>
              <a:rPr lang="en-US" sz="2800" b="0" i="1" u="none" strike="noStrike" cap="none">
                <a:solidFill>
                  <a:srgbClr val="3333CC"/>
                </a:solidFill>
                <a:latin typeface="Libre Baskerville"/>
                <a:ea typeface="Libre Baskerville"/>
                <a:cs typeface="Libre Baskerville"/>
                <a:sym typeface="Libre Baskerville"/>
              </a:rPr>
              <a:t>L</a:t>
            </a:r>
            <a:r>
              <a:rPr lang="en-US" sz="2800" b="0" i="0" u="none" strike="noStrike" cap="none">
                <a:solidFill>
                  <a:schemeClr val="dk1"/>
                </a:solidFill>
                <a:latin typeface="Libre Baskerville"/>
                <a:ea typeface="Libre Baskerville"/>
                <a:cs typeface="Libre Baskerville"/>
                <a:sym typeface="Libre Baskerville"/>
              </a:rPr>
              <a:t> becomes </a:t>
            </a:r>
            <a:r>
              <a:rPr lang="en-US" sz="2800" b="0" i="1" u="none" strike="noStrike" cap="none">
                <a:solidFill>
                  <a:srgbClr val="3333CC"/>
                </a:solidFill>
                <a:latin typeface="Libre Baskerville"/>
                <a:ea typeface="Libre Baskerville"/>
                <a:cs typeface="Libre Baskerville"/>
                <a:sym typeface="Libre Baskerville"/>
              </a:rPr>
              <a:t>(a,b,d,e,f,g)</a:t>
            </a:r>
            <a:endParaRPr/>
          </a:p>
          <a:p>
            <a:pPr marL="0" marR="0" lvl="0" indent="0" algn="ctr" rtl="0">
              <a:spcBef>
                <a:spcPts val="700"/>
              </a:spcBef>
              <a:spcAft>
                <a:spcPts val="0"/>
              </a:spcAft>
              <a:buClr>
                <a:schemeClr val="dk1"/>
              </a:buClr>
              <a:buSzPts val="2380"/>
              <a:buFont typeface="Noto Sans Symbols"/>
              <a:buNone/>
            </a:pPr>
            <a:endParaRPr sz="2800" b="0" i="1" u="none" strike="noStrike" cap="none">
              <a:solidFill>
                <a:srgbClr val="3333CC"/>
              </a:solidFill>
              <a:latin typeface="Libre Baskerville"/>
              <a:ea typeface="Libre Baskerville"/>
              <a:cs typeface="Libre Baskerville"/>
              <a:sym typeface="Libre Baskerville"/>
            </a:endParaRPr>
          </a:p>
          <a:p>
            <a:pPr marL="0" marR="0" lvl="0" indent="0" algn="l"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index of</a:t>
            </a:r>
            <a:r>
              <a:rPr lang="en-US" sz="2800" b="0" i="1" u="none" strike="noStrike" cap="none">
                <a:solidFill>
                  <a:schemeClr val="dk1"/>
                </a:solidFill>
                <a:latin typeface="Libre Baskerville"/>
                <a:ea typeface="Libre Baskerville"/>
                <a:cs typeface="Libre Baskerville"/>
                <a:sym typeface="Libre Baskerville"/>
              </a:rPr>
              <a:t> </a:t>
            </a:r>
            <a:r>
              <a:rPr lang="en-US" sz="2800" b="0" i="1" u="none" strike="noStrike" cap="none">
                <a:solidFill>
                  <a:srgbClr val="3333CC"/>
                </a:solidFill>
                <a:latin typeface="Libre Baskerville"/>
                <a:ea typeface="Libre Baskerville"/>
                <a:cs typeface="Libre Baskerville"/>
                <a:sym typeface="Libre Baskerville"/>
              </a:rPr>
              <a:t>d,e,f,</a:t>
            </a:r>
            <a:r>
              <a:rPr lang="en-US" sz="2800" b="0" i="1" u="none" strike="noStrike" cap="none">
                <a:solidFill>
                  <a:schemeClr val="dk1"/>
                </a:solidFill>
                <a:latin typeface="Libre Baskerville"/>
                <a:ea typeface="Libre Baskerville"/>
                <a:cs typeface="Libre Baskerville"/>
                <a:sym typeface="Libre Baskerville"/>
              </a:rPr>
              <a:t> </a:t>
            </a:r>
            <a:r>
              <a:rPr lang="en-US" sz="2800" b="0" i="0" u="none" strike="noStrike" cap="none">
                <a:solidFill>
                  <a:schemeClr val="dk1"/>
                </a:solidFill>
                <a:latin typeface="Libre Baskerville"/>
                <a:ea typeface="Libre Baskerville"/>
                <a:cs typeface="Libre Baskerville"/>
                <a:sym typeface="Libre Baskerville"/>
              </a:rPr>
              <a:t>and</a:t>
            </a:r>
            <a:r>
              <a:rPr lang="en-US" sz="2800" b="0" i="1" u="none" strike="noStrike" cap="none">
                <a:solidFill>
                  <a:schemeClr val="dk1"/>
                </a:solidFill>
                <a:latin typeface="Libre Baskerville"/>
                <a:ea typeface="Libre Baskerville"/>
                <a:cs typeface="Libre Baskerville"/>
                <a:sym typeface="Libre Baskerville"/>
              </a:rPr>
              <a:t> </a:t>
            </a:r>
            <a:r>
              <a:rPr lang="en-US" sz="2800" b="0" i="1" u="none" strike="noStrike" cap="none">
                <a:solidFill>
                  <a:srgbClr val="3333CC"/>
                </a:solidFill>
                <a:latin typeface="Libre Baskerville"/>
                <a:ea typeface="Libre Baskerville"/>
                <a:cs typeface="Libre Baskerville"/>
                <a:sym typeface="Libre Baskerville"/>
              </a:rPr>
              <a:t>g</a:t>
            </a:r>
            <a:r>
              <a:rPr lang="en-US" sz="2800" b="0" i="1" u="none" strike="noStrike" cap="none">
                <a:solidFill>
                  <a:schemeClr val="dk1"/>
                </a:solidFill>
                <a:latin typeface="Libre Baskerville"/>
                <a:ea typeface="Libre Baskerville"/>
                <a:cs typeface="Libre Baskerville"/>
                <a:sym typeface="Libre Baskerville"/>
              </a:rPr>
              <a:t> </a:t>
            </a:r>
            <a:r>
              <a:rPr lang="en-US" sz="2800" b="0" i="0" u="none" strike="noStrike" cap="none">
                <a:solidFill>
                  <a:schemeClr val="dk1"/>
                </a:solidFill>
                <a:latin typeface="Libre Baskerville"/>
                <a:ea typeface="Libre Baskerville"/>
                <a:cs typeface="Libre Baskerville"/>
                <a:sym typeface="Libre Baskerville"/>
              </a:rPr>
              <a:t>decrease by</a:t>
            </a:r>
            <a:r>
              <a:rPr lang="en-US" sz="2800" b="0" i="1" u="none" strike="noStrike" cap="none">
                <a:solidFill>
                  <a:schemeClr val="dk1"/>
                </a:solidFill>
                <a:latin typeface="Libre Baskerville"/>
                <a:ea typeface="Libre Baskerville"/>
                <a:cs typeface="Libre Baskerville"/>
                <a:sym typeface="Libre Baskerville"/>
              </a:rPr>
              <a:t> 1</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147"/>
          <p:cNvSpPr txBox="1">
            <a:spLocks noGrp="1"/>
          </p:cNvSpPr>
          <p:nvPr>
            <p:ph type="title"/>
          </p:nvPr>
        </p:nvSpPr>
        <p:spPr>
          <a:xfrm>
            <a:off x="762000" y="312738"/>
            <a:ext cx="7772400" cy="1433512"/>
          </a:xfrm>
          <a:prstGeom prst="rect">
            <a:avLst/>
          </a:prstGeom>
          <a:noFill/>
          <a:ln>
            <a:noFill/>
          </a:ln>
        </p:spPr>
        <p:txBody>
          <a:bodyPr spcFirstLastPara="1" wrap="square" lIns="92150" tIns="46075" rIns="92150" bIns="46075" anchor="b" anchorCtr="0">
            <a:normAutofit/>
          </a:bodyPr>
          <a:lstStyle/>
          <a:p>
            <a:pPr marL="0" lvl="0" indent="0" algn="l" rtl="0">
              <a:spcBef>
                <a:spcPts val="0"/>
              </a:spcBef>
              <a:spcAft>
                <a:spcPts val="0"/>
              </a:spcAft>
              <a:buClr>
                <a:srgbClr val="3333CC"/>
              </a:buClr>
              <a:buSzPts val="4000"/>
              <a:buFont typeface="Libre Franklin"/>
              <a:buNone/>
            </a:pPr>
            <a:r>
              <a:rPr lang="en-US">
                <a:solidFill>
                  <a:srgbClr val="3333CC"/>
                </a:solidFill>
              </a:rPr>
              <a:t>Linear List Operations—remove(theIndex)</a:t>
            </a:r>
            <a:endParaRPr/>
          </a:p>
        </p:txBody>
      </p:sp>
      <p:sp>
        <p:nvSpPr>
          <p:cNvPr id="1135" name="Google Shape;1135;p147"/>
          <p:cNvSpPr txBox="1">
            <a:spLocks noGrp="1"/>
          </p:cNvSpPr>
          <p:nvPr>
            <p:ph type="subTitle" idx="4294967295"/>
          </p:nvPr>
        </p:nvSpPr>
        <p:spPr>
          <a:xfrm>
            <a:off x="609600" y="2374900"/>
            <a:ext cx="6400800" cy="2490900"/>
          </a:xfrm>
          <a:prstGeom prst="rect">
            <a:avLst/>
          </a:prstGeom>
          <a:noFill/>
          <a:ln>
            <a:noFill/>
          </a:ln>
        </p:spPr>
        <p:txBody>
          <a:bodyPr spcFirstLastPara="1" wrap="square" lIns="92150" tIns="46075" rIns="92150" bIns="46075" anchor="ctr" anchorCtr="0">
            <a:normAutofit/>
          </a:bodyPr>
          <a:lstStyle/>
          <a:p>
            <a:pPr marL="0" marR="0" lvl="0" indent="0" algn="l" rtl="0">
              <a:spcBef>
                <a:spcPts val="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remove and return element with given index</a:t>
            </a:r>
            <a:endParaRPr/>
          </a:p>
          <a:p>
            <a:pPr marL="0" marR="0" lvl="0" indent="0" algn="ctr" rtl="0">
              <a:spcBef>
                <a:spcPts val="700"/>
              </a:spcBef>
              <a:spcAft>
                <a:spcPts val="0"/>
              </a:spcAft>
              <a:buClr>
                <a:schemeClr val="dk1"/>
              </a:buClr>
              <a:buSzPts val="2380"/>
              <a:buFont typeface="Noto Sans Symbols"/>
              <a:buNone/>
            </a:pPr>
            <a:endParaRPr sz="2800" b="0" i="0" u="none" strike="noStrike" cap="none">
              <a:solidFill>
                <a:schemeClr val="dk1"/>
              </a:solidFill>
              <a:latin typeface="Libre Baskerville"/>
              <a:ea typeface="Libre Baskerville"/>
              <a:cs typeface="Libre Baskerville"/>
              <a:sym typeface="Libre Baskerville"/>
            </a:endParaRPr>
          </a:p>
          <a:p>
            <a:pPr marL="0" marR="0" lvl="0" indent="0" algn="ctr"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L = (a,b,c,d,e,f,g)</a:t>
            </a:r>
            <a:endParaRPr/>
          </a:p>
          <a:p>
            <a:pPr marL="0" marR="0" lvl="0" indent="0" algn="l" rtl="0">
              <a:spcBef>
                <a:spcPts val="700"/>
              </a:spcBef>
              <a:spcAft>
                <a:spcPts val="0"/>
              </a:spcAft>
              <a:buClr>
                <a:schemeClr val="dk1"/>
              </a:buClr>
              <a:buSzPts val="2380"/>
              <a:buFont typeface="Noto Sans Symbols"/>
              <a:buNone/>
            </a:pPr>
            <a:endParaRPr sz="2800" b="0" i="1" u="none" strike="noStrike" cap="none">
              <a:solidFill>
                <a:srgbClr val="3333CC"/>
              </a:solidFill>
              <a:latin typeface="Libre Baskerville"/>
              <a:ea typeface="Libre Baskerville"/>
              <a:cs typeface="Libre Baskerville"/>
              <a:sym typeface="Libre Baskerville"/>
            </a:endParaRPr>
          </a:p>
        </p:txBody>
      </p:sp>
      <p:sp>
        <p:nvSpPr>
          <p:cNvPr id="1136" name="Google Shape;1136;p147"/>
          <p:cNvSpPr txBox="1"/>
          <p:nvPr/>
        </p:nvSpPr>
        <p:spPr>
          <a:xfrm>
            <a:off x="1295400" y="4800600"/>
            <a:ext cx="6858000" cy="103505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3333CC"/>
              </a:buClr>
              <a:buSzPts val="2100"/>
              <a:buFont typeface="Arial"/>
              <a:buNone/>
            </a:pPr>
            <a:r>
              <a:rPr lang="en-US" sz="2800" b="0" i="1" u="none" strike="noStrike" cap="none">
                <a:solidFill>
                  <a:srgbClr val="3333CC"/>
                </a:solidFill>
                <a:latin typeface="Arial"/>
                <a:ea typeface="Arial"/>
                <a:cs typeface="Arial"/>
                <a:sym typeface="Arial"/>
              </a:rPr>
              <a:t>remove(-1)</a:t>
            </a:r>
            <a:r>
              <a:rPr lang="en-US" sz="2800" b="0" i="1" u="none" strike="noStrike" cap="none">
                <a:solidFill>
                  <a:srgbClr val="000000"/>
                </a:solidFill>
                <a:latin typeface="Arial"/>
                <a:ea typeface="Arial"/>
                <a:cs typeface="Arial"/>
                <a:sym typeface="Arial"/>
              </a:rPr>
              <a:t> </a:t>
            </a:r>
            <a:r>
              <a:rPr lang="en-US" sz="2800" b="0" i="0" u="none" strike="noStrike" cap="none">
                <a:solidFill>
                  <a:srgbClr val="000000"/>
                </a:solidFill>
                <a:latin typeface="Arial"/>
                <a:ea typeface="Arial"/>
                <a:cs typeface="Arial"/>
                <a:sym typeface="Arial"/>
              </a:rPr>
              <a:t>=&gt; error</a:t>
            </a:r>
            <a:endParaRPr/>
          </a:p>
          <a:p>
            <a:pPr marL="0" marR="0" lvl="0" indent="0" algn="l" rtl="0">
              <a:lnSpc>
                <a:spcPct val="100000"/>
              </a:lnSpc>
              <a:spcBef>
                <a:spcPts val="700"/>
              </a:spcBef>
              <a:spcAft>
                <a:spcPts val="0"/>
              </a:spcAft>
              <a:buClr>
                <a:srgbClr val="3333CC"/>
              </a:buClr>
              <a:buSzPts val="2100"/>
              <a:buFont typeface="Arial"/>
              <a:buNone/>
            </a:pPr>
            <a:r>
              <a:rPr lang="en-US" sz="2800" b="0" i="1" u="none" strike="noStrike" cap="none">
                <a:solidFill>
                  <a:srgbClr val="3333CC"/>
                </a:solidFill>
                <a:latin typeface="Arial"/>
                <a:ea typeface="Arial"/>
                <a:cs typeface="Arial"/>
                <a:sym typeface="Arial"/>
              </a:rPr>
              <a:t>remove(20)</a:t>
            </a:r>
            <a:r>
              <a:rPr lang="en-US" sz="2800" b="0" i="0" u="none" strike="noStrike" cap="none">
                <a:solidFill>
                  <a:srgbClr val="000000"/>
                </a:solidFill>
                <a:latin typeface="Arial"/>
                <a:ea typeface="Arial"/>
                <a:cs typeface="Arial"/>
                <a:sym typeface="Arial"/>
              </a:rPr>
              <a:t> =&gt; error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36">
                                            <p:txEl>
                                              <p:pRg st="0" end="0"/>
                                            </p:txEl>
                                          </p:spTgt>
                                        </p:tgtEl>
                                        <p:attrNameLst>
                                          <p:attrName>style.visibility</p:attrName>
                                        </p:attrNameLst>
                                      </p:cBhvr>
                                      <p:to>
                                        <p:strVal val="visible"/>
                                      </p:to>
                                    </p:set>
                                    <p:anim calcmode="lin" valueType="num">
                                      <p:cBhvr additive="base">
                                        <p:cTn id="7" dur="500"/>
                                        <p:tgtEl>
                                          <p:spTgt spid="113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36">
                                            <p:txEl>
                                              <p:pRg st="1" end="1"/>
                                            </p:txEl>
                                          </p:spTgt>
                                        </p:tgtEl>
                                        <p:attrNameLst>
                                          <p:attrName>style.visibility</p:attrName>
                                        </p:attrNameLst>
                                      </p:cBhvr>
                                      <p:to>
                                        <p:strVal val="visible"/>
                                      </p:to>
                                    </p:set>
                                    <p:anim calcmode="lin" valueType="num">
                                      <p:cBhvr additive="base">
                                        <p:cTn id="12" dur="500"/>
                                        <p:tgtEl>
                                          <p:spTgt spid="1136">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148"/>
          <p:cNvSpPr txBox="1">
            <a:spLocks noGrp="1"/>
          </p:cNvSpPr>
          <p:nvPr>
            <p:ph type="title"/>
          </p:nvPr>
        </p:nvSpPr>
        <p:spPr>
          <a:xfrm>
            <a:off x="240625" y="693750"/>
            <a:ext cx="8714400" cy="1433400"/>
          </a:xfrm>
          <a:prstGeom prst="rect">
            <a:avLst/>
          </a:prstGeom>
          <a:noFill/>
          <a:ln>
            <a:noFill/>
          </a:ln>
        </p:spPr>
        <p:txBody>
          <a:bodyPr spcFirstLastPara="1" wrap="square" lIns="92150" tIns="46075" rIns="92150" bIns="46075" anchor="b" anchorCtr="0">
            <a:normAutofit/>
          </a:bodyPr>
          <a:lstStyle/>
          <a:p>
            <a:pPr marL="0" lvl="0" indent="0" algn="l" rtl="0">
              <a:spcBef>
                <a:spcPts val="0"/>
              </a:spcBef>
              <a:spcAft>
                <a:spcPts val="0"/>
              </a:spcAft>
              <a:buClr>
                <a:srgbClr val="3333CC"/>
              </a:buClr>
              <a:buSzPct val="100000"/>
              <a:buFont typeface="Libre Franklin"/>
              <a:buNone/>
            </a:pPr>
            <a:r>
              <a:rPr lang="en-US">
                <a:solidFill>
                  <a:srgbClr val="3333CC"/>
                </a:solidFill>
              </a:rPr>
              <a:t>Linear List Operations—add(theIndex, the Element)</a:t>
            </a:r>
            <a:endParaRPr/>
          </a:p>
        </p:txBody>
      </p:sp>
      <p:sp>
        <p:nvSpPr>
          <p:cNvPr id="1144" name="Google Shape;1144;p148"/>
          <p:cNvSpPr txBox="1">
            <a:spLocks noGrp="1"/>
          </p:cNvSpPr>
          <p:nvPr>
            <p:ph type="subTitle" idx="4294967295"/>
          </p:nvPr>
        </p:nvSpPr>
        <p:spPr>
          <a:xfrm>
            <a:off x="838200" y="2120900"/>
            <a:ext cx="6400800" cy="4978500"/>
          </a:xfrm>
          <a:prstGeom prst="rect">
            <a:avLst/>
          </a:prstGeom>
          <a:noFill/>
          <a:ln>
            <a:noFill/>
          </a:ln>
        </p:spPr>
        <p:txBody>
          <a:bodyPr spcFirstLastPara="1" wrap="square" lIns="92150" tIns="46075" rIns="92150" bIns="46075" anchor="ctr" anchorCtr="0">
            <a:normAutofit/>
          </a:bodyPr>
          <a:lstStyle/>
          <a:p>
            <a:pPr marL="0" marR="0" lvl="0" indent="0" algn="ctr" rtl="0">
              <a:spcBef>
                <a:spcPts val="0"/>
              </a:spcBef>
              <a:spcAft>
                <a:spcPts val="0"/>
              </a:spcAft>
              <a:buClr>
                <a:schemeClr val="dk1"/>
              </a:buClr>
              <a:buSzPts val="2380"/>
              <a:buFont typeface="Noto Sans Symbols"/>
              <a:buNone/>
            </a:pPr>
            <a:endParaRPr sz="2800" b="0" i="1" u="none" strike="noStrike" cap="none">
              <a:solidFill>
                <a:srgbClr val="3333CC"/>
              </a:solidFill>
              <a:latin typeface="Libre Baskerville"/>
              <a:ea typeface="Libre Baskerville"/>
              <a:cs typeface="Libre Baskerville"/>
              <a:sym typeface="Libre Baskerville"/>
            </a:endParaRPr>
          </a:p>
          <a:p>
            <a:pPr marL="0" marR="0" lvl="0" indent="0" algn="l"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add an element so that the new element has a specified index</a:t>
            </a:r>
            <a:endParaRPr/>
          </a:p>
          <a:p>
            <a:pPr marL="0" marR="0" lvl="0" indent="0" algn="ctr" rtl="0">
              <a:spcBef>
                <a:spcPts val="700"/>
              </a:spcBef>
              <a:spcAft>
                <a:spcPts val="0"/>
              </a:spcAft>
              <a:buClr>
                <a:schemeClr val="dk1"/>
              </a:buClr>
              <a:buSzPts val="2380"/>
              <a:buFont typeface="Noto Sans Symbols"/>
              <a:buNone/>
            </a:pPr>
            <a:endParaRPr sz="2800" b="0" i="0" u="none" strike="noStrike" cap="none">
              <a:solidFill>
                <a:schemeClr val="dk1"/>
              </a:solidFill>
              <a:latin typeface="Libre Baskerville"/>
              <a:ea typeface="Libre Baskerville"/>
              <a:cs typeface="Libre Baskerville"/>
              <a:sym typeface="Libre Baskerville"/>
            </a:endParaRPr>
          </a:p>
          <a:p>
            <a:pPr marL="0" marR="0" lvl="0" indent="0" algn="ctr"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L = (a,b,c,d,e,f,g)</a:t>
            </a:r>
            <a:endParaRPr/>
          </a:p>
          <a:p>
            <a:pPr marL="0" marR="0" lvl="0" indent="0" algn="ctr" rtl="0">
              <a:spcBef>
                <a:spcPts val="700"/>
              </a:spcBef>
              <a:spcAft>
                <a:spcPts val="0"/>
              </a:spcAft>
              <a:buClr>
                <a:schemeClr val="dk1"/>
              </a:buClr>
              <a:buSzPts val="2380"/>
              <a:buFont typeface="Noto Sans Symbols"/>
              <a:buNone/>
            </a:pPr>
            <a:endParaRPr sz="2800" b="0" i="1" u="none" strike="noStrike" cap="none">
              <a:solidFill>
                <a:srgbClr val="3333CC"/>
              </a:solidFill>
              <a:latin typeface="Libre Baskerville"/>
              <a:ea typeface="Libre Baskerville"/>
              <a:cs typeface="Libre Baskerville"/>
              <a:sym typeface="Libre Baskerville"/>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add(0,h)</a:t>
            </a:r>
            <a:r>
              <a:rPr lang="en-US" sz="2800" b="0" i="1" u="none" strike="noStrike" cap="none">
                <a:solidFill>
                  <a:schemeClr val="dk1"/>
                </a:solidFill>
                <a:latin typeface="Libre Baskerville"/>
                <a:ea typeface="Libre Baskerville"/>
                <a:cs typeface="Libre Baskerville"/>
                <a:sym typeface="Libre Baskerville"/>
              </a:rPr>
              <a:t> =&gt; </a:t>
            </a:r>
            <a:r>
              <a:rPr lang="en-US" sz="2800" b="0" i="1" u="none" strike="noStrike" cap="none">
                <a:solidFill>
                  <a:srgbClr val="3333CC"/>
                </a:solidFill>
                <a:latin typeface="Libre Baskerville"/>
                <a:ea typeface="Libre Baskerville"/>
                <a:cs typeface="Libre Baskerville"/>
                <a:sym typeface="Libre Baskerville"/>
              </a:rPr>
              <a:t>L = (h,a,b,c,d,e,f,g)</a:t>
            </a:r>
            <a:endParaRPr/>
          </a:p>
          <a:p>
            <a:pPr marL="0" marR="0" lvl="0" indent="0" algn="ctr"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index of</a:t>
            </a:r>
            <a:r>
              <a:rPr lang="en-US" sz="2800" b="0" i="1" u="none" strike="noStrike" cap="none">
                <a:solidFill>
                  <a:schemeClr val="dk1"/>
                </a:solidFill>
                <a:latin typeface="Libre Baskerville"/>
                <a:ea typeface="Libre Baskerville"/>
                <a:cs typeface="Libre Baskerville"/>
                <a:sym typeface="Libre Baskerville"/>
              </a:rPr>
              <a:t> </a:t>
            </a:r>
            <a:r>
              <a:rPr lang="en-US" sz="2800" b="0" i="1" u="none" strike="noStrike" cap="none">
                <a:solidFill>
                  <a:srgbClr val="3333CC"/>
                </a:solidFill>
                <a:latin typeface="Libre Baskerville"/>
                <a:ea typeface="Libre Baskerville"/>
                <a:cs typeface="Libre Baskerville"/>
                <a:sym typeface="Libre Baskerville"/>
              </a:rPr>
              <a:t>a,b,c,d,e,f,</a:t>
            </a:r>
            <a:r>
              <a:rPr lang="en-US" sz="2800" b="0" i="1" u="none" strike="noStrike" cap="none">
                <a:solidFill>
                  <a:schemeClr val="dk1"/>
                </a:solidFill>
                <a:latin typeface="Libre Baskerville"/>
                <a:ea typeface="Libre Baskerville"/>
                <a:cs typeface="Libre Baskerville"/>
                <a:sym typeface="Libre Baskerville"/>
              </a:rPr>
              <a:t> </a:t>
            </a:r>
            <a:r>
              <a:rPr lang="en-US" sz="2800" b="0" i="0" u="none" strike="noStrike" cap="none">
                <a:solidFill>
                  <a:schemeClr val="dk1"/>
                </a:solidFill>
                <a:latin typeface="Libre Baskerville"/>
                <a:ea typeface="Libre Baskerville"/>
                <a:cs typeface="Libre Baskerville"/>
                <a:sym typeface="Libre Baskerville"/>
              </a:rPr>
              <a:t>and</a:t>
            </a:r>
            <a:r>
              <a:rPr lang="en-US" sz="2800" b="0" i="1" u="none" strike="noStrike" cap="none">
                <a:solidFill>
                  <a:schemeClr val="dk1"/>
                </a:solidFill>
                <a:latin typeface="Libre Baskerville"/>
                <a:ea typeface="Libre Baskerville"/>
                <a:cs typeface="Libre Baskerville"/>
                <a:sym typeface="Libre Baskerville"/>
              </a:rPr>
              <a:t> </a:t>
            </a:r>
            <a:r>
              <a:rPr lang="en-US" sz="2800" b="0" i="1" u="none" strike="noStrike" cap="none">
                <a:solidFill>
                  <a:srgbClr val="3333CC"/>
                </a:solidFill>
                <a:latin typeface="Libre Baskerville"/>
                <a:ea typeface="Libre Baskerville"/>
                <a:cs typeface="Libre Baskerville"/>
                <a:sym typeface="Libre Baskerville"/>
              </a:rPr>
              <a:t>g</a:t>
            </a:r>
            <a:r>
              <a:rPr lang="en-US" sz="2800" b="0" i="1" u="none" strike="noStrike" cap="none">
                <a:solidFill>
                  <a:schemeClr val="dk1"/>
                </a:solidFill>
                <a:latin typeface="Libre Baskerville"/>
                <a:ea typeface="Libre Baskerville"/>
                <a:cs typeface="Libre Baskerville"/>
                <a:sym typeface="Libre Baskerville"/>
              </a:rPr>
              <a:t> </a:t>
            </a:r>
            <a:r>
              <a:rPr lang="en-US" sz="2800" b="0" i="0" u="none" strike="noStrike" cap="none">
                <a:solidFill>
                  <a:schemeClr val="dk1"/>
                </a:solidFill>
                <a:latin typeface="Libre Baskerville"/>
                <a:ea typeface="Libre Baskerville"/>
                <a:cs typeface="Libre Baskerville"/>
                <a:sym typeface="Libre Baskerville"/>
              </a:rPr>
              <a:t>increase by</a:t>
            </a:r>
            <a:r>
              <a:rPr lang="en-US" sz="2800" b="0" i="1" u="none" strike="noStrike" cap="none">
                <a:solidFill>
                  <a:schemeClr val="dk1"/>
                </a:solidFill>
                <a:latin typeface="Libre Baskerville"/>
                <a:ea typeface="Libre Baskerville"/>
                <a:cs typeface="Libre Baskerville"/>
                <a:sym typeface="Libre Baskerville"/>
              </a:rPr>
              <a:t> 1</a:t>
            </a:r>
            <a:endParaRPr/>
          </a:p>
          <a:p>
            <a:pPr marL="0" marR="0" lvl="0" indent="0" algn="ctr" rtl="0">
              <a:spcBef>
                <a:spcPts val="700"/>
              </a:spcBef>
              <a:spcAft>
                <a:spcPts val="0"/>
              </a:spcAft>
              <a:buClr>
                <a:schemeClr val="dk1"/>
              </a:buClr>
              <a:buSzPts val="2380"/>
              <a:buFont typeface="Noto Sans Symbols"/>
              <a:buNone/>
            </a:pPr>
            <a:endParaRPr sz="2800" b="0" i="1" u="none" strike="noStrike" cap="none">
              <a:solidFill>
                <a:schemeClr val="dk1"/>
              </a:solidFill>
              <a:latin typeface="Libre Baskerville"/>
              <a:ea typeface="Libre Baskerville"/>
              <a:cs typeface="Libre Baskerville"/>
              <a:sym typeface="Libre Baskerville"/>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149"/>
          <p:cNvSpPr txBox="1">
            <a:spLocks noGrp="1"/>
          </p:cNvSpPr>
          <p:nvPr>
            <p:ph type="title"/>
          </p:nvPr>
        </p:nvSpPr>
        <p:spPr>
          <a:xfrm>
            <a:off x="838200" y="465138"/>
            <a:ext cx="7772400" cy="1433400"/>
          </a:xfrm>
          <a:prstGeom prst="rect">
            <a:avLst/>
          </a:prstGeom>
          <a:noFill/>
          <a:ln>
            <a:noFill/>
          </a:ln>
        </p:spPr>
        <p:txBody>
          <a:bodyPr spcFirstLastPara="1" wrap="square" lIns="92150" tIns="46075" rIns="92150" bIns="46075" anchor="b" anchorCtr="0">
            <a:normAutofit/>
          </a:bodyPr>
          <a:lstStyle/>
          <a:p>
            <a:pPr marL="0" lvl="0" indent="0" algn="l" rtl="0">
              <a:spcBef>
                <a:spcPts val="0"/>
              </a:spcBef>
              <a:spcAft>
                <a:spcPts val="0"/>
              </a:spcAft>
              <a:buClr>
                <a:srgbClr val="3333CC"/>
              </a:buClr>
              <a:buSzPct val="100000"/>
              <a:buFont typeface="Libre Franklin"/>
              <a:buNone/>
            </a:pPr>
            <a:r>
              <a:rPr lang="en-US">
                <a:solidFill>
                  <a:srgbClr val="3333CC"/>
                </a:solidFill>
              </a:rPr>
              <a:t>Linear List Operations—add(theIndex, theElement)</a:t>
            </a:r>
            <a:endParaRPr/>
          </a:p>
        </p:txBody>
      </p:sp>
      <p:sp>
        <p:nvSpPr>
          <p:cNvPr id="1152" name="Google Shape;1152;p149"/>
          <p:cNvSpPr txBox="1">
            <a:spLocks noGrp="1"/>
          </p:cNvSpPr>
          <p:nvPr>
            <p:ph type="subTitle" idx="4294967295"/>
          </p:nvPr>
        </p:nvSpPr>
        <p:spPr>
          <a:xfrm>
            <a:off x="533400" y="1935163"/>
            <a:ext cx="6400800" cy="3521100"/>
          </a:xfrm>
          <a:prstGeom prst="rect">
            <a:avLst/>
          </a:prstGeom>
          <a:noFill/>
          <a:ln>
            <a:noFill/>
          </a:ln>
        </p:spPr>
        <p:txBody>
          <a:bodyPr spcFirstLastPara="1" wrap="square" lIns="92150" tIns="46075" rIns="92150" bIns="46075" anchor="ctr" anchorCtr="0">
            <a:normAutofit/>
          </a:bodyPr>
          <a:lstStyle/>
          <a:p>
            <a:pPr marL="0" marR="0" lvl="0" indent="0" algn="ctr" rtl="0">
              <a:spcBef>
                <a:spcPts val="0"/>
              </a:spcBef>
              <a:spcAft>
                <a:spcPts val="0"/>
              </a:spcAft>
              <a:buClr>
                <a:schemeClr val="dk1"/>
              </a:buClr>
              <a:buSzPts val="2380"/>
              <a:buFont typeface="Noto Sans Symbols"/>
              <a:buNone/>
            </a:pPr>
            <a:endParaRPr sz="2800" b="0" i="1" u="none" strike="noStrike" cap="none">
              <a:solidFill>
                <a:srgbClr val="3333CC"/>
              </a:solidFill>
              <a:latin typeface="Libre Baskerville"/>
              <a:ea typeface="Libre Baskerville"/>
              <a:cs typeface="Libre Baskerville"/>
              <a:sym typeface="Libre Baskerville"/>
            </a:endParaRPr>
          </a:p>
          <a:p>
            <a:pPr marL="0" marR="0" lvl="0" indent="0" algn="ctr"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L = (a,b,c,d,e,f,g)</a:t>
            </a:r>
            <a:endParaRPr/>
          </a:p>
          <a:p>
            <a:pPr marL="0" marR="0" lvl="0" indent="0" algn="ctr" rtl="0">
              <a:spcBef>
                <a:spcPts val="700"/>
              </a:spcBef>
              <a:spcAft>
                <a:spcPts val="0"/>
              </a:spcAft>
              <a:buClr>
                <a:schemeClr val="dk1"/>
              </a:buClr>
              <a:buSzPts val="2380"/>
              <a:buFont typeface="Noto Sans Symbols"/>
              <a:buNone/>
            </a:pPr>
            <a:endParaRPr sz="2800" b="0" i="1" u="none" strike="noStrike" cap="none">
              <a:solidFill>
                <a:srgbClr val="3333CC"/>
              </a:solidFill>
              <a:latin typeface="Libre Baskerville"/>
              <a:ea typeface="Libre Baskerville"/>
              <a:cs typeface="Libre Baskerville"/>
              <a:sym typeface="Libre Baskerville"/>
            </a:endParaRPr>
          </a:p>
          <a:p>
            <a:pPr marL="0" marR="0" lvl="0" indent="0" algn="l" rtl="0">
              <a:spcBef>
                <a:spcPts val="700"/>
              </a:spcBef>
              <a:spcAft>
                <a:spcPts val="0"/>
              </a:spcAft>
              <a:buClr>
                <a:srgbClr val="3333CC"/>
              </a:buClr>
              <a:buSzPts val="2380"/>
              <a:buFont typeface="Noto Sans Symbols"/>
              <a:buNone/>
            </a:pPr>
            <a:r>
              <a:rPr lang="en-US" sz="2800" b="0" i="1" u="none" strike="noStrike" cap="none">
                <a:solidFill>
                  <a:srgbClr val="3333CC"/>
                </a:solidFill>
                <a:latin typeface="Libre Baskerville"/>
                <a:ea typeface="Libre Baskerville"/>
                <a:cs typeface="Libre Baskerville"/>
                <a:sym typeface="Libre Baskerville"/>
              </a:rPr>
              <a:t>add(2,h)</a:t>
            </a:r>
            <a:r>
              <a:rPr lang="en-US" sz="2800" b="0" i="1" u="none" strike="noStrike" cap="none">
                <a:solidFill>
                  <a:schemeClr val="dk1"/>
                </a:solidFill>
                <a:latin typeface="Libre Baskerville"/>
                <a:ea typeface="Libre Baskerville"/>
                <a:cs typeface="Libre Baskerville"/>
                <a:sym typeface="Libre Baskerville"/>
              </a:rPr>
              <a:t> =&gt; </a:t>
            </a:r>
            <a:r>
              <a:rPr lang="en-US" sz="2800" b="0" i="1" u="none" strike="noStrike" cap="none">
                <a:solidFill>
                  <a:srgbClr val="3333CC"/>
                </a:solidFill>
                <a:latin typeface="Libre Baskerville"/>
                <a:ea typeface="Libre Baskerville"/>
                <a:cs typeface="Libre Baskerville"/>
                <a:sym typeface="Libre Baskerville"/>
              </a:rPr>
              <a:t>L = (a,b,h,c,d,e,f,g)</a:t>
            </a:r>
            <a:endParaRPr/>
          </a:p>
          <a:p>
            <a:pPr marL="0" marR="0" lvl="0" indent="0" algn="l" rtl="0">
              <a:spcBef>
                <a:spcPts val="700"/>
              </a:spcBef>
              <a:spcAft>
                <a:spcPts val="0"/>
              </a:spcAft>
              <a:buClr>
                <a:schemeClr val="dk1"/>
              </a:buClr>
              <a:buSzPts val="2380"/>
              <a:buFont typeface="Noto Sans Symbols"/>
              <a:buNone/>
            </a:pPr>
            <a:r>
              <a:rPr lang="en-US" sz="2800" b="0" i="0" u="none" strike="noStrike" cap="none">
                <a:solidFill>
                  <a:schemeClr val="dk1"/>
                </a:solidFill>
                <a:latin typeface="Libre Baskerville"/>
                <a:ea typeface="Libre Baskerville"/>
                <a:cs typeface="Libre Baskerville"/>
                <a:sym typeface="Libre Baskerville"/>
              </a:rPr>
              <a:t>index of</a:t>
            </a:r>
            <a:r>
              <a:rPr lang="en-US" sz="2800" b="0" i="1" u="none" strike="noStrike" cap="none">
                <a:solidFill>
                  <a:schemeClr val="dk1"/>
                </a:solidFill>
                <a:latin typeface="Libre Baskerville"/>
                <a:ea typeface="Libre Baskerville"/>
                <a:cs typeface="Libre Baskerville"/>
                <a:sym typeface="Libre Baskerville"/>
              </a:rPr>
              <a:t> </a:t>
            </a:r>
            <a:r>
              <a:rPr lang="en-US" sz="2800" b="0" i="1" u="none" strike="noStrike" cap="none">
                <a:solidFill>
                  <a:srgbClr val="3333CC"/>
                </a:solidFill>
                <a:latin typeface="Libre Baskerville"/>
                <a:ea typeface="Libre Baskerville"/>
                <a:cs typeface="Libre Baskerville"/>
                <a:sym typeface="Libre Baskerville"/>
              </a:rPr>
              <a:t>c,d,e,f,</a:t>
            </a:r>
            <a:r>
              <a:rPr lang="en-US" sz="2800" b="0" i="1" u="none" strike="noStrike" cap="none">
                <a:solidFill>
                  <a:schemeClr val="dk1"/>
                </a:solidFill>
                <a:latin typeface="Libre Baskerville"/>
                <a:ea typeface="Libre Baskerville"/>
                <a:cs typeface="Libre Baskerville"/>
                <a:sym typeface="Libre Baskerville"/>
              </a:rPr>
              <a:t> </a:t>
            </a:r>
            <a:r>
              <a:rPr lang="en-US" sz="2800" b="0" i="0" u="none" strike="noStrike" cap="none">
                <a:solidFill>
                  <a:schemeClr val="dk1"/>
                </a:solidFill>
                <a:latin typeface="Libre Baskerville"/>
                <a:ea typeface="Libre Baskerville"/>
                <a:cs typeface="Libre Baskerville"/>
                <a:sym typeface="Libre Baskerville"/>
              </a:rPr>
              <a:t>and</a:t>
            </a:r>
            <a:r>
              <a:rPr lang="en-US" sz="2800" b="0" i="1" u="none" strike="noStrike" cap="none">
                <a:solidFill>
                  <a:schemeClr val="dk1"/>
                </a:solidFill>
                <a:latin typeface="Libre Baskerville"/>
                <a:ea typeface="Libre Baskerville"/>
                <a:cs typeface="Libre Baskerville"/>
                <a:sym typeface="Libre Baskerville"/>
              </a:rPr>
              <a:t> </a:t>
            </a:r>
            <a:r>
              <a:rPr lang="en-US" sz="2800" b="0" i="1" u="none" strike="noStrike" cap="none">
                <a:solidFill>
                  <a:srgbClr val="3333CC"/>
                </a:solidFill>
                <a:latin typeface="Libre Baskerville"/>
                <a:ea typeface="Libre Baskerville"/>
                <a:cs typeface="Libre Baskerville"/>
                <a:sym typeface="Libre Baskerville"/>
              </a:rPr>
              <a:t>g</a:t>
            </a:r>
            <a:r>
              <a:rPr lang="en-US" sz="2800" b="0" i="1" u="none" strike="noStrike" cap="none">
                <a:solidFill>
                  <a:schemeClr val="dk1"/>
                </a:solidFill>
                <a:latin typeface="Libre Baskerville"/>
                <a:ea typeface="Libre Baskerville"/>
                <a:cs typeface="Libre Baskerville"/>
                <a:sym typeface="Libre Baskerville"/>
              </a:rPr>
              <a:t> </a:t>
            </a:r>
            <a:r>
              <a:rPr lang="en-US" sz="2800" b="0" i="0" u="none" strike="noStrike" cap="none">
                <a:solidFill>
                  <a:schemeClr val="dk1"/>
                </a:solidFill>
                <a:latin typeface="Libre Baskerville"/>
                <a:ea typeface="Libre Baskerville"/>
                <a:cs typeface="Libre Baskerville"/>
                <a:sym typeface="Libre Baskerville"/>
              </a:rPr>
              <a:t>increase by</a:t>
            </a:r>
            <a:r>
              <a:rPr lang="en-US" sz="2800" b="0" i="1" u="none" strike="noStrike" cap="none">
                <a:solidFill>
                  <a:schemeClr val="dk1"/>
                </a:solidFill>
                <a:latin typeface="Libre Baskerville"/>
                <a:ea typeface="Libre Baskerville"/>
                <a:cs typeface="Libre Baskerville"/>
                <a:sym typeface="Libre Baskerville"/>
              </a:rPr>
              <a:t> 1</a:t>
            </a:r>
            <a:endParaRPr/>
          </a:p>
          <a:p>
            <a:pPr marL="0" marR="0" lvl="0" indent="0" algn="l" rtl="0">
              <a:spcBef>
                <a:spcPts val="700"/>
              </a:spcBef>
              <a:spcAft>
                <a:spcPts val="0"/>
              </a:spcAft>
              <a:buClr>
                <a:schemeClr val="dk1"/>
              </a:buClr>
              <a:buSzPts val="2380"/>
              <a:buFont typeface="Noto Sans Symbols"/>
              <a:buNone/>
            </a:pPr>
            <a:endParaRPr sz="2800" b="0" i="1" u="none" strike="noStrike" cap="none">
              <a:solidFill>
                <a:schemeClr val="dk1"/>
              </a:solidFill>
              <a:latin typeface="Libre Baskerville"/>
              <a:ea typeface="Libre Baskerville"/>
              <a:cs typeface="Libre Baskerville"/>
              <a:sym typeface="Libre Baskerville"/>
            </a:endParaRPr>
          </a:p>
        </p:txBody>
      </p:sp>
      <p:sp>
        <p:nvSpPr>
          <p:cNvPr id="1153" name="Google Shape;1153;p149"/>
          <p:cNvSpPr/>
          <p:nvPr/>
        </p:nvSpPr>
        <p:spPr>
          <a:xfrm>
            <a:off x="1371600" y="4876800"/>
            <a:ext cx="4572000" cy="116998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3333CC"/>
              </a:buClr>
              <a:buSzPts val="2100"/>
              <a:buFont typeface="Arial"/>
              <a:buNone/>
            </a:pPr>
            <a:r>
              <a:rPr lang="en-US" sz="2800" b="0" i="1" u="none" strike="noStrike" cap="none">
                <a:solidFill>
                  <a:srgbClr val="3333CC"/>
                </a:solidFill>
                <a:latin typeface="Arial"/>
                <a:ea typeface="Arial"/>
                <a:cs typeface="Arial"/>
                <a:sym typeface="Arial"/>
              </a:rPr>
              <a:t>add(10,h)</a:t>
            </a:r>
            <a:r>
              <a:rPr lang="en-US" sz="2800" b="0" i="1" u="none" strike="noStrike" cap="none">
                <a:solidFill>
                  <a:srgbClr val="000000"/>
                </a:solidFill>
                <a:latin typeface="Arial"/>
                <a:ea typeface="Arial"/>
                <a:cs typeface="Arial"/>
                <a:sym typeface="Arial"/>
              </a:rPr>
              <a:t> =&gt; </a:t>
            </a:r>
            <a:r>
              <a:rPr lang="en-US" sz="2800" b="0" i="0" u="none" strike="noStrike" cap="none">
                <a:solidFill>
                  <a:srgbClr val="000000"/>
                </a:solidFill>
                <a:latin typeface="Arial"/>
                <a:ea typeface="Arial"/>
                <a:cs typeface="Arial"/>
                <a:sym typeface="Arial"/>
              </a:rPr>
              <a:t>error</a:t>
            </a:r>
            <a:endParaRPr/>
          </a:p>
          <a:p>
            <a:pPr marL="0" marR="0" lvl="0" indent="0" algn="l" rtl="0">
              <a:lnSpc>
                <a:spcPct val="100000"/>
              </a:lnSpc>
              <a:spcBef>
                <a:spcPts val="1750"/>
              </a:spcBef>
              <a:spcAft>
                <a:spcPts val="0"/>
              </a:spcAft>
              <a:buClr>
                <a:srgbClr val="3333CC"/>
              </a:buClr>
              <a:buSzPts val="2100"/>
              <a:buFont typeface="Arial"/>
              <a:buNone/>
            </a:pPr>
            <a:r>
              <a:rPr lang="en-US" sz="2800" b="0" i="1" u="none" strike="noStrike" cap="none">
                <a:solidFill>
                  <a:srgbClr val="3333CC"/>
                </a:solidFill>
                <a:latin typeface="Arial"/>
                <a:ea typeface="Arial"/>
                <a:cs typeface="Arial"/>
                <a:sym typeface="Arial"/>
              </a:rPr>
              <a:t>add(-6,h)</a:t>
            </a:r>
            <a:r>
              <a:rPr lang="en-US" sz="2800" b="0" i="1" u="none" strike="noStrike" cap="none">
                <a:solidFill>
                  <a:srgbClr val="000000"/>
                </a:solidFill>
                <a:latin typeface="Arial"/>
                <a:ea typeface="Arial"/>
                <a:cs typeface="Arial"/>
                <a:sym typeface="Arial"/>
              </a:rPr>
              <a:t> =&gt; </a:t>
            </a:r>
            <a:r>
              <a:rPr lang="en-US" sz="2800" b="0" i="0" u="none" strike="noStrike" cap="none">
                <a:solidFill>
                  <a:srgbClr val="000000"/>
                </a:solidFill>
                <a:latin typeface="Arial"/>
                <a:ea typeface="Arial"/>
                <a:cs typeface="Arial"/>
                <a:sym typeface="Arial"/>
              </a:rPr>
              <a:t>error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59"/>
        <p:cNvGrpSpPr/>
        <p:nvPr/>
      </p:nvGrpSpPr>
      <p:grpSpPr>
        <a:xfrm>
          <a:off x="0" y="0"/>
          <a:ext cx="0" cy="0"/>
          <a:chOff x="0" y="0"/>
          <a:chExt cx="0" cy="0"/>
        </a:xfrm>
      </p:grpSpPr>
      <p:sp>
        <p:nvSpPr>
          <p:cNvPr id="1160" name="Google Shape;1160;p150"/>
          <p:cNvSpPr txBox="1">
            <a:spLocks noGrp="1"/>
          </p:cNvSpPr>
          <p:nvPr>
            <p:ph type="title"/>
          </p:nvPr>
        </p:nvSpPr>
        <p:spPr>
          <a:xfrm>
            <a:off x="914400" y="-144463"/>
            <a:ext cx="7772400" cy="1433513"/>
          </a:xfrm>
          <a:prstGeom prst="rect">
            <a:avLst/>
          </a:prstGeom>
          <a:noFill/>
          <a:ln>
            <a:noFill/>
          </a:ln>
        </p:spPr>
        <p:txBody>
          <a:bodyPr spcFirstLastPara="1" wrap="square" lIns="92150" tIns="46075" rIns="92150" bIns="46075" anchor="b" anchorCtr="0">
            <a:normAutofit/>
          </a:bodyPr>
          <a:lstStyle/>
          <a:p>
            <a:pPr marL="0" lvl="0" indent="0" algn="l" rtl="0">
              <a:spcBef>
                <a:spcPts val="0"/>
              </a:spcBef>
              <a:spcAft>
                <a:spcPts val="0"/>
              </a:spcAft>
              <a:buClr>
                <a:srgbClr val="3333CC"/>
              </a:buClr>
              <a:buSzPts val="4000"/>
              <a:buFont typeface="Libre Franklin"/>
              <a:buNone/>
            </a:pPr>
            <a:r>
              <a:rPr lang="en-US">
                <a:solidFill>
                  <a:srgbClr val="3333CC"/>
                </a:solidFill>
              </a:rPr>
              <a:t>Linear List Abstract Data Type</a:t>
            </a:r>
            <a:endParaRPr/>
          </a:p>
        </p:txBody>
      </p:sp>
      <p:sp>
        <p:nvSpPr>
          <p:cNvPr id="1161" name="Google Shape;1161;p150"/>
          <p:cNvSpPr txBox="1">
            <a:spLocks noGrp="1"/>
          </p:cNvSpPr>
          <p:nvPr>
            <p:ph type="subTitle" idx="4294967295"/>
          </p:nvPr>
        </p:nvSpPr>
        <p:spPr>
          <a:xfrm>
            <a:off x="304800" y="373075"/>
            <a:ext cx="8886300" cy="7254900"/>
          </a:xfrm>
          <a:prstGeom prst="rect">
            <a:avLst/>
          </a:prstGeom>
          <a:noFill/>
          <a:ln>
            <a:noFill/>
          </a:ln>
        </p:spPr>
        <p:txBody>
          <a:bodyPr spcFirstLastPara="1" wrap="square" lIns="92150" tIns="46075" rIns="92150" bIns="46075" anchor="ctr" anchorCtr="0">
            <a:normAutofit/>
          </a:bodyPr>
          <a:lstStyle/>
          <a:p>
            <a:pPr marL="0" marR="0" lvl="0" indent="0" algn="l" rtl="0">
              <a:spcBef>
                <a:spcPts val="0"/>
              </a:spcBef>
              <a:spcAft>
                <a:spcPts val="0"/>
              </a:spcAft>
              <a:buClr>
                <a:srgbClr val="FF0000"/>
              </a:buClr>
              <a:buSzPts val="1530"/>
              <a:buFont typeface="Noto Sans Symbols"/>
              <a:buNone/>
            </a:pPr>
            <a:r>
              <a:rPr lang="en-US" sz="1800" b="0" i="0" u="none" strike="noStrike" cap="none">
                <a:solidFill>
                  <a:srgbClr val="FF0000"/>
                </a:solidFill>
                <a:latin typeface="Libre Baskerville"/>
                <a:ea typeface="Libre Baskerville"/>
                <a:cs typeface="Libre Baskerville"/>
                <a:sym typeface="Libre Baskerville"/>
              </a:rPr>
              <a:t>AbstractDataType</a:t>
            </a:r>
            <a:r>
              <a:rPr lang="en-US" sz="1800" b="0" i="0" u="none" strike="noStrike" cap="none">
                <a:solidFill>
                  <a:schemeClr val="dk1"/>
                </a:solidFill>
                <a:latin typeface="Libre Baskerville"/>
                <a:ea typeface="Libre Baskerville"/>
                <a:cs typeface="Libre Baskerville"/>
                <a:sym typeface="Libre Baskerville"/>
              </a:rPr>
              <a:t> </a:t>
            </a:r>
            <a:r>
              <a:rPr lang="en-US" sz="1800" b="0" i="1" u="none" strike="noStrike" cap="none">
                <a:solidFill>
                  <a:srgbClr val="3333CC"/>
                </a:solidFill>
                <a:latin typeface="Libre Baskerville"/>
                <a:ea typeface="Libre Baskerville"/>
                <a:cs typeface="Libre Baskerville"/>
                <a:sym typeface="Libre Baskerville"/>
              </a:rPr>
              <a:t>LinearList</a:t>
            </a:r>
            <a:endParaRPr/>
          </a:p>
          <a:p>
            <a:pPr marL="0" marR="0" lvl="0" indent="0" algn="l"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a:t>
            </a:r>
            <a:r>
              <a:rPr lang="en-US" sz="1800" b="0" i="0" u="none" strike="noStrike" cap="none">
                <a:solidFill>
                  <a:srgbClr val="FF0000"/>
                </a:solidFill>
                <a:latin typeface="Libre Baskerville"/>
                <a:ea typeface="Libre Baskerville"/>
                <a:cs typeface="Libre Baskerville"/>
                <a:sym typeface="Libre Baskerville"/>
              </a:rPr>
              <a:t>instances</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ordered finite collections of zero or more elements</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a:t>
            </a:r>
            <a:r>
              <a:rPr lang="en-US" sz="1800" b="0" i="0" u="none" strike="noStrike" cap="none">
                <a:solidFill>
                  <a:srgbClr val="FF0000"/>
                </a:solidFill>
                <a:latin typeface="Libre Baskerville"/>
                <a:ea typeface="Libre Baskerville"/>
                <a:cs typeface="Libre Baskerville"/>
                <a:sym typeface="Libre Baskerville"/>
              </a:rPr>
              <a:t>operations</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a:t>
            </a:r>
            <a:r>
              <a:rPr lang="en-US" sz="1800" b="0" i="1" u="none" strike="noStrike" cap="none">
                <a:solidFill>
                  <a:srgbClr val="3333CC"/>
                </a:solidFill>
                <a:latin typeface="Libre Baskerville"/>
                <a:ea typeface="Libre Baskerville"/>
                <a:cs typeface="Libre Baskerville"/>
                <a:sym typeface="Libre Baskerville"/>
              </a:rPr>
              <a:t>isEmpty()</a:t>
            </a:r>
            <a:r>
              <a:rPr lang="en-US" sz="1800" b="0" i="0" u="none" strike="noStrike" cap="none">
                <a:solidFill>
                  <a:srgbClr val="3333CC"/>
                </a:solidFill>
                <a:latin typeface="Libre Baskerville"/>
                <a:ea typeface="Libre Baskerville"/>
                <a:cs typeface="Libre Baskerville"/>
                <a:sym typeface="Libre Baskerville"/>
              </a:rPr>
              <a:t>:</a:t>
            </a:r>
            <a:r>
              <a:rPr lang="en-US" sz="1800" b="0" i="0" u="none" strike="noStrike" cap="none">
                <a:solidFill>
                  <a:schemeClr val="dk1"/>
                </a:solidFill>
                <a:latin typeface="Libre Baskerville"/>
                <a:ea typeface="Libre Baskerville"/>
                <a:cs typeface="Libre Baskerville"/>
                <a:sym typeface="Libre Baskerville"/>
              </a:rPr>
              <a:t> return  true iff the list is empty,   false</a:t>
            </a:r>
            <a:r>
              <a:rPr lang="en-US" sz="1800" b="0" i="0" u="none" strike="noStrike" cap="none">
                <a:solidFill>
                  <a:srgbClr val="B2B2B2"/>
                </a:solidFill>
                <a:latin typeface="Libre Baskerville"/>
                <a:ea typeface="Libre Baskerville"/>
                <a:cs typeface="Libre Baskerville"/>
                <a:sym typeface="Libre Baskerville"/>
              </a:rPr>
              <a:t> </a:t>
            </a:r>
            <a:r>
              <a:rPr lang="en-US" sz="1800" b="0" i="0" u="none" strike="noStrike" cap="none">
                <a:solidFill>
                  <a:schemeClr val="dk1"/>
                </a:solidFill>
                <a:latin typeface="Libre Baskerville"/>
                <a:ea typeface="Libre Baskerville"/>
                <a:cs typeface="Libre Baskerville"/>
                <a:sym typeface="Libre Baskerville"/>
              </a:rPr>
              <a:t>otherwise</a:t>
            </a:r>
            <a:endParaRPr/>
          </a:p>
          <a:p>
            <a:pPr marL="0" marR="0" lvl="0" indent="0" algn="just" rtl="0">
              <a:spcBef>
                <a:spcPts val="450"/>
              </a:spcBef>
              <a:spcAft>
                <a:spcPts val="0"/>
              </a:spcAft>
              <a:buClr>
                <a:srgbClr val="3333CC"/>
              </a:buClr>
              <a:buSzPts val="1530"/>
              <a:buFont typeface="Noto Sans Symbols"/>
              <a:buNone/>
            </a:pPr>
            <a:r>
              <a:rPr lang="en-US" sz="1800" b="0" i="0" u="none" strike="noStrike" cap="none">
                <a:solidFill>
                  <a:srgbClr val="3333CC"/>
                </a:solidFill>
                <a:latin typeface="Libre Baskerville"/>
                <a:ea typeface="Libre Baskerville"/>
                <a:cs typeface="Libre Baskerville"/>
                <a:sym typeface="Libre Baskerville"/>
              </a:rPr>
              <a:t>      size():</a:t>
            </a:r>
            <a:r>
              <a:rPr lang="en-US" sz="1800" b="0" i="0" u="none" strike="noStrike" cap="none">
                <a:solidFill>
                  <a:schemeClr val="dk1"/>
                </a:solidFill>
                <a:latin typeface="Libre Baskerville"/>
                <a:ea typeface="Libre Baskerville"/>
                <a:cs typeface="Libre Baskerville"/>
                <a:sym typeface="Libre Baskerville"/>
              </a:rPr>
              <a:t>  return the list size (i.e., number of elements in the list)</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a:t>
            </a:r>
            <a:r>
              <a:rPr lang="en-US" sz="1800" b="0" i="1" u="none" strike="noStrike" cap="none">
                <a:solidFill>
                  <a:srgbClr val="3333CC"/>
                </a:solidFill>
                <a:latin typeface="Libre Baskerville"/>
                <a:ea typeface="Libre Baskerville"/>
                <a:cs typeface="Libre Baskerville"/>
                <a:sym typeface="Libre Baskerville"/>
              </a:rPr>
              <a:t>get(index)</a:t>
            </a:r>
            <a:r>
              <a:rPr lang="en-US" sz="1800" b="0" i="0" u="none" strike="noStrike" cap="none">
                <a:solidFill>
                  <a:srgbClr val="3333CC"/>
                </a:solidFill>
                <a:latin typeface="Libre Baskerville"/>
                <a:ea typeface="Libre Baskerville"/>
                <a:cs typeface="Libre Baskerville"/>
                <a:sym typeface="Libre Baskerville"/>
              </a:rPr>
              <a:t>:</a:t>
            </a:r>
            <a:r>
              <a:rPr lang="en-US" sz="1800" b="0" i="0" u="none" strike="noStrike" cap="none">
                <a:solidFill>
                  <a:schemeClr val="dk1"/>
                </a:solidFill>
                <a:latin typeface="Libre Baskerville"/>
                <a:ea typeface="Libre Baskerville"/>
                <a:cs typeface="Libre Baskerville"/>
                <a:sym typeface="Libre Baskerville"/>
              </a:rPr>
              <a:t> return the</a:t>
            </a:r>
            <a:r>
              <a:rPr lang="en-US" sz="1800" b="0" i="1" u="none" strike="noStrike" cap="none">
                <a:solidFill>
                  <a:schemeClr val="dk1"/>
                </a:solidFill>
                <a:latin typeface="Libre Baskerville"/>
                <a:ea typeface="Libre Baskerville"/>
                <a:cs typeface="Libre Baskerville"/>
                <a:sym typeface="Libre Baskerville"/>
              </a:rPr>
              <a:t> </a:t>
            </a:r>
            <a:r>
              <a:rPr lang="en-US" sz="1800" b="0" i="1" u="none" strike="noStrike" cap="none">
                <a:solidFill>
                  <a:srgbClr val="3333CC"/>
                </a:solidFill>
                <a:latin typeface="Libre Baskerville"/>
                <a:ea typeface="Libre Baskerville"/>
                <a:cs typeface="Libre Baskerville"/>
                <a:sym typeface="Libre Baskerville"/>
              </a:rPr>
              <a:t>index</a:t>
            </a:r>
            <a:r>
              <a:rPr lang="en-US" sz="1800" b="0" i="0" u="none" strike="noStrike" cap="none">
                <a:solidFill>
                  <a:schemeClr val="dk1"/>
                </a:solidFill>
                <a:latin typeface="Libre Baskerville"/>
                <a:ea typeface="Libre Baskerville"/>
                <a:cs typeface="Libre Baskerville"/>
                <a:sym typeface="Libre Baskerville"/>
              </a:rPr>
              <a:t>th element of the list</a:t>
            </a:r>
            <a:endParaRPr/>
          </a:p>
          <a:p>
            <a:pPr marL="0" marR="0" lvl="0" indent="0" algn="just" rtl="0">
              <a:spcBef>
                <a:spcPts val="450"/>
              </a:spcBef>
              <a:spcAft>
                <a:spcPts val="0"/>
              </a:spcAft>
              <a:buClr>
                <a:schemeClr val="dk1"/>
              </a:buClr>
              <a:buSzPts val="1530"/>
              <a:buFont typeface="Noto Sans Symbols"/>
              <a:buNone/>
            </a:pPr>
            <a:r>
              <a:rPr lang="en-US" sz="1800" b="0" i="1" u="none" strike="noStrike" cap="none">
                <a:solidFill>
                  <a:schemeClr val="dk1"/>
                </a:solidFill>
                <a:latin typeface="Libre Baskerville"/>
                <a:ea typeface="Libre Baskerville"/>
                <a:cs typeface="Libre Baskerville"/>
                <a:sym typeface="Libre Baskerville"/>
              </a:rPr>
              <a:t>      </a:t>
            </a:r>
            <a:r>
              <a:rPr lang="en-US" sz="1800" b="0" i="1" u="none" strike="noStrike" cap="none">
                <a:solidFill>
                  <a:srgbClr val="3333CC"/>
                </a:solidFill>
                <a:latin typeface="Libre Baskerville"/>
                <a:ea typeface="Libre Baskerville"/>
                <a:cs typeface="Libre Baskerville"/>
                <a:sym typeface="Libre Baskerville"/>
              </a:rPr>
              <a:t>indexO f(x)</a:t>
            </a:r>
            <a:r>
              <a:rPr lang="en-US" sz="1800" b="0" i="0" u="none" strike="noStrike" cap="none">
                <a:solidFill>
                  <a:srgbClr val="3333CC"/>
                </a:solidFill>
                <a:latin typeface="Libre Baskerville"/>
                <a:ea typeface="Libre Baskerville"/>
                <a:cs typeface="Libre Baskerville"/>
                <a:sym typeface="Libre Baskerville"/>
              </a:rPr>
              <a:t>:</a:t>
            </a:r>
            <a:r>
              <a:rPr lang="en-US" sz="1800" b="0" i="0" u="none" strike="noStrike" cap="none">
                <a:solidFill>
                  <a:schemeClr val="dk1"/>
                </a:solidFill>
                <a:latin typeface="Libre Baskerville"/>
                <a:ea typeface="Libre Baskerville"/>
                <a:cs typeface="Libre Baskerville"/>
                <a:sym typeface="Libre Baskerville"/>
              </a:rPr>
              <a:t> return the index of the first occurrence of </a:t>
            </a:r>
            <a:r>
              <a:rPr lang="en-US" sz="1800" b="0" i="0" u="none" strike="noStrike" cap="none">
                <a:solidFill>
                  <a:srgbClr val="B2B2B2"/>
                </a:solidFill>
                <a:latin typeface="Libre Baskerville"/>
                <a:ea typeface="Libre Baskerville"/>
                <a:cs typeface="Libre Baskerville"/>
                <a:sym typeface="Libre Baskerville"/>
              </a:rPr>
              <a:t> </a:t>
            </a:r>
            <a:r>
              <a:rPr lang="en-US" sz="1800" b="0" i="1" u="none" strike="noStrike" cap="none">
                <a:solidFill>
                  <a:schemeClr val="dk1"/>
                </a:solidFill>
                <a:latin typeface="Libre Baskerville"/>
                <a:ea typeface="Libre Baskerville"/>
                <a:cs typeface="Libre Baskerville"/>
                <a:sym typeface="Libre Baskerville"/>
              </a:rPr>
              <a:t>x</a:t>
            </a:r>
            <a:r>
              <a:rPr lang="en-US" sz="1800" b="0" i="1" u="none" strike="noStrike" cap="none">
                <a:solidFill>
                  <a:srgbClr val="B2B2B2"/>
                </a:solidFill>
                <a:latin typeface="Libre Baskerville"/>
                <a:ea typeface="Libre Baskerville"/>
                <a:cs typeface="Libre Baskerville"/>
                <a:sym typeface="Libre Baskerville"/>
              </a:rPr>
              <a:t> </a:t>
            </a:r>
            <a:r>
              <a:rPr lang="en-US" sz="1800" b="0" i="0" u="none" strike="noStrike" cap="none">
                <a:solidFill>
                  <a:schemeClr val="dk1"/>
                </a:solidFill>
                <a:latin typeface="Libre Baskerville"/>
                <a:ea typeface="Libre Baskerville"/>
                <a:cs typeface="Libre Baskerville"/>
                <a:sym typeface="Libre Baskerville"/>
              </a:rPr>
              <a:t>in </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the list, return -1 if</a:t>
            </a:r>
            <a:r>
              <a:rPr lang="en-US" sz="1800" b="0" i="0" u="none" strike="noStrike" cap="none">
                <a:solidFill>
                  <a:srgbClr val="B2B2B2"/>
                </a:solidFill>
                <a:latin typeface="Libre Baskerville"/>
                <a:ea typeface="Libre Baskerville"/>
                <a:cs typeface="Libre Baskerville"/>
                <a:sym typeface="Libre Baskerville"/>
              </a:rPr>
              <a:t> </a:t>
            </a:r>
            <a:r>
              <a:rPr lang="en-US" sz="1800" b="0" i="1" u="none" strike="noStrike" cap="none">
                <a:solidFill>
                  <a:schemeClr val="dk1"/>
                </a:solidFill>
                <a:latin typeface="Libre Baskerville"/>
                <a:ea typeface="Libre Baskerville"/>
                <a:cs typeface="Libre Baskerville"/>
                <a:sym typeface="Libre Baskerville"/>
              </a:rPr>
              <a:t>x </a:t>
            </a:r>
            <a:r>
              <a:rPr lang="en-US" sz="1800" b="0" i="0" u="none" strike="noStrike" cap="none">
                <a:solidFill>
                  <a:schemeClr val="dk1"/>
                </a:solidFill>
                <a:latin typeface="Libre Baskerville"/>
                <a:ea typeface="Libre Baskerville"/>
                <a:cs typeface="Libre Baskerville"/>
                <a:sym typeface="Libre Baskerville"/>
              </a:rPr>
              <a:t>is not in the list</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a:t>
            </a:r>
            <a:r>
              <a:rPr lang="en-US" sz="1800" b="0" i="1" u="none" strike="noStrike" cap="none">
                <a:solidFill>
                  <a:srgbClr val="3333CC"/>
                </a:solidFill>
                <a:latin typeface="Libre Baskerville"/>
                <a:ea typeface="Libre Baskerville"/>
                <a:cs typeface="Libre Baskerville"/>
                <a:sym typeface="Libre Baskerville"/>
              </a:rPr>
              <a:t>remove(index)</a:t>
            </a:r>
            <a:r>
              <a:rPr lang="en-US" sz="1800" b="0" i="0" u="none" strike="noStrike" cap="none">
                <a:solidFill>
                  <a:srgbClr val="3333CC"/>
                </a:solidFill>
                <a:latin typeface="Libre Baskerville"/>
                <a:ea typeface="Libre Baskerville"/>
                <a:cs typeface="Libre Baskerville"/>
                <a:sym typeface="Libre Baskerville"/>
              </a:rPr>
              <a:t>:</a:t>
            </a:r>
            <a:r>
              <a:rPr lang="en-US" sz="1800" b="0" i="0" u="none" strike="noStrike" cap="none">
                <a:solidFill>
                  <a:schemeClr val="dk1"/>
                </a:solidFill>
                <a:latin typeface="Libre Baskerville"/>
                <a:ea typeface="Libre Baskerville"/>
                <a:cs typeface="Libre Baskerville"/>
                <a:sym typeface="Libre Baskerville"/>
              </a:rPr>
              <a:t>  remove and return the </a:t>
            </a:r>
            <a:r>
              <a:rPr lang="en-US" sz="1800" b="0" i="1" u="none" strike="noStrike" cap="none">
                <a:solidFill>
                  <a:srgbClr val="3333CC"/>
                </a:solidFill>
                <a:latin typeface="Libre Baskerville"/>
                <a:ea typeface="Libre Baskerville"/>
                <a:cs typeface="Libre Baskerville"/>
                <a:sym typeface="Libre Baskerville"/>
              </a:rPr>
              <a:t>index</a:t>
            </a:r>
            <a:r>
              <a:rPr lang="en-US" sz="1800" b="0" i="0" u="none" strike="noStrike" cap="none">
                <a:solidFill>
                  <a:schemeClr val="dk1"/>
                </a:solidFill>
                <a:latin typeface="Libre Baskerville"/>
                <a:ea typeface="Libre Baskerville"/>
                <a:cs typeface="Libre Baskerville"/>
                <a:sym typeface="Libre Baskerville"/>
              </a:rPr>
              <a:t>th element, </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elements with higher index  have their index reduced by 1</a:t>
            </a:r>
            <a:endParaRPr/>
          </a:p>
          <a:p>
            <a:pPr marL="0" marR="0" lvl="0" indent="0" algn="just" rtl="0">
              <a:spcBef>
                <a:spcPts val="450"/>
              </a:spcBef>
              <a:spcAft>
                <a:spcPts val="0"/>
              </a:spcAft>
              <a:buClr>
                <a:srgbClr val="3333CC"/>
              </a:buClr>
              <a:buSzPts val="1530"/>
              <a:buFont typeface="Noto Sans Symbols"/>
              <a:buNone/>
            </a:pPr>
            <a:r>
              <a:rPr lang="en-US" sz="1800" b="0" i="0" u="none" strike="noStrike" cap="none">
                <a:solidFill>
                  <a:srgbClr val="3333CC"/>
                </a:solidFill>
                <a:latin typeface="Libre Baskerville"/>
                <a:ea typeface="Libre Baskerville"/>
                <a:cs typeface="Libre Baskerville"/>
                <a:sym typeface="Libre Baskerville"/>
              </a:rPr>
              <a:t>      </a:t>
            </a:r>
            <a:r>
              <a:rPr lang="en-US" sz="1800" b="0" i="1" u="none" strike="noStrike" cap="none">
                <a:solidFill>
                  <a:srgbClr val="3333CC"/>
                </a:solidFill>
                <a:latin typeface="Libre Baskerville"/>
                <a:ea typeface="Libre Baskerville"/>
                <a:cs typeface="Libre Baskerville"/>
                <a:sym typeface="Libre Baskerville"/>
              </a:rPr>
              <a:t>add(theIndex, x)</a:t>
            </a:r>
            <a:r>
              <a:rPr lang="en-US" sz="1800" b="0" i="0" u="none" strike="noStrike" cap="none">
                <a:solidFill>
                  <a:srgbClr val="3333CC"/>
                </a:solidFill>
                <a:latin typeface="Libre Baskerville"/>
                <a:ea typeface="Libre Baskerville"/>
                <a:cs typeface="Libre Baskerville"/>
                <a:sym typeface="Libre Baskerville"/>
              </a:rPr>
              <a:t>:</a:t>
            </a:r>
            <a:r>
              <a:rPr lang="en-US" sz="1800" b="0" i="0" u="none" strike="noStrike" cap="none">
                <a:solidFill>
                  <a:schemeClr val="dk1"/>
                </a:solidFill>
                <a:latin typeface="Libre Baskerville"/>
                <a:ea typeface="Libre Baskerville"/>
                <a:cs typeface="Libre Baskerville"/>
                <a:sym typeface="Libre Baskerville"/>
              </a:rPr>
              <a:t> insert x as the </a:t>
            </a:r>
            <a:r>
              <a:rPr lang="en-US" sz="1800" b="0" i="1" u="none" strike="noStrike" cap="none">
                <a:solidFill>
                  <a:srgbClr val="3333CC"/>
                </a:solidFill>
                <a:latin typeface="Libre Baskerville"/>
                <a:ea typeface="Libre Baskerville"/>
                <a:cs typeface="Libre Baskerville"/>
                <a:sym typeface="Libre Baskerville"/>
              </a:rPr>
              <a:t>index</a:t>
            </a:r>
            <a:r>
              <a:rPr lang="en-US" sz="1800" b="0" i="0" u="none" strike="noStrike" cap="none">
                <a:solidFill>
                  <a:schemeClr val="dk1"/>
                </a:solidFill>
                <a:latin typeface="Libre Baskerville"/>
                <a:ea typeface="Libre Baskerville"/>
                <a:cs typeface="Libre Baskerville"/>
                <a:sym typeface="Libre Baskerville"/>
              </a:rPr>
              <a:t>th element, elements</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with </a:t>
            </a:r>
            <a:r>
              <a:rPr lang="en-US" sz="1800" b="0" i="0" u="none" strike="noStrike" cap="none">
                <a:solidFill>
                  <a:srgbClr val="3333CC"/>
                </a:solidFill>
                <a:latin typeface="Libre Baskerville"/>
                <a:ea typeface="Libre Baskerville"/>
                <a:cs typeface="Libre Baskerville"/>
                <a:sym typeface="Libre Baskerville"/>
              </a:rPr>
              <a:t>theIndex</a:t>
            </a:r>
            <a:r>
              <a:rPr lang="en-US" sz="1800" b="0" i="0" u="none" strike="noStrike" cap="none">
                <a:solidFill>
                  <a:schemeClr val="dk1"/>
                </a:solidFill>
                <a:latin typeface="Libre Baskerville"/>
                <a:ea typeface="Libre Baskerville"/>
                <a:cs typeface="Libre Baskerville"/>
                <a:sym typeface="Libre Baskerville"/>
              </a:rPr>
              <a:t> &gt;= </a:t>
            </a:r>
            <a:r>
              <a:rPr lang="en-US" sz="1800" b="0" i="1" u="none" strike="noStrike" cap="none">
                <a:solidFill>
                  <a:srgbClr val="3333CC"/>
                </a:solidFill>
                <a:latin typeface="Libre Baskerville"/>
                <a:ea typeface="Libre Baskerville"/>
                <a:cs typeface="Libre Baskerville"/>
                <a:sym typeface="Libre Baskerville"/>
              </a:rPr>
              <a:t>index</a:t>
            </a:r>
            <a:r>
              <a:rPr lang="en-US" sz="1800" b="0" i="1" u="none" strike="noStrike" cap="none">
                <a:solidFill>
                  <a:schemeClr val="dk1"/>
                </a:solidFill>
                <a:latin typeface="Libre Baskerville"/>
                <a:ea typeface="Libre Baskerville"/>
                <a:cs typeface="Libre Baskerville"/>
                <a:sym typeface="Libre Baskerville"/>
              </a:rPr>
              <a:t> </a:t>
            </a:r>
            <a:r>
              <a:rPr lang="en-US" sz="1800" b="0" i="0" u="none" strike="noStrike" cap="none">
                <a:solidFill>
                  <a:schemeClr val="dk1"/>
                </a:solidFill>
                <a:latin typeface="Libre Baskerville"/>
                <a:ea typeface="Libre Baskerville"/>
                <a:cs typeface="Libre Baskerville"/>
                <a:sym typeface="Libre Baskerville"/>
              </a:rPr>
              <a:t>have their index increased by</a:t>
            </a:r>
            <a:r>
              <a:rPr lang="en-US" sz="1800" b="0" i="0" u="none" strike="noStrike" cap="none">
                <a:solidFill>
                  <a:srgbClr val="B2B2B2"/>
                </a:solidFill>
                <a:latin typeface="Libre Baskerville"/>
                <a:ea typeface="Libre Baskerville"/>
                <a:cs typeface="Libre Baskerville"/>
                <a:sym typeface="Libre Baskerville"/>
              </a:rPr>
              <a:t> </a:t>
            </a:r>
            <a:r>
              <a:rPr lang="en-US" sz="1800" b="0" i="0" u="none" strike="noStrike" cap="none">
                <a:solidFill>
                  <a:schemeClr val="dk1"/>
                </a:solidFill>
                <a:latin typeface="Libre Baskerville"/>
                <a:ea typeface="Libre Baskerville"/>
                <a:cs typeface="Libre Baskerville"/>
                <a:sym typeface="Libre Baskerville"/>
              </a:rPr>
              <a:t>1</a:t>
            </a:r>
            <a:endParaRPr/>
          </a:p>
          <a:p>
            <a:pPr marL="0" marR="0" lvl="0" indent="0" algn="just"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       </a:t>
            </a:r>
            <a:r>
              <a:rPr lang="en-US" sz="1800" b="0" i="1" u="none" strike="noStrike" cap="none">
                <a:solidFill>
                  <a:srgbClr val="3333CC"/>
                </a:solidFill>
                <a:latin typeface="Libre Baskerville"/>
                <a:ea typeface="Libre Baskerville"/>
                <a:cs typeface="Libre Baskerville"/>
                <a:sym typeface="Libre Baskerville"/>
              </a:rPr>
              <a:t>output()</a:t>
            </a:r>
            <a:r>
              <a:rPr lang="en-US" sz="1800" b="0" i="0" u="none" strike="noStrike" cap="none">
                <a:solidFill>
                  <a:srgbClr val="3333CC"/>
                </a:solidFill>
                <a:latin typeface="Libre Baskerville"/>
                <a:ea typeface="Libre Baskerville"/>
                <a:cs typeface="Libre Baskerville"/>
                <a:sym typeface="Libre Baskerville"/>
              </a:rPr>
              <a:t>:</a:t>
            </a:r>
            <a:r>
              <a:rPr lang="en-US" sz="1800" b="0" i="0" u="none" strike="noStrike" cap="none">
                <a:solidFill>
                  <a:schemeClr val="dk1"/>
                </a:solidFill>
                <a:latin typeface="Libre Baskerville"/>
                <a:ea typeface="Libre Baskerville"/>
                <a:cs typeface="Libre Baskerville"/>
                <a:sym typeface="Libre Baskerville"/>
              </a:rPr>
              <a:t> output the list elements from left to right</a:t>
            </a:r>
            <a:endParaRPr/>
          </a:p>
          <a:p>
            <a:pPr marL="0" marR="0" lvl="0" indent="0" algn="l" rtl="0">
              <a:spcBef>
                <a:spcPts val="450"/>
              </a:spcBef>
              <a:spcAft>
                <a:spcPts val="0"/>
              </a:spcAft>
              <a:buClr>
                <a:schemeClr val="dk1"/>
              </a:buClr>
              <a:buSzPts val="1530"/>
              <a:buFont typeface="Noto Sans Symbols"/>
              <a:buNone/>
            </a:pPr>
            <a:r>
              <a:rPr lang="en-US" sz="1800" b="0" i="0" u="none" strike="noStrike" cap="none">
                <a:solidFill>
                  <a:schemeClr val="dk1"/>
                </a:solidFill>
                <a:latin typeface="Libre Baskerville"/>
                <a:ea typeface="Libre Baskerville"/>
                <a:cs typeface="Libre Baskerville"/>
                <a:sym typeface="Libre Baskerville"/>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6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6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6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6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6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6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6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6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61">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61">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61">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61">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p151"/>
          <p:cNvSpPr txBox="1"/>
          <p:nvPr/>
        </p:nvSpPr>
        <p:spPr>
          <a:xfrm>
            <a:off x="457200" y="130175"/>
            <a:ext cx="8229600" cy="14319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FF"/>
                </a:solidFill>
                <a:latin typeface="Calibri"/>
                <a:ea typeface="Calibri"/>
                <a:cs typeface="Calibri"/>
                <a:sym typeface="Calibri"/>
              </a:rPr>
              <a:t>String Manipulation using array</a:t>
            </a:r>
            <a:endParaRPr>
              <a:solidFill>
                <a:srgbClr val="0000FF"/>
              </a:solidFill>
            </a:endParaRPr>
          </a:p>
        </p:txBody>
      </p:sp>
      <p:sp>
        <p:nvSpPr>
          <p:cNvPr id="1169" name="Google Shape;1169;p151"/>
          <p:cNvSpPr txBox="1"/>
          <p:nvPr/>
        </p:nvSpPr>
        <p:spPr>
          <a:xfrm>
            <a:off x="457200" y="1600200"/>
            <a:ext cx="7924800" cy="45720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String?</a:t>
            </a:r>
            <a:endParaRPr/>
          </a:p>
          <a:p>
            <a:pPr marL="339725" marR="0" lvl="0" indent="-339725" algn="l" rtl="0">
              <a:lnSpc>
                <a:spcPct val="100000"/>
              </a:lnSpc>
              <a:spcBef>
                <a:spcPts val="7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Write a program  to  check whether a string is palindrome or not?</a:t>
            </a:r>
            <a:endParaRPr/>
          </a:p>
          <a:p>
            <a:pPr marL="339725" marR="0" lvl="0" indent="-339725" algn="l" rtl="0">
              <a:lnSpc>
                <a:spcPct val="100000"/>
              </a:lnSpc>
              <a:spcBef>
                <a:spcPts val="7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Write a program to compare two string.</a:t>
            </a:r>
            <a:endParaRPr/>
          </a:p>
          <a:p>
            <a:pPr marL="339725" marR="0" lvl="0" indent="-339725" algn="l" rtl="0">
              <a:lnSpc>
                <a:spcPct val="100000"/>
              </a:lnSpc>
              <a:spcBef>
                <a:spcPts val="7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Write a program to find substring from a given string.</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152"/>
          <p:cNvSpPr txBox="1"/>
          <p:nvPr/>
        </p:nvSpPr>
        <p:spPr>
          <a:xfrm>
            <a:off x="457200" y="274638"/>
            <a:ext cx="7467600" cy="8683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Adt Polynomial</a:t>
            </a:r>
            <a:endParaRPr/>
          </a:p>
        </p:txBody>
      </p:sp>
      <p:sp>
        <p:nvSpPr>
          <p:cNvPr id="1177" name="Google Shape;1177;p152"/>
          <p:cNvSpPr txBox="1"/>
          <p:nvPr/>
        </p:nvSpPr>
        <p:spPr>
          <a:xfrm>
            <a:off x="240625" y="1159050"/>
            <a:ext cx="8696700" cy="57063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Class polynomial</a:t>
            </a:r>
            <a:endParaRPr/>
          </a:p>
          <a:p>
            <a:pPr marL="342900" marR="0" lvl="0" indent="-33972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{//A(x)=a</a:t>
            </a:r>
            <a:r>
              <a:rPr lang="en-US" sz="2800" b="0" i="0" u="none" strike="noStrike" cap="none" baseline="-25000">
                <a:solidFill>
                  <a:srgbClr val="000000"/>
                </a:solidFill>
                <a:latin typeface="Calibri"/>
                <a:ea typeface="Calibri"/>
                <a:cs typeface="Calibri"/>
                <a:sym typeface="Calibri"/>
              </a:rPr>
              <a:t>0</a:t>
            </a:r>
            <a:r>
              <a:rPr lang="en-US" sz="2800" b="0" i="0" u="none" strike="noStrike" cap="none">
                <a:solidFill>
                  <a:srgbClr val="000000"/>
                </a:solidFill>
                <a:latin typeface="Calibri"/>
                <a:ea typeface="Calibri"/>
                <a:cs typeface="Calibri"/>
                <a:sym typeface="Calibri"/>
              </a:rPr>
              <a:t>x</a:t>
            </a:r>
            <a:r>
              <a:rPr lang="en-US" sz="2800" b="0" i="0" u="none" strike="noStrike" cap="none" baseline="30000">
                <a:solidFill>
                  <a:srgbClr val="000000"/>
                </a:solidFill>
                <a:latin typeface="Calibri"/>
                <a:ea typeface="Calibri"/>
                <a:cs typeface="Calibri"/>
                <a:sym typeface="Calibri"/>
              </a:rPr>
              <a:t>e0</a:t>
            </a:r>
            <a:r>
              <a:rPr lang="en-US" sz="2800" b="0" i="0" u="none" strike="noStrike" cap="none">
                <a:solidFill>
                  <a:srgbClr val="000000"/>
                </a:solidFill>
                <a:latin typeface="Calibri"/>
                <a:ea typeface="Calibri"/>
                <a:cs typeface="Calibri"/>
                <a:sym typeface="Calibri"/>
              </a:rPr>
              <a:t>+…….a</a:t>
            </a:r>
            <a:r>
              <a:rPr lang="en-US" sz="2800" b="0" i="0" u="none" strike="noStrike" cap="none" baseline="-25000">
                <a:solidFill>
                  <a:srgbClr val="000000"/>
                </a:solidFill>
                <a:latin typeface="Calibri"/>
                <a:ea typeface="Calibri"/>
                <a:cs typeface="Calibri"/>
                <a:sym typeface="Calibri"/>
              </a:rPr>
              <a:t>n</a:t>
            </a:r>
            <a:r>
              <a:rPr lang="en-US" sz="2800" b="0" i="0" u="none" strike="noStrike" cap="none">
                <a:solidFill>
                  <a:srgbClr val="000000"/>
                </a:solidFill>
                <a:latin typeface="Calibri"/>
                <a:ea typeface="Calibri"/>
                <a:cs typeface="Calibri"/>
                <a:sym typeface="Calibri"/>
              </a:rPr>
              <a:t>x</a:t>
            </a:r>
            <a:r>
              <a:rPr lang="en-US" sz="2800" b="0" i="0" u="none" strike="noStrike" cap="none" baseline="30000">
                <a:solidFill>
                  <a:srgbClr val="000000"/>
                </a:solidFill>
                <a:latin typeface="Calibri"/>
                <a:ea typeface="Calibri"/>
                <a:cs typeface="Calibri"/>
                <a:sym typeface="Calibri"/>
              </a:rPr>
              <a:t>n</a:t>
            </a:r>
            <a:r>
              <a:rPr lang="en-US" sz="2800" b="0" i="0" u="none" strike="noStrike" cap="none">
                <a:solidFill>
                  <a:srgbClr val="000000"/>
                </a:solidFill>
                <a:latin typeface="Calibri"/>
                <a:ea typeface="Calibri"/>
                <a:cs typeface="Calibri"/>
                <a:sym typeface="Calibri"/>
              </a:rPr>
              <a:t>, a set of ordered pair of  &lt;ei,ai&gt; where a</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 is non zero float coefficient and e</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 is a non negative integer exponent. </a:t>
            </a:r>
            <a:endParaRPr/>
          </a:p>
          <a:p>
            <a:pPr marL="342900" marR="0" lvl="0" indent="-339725" algn="l" rtl="0">
              <a:lnSpc>
                <a:spcPct val="100000"/>
              </a:lnSpc>
              <a:spcBef>
                <a:spcPts val="0"/>
              </a:spcBef>
              <a:spcAft>
                <a:spcPts val="0"/>
              </a:spcAft>
              <a:buClr>
                <a:srgbClr val="000000"/>
              </a:buClr>
              <a:buSzPts val="3200"/>
              <a:buFont typeface="Arial"/>
              <a:buNone/>
            </a:pPr>
            <a:r>
              <a:rPr lang="en-US" sz="3200" b="1" i="0" u="none" strike="noStrike" cap="none" baseline="30000">
                <a:solidFill>
                  <a:srgbClr val="000000"/>
                </a:solidFill>
                <a:latin typeface="Calibri"/>
                <a:ea typeface="Calibri"/>
                <a:cs typeface="Calibri"/>
                <a:sym typeface="Calibri"/>
              </a:rPr>
              <a:t>   Public:</a:t>
            </a:r>
            <a:endParaRPr/>
          </a:p>
          <a:p>
            <a:pPr marL="342900" marR="0" lvl="0" indent="-339725" algn="l" rtl="0">
              <a:lnSpc>
                <a:spcPct val="100000"/>
              </a:lnSpc>
              <a:spcBef>
                <a:spcPts val="0"/>
              </a:spcBef>
              <a:spcAft>
                <a:spcPts val="0"/>
              </a:spcAft>
              <a:buClr>
                <a:srgbClr val="FF0000"/>
              </a:buClr>
              <a:buSzPts val="3200"/>
              <a:buFont typeface="Arial"/>
              <a:buNone/>
            </a:pPr>
            <a:r>
              <a:rPr lang="en-US" sz="3200" b="1" i="0" u="none" strike="noStrike" cap="none" baseline="30000">
                <a:solidFill>
                  <a:srgbClr val="FF0000"/>
                </a:solidFill>
                <a:latin typeface="Calibri"/>
                <a:ea typeface="Calibri"/>
                <a:cs typeface="Calibri"/>
                <a:sym typeface="Calibri"/>
              </a:rPr>
              <a:t>polynomial(); </a:t>
            </a:r>
            <a:r>
              <a:rPr lang="en-US" sz="3200" b="1" i="0" u="none" strike="noStrike" cap="none" baseline="30000">
                <a:solidFill>
                  <a:srgbClr val="000000"/>
                </a:solidFill>
                <a:latin typeface="Calibri"/>
                <a:ea typeface="Calibri"/>
                <a:cs typeface="Calibri"/>
                <a:sym typeface="Calibri"/>
              </a:rPr>
              <a:t>//construct the polynomial p(x)=0.</a:t>
            </a:r>
            <a:endParaRPr/>
          </a:p>
          <a:p>
            <a:pPr marL="342900" marR="0" lvl="0" indent="-339725" algn="l" rtl="0">
              <a:lnSpc>
                <a:spcPct val="100000"/>
              </a:lnSpc>
              <a:spcBef>
                <a:spcPts val="0"/>
              </a:spcBef>
              <a:spcAft>
                <a:spcPts val="0"/>
              </a:spcAft>
              <a:buClr>
                <a:srgbClr val="FF0000"/>
              </a:buClr>
              <a:buSzPts val="3200"/>
              <a:buFont typeface="Arial"/>
              <a:buNone/>
            </a:pPr>
            <a:r>
              <a:rPr lang="en-US" sz="3200" b="1" i="0" u="none" strike="noStrike" cap="none" baseline="30000">
                <a:solidFill>
                  <a:srgbClr val="FF0000"/>
                </a:solidFill>
                <a:latin typeface="Calibri"/>
                <a:ea typeface="Calibri"/>
                <a:cs typeface="Calibri"/>
                <a:sym typeface="Calibri"/>
              </a:rPr>
              <a:t>polynomial  add(polynomial poly)</a:t>
            </a:r>
            <a:r>
              <a:rPr lang="en-US" sz="3200" b="1" i="0" u="none" strike="noStrike" cap="none" baseline="30000">
                <a:solidFill>
                  <a:srgbClr val="000000"/>
                </a:solidFill>
                <a:latin typeface="Calibri"/>
                <a:ea typeface="Calibri"/>
                <a:cs typeface="Calibri"/>
                <a:sym typeface="Calibri"/>
              </a:rPr>
              <a:t>;//return sum of //polynomials *this and  poly.</a:t>
            </a:r>
            <a:endParaRPr/>
          </a:p>
          <a:p>
            <a:pPr marL="342900" marR="0" lvl="0" indent="-339725" algn="l" rtl="0">
              <a:lnSpc>
                <a:spcPct val="100000"/>
              </a:lnSpc>
              <a:spcBef>
                <a:spcPts val="0"/>
              </a:spcBef>
              <a:spcAft>
                <a:spcPts val="0"/>
              </a:spcAft>
              <a:buClr>
                <a:srgbClr val="FF0000"/>
              </a:buClr>
              <a:buSzPts val="3200"/>
              <a:buFont typeface="Arial"/>
              <a:buNone/>
            </a:pPr>
            <a:r>
              <a:rPr lang="en-US" sz="3200" b="1" i="0" u="none" strike="noStrike" cap="none" baseline="30000">
                <a:solidFill>
                  <a:srgbClr val="FF0000"/>
                </a:solidFill>
                <a:latin typeface="Calibri"/>
                <a:ea typeface="Calibri"/>
                <a:cs typeface="Calibri"/>
                <a:sym typeface="Calibri"/>
              </a:rPr>
              <a:t>Polynomial  mul(polynomial poly);//</a:t>
            </a:r>
            <a:r>
              <a:rPr lang="en-US" sz="3200" b="1" i="0" u="none" strike="noStrike" cap="none" baseline="30000">
                <a:solidFill>
                  <a:srgbClr val="000000"/>
                </a:solidFill>
                <a:latin typeface="Calibri"/>
                <a:ea typeface="Calibri"/>
                <a:cs typeface="Calibri"/>
                <a:sym typeface="Calibri"/>
              </a:rPr>
              <a:t>return multiplication of polynomials *this and  poly.</a:t>
            </a:r>
            <a:endParaRPr/>
          </a:p>
          <a:p>
            <a:pPr marL="342900" marR="0" lvl="0" indent="-339725" algn="l" rtl="0">
              <a:lnSpc>
                <a:spcPct val="100000"/>
              </a:lnSpc>
              <a:spcBef>
                <a:spcPts val="0"/>
              </a:spcBef>
              <a:spcAft>
                <a:spcPts val="0"/>
              </a:spcAft>
              <a:buClr>
                <a:srgbClr val="FF0000"/>
              </a:buClr>
              <a:buSzPts val="3200"/>
              <a:buFont typeface="Arial"/>
              <a:buNone/>
            </a:pPr>
            <a:r>
              <a:rPr lang="en-US" sz="3200" b="1" i="0" u="none" strike="noStrike" cap="none" baseline="30000">
                <a:solidFill>
                  <a:srgbClr val="FF0000"/>
                </a:solidFill>
                <a:latin typeface="Calibri"/>
                <a:ea typeface="Calibri"/>
                <a:cs typeface="Calibri"/>
                <a:sym typeface="Calibri"/>
              </a:rPr>
              <a:t>Float eval(float f);</a:t>
            </a:r>
            <a:endParaRPr/>
          </a:p>
          <a:p>
            <a:pPr marL="342900" marR="0" lvl="0" indent="-339725" algn="l" rtl="0">
              <a:lnSpc>
                <a:spcPct val="100000"/>
              </a:lnSpc>
              <a:spcBef>
                <a:spcPts val="0"/>
              </a:spcBef>
              <a:spcAft>
                <a:spcPts val="0"/>
              </a:spcAft>
              <a:buClr>
                <a:srgbClr val="000000"/>
              </a:buClr>
              <a:buSzPts val="3200"/>
              <a:buFont typeface="Arial"/>
              <a:buNone/>
            </a:pPr>
            <a:r>
              <a:rPr lang="en-US" sz="3200" b="1" i="0" u="none" strike="noStrike" cap="none" baseline="30000">
                <a:solidFill>
                  <a:srgbClr val="000000"/>
                </a:solidFill>
                <a:latin typeface="Calibri"/>
                <a:ea typeface="Calibri"/>
                <a:cs typeface="Calibri"/>
                <a:sym typeface="Calibri"/>
              </a:rPr>
              <a:t>//evaluate the polynomial</a:t>
            </a:r>
            <a:r>
              <a:rPr lang="en-US" sz="3200" b="1" i="0" u="none" strike="noStrike" cap="none">
                <a:solidFill>
                  <a:srgbClr val="000000"/>
                </a:solidFill>
                <a:latin typeface="Calibri"/>
                <a:ea typeface="Calibri"/>
                <a:cs typeface="Calibri"/>
                <a:sym typeface="Calibri"/>
              </a:rPr>
              <a:t> </a:t>
            </a:r>
            <a:r>
              <a:rPr lang="en-US" sz="3200" b="1" i="0" u="none" strike="noStrike" cap="none" baseline="30000">
                <a:solidFill>
                  <a:srgbClr val="000000"/>
                </a:solidFill>
                <a:latin typeface="Calibri"/>
                <a:ea typeface="Calibri"/>
                <a:cs typeface="Calibri"/>
                <a:sym typeface="Calibri"/>
              </a:rPr>
              <a:t>*this at f and return result.</a:t>
            </a:r>
            <a:endParaRPr/>
          </a:p>
          <a:p>
            <a:pPr marL="342900" marR="0" lvl="0" indent="-339725" algn="l" rtl="0">
              <a:lnSpc>
                <a:spcPct val="100000"/>
              </a:lnSpc>
              <a:spcBef>
                <a:spcPts val="0"/>
              </a:spcBef>
              <a:spcAft>
                <a:spcPts val="0"/>
              </a:spcAft>
              <a:buClr>
                <a:srgbClr val="000000"/>
              </a:buClr>
              <a:buSzPts val="3200"/>
              <a:buFont typeface="Arial"/>
              <a:buNone/>
            </a:pPr>
            <a:r>
              <a:rPr lang="en-US" sz="3200" b="1" i="0" u="none" strike="noStrike" cap="none" baseline="30000">
                <a:solidFill>
                  <a:srgbClr val="000000"/>
                </a:solidFill>
                <a:latin typeface="Calibri"/>
                <a:ea typeface="Calibri"/>
                <a:cs typeface="Calibri"/>
                <a:sym typeface="Calibri"/>
              </a:rPr>
              <a:t>}</a:t>
            </a:r>
            <a:endParaRPr/>
          </a:p>
          <a:p>
            <a:pPr marL="342900" marR="0" lvl="0" indent="-339725" algn="l" rtl="0">
              <a:lnSpc>
                <a:spcPct val="100000"/>
              </a:lnSpc>
              <a:spcBef>
                <a:spcPts val="0"/>
              </a:spcBef>
              <a:spcAft>
                <a:spcPts val="0"/>
              </a:spcAft>
              <a:buClr>
                <a:srgbClr val="000000"/>
              </a:buClr>
              <a:buSzPts val="3200"/>
              <a:buFont typeface="Arial"/>
              <a:buNone/>
            </a:pPr>
            <a:endParaRPr sz="3200" b="1" i="0" u="none" strike="noStrike" cap="none" baseline="30000">
              <a:solidFill>
                <a:srgbClr val="000000"/>
              </a:solidFill>
              <a:latin typeface="Calibri"/>
              <a:ea typeface="Calibri"/>
              <a:cs typeface="Calibri"/>
              <a:sym typeface="Calibri"/>
            </a:endParaRPr>
          </a:p>
          <a:p>
            <a:pPr marL="342900" marR="0" lvl="0" indent="-339725" algn="l" rtl="0">
              <a:lnSpc>
                <a:spcPct val="100000"/>
              </a:lnSpc>
              <a:spcBef>
                <a:spcPts val="0"/>
              </a:spcBef>
              <a:spcAft>
                <a:spcPts val="0"/>
              </a:spcAft>
              <a:buClr>
                <a:srgbClr val="000000"/>
              </a:buClr>
              <a:buSzPts val="3200"/>
              <a:buFont typeface="Arial"/>
              <a:buNone/>
            </a:pPr>
            <a:endParaRPr sz="3200" b="1" i="0" u="none" strike="noStrike" cap="none" baseline="30000">
              <a:solidFill>
                <a:srgbClr val="000000"/>
              </a:solidFill>
              <a:latin typeface="Calibri"/>
              <a:ea typeface="Calibri"/>
              <a:cs typeface="Calibri"/>
              <a:sym typeface="Calibri"/>
            </a:endParaRPr>
          </a:p>
          <a:p>
            <a:pPr marL="342900" marR="0" lvl="0" indent="-339725" algn="l" rtl="0">
              <a:lnSpc>
                <a:spcPct val="100000"/>
              </a:lnSpc>
              <a:spcBef>
                <a:spcPts val="0"/>
              </a:spcBef>
              <a:spcAft>
                <a:spcPts val="0"/>
              </a:spcAft>
              <a:buClr>
                <a:srgbClr val="000000"/>
              </a:buClr>
              <a:buSzPts val="3200"/>
              <a:buFont typeface="Arial"/>
              <a:buNone/>
            </a:pPr>
            <a:endParaRPr sz="3200" b="1" i="0" u="none" strike="noStrike" cap="none" baseline="30000">
              <a:solidFill>
                <a:srgbClr val="000000"/>
              </a:solidFill>
              <a:latin typeface="Calibri"/>
              <a:ea typeface="Calibri"/>
              <a:cs typeface="Calibri"/>
              <a:sym typeface="Calibri"/>
            </a:endParaRPr>
          </a:p>
          <a:p>
            <a:pPr marL="342900" marR="0" lvl="0" indent="-339725" algn="l" rtl="0">
              <a:lnSpc>
                <a:spcPct val="100000"/>
              </a:lnSpc>
              <a:spcBef>
                <a:spcPts val="0"/>
              </a:spcBef>
              <a:spcAft>
                <a:spcPts val="0"/>
              </a:spcAft>
              <a:buClr>
                <a:srgbClr val="000000"/>
              </a:buClr>
              <a:buSzPts val="3200"/>
              <a:buFont typeface="Arial"/>
              <a:buNone/>
            </a:pPr>
            <a:endParaRPr sz="3200" b="1" i="0" u="none" strike="noStrike" cap="none" baseline="30000">
              <a:solidFill>
                <a:srgbClr val="000000"/>
              </a:solidFill>
              <a:latin typeface="Calibri"/>
              <a:ea typeface="Calibri"/>
              <a:cs typeface="Calibri"/>
              <a:sym typeface="Calibri"/>
            </a:endParaRPr>
          </a:p>
          <a:p>
            <a:pPr marL="342900" marR="0" lvl="0" indent="-339725" algn="l" rtl="0">
              <a:lnSpc>
                <a:spcPct val="100000"/>
              </a:lnSpc>
              <a:spcBef>
                <a:spcPts val="0"/>
              </a:spcBef>
              <a:spcAft>
                <a:spcPts val="0"/>
              </a:spcAft>
              <a:buClr>
                <a:srgbClr val="000000"/>
              </a:buClr>
              <a:buSzPts val="3200"/>
              <a:buFont typeface="Arial"/>
              <a:buNone/>
            </a:pPr>
            <a:endParaRPr sz="3200" b="1" i="0" u="none" strike="noStrike" cap="none" baseline="30000">
              <a:solidFill>
                <a:srgbClr val="000000"/>
              </a:solidFill>
              <a:latin typeface="Calibri"/>
              <a:ea typeface="Calibri"/>
              <a:cs typeface="Calibri"/>
              <a:sym typeface="Calibri"/>
            </a:endParaRPr>
          </a:p>
          <a:p>
            <a:pPr marL="342900" marR="0" lvl="0" indent="-339725" algn="l" rtl="0">
              <a:lnSpc>
                <a:spcPct val="100000"/>
              </a:lnSpc>
              <a:spcBef>
                <a:spcPts val="0"/>
              </a:spcBef>
              <a:spcAft>
                <a:spcPts val="0"/>
              </a:spcAft>
              <a:buClr>
                <a:srgbClr val="000000"/>
              </a:buClr>
              <a:buSzPts val="3200"/>
              <a:buFont typeface="Arial"/>
              <a:buNone/>
            </a:pPr>
            <a:endParaRPr sz="3200" b="1" i="0" u="none" strike="noStrike" cap="none" baseline="30000">
              <a:solidFill>
                <a:srgbClr val="000000"/>
              </a:solidFill>
              <a:latin typeface="Calibri"/>
              <a:ea typeface="Calibri"/>
              <a:cs typeface="Calibri"/>
              <a:sym typeface="Calibri"/>
            </a:endParaRPr>
          </a:p>
          <a:p>
            <a:pPr marL="342900" marR="0" lvl="0" indent="-339725" algn="l" rtl="0">
              <a:lnSpc>
                <a:spcPct val="100000"/>
              </a:lnSpc>
              <a:spcBef>
                <a:spcPts val="0"/>
              </a:spcBef>
              <a:spcAft>
                <a:spcPts val="0"/>
              </a:spcAft>
              <a:buClr>
                <a:srgbClr val="000000"/>
              </a:buClr>
              <a:buSzPts val="2800"/>
              <a:buFont typeface="Arial"/>
              <a:buNone/>
            </a:pPr>
            <a:endParaRPr sz="2800" b="0" i="0" u="none" strike="noStrike" cap="none" baseline="30000">
              <a:solidFill>
                <a:srgbClr val="000000"/>
              </a:solidFill>
              <a:latin typeface="Calibri"/>
              <a:ea typeface="Calibri"/>
              <a:cs typeface="Calibri"/>
              <a:sym typeface="Calibri"/>
            </a:endParaRPr>
          </a:p>
          <a:p>
            <a:pPr marL="342900" marR="0" lvl="0" indent="-339725"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153"/>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Single variable polynomial</a:t>
            </a:r>
            <a:endParaRPr/>
          </a:p>
        </p:txBody>
      </p:sp>
      <p:sp>
        <p:nvSpPr>
          <p:cNvPr id="1185" name="Google Shape;1185;p153"/>
          <p:cNvSpPr txBox="1"/>
          <p:nvPr/>
        </p:nvSpPr>
        <p:spPr>
          <a:xfrm>
            <a:off x="457200" y="1447800"/>
            <a:ext cx="8001000" cy="5640388"/>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Polynomial of the form</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A(x)=C</a:t>
            </a:r>
            <a:r>
              <a:rPr lang="en-US" sz="2800" b="0" i="0" u="none" strike="noStrike" cap="none" baseline="-25000">
                <a:solidFill>
                  <a:srgbClr val="000000"/>
                </a:solidFill>
                <a:latin typeface="Calibri"/>
                <a:ea typeface="Calibri"/>
                <a:cs typeface="Calibri"/>
                <a:sym typeface="Calibri"/>
              </a:rPr>
              <a:t>m-1</a:t>
            </a:r>
            <a:r>
              <a:rPr lang="en-US" sz="2800" b="0" i="0" u="none" strike="noStrike" cap="none">
                <a:solidFill>
                  <a:srgbClr val="000000"/>
                </a:solidFill>
                <a:latin typeface="Calibri"/>
                <a:ea typeface="Calibri"/>
                <a:cs typeface="Calibri"/>
                <a:sym typeface="Calibri"/>
              </a:rPr>
              <a:t>x</a:t>
            </a:r>
            <a:r>
              <a:rPr lang="en-US" sz="2800" b="0" i="0" u="none" strike="noStrike" cap="none" baseline="30000">
                <a:solidFill>
                  <a:srgbClr val="000000"/>
                </a:solidFill>
                <a:latin typeface="Calibri"/>
                <a:ea typeface="Calibri"/>
                <a:cs typeface="Calibri"/>
                <a:sym typeface="Calibri"/>
              </a:rPr>
              <a:t>m-1</a:t>
            </a:r>
            <a:r>
              <a:rPr lang="en-US" sz="2800" b="0" i="0" u="none" strike="noStrike" cap="none">
                <a:solidFill>
                  <a:srgbClr val="000000"/>
                </a:solidFill>
                <a:latin typeface="Calibri"/>
                <a:ea typeface="Calibri"/>
                <a:cs typeface="Calibri"/>
                <a:sym typeface="Calibri"/>
              </a:rPr>
              <a:t>+c</a:t>
            </a:r>
            <a:r>
              <a:rPr lang="en-US" sz="2800" b="0" i="0" u="none" strike="noStrike" cap="none" baseline="-25000">
                <a:solidFill>
                  <a:srgbClr val="000000"/>
                </a:solidFill>
                <a:latin typeface="Calibri"/>
                <a:ea typeface="Calibri"/>
                <a:cs typeface="Calibri"/>
                <a:sym typeface="Calibri"/>
              </a:rPr>
              <a:t>m-2</a:t>
            </a:r>
            <a:r>
              <a:rPr lang="en-US" sz="2800" b="0" i="0" u="none" strike="noStrike" cap="none">
                <a:solidFill>
                  <a:srgbClr val="000000"/>
                </a:solidFill>
                <a:latin typeface="Calibri"/>
                <a:ea typeface="Calibri"/>
                <a:cs typeface="Calibri"/>
                <a:sym typeface="Calibri"/>
              </a:rPr>
              <a:t>x</a:t>
            </a:r>
            <a:r>
              <a:rPr lang="en-US" sz="2800" b="0" i="0" u="none" strike="noStrike" cap="none" baseline="30000">
                <a:solidFill>
                  <a:srgbClr val="000000"/>
                </a:solidFill>
                <a:latin typeface="Calibri"/>
                <a:ea typeface="Calibri"/>
                <a:cs typeface="Calibri"/>
                <a:sym typeface="Calibri"/>
              </a:rPr>
              <a:t>m-2</a:t>
            </a:r>
            <a:r>
              <a:rPr lang="en-US" sz="2800" b="0" i="0" u="none" strike="noStrike" cap="none">
                <a:solidFill>
                  <a:srgbClr val="000000"/>
                </a:solidFill>
                <a:latin typeface="Calibri"/>
                <a:ea typeface="Calibri"/>
                <a:cs typeface="Calibri"/>
                <a:sym typeface="Calibri"/>
              </a:rPr>
              <a:t>+……….c</a:t>
            </a:r>
            <a:r>
              <a:rPr lang="en-US" sz="2800" b="0" i="0" u="none" strike="noStrike" cap="none" baseline="-25000">
                <a:solidFill>
                  <a:srgbClr val="000000"/>
                </a:solidFill>
                <a:latin typeface="Calibri"/>
                <a:ea typeface="Calibri"/>
                <a:cs typeface="Calibri"/>
                <a:sym typeface="Calibri"/>
              </a:rPr>
              <a:t>0</a:t>
            </a:r>
            <a:r>
              <a:rPr lang="en-US" sz="2800" b="0" i="0" u="none" strike="noStrike" cap="none">
                <a:solidFill>
                  <a:srgbClr val="000000"/>
                </a:solidFill>
                <a:latin typeface="Calibri"/>
                <a:ea typeface="Calibri"/>
                <a:cs typeface="Calibri"/>
                <a:sym typeface="Calibri"/>
              </a:rPr>
              <a:t>x</a:t>
            </a:r>
            <a:r>
              <a:rPr lang="en-US" sz="2800" b="0" i="0" u="none" strike="noStrike" cap="none" baseline="30000">
                <a:solidFill>
                  <a:srgbClr val="000000"/>
                </a:solidFill>
                <a:latin typeface="Calibri"/>
                <a:ea typeface="Calibri"/>
                <a:cs typeface="Calibri"/>
                <a:sym typeface="Calibri"/>
              </a:rPr>
              <a:t>0</a:t>
            </a:r>
            <a:endParaRPr/>
          </a:p>
          <a:p>
            <a:pPr marL="339725" marR="0" lvl="0" indent="-339725" algn="l" rtl="0">
              <a:lnSpc>
                <a:spcPct val="100000"/>
              </a:lnSpc>
              <a:spcBef>
                <a:spcPts val="7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Example: 8x</a:t>
            </a:r>
            <a:r>
              <a:rPr lang="en-US" sz="2800" b="0" i="0" u="none" strike="noStrike" cap="none" baseline="30000">
                <a:solidFill>
                  <a:srgbClr val="000000"/>
                </a:solidFill>
                <a:latin typeface="Calibri"/>
                <a:ea typeface="Calibri"/>
                <a:cs typeface="Calibri"/>
                <a:sym typeface="Calibri"/>
              </a:rPr>
              <a:t>3</a:t>
            </a:r>
            <a:r>
              <a:rPr lang="en-US" sz="2800" b="0" i="0" u="none" strike="noStrike" cap="none">
                <a:solidFill>
                  <a:srgbClr val="000000"/>
                </a:solidFill>
                <a:latin typeface="Calibri"/>
                <a:ea typeface="Calibri"/>
                <a:cs typeface="Calibri"/>
                <a:sym typeface="Calibri"/>
              </a:rPr>
              <a:t>+3x+6(array representation)</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FF0000"/>
              </a:buClr>
              <a:buSzPts val="2800"/>
              <a:buFont typeface="Arial"/>
              <a:buChar char="•"/>
            </a:pPr>
            <a:r>
              <a:rPr lang="en-US" sz="2800" b="0" i="0" u="none" strike="noStrike" cap="none">
                <a:solidFill>
                  <a:srgbClr val="FF0000"/>
                </a:solidFill>
                <a:latin typeface="Calibri"/>
                <a:ea typeface="Calibri"/>
                <a:cs typeface="Calibri"/>
                <a:sym typeface="Calibri"/>
              </a:rPr>
              <a:t>Polynomial representation as an array</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0        1         2        3</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1186" name="Google Shape;1186;p153"/>
          <p:cNvSpPr/>
          <p:nvPr/>
        </p:nvSpPr>
        <p:spPr>
          <a:xfrm>
            <a:off x="1676400" y="4343400"/>
            <a:ext cx="7620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6</a:t>
            </a:r>
            <a:endParaRPr/>
          </a:p>
        </p:txBody>
      </p:sp>
      <p:sp>
        <p:nvSpPr>
          <p:cNvPr id="1187" name="Google Shape;1187;p153"/>
          <p:cNvSpPr/>
          <p:nvPr/>
        </p:nvSpPr>
        <p:spPr>
          <a:xfrm>
            <a:off x="2438400" y="4343400"/>
            <a:ext cx="7620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3</a:t>
            </a:r>
            <a:endParaRPr/>
          </a:p>
        </p:txBody>
      </p:sp>
      <p:sp>
        <p:nvSpPr>
          <p:cNvPr id="1188" name="Google Shape;1188;p153"/>
          <p:cNvSpPr/>
          <p:nvPr/>
        </p:nvSpPr>
        <p:spPr>
          <a:xfrm>
            <a:off x="3200400" y="4343400"/>
            <a:ext cx="8382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0</a:t>
            </a:r>
            <a:endParaRPr/>
          </a:p>
        </p:txBody>
      </p:sp>
      <p:sp>
        <p:nvSpPr>
          <p:cNvPr id="1189" name="Google Shape;1189;p153"/>
          <p:cNvSpPr/>
          <p:nvPr/>
        </p:nvSpPr>
        <p:spPr>
          <a:xfrm>
            <a:off x="4038600" y="4343400"/>
            <a:ext cx="8382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8</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154"/>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disadvantage</a:t>
            </a:r>
            <a:endParaRPr/>
          </a:p>
        </p:txBody>
      </p:sp>
      <p:sp>
        <p:nvSpPr>
          <p:cNvPr id="1197" name="Google Shape;1197;p154"/>
          <p:cNvSpPr txBox="1"/>
          <p:nvPr/>
        </p:nvSpPr>
        <p:spPr>
          <a:xfrm>
            <a:off x="457200" y="1600200"/>
            <a:ext cx="7620000" cy="6523038"/>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If exponent is large ,scanning the large array will be time consuming</a:t>
            </a:r>
            <a:endParaRPr/>
          </a:p>
          <a:p>
            <a:pPr marL="339725" marR="0" lvl="0" indent="-339725" algn="l" rtl="0">
              <a:lnSpc>
                <a:spcPct val="100000"/>
              </a:lnSpc>
              <a:spcBef>
                <a:spcPts val="7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In case of sparse polynomial, lot of wastage will be there.</a:t>
            </a:r>
            <a:endParaRPr/>
          </a:p>
          <a:p>
            <a:pPr marL="339725" marR="0" lvl="0" indent="-339725" algn="l" rtl="0">
              <a:lnSpc>
                <a:spcPct val="100000"/>
              </a:lnSpc>
              <a:spcBef>
                <a:spcPts val="70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Array  size needs to be pre-defined.</a:t>
            </a:r>
            <a:endParaRPr/>
          </a:p>
          <a:p>
            <a:pPr marL="339725" marR="0" lvl="0" indent="-339725" algn="l" rtl="0">
              <a:lnSpc>
                <a:spcPct val="100000"/>
              </a:lnSpc>
              <a:spcBef>
                <a:spcPts val="700"/>
              </a:spcBef>
              <a:spcAft>
                <a:spcPts val="0"/>
              </a:spcAft>
              <a:buClr>
                <a:srgbClr val="FF0000"/>
              </a:buClr>
              <a:buSzPts val="2800"/>
              <a:buFont typeface="Arial"/>
              <a:buNone/>
            </a:pPr>
            <a:r>
              <a:rPr lang="en-US" sz="2800" b="0" i="0" u="none" strike="noStrike" cap="none">
                <a:solidFill>
                  <a:srgbClr val="FF0000"/>
                </a:solidFill>
                <a:latin typeface="Calibri"/>
                <a:ea typeface="Calibri"/>
                <a:cs typeface="Calibri"/>
                <a:sym typeface="Calibri"/>
              </a:rPr>
              <a:t>Representaion 1:</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Private: </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int degree;</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float coef[maxdegree+1];</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sp>
        <p:nvSpPr>
          <p:cNvPr id="1204" name="Google Shape;1204;p155"/>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Representation 2</a:t>
            </a:r>
            <a:endParaRPr/>
          </a:p>
        </p:txBody>
      </p:sp>
      <p:sp>
        <p:nvSpPr>
          <p:cNvPr id="1205" name="Google Shape;1205;p155"/>
          <p:cNvSpPr txBox="1"/>
          <p:nvPr/>
        </p:nvSpPr>
        <p:spPr>
          <a:xfrm>
            <a:off x="457200" y="1600200"/>
            <a:ext cx="7543800" cy="45720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Private :</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int degree;</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float *coef;</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Polynomial::polynomial(int d)</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degree =d;</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coef=new float[degree+1];</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156"/>
          <p:cNvSpPr txBox="1"/>
          <p:nvPr/>
        </p:nvSpPr>
        <p:spPr>
          <a:xfrm>
            <a:off x="457200" y="130175"/>
            <a:ext cx="8229600" cy="14319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Polynomial as array of structures</a:t>
            </a:r>
            <a:endParaRPr/>
          </a:p>
        </p:txBody>
      </p:sp>
      <p:sp>
        <p:nvSpPr>
          <p:cNvPr id="1213" name="Google Shape;1213;p156"/>
          <p:cNvSpPr txBox="1"/>
          <p:nvPr/>
        </p:nvSpPr>
        <p:spPr>
          <a:xfrm>
            <a:off x="457200" y="1447800"/>
            <a:ext cx="8001000" cy="50292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Example: 8x</a:t>
            </a:r>
            <a:r>
              <a:rPr lang="en-US" sz="2800" b="0" i="0" u="none" strike="noStrike" cap="none" baseline="30000">
                <a:solidFill>
                  <a:srgbClr val="000000"/>
                </a:solidFill>
                <a:latin typeface="Calibri"/>
                <a:ea typeface="Calibri"/>
                <a:cs typeface="Calibri"/>
                <a:sym typeface="Calibri"/>
              </a:rPr>
              <a:t>3</a:t>
            </a:r>
            <a:r>
              <a:rPr lang="en-US" sz="2800" b="0" i="0" u="none" strike="noStrike" cap="none">
                <a:solidFill>
                  <a:srgbClr val="000000"/>
                </a:solidFill>
                <a:latin typeface="Calibri"/>
                <a:ea typeface="Calibri"/>
                <a:cs typeface="Calibri"/>
                <a:sym typeface="Calibri"/>
              </a:rPr>
              <a:t>+3x+6</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0        1         2        3      4       5</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1214" name="Google Shape;1214;p156"/>
          <p:cNvSpPr/>
          <p:nvPr/>
        </p:nvSpPr>
        <p:spPr>
          <a:xfrm>
            <a:off x="1676400" y="4495800"/>
            <a:ext cx="7620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3</a:t>
            </a:r>
            <a:endParaRPr/>
          </a:p>
        </p:txBody>
      </p:sp>
      <p:sp>
        <p:nvSpPr>
          <p:cNvPr id="1215" name="Google Shape;1215;p156"/>
          <p:cNvSpPr/>
          <p:nvPr/>
        </p:nvSpPr>
        <p:spPr>
          <a:xfrm>
            <a:off x="2438400" y="4495800"/>
            <a:ext cx="7620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8</a:t>
            </a:r>
            <a:endParaRPr/>
          </a:p>
        </p:txBody>
      </p:sp>
      <p:sp>
        <p:nvSpPr>
          <p:cNvPr id="1216" name="Google Shape;1216;p156"/>
          <p:cNvSpPr/>
          <p:nvPr/>
        </p:nvSpPr>
        <p:spPr>
          <a:xfrm>
            <a:off x="3200400" y="4495800"/>
            <a:ext cx="8382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1</a:t>
            </a:r>
            <a:endParaRPr/>
          </a:p>
        </p:txBody>
      </p:sp>
      <p:sp>
        <p:nvSpPr>
          <p:cNvPr id="1217" name="Google Shape;1217;p156"/>
          <p:cNvSpPr/>
          <p:nvPr/>
        </p:nvSpPr>
        <p:spPr>
          <a:xfrm>
            <a:off x="4038600" y="4495800"/>
            <a:ext cx="8382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3</a:t>
            </a:r>
            <a:endParaRPr/>
          </a:p>
        </p:txBody>
      </p:sp>
      <p:sp>
        <p:nvSpPr>
          <p:cNvPr id="1218" name="Google Shape;1218;p156"/>
          <p:cNvSpPr/>
          <p:nvPr/>
        </p:nvSpPr>
        <p:spPr>
          <a:xfrm>
            <a:off x="4876800" y="4495800"/>
            <a:ext cx="8382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0</a:t>
            </a:r>
            <a:endParaRPr/>
          </a:p>
        </p:txBody>
      </p:sp>
      <p:sp>
        <p:nvSpPr>
          <p:cNvPr id="1219" name="Google Shape;1219;p156"/>
          <p:cNvSpPr/>
          <p:nvPr/>
        </p:nvSpPr>
        <p:spPr>
          <a:xfrm>
            <a:off x="5715000" y="4495800"/>
            <a:ext cx="838200" cy="609600"/>
          </a:xfrm>
          <a:prstGeom prst="rect">
            <a:avLst/>
          </a:prstGeom>
          <a:solidFill>
            <a:srgbClr val="4F81BD"/>
          </a:solidFill>
          <a:ln w="25550" cap="flat" cmpd="sng">
            <a:solidFill>
              <a:srgbClr val="385D8A"/>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Calibri"/>
                <a:ea typeface="Calibri"/>
                <a:cs typeface="Calibri"/>
                <a:sym typeface="Calibri"/>
              </a:rPr>
              <a:t>6</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157"/>
          <p:cNvSpPr txBox="1"/>
          <p:nvPr/>
        </p:nvSpPr>
        <p:spPr>
          <a:xfrm>
            <a:off x="457200" y="228600"/>
            <a:ext cx="7848600" cy="762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Polynomial as array of structures</a:t>
            </a:r>
            <a:endParaRPr/>
          </a:p>
        </p:txBody>
      </p:sp>
      <p:sp>
        <p:nvSpPr>
          <p:cNvPr id="1227" name="Google Shape;1227;p157"/>
          <p:cNvSpPr txBox="1"/>
          <p:nvPr/>
        </p:nvSpPr>
        <p:spPr>
          <a:xfrm>
            <a:off x="457200" y="990600"/>
            <a:ext cx="8229600" cy="56388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Class term                            initializing capacity with 1 </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friend polynomial;              and term with 0</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Private:</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float coef;</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int exp;};</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Class polynomial</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{Private:</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term  *termarray;</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int capacity;</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int terms;</a:t>
            </a:r>
            <a:endParaRPr/>
          </a:p>
          <a:p>
            <a:pPr marL="342900"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p158"/>
          <p:cNvSpPr txBox="1"/>
          <p:nvPr/>
        </p:nvSpPr>
        <p:spPr>
          <a:xfrm>
            <a:off x="457200" y="174625"/>
            <a:ext cx="7467600" cy="29368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Arial"/>
              <a:buNone/>
            </a:pPr>
            <a:r>
              <a:rPr lang="en-US" sz="4400" b="0" i="0" u="none" strike="noStrike" cap="none">
                <a:solidFill>
                  <a:srgbClr val="FF0000"/>
                </a:solidFill>
                <a:latin typeface="Calibri"/>
                <a:ea typeface="Calibri"/>
                <a:cs typeface="Calibri"/>
                <a:sym typeface="Calibri"/>
              </a:rPr>
              <a:t>Adding   two   polynomial</a:t>
            </a:r>
            <a:endParaRPr/>
          </a:p>
        </p:txBody>
      </p:sp>
      <p:sp>
        <p:nvSpPr>
          <p:cNvPr id="1235" name="Google Shape;1235;p158"/>
          <p:cNvSpPr txBox="1"/>
          <p:nvPr/>
        </p:nvSpPr>
        <p:spPr>
          <a:xfrm>
            <a:off x="457200" y="685800"/>
            <a:ext cx="8305800" cy="5638800"/>
          </a:xfrm>
          <a:prstGeom prst="rect">
            <a:avLst/>
          </a:prstGeom>
          <a:noFill/>
          <a:ln>
            <a:noFill/>
          </a:ln>
        </p:spPr>
        <p:txBody>
          <a:bodyPr spcFirstLastPara="1" wrap="square" lIns="91425" tIns="45700" rIns="91425" bIns="45700" anchor="t" anchorCtr="0">
            <a:noAutofit/>
          </a:bodyPr>
          <a:lstStyle/>
          <a:p>
            <a:pPr marL="457200" marR="0" lvl="0" indent="-454025" algn="l" rtl="0">
              <a:lnSpc>
                <a:spcPct val="100000"/>
              </a:lnSpc>
              <a:spcBef>
                <a:spcPts val="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Polynomial polynomial ::add(polynomial b)</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Polynomial c;</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int apos=0;bpos=0;</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While((apos&lt;terms)&amp;&amp;(bpos&lt;b.terms))</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if(termarray[apos].exp==b.termarray[b.pos].exp)</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 float t=termarrray[apos].coef+b.termarray[b.pos].coef;</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If(t)</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c.newterm(t,termarray[apos].exp);</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apos++,bpos++;}</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else if(termarray[apos].exp&lt;b.termarray[b.pos].exp)</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 c.newterm(b.termarray[bpos].coef,b.termarray[bpos].coef);</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bpos++;</a:t>
            </a:r>
            <a:endParaRPr/>
          </a:p>
          <a:p>
            <a:pPr marL="457200" marR="0" lvl="0" indent="-454025" algn="l" rtl="0">
              <a:lnSpc>
                <a:spcPct val="100000"/>
              </a:lnSpc>
              <a:spcBef>
                <a:spcPts val="500"/>
              </a:spcBef>
              <a:spcAft>
                <a:spcPts val="0"/>
              </a:spcAft>
              <a:buClr>
                <a:srgbClr val="000000"/>
              </a:buClr>
              <a:buSzPts val="2200"/>
              <a:buFont typeface="Arial"/>
              <a:buNone/>
            </a:pPr>
            <a:r>
              <a:rPr lang="en-US" sz="2200" b="0" i="0" u="none" strike="noStrike" cap="none">
                <a:solidFill>
                  <a:srgbClr val="000000"/>
                </a:solidFill>
                <a:latin typeface="Calibri"/>
                <a:ea typeface="Calibri"/>
                <a:cs typeface="Calibri"/>
                <a:sym typeface="Calibri"/>
              </a:rPr>
              <a:t>            }      </a:t>
            </a:r>
            <a:endParaRPr/>
          </a:p>
          <a:p>
            <a:pPr marL="457200" marR="0" lvl="0" indent="-4540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457200" marR="0" lvl="0" indent="-4540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457200" marR="0" lvl="0" indent="-4540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sp>
        <p:nvSpPr>
          <p:cNvPr id="1242" name="Google Shape;1242;p159"/>
          <p:cNvSpPr txBox="1"/>
          <p:nvPr/>
        </p:nvSpPr>
        <p:spPr>
          <a:xfrm>
            <a:off x="228600" y="914400"/>
            <a:ext cx="8686800" cy="54102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else</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c.newterm(termarray[apos].coef,termarray[apos].exp);</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apos++;}</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for(;apos&lt;terms;apos++)</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c.newterm(termarray[apos].coef,termarray[apos].exp);</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for(;bpos&lt;b.terms;bpos++)</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c.newterm(b.termarray[bpos].coef,b.termarray[apos].exp</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return c;</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8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sp>
        <p:nvSpPr>
          <p:cNvPr id="1249" name="Google Shape;1249;p160"/>
          <p:cNvSpPr txBox="1"/>
          <p:nvPr/>
        </p:nvSpPr>
        <p:spPr>
          <a:xfrm>
            <a:off x="381000" y="228600"/>
            <a:ext cx="8763000" cy="61722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FF0000"/>
              </a:buClr>
              <a:buSzPts val="2800"/>
              <a:buFont typeface="Arial"/>
              <a:buNone/>
            </a:pPr>
            <a:r>
              <a:rPr lang="en-US" sz="2800" b="0" i="0" u="none" strike="noStrike" cap="none">
                <a:solidFill>
                  <a:srgbClr val="FF0000"/>
                </a:solidFill>
                <a:latin typeface="Calibri"/>
                <a:ea typeface="Calibri"/>
                <a:cs typeface="Calibri"/>
                <a:sym typeface="Calibri"/>
              </a:rPr>
              <a:t>Adding new term and doubling array size when necessary</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void polynomial::newterm(float coeff,int exp)</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if(term==capacity)</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capacity=capacity*2;</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term*temp=new term[capacity];</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Copy(temp, termarray );</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delete[] termarray;</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termarray=temp;}</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termarray[terms].coef=coeff;</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termarray[terms].exp=exp;</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terms=terms+1;</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161"/>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7" name="Google Shape;1257;p161"/>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FF3300"/>
              </a:buClr>
              <a:buSzPts val="3200"/>
              <a:buFont typeface="Arial"/>
              <a:buNone/>
            </a:pPr>
            <a:r>
              <a:rPr lang="en-US" sz="3200" b="0" i="0" u="none" strike="noStrike" cap="none">
                <a:solidFill>
                  <a:srgbClr val="FF3300"/>
                </a:solidFill>
                <a:latin typeface="Calibri"/>
                <a:ea typeface="Calibri"/>
                <a:cs typeface="Calibri"/>
                <a:sym typeface="Calibri"/>
              </a:rPr>
              <a:t>Analysis:	</a:t>
            </a:r>
            <a:endParaRPr/>
          </a:p>
          <a:p>
            <a:pPr marL="342900" marR="0" lvl="0" indent="-339725" algn="l" rtl="0">
              <a:lnSpc>
                <a:spcPct val="100000"/>
              </a:lnSpc>
              <a:spcBef>
                <a:spcPts val="800"/>
              </a:spcBef>
              <a:spcAft>
                <a:spcPts val="0"/>
              </a:spcAft>
              <a:buClr>
                <a:srgbClr val="FF3300"/>
              </a:buClr>
              <a:buSzPts val="3200"/>
              <a:buFont typeface="Arial"/>
              <a:buNone/>
            </a:pPr>
            <a:r>
              <a:rPr lang="en-US" sz="3200" b="0" i="0" u="none" strike="noStrike" cap="none">
                <a:solidFill>
                  <a:srgbClr val="FF3300"/>
                </a:solidFill>
                <a:latin typeface="Calibri"/>
                <a:ea typeface="Calibri"/>
                <a:cs typeface="Calibri"/>
                <a:sym typeface="Calibri"/>
              </a:rPr>
              <a:t>O(n+m) where n ,m is the number of terms in A,B.</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FF3300"/>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162"/>
          <p:cNvSpPr txBox="1"/>
          <p:nvPr/>
        </p:nvSpPr>
        <p:spPr>
          <a:xfrm>
            <a:off x="457200" y="212725"/>
            <a:ext cx="7467600" cy="762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Polynomial multiplication</a:t>
            </a:r>
            <a:endParaRPr/>
          </a:p>
        </p:txBody>
      </p:sp>
      <p:sp>
        <p:nvSpPr>
          <p:cNvPr id="1265" name="Google Shape;1265;p162"/>
          <p:cNvSpPr txBox="1"/>
          <p:nvPr/>
        </p:nvSpPr>
        <p:spPr>
          <a:xfrm>
            <a:off x="457200" y="990600"/>
            <a:ext cx="8077200" cy="5483225"/>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A(x)=5x</a:t>
            </a:r>
            <a:r>
              <a:rPr lang="en-US" sz="3200" b="0" i="0" u="none" strike="noStrike" cap="none" baseline="30000">
                <a:solidFill>
                  <a:srgbClr val="000000"/>
                </a:solidFill>
                <a:latin typeface="Calibri"/>
                <a:ea typeface="Calibri"/>
                <a:cs typeface="Calibri"/>
                <a:sym typeface="Calibri"/>
              </a:rPr>
              <a:t>3</a:t>
            </a:r>
            <a:r>
              <a:rPr lang="en-US" sz="3200" b="0" i="0" u="none" strike="noStrike" cap="none">
                <a:solidFill>
                  <a:srgbClr val="000000"/>
                </a:solidFill>
                <a:latin typeface="Calibri"/>
                <a:ea typeface="Calibri"/>
                <a:cs typeface="Calibri"/>
                <a:sym typeface="Calibri"/>
              </a:rPr>
              <a:t>+2x</a:t>
            </a:r>
            <a:r>
              <a:rPr lang="en-US" sz="3200" b="0" i="0" u="none" strike="noStrike" cap="none" baseline="30000">
                <a:solidFill>
                  <a:srgbClr val="000000"/>
                </a:solidFill>
                <a:latin typeface="Calibri"/>
                <a:ea typeface="Calibri"/>
                <a:cs typeface="Calibri"/>
                <a:sym typeface="Calibri"/>
              </a:rPr>
              <a:t>2</a:t>
            </a:r>
            <a:r>
              <a:rPr lang="en-US" sz="3200" b="0" i="0" u="none" strike="noStrike" cap="none">
                <a:solidFill>
                  <a:srgbClr val="000000"/>
                </a:solidFill>
                <a:latin typeface="Calibri"/>
                <a:ea typeface="Calibri"/>
                <a:cs typeface="Calibri"/>
                <a:sym typeface="Calibri"/>
              </a:rPr>
              <a:t>+1</a:t>
            </a:r>
            <a:endParaRPr/>
          </a:p>
          <a:p>
            <a:pPr marL="339725"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B(x)=2x</a:t>
            </a:r>
            <a:r>
              <a:rPr lang="en-US" sz="3200" b="0" i="0" u="none" strike="noStrike" cap="none" baseline="30000">
                <a:solidFill>
                  <a:srgbClr val="000000"/>
                </a:solidFill>
                <a:latin typeface="Calibri"/>
                <a:ea typeface="Calibri"/>
                <a:cs typeface="Calibri"/>
                <a:sym typeface="Calibri"/>
              </a:rPr>
              <a:t>3</a:t>
            </a:r>
            <a:r>
              <a:rPr lang="en-US" sz="3200" b="0" i="0" u="none" strike="noStrike" cap="none">
                <a:solidFill>
                  <a:srgbClr val="000000"/>
                </a:solidFill>
                <a:latin typeface="Calibri"/>
                <a:ea typeface="Calibri"/>
                <a:cs typeface="Calibri"/>
                <a:sym typeface="Calibri"/>
              </a:rPr>
              <a:t>+x</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163"/>
          <p:cNvSpPr txBox="1"/>
          <p:nvPr/>
        </p:nvSpPr>
        <p:spPr>
          <a:xfrm>
            <a:off x="457200" y="274638"/>
            <a:ext cx="7467600" cy="7921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Sparse  matrix</a:t>
            </a:r>
            <a:endParaRPr/>
          </a:p>
        </p:txBody>
      </p:sp>
      <p:sp>
        <p:nvSpPr>
          <p:cNvPr id="1273" name="Google Shape;1273;p163"/>
          <p:cNvSpPr txBox="1"/>
          <p:nvPr/>
        </p:nvSpPr>
        <p:spPr>
          <a:xfrm>
            <a:off x="457200" y="1143000"/>
            <a:ext cx="8001000" cy="7443788"/>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A sparse matrix is the matrix in which max elements are 0;</a:t>
            </a:r>
            <a:endParaRPr/>
          </a:p>
          <a:p>
            <a:pPr marL="339725" marR="0" lvl="0" indent="-339725" algn="l" rtl="0">
              <a:lnSpc>
                <a:spcPct val="100000"/>
              </a:lnSpc>
              <a:spcBef>
                <a:spcPts val="800"/>
              </a:spcBef>
              <a:spcAft>
                <a:spcPts val="0"/>
              </a:spcAft>
              <a:buClr>
                <a:srgbClr val="000000"/>
              </a:buClr>
              <a:buSzPts val="3200"/>
              <a:buFont typeface="Arial"/>
              <a:buChar char="•"/>
            </a:pPr>
            <a:r>
              <a:rPr lang="en-US" sz="3200" b="1" i="0" u="none" strike="noStrike" cap="none">
                <a:solidFill>
                  <a:srgbClr val="000000"/>
                </a:solidFill>
                <a:latin typeface="Calibri"/>
                <a:ea typeface="Calibri"/>
                <a:cs typeface="Calibri"/>
                <a:sym typeface="Calibri"/>
              </a:rPr>
              <a:t> </a:t>
            </a:r>
            <a:r>
              <a:rPr lang="en-US" sz="3200" b="1" i="0" u="none" strike="noStrike" cap="none">
                <a:solidFill>
                  <a:srgbClr val="FF0000"/>
                </a:solidFill>
                <a:latin typeface="Calibri"/>
                <a:ea typeface="Calibri"/>
                <a:cs typeface="Calibri"/>
                <a:sym typeface="Calibri"/>
              </a:rPr>
              <a:t>sparse </a:t>
            </a:r>
            <a:r>
              <a:rPr lang="en-US" sz="3200" b="0" i="0" u="none" strike="noStrike" cap="none">
                <a:solidFill>
                  <a:srgbClr val="FF0000"/>
                </a:solidFill>
                <a:latin typeface="Calibri"/>
                <a:ea typeface="Calibri"/>
                <a:cs typeface="Calibri"/>
                <a:sym typeface="Calibri"/>
              </a:rPr>
              <a:t>… </a:t>
            </a:r>
            <a:r>
              <a:rPr lang="en-US" sz="3200" b="1" i="0" u="none" strike="noStrike" cap="none">
                <a:solidFill>
                  <a:srgbClr val="000000"/>
                </a:solidFill>
                <a:latin typeface="Calibri"/>
                <a:ea typeface="Calibri"/>
                <a:cs typeface="Calibri"/>
                <a:sym typeface="Calibri"/>
              </a:rPr>
              <a:t>many elements are zero</a:t>
            </a:r>
            <a:endParaRPr/>
          </a:p>
          <a:p>
            <a:pPr marL="339725" marR="0" lvl="0" indent="-339725" algn="l" rtl="0">
              <a:lnSpc>
                <a:spcPct val="100000"/>
              </a:lnSpc>
              <a:spcBef>
                <a:spcPts val="800"/>
              </a:spcBef>
              <a:spcAft>
                <a:spcPts val="0"/>
              </a:spcAft>
              <a:buClr>
                <a:srgbClr val="FF0000"/>
              </a:buClr>
              <a:buSzPts val="3200"/>
              <a:buFont typeface="Arial"/>
              <a:buChar char="•"/>
            </a:pPr>
            <a:r>
              <a:rPr lang="en-US" sz="3200" b="1" i="0" u="none" strike="noStrike" cap="none">
                <a:solidFill>
                  <a:srgbClr val="FF0000"/>
                </a:solidFill>
                <a:latin typeface="Calibri"/>
                <a:ea typeface="Calibri"/>
                <a:cs typeface="Calibri"/>
                <a:sym typeface="Calibri"/>
              </a:rPr>
              <a:t>dense</a:t>
            </a:r>
            <a:r>
              <a:rPr lang="en-US" sz="3200" b="1" i="0" u="none" strike="noStrike" cap="none">
                <a:solidFill>
                  <a:srgbClr val="000000"/>
                </a:solidFill>
                <a:latin typeface="Calibri"/>
                <a:ea typeface="Calibri"/>
                <a:cs typeface="Calibri"/>
                <a:sym typeface="Calibri"/>
              </a:rPr>
              <a:t>   … few elements are zero</a:t>
            </a:r>
            <a:endParaRPr/>
          </a:p>
          <a:p>
            <a:pPr marL="339725" marR="0" lvl="0" indent="-339725" algn="ctr"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39725" marR="0" lvl="0" indent="-339725" algn="ctr"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Example:        </a:t>
            </a:r>
            <a:endParaRPr/>
          </a:p>
          <a:p>
            <a:pPr marL="339725" marR="0" lvl="0" indent="-339725" algn="ctr"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0 0 3 0 4            </a:t>
            </a:r>
            <a:endParaRPr/>
          </a:p>
          <a:p>
            <a:pPr marL="339725" marR="0" lvl="0" indent="-339725" algn="ctr"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0 0 5 7 0</a:t>
            </a:r>
            <a:endParaRPr/>
          </a:p>
          <a:p>
            <a:pPr marL="339725" marR="0" lvl="0" indent="-339725" algn="ctr"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0 0 0 0 0</a:t>
            </a:r>
            <a:endParaRPr/>
          </a:p>
          <a:p>
            <a:pPr marL="339725" marR="0" lvl="0" indent="-339725" algn="ctr"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0 2 6 0 0</a:t>
            </a:r>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164"/>
          <p:cNvSpPr txBox="1"/>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application</a:t>
            </a:r>
            <a:endParaRPr/>
          </a:p>
        </p:txBody>
      </p:sp>
      <p:sp>
        <p:nvSpPr>
          <p:cNvPr id="1281" name="Google Shape;1281;p164"/>
          <p:cNvSpPr txBox="1"/>
          <p:nvPr/>
        </p:nvSpPr>
        <p:spPr>
          <a:xfrm>
            <a:off x="381000" y="1143000"/>
            <a:ext cx="8229600" cy="54864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Airline flight matrix.</a:t>
            </a:r>
            <a:endParaRPr/>
          </a:p>
          <a:p>
            <a:pPr marL="739775" marR="0" lvl="1" indent="-282575"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airports are numbered 1 through n</a:t>
            </a:r>
            <a:endParaRPr/>
          </a:p>
          <a:p>
            <a:pPr marL="739775" marR="0" lvl="1" indent="-282575"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flight(i,j) = list of nonstop flights from airport i to airport j</a:t>
            </a:r>
            <a:endParaRPr/>
          </a:p>
          <a:p>
            <a:pPr marL="739775" marR="0" lvl="1" indent="-282575"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n = 1000 (say)</a:t>
            </a:r>
            <a:endParaRPr/>
          </a:p>
          <a:p>
            <a:pPr marL="739775" marR="0" lvl="1" indent="-282575"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n x n array of list references =&gt; 4 million bytes</a:t>
            </a:r>
            <a:endParaRPr/>
          </a:p>
          <a:p>
            <a:pPr marL="739775" marR="0" lvl="1" indent="-282575"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total number of flights = 20,000 (say)</a:t>
            </a:r>
            <a:endParaRPr/>
          </a:p>
          <a:p>
            <a:pPr marL="739775" marR="0" lvl="1" indent="-282575" algn="l" rtl="0">
              <a:lnSpc>
                <a:spcPct val="100000"/>
              </a:lnSpc>
              <a:spcBef>
                <a:spcPts val="700"/>
              </a:spcBef>
              <a:spcAft>
                <a:spcPts val="0"/>
              </a:spcAft>
              <a:buClr>
                <a:srgbClr val="000000"/>
              </a:buClr>
              <a:buSzPts val="2800"/>
              <a:buFont typeface="Noto Sans Symbols"/>
              <a:buChar char="▪"/>
            </a:pPr>
            <a:r>
              <a:rPr lang="en-US" sz="2800" b="0" i="0" u="none" strike="noStrike" cap="none">
                <a:solidFill>
                  <a:srgbClr val="000000"/>
                </a:solidFill>
                <a:latin typeface="Calibri"/>
                <a:ea typeface="Calibri"/>
                <a:cs typeface="Calibri"/>
                <a:sym typeface="Calibri"/>
              </a:rPr>
              <a:t>need at most 20,000 list references =&gt; at most 80,000 bytes</a:t>
            </a:r>
            <a:endParaRPr/>
          </a:p>
          <a:p>
            <a:pPr marL="739775" marR="0" lvl="1" indent="-28257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739775" marR="0" lvl="1" indent="-282575" algn="l" rtl="0">
              <a:lnSpc>
                <a:spcPct val="100000"/>
              </a:lnSpc>
              <a:spcBef>
                <a:spcPts val="700"/>
              </a:spcBef>
              <a:spcAft>
                <a:spcPts val="0"/>
              </a:spcAft>
              <a:buClr>
                <a:srgbClr val="000000"/>
              </a:buClr>
              <a:buSzPts val="2800"/>
              <a:buFont typeface="Courier New"/>
              <a:buChar char="o"/>
            </a:pPr>
            <a:r>
              <a:rPr lang="en-US" sz="2800" b="0" i="0" u="none" strike="noStrike" cap="none">
                <a:solidFill>
                  <a:srgbClr val="000000"/>
                </a:solidFill>
                <a:latin typeface="Calibri"/>
                <a:ea typeface="Calibri"/>
                <a:cs typeface="Calibri"/>
                <a:sym typeface="Calibri"/>
              </a:rPr>
              <a:t>Diagonal matrix is sparse matrix</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sp>
        <p:nvSpPr>
          <p:cNvPr id="1288" name="Google Shape;1288;p165"/>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problem</a:t>
            </a:r>
            <a:endParaRPr/>
          </a:p>
        </p:txBody>
      </p:sp>
      <p:sp>
        <p:nvSpPr>
          <p:cNvPr id="1289" name="Google Shape;1289;p165"/>
          <p:cNvSpPr txBox="1"/>
          <p:nvPr/>
        </p:nvSpPr>
        <p:spPr>
          <a:xfrm>
            <a:off x="457200" y="1600200"/>
            <a:ext cx="8229600" cy="5189538"/>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Not space efficient</a:t>
            </a:r>
            <a:endParaRPr/>
          </a:p>
          <a:p>
            <a:pPr marL="339725"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Retrieval time is more</a:t>
            </a:r>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So we can do representation of these matrix  as:</a:t>
            </a:r>
            <a:endParaRPr/>
          </a:p>
          <a:p>
            <a:pPr marL="339725" marR="0" lvl="0" indent="-339725" algn="l" rtl="0">
              <a:lnSpc>
                <a:spcPct val="100000"/>
              </a:lnSpc>
              <a:spcBef>
                <a:spcPts val="800"/>
              </a:spcBef>
              <a:spcAft>
                <a:spcPts val="0"/>
              </a:spcAft>
              <a:buClr>
                <a:srgbClr val="000000"/>
              </a:buClr>
              <a:buSzPts val="3200"/>
              <a:buFont typeface="Calibri"/>
              <a:buAutoNum type="arabicParenR"/>
            </a:pPr>
            <a:r>
              <a:rPr lang="en-US" sz="3200" b="0" i="0" u="none" strike="noStrike" cap="none">
                <a:solidFill>
                  <a:srgbClr val="000000"/>
                </a:solidFill>
                <a:latin typeface="Calibri"/>
                <a:ea typeface="Calibri"/>
                <a:cs typeface="Calibri"/>
                <a:sym typeface="Calibri"/>
              </a:rPr>
              <a:t>Rows</a:t>
            </a:r>
            <a:endParaRPr/>
          </a:p>
          <a:p>
            <a:pPr marL="339725" marR="0" lvl="0" indent="-339725" algn="l" rtl="0">
              <a:lnSpc>
                <a:spcPct val="100000"/>
              </a:lnSpc>
              <a:spcBef>
                <a:spcPts val="800"/>
              </a:spcBef>
              <a:spcAft>
                <a:spcPts val="0"/>
              </a:spcAft>
              <a:buClr>
                <a:srgbClr val="000000"/>
              </a:buClr>
              <a:buSzPts val="3200"/>
              <a:buFont typeface="Calibri"/>
              <a:buAutoNum type="arabicParenR"/>
            </a:pPr>
            <a:r>
              <a:rPr lang="en-US" sz="3200" b="0" i="0" u="none" strike="noStrike" cap="none">
                <a:solidFill>
                  <a:srgbClr val="000000"/>
                </a:solidFill>
                <a:latin typeface="Calibri"/>
                <a:ea typeface="Calibri"/>
                <a:cs typeface="Calibri"/>
                <a:sym typeface="Calibri"/>
              </a:rPr>
              <a:t>Column</a:t>
            </a:r>
            <a:endParaRPr/>
          </a:p>
          <a:p>
            <a:pPr marL="339725" marR="0" lvl="0" indent="-339725" algn="l" rtl="0">
              <a:lnSpc>
                <a:spcPct val="100000"/>
              </a:lnSpc>
              <a:spcBef>
                <a:spcPts val="800"/>
              </a:spcBef>
              <a:spcAft>
                <a:spcPts val="0"/>
              </a:spcAft>
              <a:buClr>
                <a:srgbClr val="000000"/>
              </a:buClr>
              <a:buSzPts val="3200"/>
              <a:buFont typeface="Calibri"/>
              <a:buAutoNum type="arabicParenR"/>
            </a:pPr>
            <a:r>
              <a:rPr lang="en-US" sz="3200" b="0" i="0" u="none" strike="noStrike" cap="none">
                <a:solidFill>
                  <a:srgbClr val="000000"/>
                </a:solidFill>
                <a:latin typeface="Calibri"/>
                <a:ea typeface="Calibri"/>
                <a:cs typeface="Calibri"/>
                <a:sym typeface="Calibri"/>
              </a:rPr>
              <a:t>Value</a:t>
            </a:r>
            <a:endParaRPr/>
          </a:p>
          <a:p>
            <a:pPr marL="339725"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166"/>
          <p:cNvSpPr txBox="1"/>
          <p:nvPr/>
        </p:nvSpPr>
        <p:spPr>
          <a:xfrm>
            <a:off x="457200" y="130175"/>
            <a:ext cx="8229600" cy="14319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Sparse matrix representation</a:t>
            </a:r>
            <a:endParaRPr/>
          </a:p>
        </p:txBody>
      </p:sp>
      <p:sp>
        <p:nvSpPr>
          <p:cNvPr id="1297" name="Google Shape;1297;p166"/>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39725"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A=  0 0 3 0 4            </a:t>
            </a:r>
            <a:endParaRPr/>
          </a:p>
          <a:p>
            <a:pPr marL="342900" marR="0" lvl="0" indent="-339725" algn="ctr"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0 0 5 7 0</a:t>
            </a:r>
            <a:endParaRPr/>
          </a:p>
          <a:p>
            <a:pPr marL="342900" marR="0" lvl="0" indent="-339725" algn="ctr"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0 0 0 0 0</a:t>
            </a:r>
            <a:endParaRPr/>
          </a:p>
          <a:p>
            <a:pPr marL="342900" marR="0" lvl="0" indent="-339725" algn="ctr"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0 2 6 0 0</a:t>
            </a:r>
            <a:endParaRPr/>
          </a:p>
          <a:p>
            <a:pPr marL="342900" marR="0" lvl="0" indent="-339725" algn="ctr"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Can be represented as &lt;row,col,value&gt;</a:t>
            </a:r>
            <a:endParaRPr/>
          </a:p>
        </p:txBody>
      </p:sp>
      <p:graphicFrame>
        <p:nvGraphicFramePr>
          <p:cNvPr id="1298" name="Google Shape;1298;p166"/>
          <p:cNvGraphicFramePr/>
          <p:nvPr/>
        </p:nvGraphicFramePr>
        <p:xfrm>
          <a:off x="228600" y="1371600"/>
          <a:ext cx="2973400" cy="2595600"/>
        </p:xfrm>
        <a:graphic>
          <a:graphicData uri="http://schemas.openxmlformats.org/drawingml/2006/table">
            <a:tbl>
              <a:tblPr>
                <a:noFill/>
                <a:tableStyleId>{8D1950BE-5863-4897-BD1D-62408112DEBE}</a:tableStyleId>
              </a:tblPr>
              <a:tblGrid>
                <a:gridCol w="990600">
                  <a:extLst>
                    <a:ext uri="{9D8B030D-6E8A-4147-A177-3AD203B41FA5}">
                      <a16:colId xmlns:a16="http://schemas.microsoft.com/office/drawing/2014/main" val="20000"/>
                    </a:ext>
                  </a:extLst>
                </a:gridCol>
                <a:gridCol w="992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70800">
                <a:tc>
                  <a:txBody>
                    <a:bodyPr/>
                    <a:lstStyle/>
                    <a:p>
                      <a:pPr marL="0" marR="0" lvl="0" indent="0" algn="l" rtl="0">
                        <a:lnSpc>
                          <a:spcPct val="96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4</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tc>
                  <a:txBody>
                    <a:bodyPr/>
                    <a:lstStyle/>
                    <a:p>
                      <a:pPr marL="0" marR="0" lvl="0" indent="0" algn="l" rtl="0">
                        <a:lnSpc>
                          <a:spcPct val="96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5</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tc>
                  <a:txBody>
                    <a:bodyPr/>
                    <a:lstStyle/>
                    <a:p>
                      <a:pPr marL="0" marR="0" lvl="0" indent="0" algn="l" rtl="0">
                        <a:lnSpc>
                          <a:spcPct val="96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6</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370800">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370800">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370800">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370800">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370800">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r h="370800">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tc>
                  <a:txBody>
                    <a:bodyPr/>
                    <a:lstStyle/>
                    <a:p>
                      <a:pPr marL="0" marR="0" lvl="0" indent="0" algn="l" rtl="0">
                        <a:lnSpc>
                          <a:spcPct val="96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6</a:t>
                      </a:r>
                      <a:endParaRPr/>
                    </a:p>
                  </a:txBody>
                  <a:tcPr marL="90000" marR="90000" marT="60575" marB="468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D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167"/>
          <p:cNvSpPr txBox="1"/>
          <p:nvPr/>
        </p:nvSpPr>
        <p:spPr>
          <a:xfrm>
            <a:off x="457200" y="130175"/>
            <a:ext cx="8229600" cy="14319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
            </a:r>
            <a:br>
              <a:rPr lang="en-US" sz="4400" b="0" i="0" u="none" strike="noStrike" cap="none">
                <a:solidFill>
                  <a:srgbClr val="000000"/>
                </a:solidFill>
                <a:latin typeface="Calibri"/>
                <a:ea typeface="Calibri"/>
                <a:cs typeface="Calibri"/>
                <a:sym typeface="Calibri"/>
              </a:rPr>
            </a:br>
            <a:endParaRPr sz="4400" b="0" i="0" u="none" strike="noStrike" cap="none">
              <a:solidFill>
                <a:srgbClr val="000000"/>
              </a:solidFill>
              <a:latin typeface="Calibri"/>
              <a:ea typeface="Calibri"/>
              <a:cs typeface="Calibri"/>
              <a:sym typeface="Calibri"/>
            </a:endParaRPr>
          </a:p>
        </p:txBody>
      </p:sp>
      <p:sp>
        <p:nvSpPr>
          <p:cNvPr id="1306" name="Google Shape;1306;p167"/>
          <p:cNvSpPr txBox="1"/>
          <p:nvPr/>
        </p:nvSpPr>
        <p:spPr>
          <a:xfrm>
            <a:off x="457200" y="533400"/>
            <a:ext cx="7467600" cy="60960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class sparsematrix;</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class Matrixterm</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friend class sparsematrix;</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private:</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int row, col, value;</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In class sparsematrix</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Private:</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int trows,tcols,terms,capacity;</a:t>
            </a:r>
            <a:endParaRPr/>
          </a:p>
          <a:p>
            <a:pPr marL="342900" marR="0" lvl="0" indent="-339725" algn="l" rtl="0">
              <a:lnSpc>
                <a:spcPct val="100000"/>
              </a:lnSpc>
              <a:spcBef>
                <a:spcPts val="8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Matrixterm *as;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312"/>
        <p:cNvGrpSpPr/>
        <p:nvPr/>
      </p:nvGrpSpPr>
      <p:grpSpPr>
        <a:xfrm>
          <a:off x="0" y="0"/>
          <a:ext cx="0" cy="0"/>
          <a:chOff x="0" y="0"/>
          <a:chExt cx="0" cy="0"/>
        </a:xfrm>
      </p:grpSpPr>
      <p:sp>
        <p:nvSpPr>
          <p:cNvPr id="1313" name="Google Shape;1313;p168"/>
          <p:cNvSpPr txBox="1"/>
          <p:nvPr/>
        </p:nvSpPr>
        <p:spPr>
          <a:xfrm>
            <a:off x="457200" y="252413"/>
            <a:ext cx="7467600" cy="762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Adt of sparse matrix</a:t>
            </a:r>
            <a:endParaRPr/>
          </a:p>
        </p:txBody>
      </p:sp>
      <p:sp>
        <p:nvSpPr>
          <p:cNvPr id="1314" name="Google Shape;1314;p168"/>
          <p:cNvSpPr txBox="1"/>
          <p:nvPr/>
        </p:nvSpPr>
        <p:spPr>
          <a:xfrm>
            <a:off x="457200" y="914400"/>
            <a:ext cx="7467600" cy="5634038"/>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class sparsematrix</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{//a set of triples, &lt;</a:t>
            </a:r>
            <a:r>
              <a:rPr lang="en-US" sz="2000" b="0" i="1" u="none" strike="noStrike" cap="none">
                <a:solidFill>
                  <a:srgbClr val="000000"/>
                </a:solidFill>
                <a:latin typeface="Calibri"/>
                <a:ea typeface="Calibri"/>
                <a:cs typeface="Calibri"/>
                <a:sym typeface="Calibri"/>
              </a:rPr>
              <a:t>row, column, value</a:t>
            </a:r>
            <a:r>
              <a:rPr lang="en-US" sz="2000" b="0" i="0" u="none" strike="noStrike" cap="none">
                <a:solidFill>
                  <a:srgbClr val="000000"/>
                </a:solidFill>
                <a:latin typeface="Calibri"/>
                <a:ea typeface="Calibri"/>
                <a:cs typeface="Calibri"/>
                <a:sym typeface="Calibri"/>
              </a:rPr>
              <a:t>&gt;, where </a:t>
            </a:r>
            <a:r>
              <a:rPr lang="en-US" sz="2000" b="0" i="1" u="none" strike="noStrike" cap="none">
                <a:solidFill>
                  <a:srgbClr val="000000"/>
                </a:solidFill>
                <a:latin typeface="Calibri"/>
                <a:ea typeface="Calibri"/>
                <a:cs typeface="Calibri"/>
                <a:sym typeface="Calibri"/>
              </a:rPr>
              <a:t>row</a:t>
            </a:r>
            <a:r>
              <a:rPr lang="en-US" sz="2000" b="0" i="0" u="none" strike="noStrike" cap="none">
                <a:solidFill>
                  <a:srgbClr val="000000"/>
                </a:solidFill>
                <a:latin typeface="Calibri"/>
                <a:ea typeface="Calibri"/>
                <a:cs typeface="Calibri"/>
                <a:sym typeface="Calibri"/>
              </a:rPr>
              <a:t> and </a:t>
            </a:r>
            <a:r>
              <a:rPr lang="en-US" sz="2000" b="0" i="1" u="none" strike="noStrike" cap="none">
                <a:solidFill>
                  <a:srgbClr val="000000"/>
                </a:solidFill>
                <a:latin typeface="Calibri"/>
                <a:ea typeface="Calibri"/>
                <a:cs typeface="Calibri"/>
                <a:sym typeface="Calibri"/>
              </a:rPr>
              <a:t>column </a:t>
            </a:r>
            <a:r>
              <a:rPr lang="en-US" sz="2000" b="0" i="0" u="none" strike="noStrike" cap="none">
                <a:solidFill>
                  <a:srgbClr val="000000"/>
                </a:solidFill>
                <a:latin typeface="Calibri"/>
                <a:ea typeface="Calibri"/>
                <a:cs typeface="Calibri"/>
                <a:sym typeface="Calibri"/>
              </a:rPr>
              <a:t>are integers and form a unique combination, and </a:t>
            </a:r>
            <a:r>
              <a:rPr lang="en-US" sz="2000" b="0" i="1" u="none" strike="noStrike" cap="none">
                <a:solidFill>
                  <a:srgbClr val="000000"/>
                </a:solidFill>
                <a:latin typeface="Calibri"/>
                <a:ea typeface="Calibri"/>
                <a:cs typeface="Calibri"/>
                <a:sym typeface="Calibri"/>
              </a:rPr>
              <a:t>value</a:t>
            </a:r>
            <a:r>
              <a:rPr lang="en-US" sz="2000" b="0" i="0" u="none" strike="noStrike" cap="none">
                <a:solidFill>
                  <a:srgbClr val="000000"/>
                </a:solidFill>
                <a:latin typeface="Calibri"/>
                <a:ea typeface="Calibri"/>
                <a:cs typeface="Calibri"/>
                <a:sym typeface="Calibri"/>
              </a:rPr>
              <a:t> comes from the set </a:t>
            </a:r>
            <a:r>
              <a:rPr lang="en-US" sz="2000" b="0" i="1" u="none" strike="noStrike" cap="none">
                <a:solidFill>
                  <a:srgbClr val="000000"/>
                </a:solidFill>
                <a:latin typeface="Calibri"/>
                <a:ea typeface="Calibri"/>
                <a:cs typeface="Calibri"/>
                <a:sym typeface="Calibri"/>
              </a:rPr>
              <a:t>item.t</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1" u="none" strike="noStrike" cap="none">
                <a:solidFill>
                  <a:srgbClr val="000000"/>
                </a:solidFill>
                <a:latin typeface="Calibri"/>
                <a:ea typeface="Calibri"/>
                <a:cs typeface="Calibri"/>
                <a:sym typeface="Calibri"/>
              </a:rPr>
              <a:t>Public:</a:t>
            </a:r>
            <a:endParaRPr/>
          </a:p>
          <a:p>
            <a:pPr marL="342900" marR="0" lvl="0" indent="-339725" algn="l" rtl="0">
              <a:lnSpc>
                <a:spcPct val="100000"/>
              </a:lnSpc>
              <a:spcBef>
                <a:spcPts val="500"/>
              </a:spcBef>
              <a:spcAft>
                <a:spcPts val="0"/>
              </a:spcAft>
              <a:buClr>
                <a:srgbClr val="FF0000"/>
              </a:buClr>
              <a:buSzPts val="2000"/>
              <a:buFont typeface="Arial"/>
              <a:buNone/>
            </a:pPr>
            <a:r>
              <a:rPr lang="en-US" sz="2000" b="0" i="1" u="none" strike="noStrike" cap="none">
                <a:solidFill>
                  <a:srgbClr val="FF0000"/>
                </a:solidFill>
                <a:latin typeface="Calibri"/>
                <a:ea typeface="Calibri"/>
                <a:cs typeface="Calibri"/>
                <a:sym typeface="Calibri"/>
              </a:rPr>
              <a:t>Sparsematrix(int r,int c,int t)</a:t>
            </a:r>
            <a:r>
              <a:rPr lang="en-US" sz="2000" b="0" i="1" u="none" strike="noStrike" cap="none">
                <a:solidFill>
                  <a:srgbClr val="000000"/>
                </a:solidFill>
                <a:latin typeface="Calibri"/>
                <a:ea typeface="Calibri"/>
                <a:cs typeface="Calibri"/>
                <a:sym typeface="Calibri"/>
              </a:rPr>
              <a:t>;//constructor used to create sparse matrix</a:t>
            </a:r>
            <a:endParaRPr/>
          </a:p>
          <a:p>
            <a:pPr marL="342900" marR="0" lvl="0" indent="-339725" algn="l" rtl="0">
              <a:lnSpc>
                <a:spcPct val="100000"/>
              </a:lnSpc>
              <a:spcBef>
                <a:spcPts val="500"/>
              </a:spcBef>
              <a:spcAft>
                <a:spcPts val="0"/>
              </a:spcAft>
              <a:buClr>
                <a:srgbClr val="FF0000"/>
              </a:buClr>
              <a:buSzPts val="2000"/>
              <a:buFont typeface="Arial"/>
              <a:buNone/>
            </a:pPr>
            <a:r>
              <a:rPr lang="en-US" sz="2000" b="0" i="1" u="none" strike="noStrike" cap="none">
                <a:solidFill>
                  <a:srgbClr val="FF0000"/>
                </a:solidFill>
                <a:latin typeface="Calibri"/>
                <a:ea typeface="Calibri"/>
                <a:cs typeface="Calibri"/>
                <a:sym typeface="Calibri"/>
              </a:rPr>
              <a:t>Sparsematrix transpose();</a:t>
            </a:r>
            <a:r>
              <a:rPr lang="en-US" sz="2000" b="0" i="1" u="none" strike="noStrike" cap="none">
                <a:solidFill>
                  <a:srgbClr val="000000"/>
                </a:solidFill>
                <a:latin typeface="Calibri"/>
                <a:ea typeface="Calibri"/>
                <a:cs typeface="Calibri"/>
                <a:sym typeface="Calibri"/>
              </a:rPr>
              <a:t>//return the sparse matrix obtained by interchanging row and column value of every triple in *this.</a:t>
            </a:r>
            <a:endParaRPr/>
          </a:p>
          <a:p>
            <a:pPr marL="342900" marR="0" lvl="0" indent="-339725" algn="l" rtl="0">
              <a:lnSpc>
                <a:spcPct val="100000"/>
              </a:lnSpc>
              <a:spcBef>
                <a:spcPts val="500"/>
              </a:spcBef>
              <a:spcAft>
                <a:spcPts val="0"/>
              </a:spcAft>
              <a:buClr>
                <a:srgbClr val="FF0000"/>
              </a:buClr>
              <a:buSzPts val="2000"/>
              <a:buFont typeface="Arial"/>
              <a:buNone/>
            </a:pPr>
            <a:r>
              <a:rPr lang="en-US" sz="2000" b="0" i="1" u="none" strike="noStrike" cap="none">
                <a:solidFill>
                  <a:srgbClr val="FF0000"/>
                </a:solidFill>
                <a:latin typeface="Calibri"/>
                <a:ea typeface="Calibri"/>
                <a:cs typeface="Calibri"/>
                <a:sym typeface="Calibri"/>
              </a:rPr>
              <a:t>Sparsematrix  add(Sparsematrix b);</a:t>
            </a:r>
            <a:r>
              <a:rPr lang="en-US" sz="2000" b="0" i="1" u="none" strike="noStrike" cap="none">
                <a:solidFill>
                  <a:srgbClr val="000000"/>
                </a:solidFill>
                <a:latin typeface="Calibri"/>
                <a:ea typeface="Calibri"/>
                <a:cs typeface="Calibri"/>
                <a:sym typeface="Calibri"/>
              </a:rPr>
              <a:t>//if the dimentions  of //*this and b are same then addition is returned.</a:t>
            </a:r>
            <a:endParaRPr/>
          </a:p>
          <a:p>
            <a:pPr marL="342900" marR="0" lvl="0" indent="-339725" algn="l" rtl="0">
              <a:lnSpc>
                <a:spcPct val="100000"/>
              </a:lnSpc>
              <a:spcBef>
                <a:spcPts val="500"/>
              </a:spcBef>
              <a:spcAft>
                <a:spcPts val="0"/>
              </a:spcAft>
              <a:buClr>
                <a:srgbClr val="FF0000"/>
              </a:buClr>
              <a:buSzPts val="2000"/>
              <a:buFont typeface="Arial"/>
              <a:buNone/>
            </a:pPr>
            <a:r>
              <a:rPr lang="en-US" sz="2000" b="0" i="1" u="none" strike="noStrike" cap="none">
                <a:solidFill>
                  <a:srgbClr val="FF0000"/>
                </a:solidFill>
                <a:latin typeface="Calibri"/>
                <a:ea typeface="Calibri"/>
                <a:cs typeface="Calibri"/>
                <a:sym typeface="Calibri"/>
              </a:rPr>
              <a:t>Sparsematrix  multiply(Sparsematrix b);</a:t>
            </a:r>
            <a:r>
              <a:rPr lang="en-US" sz="2000" b="0" i="1" u="none" strike="noStrike" cap="none">
                <a:solidFill>
                  <a:srgbClr val="000000"/>
                </a:solidFill>
                <a:latin typeface="Calibri"/>
                <a:ea typeface="Calibri"/>
                <a:cs typeface="Calibri"/>
                <a:sym typeface="Calibri"/>
              </a:rPr>
              <a:t>//if the no of //coloumn in *this is equal to no. of rows  b then //multiplication is returned d[i][j]=∑(a[i][k].b[k][j])</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320"/>
        <p:cNvGrpSpPr/>
        <p:nvPr/>
      </p:nvGrpSpPr>
      <p:grpSpPr>
        <a:xfrm>
          <a:off x="0" y="0"/>
          <a:ext cx="0" cy="0"/>
          <a:chOff x="0" y="0"/>
          <a:chExt cx="0" cy="0"/>
        </a:xfrm>
      </p:grpSpPr>
      <p:sp>
        <p:nvSpPr>
          <p:cNvPr id="1321" name="Google Shape;1321;p169"/>
          <p:cNvSpPr txBox="1"/>
          <p:nvPr/>
        </p:nvSpPr>
        <p:spPr>
          <a:xfrm>
            <a:off x="2744788" y="171450"/>
            <a:ext cx="3668712" cy="581025"/>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Arial"/>
                <a:ea typeface="Arial"/>
                <a:cs typeface="Arial"/>
                <a:sym typeface="Arial"/>
              </a:rPr>
              <a:t>Transpose a Matrix</a:t>
            </a:r>
            <a:endParaRPr/>
          </a:p>
        </p:txBody>
      </p:sp>
      <p:sp>
        <p:nvSpPr>
          <p:cNvPr id="1322" name="Google Shape;1322;p169"/>
          <p:cNvSpPr txBox="1"/>
          <p:nvPr/>
        </p:nvSpPr>
        <p:spPr>
          <a:xfrm>
            <a:off x="381000" y="1184275"/>
            <a:ext cx="8153400" cy="5459413"/>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t>
            </a:r>
            <a:r>
              <a:rPr lang="en-US" sz="2000" b="0" i="0" u="none" strike="noStrike" cap="none">
                <a:solidFill>
                  <a:srgbClr val="000000"/>
                </a:solidFill>
                <a:latin typeface="Arial"/>
                <a:ea typeface="Arial"/>
                <a:cs typeface="Arial"/>
                <a:sym typeface="Arial"/>
              </a:rPr>
              <a:t>1) for each </a:t>
            </a:r>
            <a:r>
              <a:rPr lang="en-US" sz="2000" b="0" i="0" u="none" strike="noStrike" cap="none">
                <a:solidFill>
                  <a:srgbClr val="FF3300"/>
                </a:solidFill>
                <a:latin typeface="Arial"/>
                <a:ea typeface="Arial"/>
                <a:cs typeface="Arial"/>
                <a:sym typeface="Arial"/>
              </a:rPr>
              <a:t>row</a:t>
            </a:r>
            <a:r>
              <a:rPr lang="en-US" sz="2000" b="0" i="0" u="none" strike="noStrike" cap="none">
                <a:solidFill>
                  <a:srgbClr val="000000"/>
                </a:solidFill>
                <a:latin typeface="Arial"/>
                <a:ea typeface="Arial"/>
                <a:cs typeface="Arial"/>
                <a:sym typeface="Arial"/>
              </a:rPr>
              <a:t> i </a:t>
            </a:r>
            <a:br>
              <a:rPr lang="en-US" sz="2000" b="0" i="0" u="none" strike="noStrike" cap="none">
                <a:solidFill>
                  <a:srgbClr val="000000"/>
                </a:solidFill>
                <a:latin typeface="Arial"/>
                <a:ea typeface="Arial"/>
                <a:cs typeface="Arial"/>
                <a:sym typeface="Arial"/>
              </a:rPr>
            </a:br>
            <a:r>
              <a:rPr lang="en-US" sz="2000" b="0" i="0" u="none" strike="noStrike" cap="none">
                <a:solidFill>
                  <a:srgbClr val="000000"/>
                </a:solidFill>
                <a:latin typeface="Arial"/>
                <a:ea typeface="Arial"/>
                <a:cs typeface="Arial"/>
                <a:sym typeface="Arial"/>
              </a:rPr>
              <a:t>      take element &lt;i, j, value&gt; and store it  in element &lt;j, i, value&gt; of the transpose.</a:t>
            </a:r>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  difficulty: </a:t>
            </a:r>
            <a:r>
              <a:rPr lang="en-US" sz="2000" b="0" i="0" u="none" strike="noStrike" cap="none">
                <a:solidFill>
                  <a:srgbClr val="C0504D"/>
                </a:solidFill>
                <a:latin typeface="Arial"/>
                <a:ea typeface="Arial"/>
                <a:cs typeface="Arial"/>
                <a:sym typeface="Arial"/>
              </a:rPr>
              <a:t>where to put &lt;j, i, value&gt;</a:t>
            </a:r>
            <a:endParaRPr/>
          </a:p>
          <a:p>
            <a:pPr marL="0" marR="0" lvl="0" indent="0" algn="l" rtl="0">
              <a:lnSpc>
                <a:spcPct val="100000"/>
              </a:lnSpc>
              <a:spcBef>
                <a:spcPts val="0"/>
              </a:spcBef>
              <a:spcAft>
                <a:spcPts val="0"/>
              </a:spcAft>
              <a:buClr>
                <a:srgbClr val="C0504D"/>
              </a:buClr>
              <a:buSzPts val="2000"/>
              <a:buFont typeface="Arial"/>
              <a:buNone/>
            </a:pPr>
            <a:r>
              <a:rPr lang="en-US" sz="2000" b="0" i="0" u="none" strike="noStrike" cap="none">
                <a:solidFill>
                  <a:srgbClr val="C0504D"/>
                </a:solidFill>
                <a:latin typeface="Arial"/>
                <a:ea typeface="Arial"/>
                <a:cs typeface="Arial"/>
                <a:sym typeface="Arial"/>
              </a:rPr>
              <a:t>     	</a:t>
            </a:r>
            <a:r>
              <a:rPr lang="en-US" sz="2000" b="0" i="0" u="none" strike="noStrike" cap="none">
                <a:solidFill>
                  <a:srgbClr val="000000"/>
                </a:solidFill>
                <a:latin typeface="Arial"/>
                <a:ea typeface="Arial"/>
                <a:cs typeface="Arial"/>
                <a:sym typeface="Arial"/>
              </a:rPr>
              <a:t>(</a:t>
            </a:r>
            <a:r>
              <a:rPr lang="en-US" sz="2000" b="0" i="0" u="none" strike="noStrike" cap="none">
                <a:solidFill>
                  <a:srgbClr val="FF3300"/>
                </a:solidFill>
                <a:latin typeface="Arial"/>
                <a:ea typeface="Arial"/>
                <a:cs typeface="Arial"/>
                <a:sym typeface="Arial"/>
              </a:rPr>
              <a:t>0</a:t>
            </a: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0</a:t>
            </a:r>
            <a:r>
              <a:rPr lang="en-US" sz="2000" b="0" i="0" u="none" strike="noStrike" cap="none">
                <a:solidFill>
                  <a:srgbClr val="000000"/>
                </a:solidFill>
                <a:latin typeface="Arial"/>
                <a:ea typeface="Arial"/>
                <a:cs typeface="Arial"/>
                <a:sym typeface="Arial"/>
              </a:rPr>
              <a:t>, 15)  ====&gt;  (</a:t>
            </a:r>
            <a:r>
              <a:rPr lang="en-US" sz="2000" b="0" i="0" u="none" strike="noStrike" cap="none">
                <a:solidFill>
                  <a:srgbClr val="FF3300"/>
                </a:solidFill>
                <a:latin typeface="Arial"/>
                <a:ea typeface="Arial"/>
                <a:cs typeface="Arial"/>
                <a:sym typeface="Arial"/>
              </a:rPr>
              <a:t>0</a:t>
            </a: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0</a:t>
            </a:r>
            <a:r>
              <a:rPr lang="en-US" sz="2000" b="0" i="0" u="none" strike="noStrike" cap="none">
                <a:solidFill>
                  <a:srgbClr val="000000"/>
                </a:solidFill>
                <a:latin typeface="Arial"/>
                <a:ea typeface="Arial"/>
                <a:cs typeface="Arial"/>
                <a:sym typeface="Arial"/>
              </a:rPr>
              <a:t>, 15)</a:t>
            </a:r>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0</a:t>
            </a: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3</a:t>
            </a:r>
            <a:r>
              <a:rPr lang="en-US" sz="2000" b="0" i="0" u="none" strike="noStrike" cap="none">
                <a:solidFill>
                  <a:srgbClr val="000000"/>
                </a:solidFill>
                <a:latin typeface="Arial"/>
                <a:ea typeface="Arial"/>
                <a:cs typeface="Arial"/>
                <a:sym typeface="Arial"/>
              </a:rPr>
              <a:t>, 22)  ====&gt;  (</a:t>
            </a:r>
            <a:r>
              <a:rPr lang="en-US" sz="2000" b="0" i="0" u="none" strike="noStrike" cap="none">
                <a:solidFill>
                  <a:srgbClr val="FF3300"/>
                </a:solidFill>
                <a:latin typeface="Arial"/>
                <a:ea typeface="Arial"/>
                <a:cs typeface="Arial"/>
                <a:sym typeface="Arial"/>
              </a:rPr>
              <a:t>3</a:t>
            </a: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0</a:t>
            </a:r>
            <a:r>
              <a:rPr lang="en-US" sz="2000" b="0" i="0" u="none" strike="noStrike" cap="none">
                <a:solidFill>
                  <a:srgbClr val="000000"/>
                </a:solidFill>
                <a:latin typeface="Arial"/>
                <a:ea typeface="Arial"/>
                <a:cs typeface="Arial"/>
                <a:sym typeface="Arial"/>
              </a:rPr>
              <a:t>, 22)</a:t>
            </a:r>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0</a:t>
            </a: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5</a:t>
            </a:r>
            <a:r>
              <a:rPr lang="en-US" sz="2000" b="0" i="0" u="none" strike="noStrike" cap="none">
                <a:solidFill>
                  <a:srgbClr val="000000"/>
                </a:solidFill>
                <a:latin typeface="Arial"/>
                <a:ea typeface="Arial"/>
                <a:cs typeface="Arial"/>
                <a:sym typeface="Arial"/>
              </a:rPr>
              <a:t>, -15) ====&gt;  (</a:t>
            </a:r>
            <a:r>
              <a:rPr lang="en-US" sz="2000" b="0" i="0" u="none" strike="noStrike" cap="none">
                <a:solidFill>
                  <a:srgbClr val="FF3300"/>
                </a:solidFill>
                <a:latin typeface="Arial"/>
                <a:ea typeface="Arial"/>
                <a:cs typeface="Arial"/>
                <a:sym typeface="Arial"/>
              </a:rPr>
              <a:t>5</a:t>
            </a: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0</a:t>
            </a:r>
            <a:r>
              <a:rPr lang="en-US" sz="2000" b="0" i="0" u="none" strike="noStrike" cap="none">
                <a:solidFill>
                  <a:srgbClr val="000000"/>
                </a:solidFill>
                <a:latin typeface="Arial"/>
                <a:ea typeface="Arial"/>
                <a:cs typeface="Arial"/>
                <a:sym typeface="Arial"/>
              </a:rPr>
              <a:t>, -15)</a:t>
            </a:r>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1</a:t>
            </a: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1</a:t>
            </a:r>
            <a:r>
              <a:rPr lang="en-US" sz="2000" b="0" i="0" u="none" strike="noStrike" cap="none">
                <a:solidFill>
                  <a:srgbClr val="000000"/>
                </a:solidFill>
                <a:latin typeface="Arial"/>
                <a:ea typeface="Arial"/>
                <a:cs typeface="Arial"/>
                <a:sym typeface="Arial"/>
              </a:rPr>
              <a:t>, 11) ====&gt;  (</a:t>
            </a:r>
            <a:r>
              <a:rPr lang="en-US" sz="2000" b="0" i="0" u="none" strike="noStrike" cap="none">
                <a:solidFill>
                  <a:srgbClr val="FF3300"/>
                </a:solidFill>
                <a:latin typeface="Arial"/>
                <a:ea typeface="Arial"/>
                <a:cs typeface="Arial"/>
                <a:sym typeface="Arial"/>
              </a:rPr>
              <a:t>1</a:t>
            </a:r>
            <a:r>
              <a:rPr lang="en-US" sz="2000" b="0" i="0" u="none" strike="noStrike" cap="none">
                <a:solidFill>
                  <a:srgbClr val="000000"/>
                </a:solidFill>
                <a:latin typeface="Arial"/>
                <a:ea typeface="Arial"/>
                <a:cs typeface="Arial"/>
                <a:sym typeface="Arial"/>
              </a:rPr>
              <a:t>, </a:t>
            </a:r>
            <a:r>
              <a:rPr lang="en-US" sz="2000" b="0" i="0" u="none" strike="noStrike" cap="none">
                <a:solidFill>
                  <a:srgbClr val="FF3300"/>
                </a:solidFill>
                <a:latin typeface="Arial"/>
                <a:ea typeface="Arial"/>
                <a:cs typeface="Arial"/>
                <a:sym typeface="Arial"/>
              </a:rPr>
              <a:t>1</a:t>
            </a:r>
            <a:r>
              <a:rPr lang="en-US" sz="2000" b="0" i="0" u="none" strike="noStrike" cap="none">
                <a:solidFill>
                  <a:srgbClr val="000000"/>
                </a:solidFill>
                <a:latin typeface="Arial"/>
                <a:ea typeface="Arial"/>
                <a:cs typeface="Arial"/>
                <a:sym typeface="Arial"/>
              </a:rPr>
              <a:t>, 11)</a:t>
            </a:r>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     Move elements down very often.</a:t>
            </a:r>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(2) For all elements in </a:t>
            </a:r>
            <a:r>
              <a:rPr lang="en-US" sz="2000" b="0" i="0" u="none" strike="noStrike" cap="none">
                <a:solidFill>
                  <a:srgbClr val="FF3300"/>
                </a:solidFill>
                <a:latin typeface="Arial"/>
                <a:ea typeface="Arial"/>
                <a:cs typeface="Arial"/>
                <a:sym typeface="Arial"/>
              </a:rPr>
              <a:t>column</a:t>
            </a:r>
            <a:r>
              <a:rPr lang="en-US" sz="2000" b="0" i="0" u="none" strike="noStrike" cap="none">
                <a:solidFill>
                  <a:srgbClr val="000000"/>
                </a:solidFill>
                <a:latin typeface="Arial"/>
                <a:ea typeface="Arial"/>
                <a:cs typeface="Arial"/>
                <a:sym typeface="Arial"/>
              </a:rPr>
              <a:t> j, </a:t>
            </a:r>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	place element &lt;i, j, value&gt; in element &lt;j, i, value&gt;</a:t>
            </a:r>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170"/>
          <p:cNvSpPr txBox="1"/>
          <p:nvPr/>
        </p:nvSpPr>
        <p:spPr>
          <a:xfrm>
            <a:off x="517525" y="6311900"/>
            <a:ext cx="184150" cy="3365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1" name="Google Shape;1331;p170"/>
          <p:cNvSpPr/>
          <p:nvPr/>
        </p:nvSpPr>
        <p:spPr>
          <a:xfrm>
            <a:off x="1066800" y="152400"/>
            <a:ext cx="7742238" cy="5943600"/>
          </a:xfrm>
          <a:prstGeom prst="rect">
            <a:avLst/>
          </a:prstGeom>
          <a:noFill/>
          <a:ln>
            <a:noFill/>
          </a:ln>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rgbClr val="1F497D"/>
              </a:buClr>
              <a:buSzPts val="1400"/>
              <a:buFont typeface="Arial"/>
              <a:buNone/>
            </a:pPr>
            <a:r>
              <a:rPr lang="en-US" sz="1400" b="0" i="0" u="none" strike="noStrike" cap="none">
                <a:solidFill>
                  <a:srgbClr val="1F497D"/>
                </a:solidFill>
                <a:latin typeface="Arial"/>
                <a:ea typeface="Arial"/>
                <a:cs typeface="Arial"/>
                <a:sym typeface="Arial"/>
              </a:rPr>
              <a:t/>
            </a:r>
            <a:br>
              <a:rPr lang="en-US" sz="1400" b="0" i="0" u="none" strike="noStrike" cap="none">
                <a:solidFill>
                  <a:srgbClr val="1F497D"/>
                </a:solidFill>
                <a:latin typeface="Arial"/>
                <a:ea typeface="Arial"/>
                <a:cs typeface="Arial"/>
                <a:sym typeface="Arial"/>
              </a:rPr>
            </a:br>
            <a:r>
              <a:rPr lang="en-US" sz="1400" b="0" i="0" u="none" strike="noStrike" cap="none">
                <a:solidFill>
                  <a:srgbClr val="1F497D"/>
                </a:solidFill>
                <a:latin typeface="Arial"/>
                <a:ea typeface="Arial"/>
                <a:cs typeface="Arial"/>
                <a:sym typeface="Arial"/>
              </a:rPr>
              <a:t>a[0]             6    6        8                    b[0]      	6   6       8  </a:t>
            </a:r>
            <a:br>
              <a:rPr lang="en-US" sz="1400" b="0" i="0" u="none" strike="noStrike" cap="none">
                <a:solidFill>
                  <a:srgbClr val="1F497D"/>
                </a:solidFill>
                <a:latin typeface="Arial"/>
                <a:ea typeface="Arial"/>
                <a:cs typeface="Arial"/>
                <a:sym typeface="Arial"/>
              </a:rPr>
            </a:br>
            <a:r>
              <a:rPr lang="en-US" sz="1400" b="0" i="0" u="none" strike="noStrike" cap="none">
                <a:solidFill>
                  <a:srgbClr val="1F497D"/>
                </a:solidFill>
                <a:latin typeface="Arial"/>
                <a:ea typeface="Arial"/>
                <a:cs typeface="Arial"/>
                <a:sym typeface="Arial"/>
              </a:rPr>
              <a:t>  [1]             0    0       15                    [1]      	0   0     15       </a:t>
            </a:r>
            <a:br>
              <a:rPr lang="en-US" sz="1400" b="0" i="0" u="none" strike="noStrike" cap="none">
                <a:solidFill>
                  <a:srgbClr val="1F497D"/>
                </a:solidFill>
                <a:latin typeface="Arial"/>
                <a:ea typeface="Arial"/>
                <a:cs typeface="Arial"/>
                <a:sym typeface="Arial"/>
              </a:rPr>
            </a:br>
            <a:r>
              <a:rPr lang="en-US" sz="1400" b="0" i="0" u="none" strike="noStrike" cap="none">
                <a:solidFill>
                  <a:srgbClr val="1F497D"/>
                </a:solidFill>
                <a:latin typeface="Arial"/>
                <a:ea typeface="Arial"/>
                <a:cs typeface="Arial"/>
                <a:sym typeface="Arial"/>
              </a:rPr>
              <a:t>  [2]             0    3       22                    [2]      	0   4     91</a:t>
            </a:r>
            <a:br>
              <a:rPr lang="en-US" sz="1400" b="0" i="0" u="none" strike="noStrike" cap="none">
                <a:solidFill>
                  <a:srgbClr val="1F497D"/>
                </a:solidFill>
                <a:latin typeface="Arial"/>
                <a:ea typeface="Arial"/>
                <a:cs typeface="Arial"/>
                <a:sym typeface="Arial"/>
              </a:rPr>
            </a:br>
            <a:r>
              <a:rPr lang="en-US" sz="1400" b="0" i="0" u="none" strike="noStrike" cap="none">
                <a:solidFill>
                  <a:srgbClr val="1F497D"/>
                </a:solidFill>
                <a:latin typeface="Arial"/>
                <a:ea typeface="Arial"/>
                <a:cs typeface="Arial"/>
                <a:sym typeface="Arial"/>
              </a:rPr>
              <a:t>  [3]             0    5     -15                     [3]     	1   1     11</a:t>
            </a:r>
            <a:br>
              <a:rPr lang="en-US" sz="1400" b="0" i="0" u="none" strike="noStrike" cap="none">
                <a:solidFill>
                  <a:srgbClr val="1F497D"/>
                </a:solidFill>
                <a:latin typeface="Arial"/>
                <a:ea typeface="Arial"/>
                <a:cs typeface="Arial"/>
                <a:sym typeface="Arial"/>
              </a:rPr>
            </a:br>
            <a:r>
              <a:rPr lang="en-US" sz="1400" b="0" i="0" u="none" strike="noStrike" cap="none">
                <a:solidFill>
                  <a:srgbClr val="1F497D"/>
                </a:solidFill>
                <a:latin typeface="Arial"/>
                <a:ea typeface="Arial"/>
                <a:cs typeface="Arial"/>
                <a:sym typeface="Arial"/>
              </a:rPr>
              <a:t>  [4]             1    1       11                    [4]      	2   1       3</a:t>
            </a:r>
            <a:br>
              <a:rPr lang="en-US" sz="1400" b="0" i="0" u="none" strike="noStrike" cap="none">
                <a:solidFill>
                  <a:srgbClr val="1F497D"/>
                </a:solidFill>
                <a:latin typeface="Arial"/>
                <a:ea typeface="Arial"/>
                <a:cs typeface="Arial"/>
                <a:sym typeface="Arial"/>
              </a:rPr>
            </a:br>
            <a:r>
              <a:rPr lang="en-US" sz="1400" b="0" i="0" u="none" strike="noStrike" cap="none">
                <a:solidFill>
                  <a:srgbClr val="1F497D"/>
                </a:solidFill>
                <a:latin typeface="Arial"/>
                <a:ea typeface="Arial"/>
                <a:cs typeface="Arial"/>
                <a:sym typeface="Arial"/>
              </a:rPr>
              <a:t>  [5]             1    2         3                    [5]      	2   5     28 </a:t>
            </a:r>
            <a:br>
              <a:rPr lang="en-US" sz="1400" b="0" i="0" u="none" strike="noStrike" cap="none">
                <a:solidFill>
                  <a:srgbClr val="1F497D"/>
                </a:solidFill>
                <a:latin typeface="Arial"/>
                <a:ea typeface="Arial"/>
                <a:cs typeface="Arial"/>
                <a:sym typeface="Arial"/>
              </a:rPr>
            </a:br>
            <a:r>
              <a:rPr lang="en-US" sz="1400" b="0" i="0" u="none" strike="noStrike" cap="none">
                <a:solidFill>
                  <a:srgbClr val="1F497D"/>
                </a:solidFill>
                <a:latin typeface="Arial"/>
                <a:ea typeface="Arial"/>
                <a:cs typeface="Arial"/>
                <a:sym typeface="Arial"/>
              </a:rPr>
              <a:t>  [6]             2    3       -6                     [6]     	3    0    22 </a:t>
            </a:r>
            <a:br>
              <a:rPr lang="en-US" sz="1400" b="0" i="0" u="none" strike="noStrike" cap="none">
                <a:solidFill>
                  <a:srgbClr val="1F497D"/>
                </a:solidFill>
                <a:latin typeface="Arial"/>
                <a:ea typeface="Arial"/>
                <a:cs typeface="Arial"/>
                <a:sym typeface="Arial"/>
              </a:rPr>
            </a:br>
            <a:r>
              <a:rPr lang="en-US" sz="1400" b="0" i="0" u="none" strike="noStrike" cap="none">
                <a:solidFill>
                  <a:srgbClr val="1F497D"/>
                </a:solidFill>
                <a:latin typeface="Arial"/>
                <a:ea typeface="Arial"/>
                <a:cs typeface="Arial"/>
                <a:sym typeface="Arial"/>
              </a:rPr>
              <a:t>  [7]             4    0       91                    [7]      	3   2     -6 </a:t>
            </a:r>
            <a:br>
              <a:rPr lang="en-US" sz="1400" b="0" i="0" u="none" strike="noStrike" cap="none">
                <a:solidFill>
                  <a:srgbClr val="1F497D"/>
                </a:solidFill>
                <a:latin typeface="Arial"/>
                <a:ea typeface="Arial"/>
                <a:cs typeface="Arial"/>
                <a:sym typeface="Arial"/>
              </a:rPr>
            </a:br>
            <a:r>
              <a:rPr lang="en-US" sz="1400" b="0" i="0" u="none" strike="noStrike" cap="none">
                <a:solidFill>
                  <a:srgbClr val="1F497D"/>
                </a:solidFill>
                <a:latin typeface="Arial"/>
                <a:ea typeface="Arial"/>
                <a:cs typeface="Arial"/>
                <a:sym typeface="Arial"/>
              </a:rPr>
              <a:t>  [8]             5    2       28                    [8]      	5   0    -15  </a:t>
            </a:r>
            <a:endParaRPr/>
          </a:p>
        </p:txBody>
      </p:sp>
      <p:sp>
        <p:nvSpPr>
          <p:cNvPr id="1332" name="Google Shape;1332;p170"/>
          <p:cNvSpPr txBox="1"/>
          <p:nvPr/>
        </p:nvSpPr>
        <p:spPr>
          <a:xfrm>
            <a:off x="2501900" y="4724400"/>
            <a:ext cx="3875088"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                                              (b)   </a:t>
            </a:r>
            <a:endParaRPr/>
          </a:p>
        </p:txBody>
      </p:sp>
      <p:sp>
        <p:nvSpPr>
          <p:cNvPr id="1333" name="Google Shape;1333;p170"/>
          <p:cNvSpPr txBox="1"/>
          <p:nvPr/>
        </p:nvSpPr>
        <p:spPr>
          <a:xfrm>
            <a:off x="1144588" y="5805488"/>
            <a:ext cx="5699125" cy="39846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sng" strike="noStrike" cap="none">
                <a:solidFill>
                  <a:srgbClr val="000000"/>
                </a:solidFill>
                <a:latin typeface="Arial"/>
                <a:ea typeface="Arial"/>
                <a:cs typeface="Arial"/>
                <a:sym typeface="Arial"/>
              </a:rPr>
              <a:t>Sparse matrix and its transpose stored as triples </a:t>
            </a:r>
            <a:endParaRPr/>
          </a:p>
        </p:txBody>
      </p:sp>
      <p:sp>
        <p:nvSpPr>
          <p:cNvPr id="1334" name="Google Shape;1334;p170"/>
          <p:cNvSpPr txBox="1"/>
          <p:nvPr/>
        </p:nvSpPr>
        <p:spPr>
          <a:xfrm>
            <a:off x="685800" y="117475"/>
            <a:ext cx="6959600" cy="1190625"/>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1F497D"/>
              </a:buClr>
              <a:buSzPts val="1400"/>
              <a:buFont typeface="Arial"/>
              <a:buNone/>
            </a:pPr>
            <a:r>
              <a:rPr lang="en-US" sz="1400" b="0" i="0" u="none" strike="noStrike" cap="none">
                <a:solidFill>
                  <a:srgbClr val="1F497D"/>
                </a:solidFill>
                <a:latin typeface="Arial"/>
                <a:ea typeface="Arial"/>
                <a:cs typeface="Arial"/>
                <a:sym typeface="Arial"/>
              </a:rPr>
              <a:t>(1) Represented by a two-dimensional array.</a:t>
            </a:r>
            <a:endParaRPr/>
          </a:p>
          <a:p>
            <a:pPr marL="0" marR="0" lvl="0" indent="0" algn="l" rtl="0">
              <a:lnSpc>
                <a:spcPct val="100000"/>
              </a:lnSpc>
              <a:spcBef>
                <a:spcPts val="0"/>
              </a:spcBef>
              <a:spcAft>
                <a:spcPts val="0"/>
              </a:spcAft>
              <a:buClr>
                <a:srgbClr val="1F497D"/>
              </a:buClr>
              <a:buSzPts val="1400"/>
              <a:buFont typeface="Arial"/>
              <a:buNone/>
            </a:pPr>
            <a:r>
              <a:rPr lang="en-US" sz="1400" b="0" i="0" u="none" strike="noStrike" cap="none">
                <a:solidFill>
                  <a:srgbClr val="1F497D"/>
                </a:solidFill>
                <a:latin typeface="Arial"/>
                <a:ea typeface="Arial"/>
                <a:cs typeface="Arial"/>
                <a:sym typeface="Arial"/>
              </a:rPr>
              <a:t>     	.</a:t>
            </a:r>
            <a:endParaRPr/>
          </a:p>
          <a:p>
            <a:pPr marL="0" marR="0" lvl="0" indent="0" algn="l" rtl="0">
              <a:lnSpc>
                <a:spcPct val="100000"/>
              </a:lnSpc>
              <a:spcBef>
                <a:spcPts val="0"/>
              </a:spcBef>
              <a:spcAft>
                <a:spcPts val="0"/>
              </a:spcAft>
              <a:buClr>
                <a:srgbClr val="1F497D"/>
              </a:buClr>
              <a:buSzPts val="1400"/>
              <a:buFont typeface="Arial"/>
              <a:buNone/>
            </a:pPr>
            <a:r>
              <a:rPr lang="en-US" sz="1400" b="0" i="0" u="none" strike="noStrike" cap="none">
                <a:solidFill>
                  <a:srgbClr val="1F497D"/>
                </a:solidFill>
                <a:latin typeface="Arial"/>
                <a:ea typeface="Arial"/>
                <a:cs typeface="Arial"/>
                <a:sym typeface="Arial"/>
              </a:rPr>
              <a:t>(2)Each element is characterized by </a:t>
            </a:r>
            <a:r>
              <a:rPr lang="en-US" sz="1400" b="0" i="0" u="none" strike="noStrike" cap="none">
                <a:solidFill>
                  <a:srgbClr val="FF3300"/>
                </a:solidFill>
                <a:latin typeface="Arial"/>
                <a:ea typeface="Arial"/>
                <a:cs typeface="Arial"/>
                <a:sym typeface="Arial"/>
              </a:rPr>
              <a:t>&lt;row, col, value&gt;.</a:t>
            </a:r>
            <a:endParaRPr/>
          </a:p>
          <a:p>
            <a:pPr marL="0" marR="0" lvl="0" indent="0" algn="l" rtl="0">
              <a:lnSpc>
                <a:spcPct val="100000"/>
              </a:lnSpc>
              <a:spcBef>
                <a:spcPts val="0"/>
              </a:spcBef>
              <a:spcAft>
                <a:spcPts val="0"/>
              </a:spcAft>
              <a:buClr>
                <a:srgbClr val="1F497D"/>
              </a:buClr>
              <a:buSzPts val="1400"/>
              <a:buFont typeface="Arial"/>
              <a:buNone/>
            </a:pPr>
            <a:r>
              <a:rPr lang="en-US" sz="1400" b="0" i="0" u="none" strike="noStrike" cap="none">
                <a:solidFill>
                  <a:srgbClr val="1F497D"/>
                </a:solidFill>
                <a:latin typeface="Arial"/>
                <a:ea typeface="Arial"/>
                <a:cs typeface="Arial"/>
                <a:sym typeface="Arial"/>
              </a:rPr>
              <a:t>	</a:t>
            </a:r>
            <a:endParaRPr/>
          </a:p>
        </p:txBody>
      </p:sp>
      <p:sp>
        <p:nvSpPr>
          <p:cNvPr id="1335" name="Google Shape;1335;p170"/>
          <p:cNvSpPr txBox="1"/>
          <p:nvPr/>
        </p:nvSpPr>
        <p:spPr>
          <a:xfrm>
            <a:off x="1647825" y="5257800"/>
            <a:ext cx="3344863" cy="3683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FF3300"/>
              </a:buClr>
              <a:buSzPts val="1400"/>
              <a:buFont typeface="Arial"/>
              <a:buNone/>
            </a:pPr>
            <a:r>
              <a:rPr lang="en-US" sz="1400" b="0" i="0" u="none" strike="noStrike" cap="none">
                <a:solidFill>
                  <a:srgbClr val="FF3300"/>
                </a:solidFill>
                <a:latin typeface="Arial"/>
                <a:ea typeface="Arial"/>
                <a:cs typeface="Arial"/>
                <a:sym typeface="Arial"/>
              </a:rPr>
              <a:t>row, column in ascending order</a:t>
            </a:r>
            <a:endParaRPr/>
          </a:p>
        </p:txBody>
      </p:sp>
      <p:cxnSp>
        <p:nvCxnSpPr>
          <p:cNvPr id="1336" name="Google Shape;1336;p170"/>
          <p:cNvCxnSpPr/>
          <p:nvPr/>
        </p:nvCxnSpPr>
        <p:spPr>
          <a:xfrm>
            <a:off x="3810000" y="3886200"/>
            <a:ext cx="990600" cy="1588"/>
          </a:xfrm>
          <a:prstGeom prst="straightConnector1">
            <a:avLst/>
          </a:prstGeom>
          <a:noFill/>
          <a:ln w="9525" cap="flat" cmpd="sng">
            <a:solidFill>
              <a:srgbClr val="000000"/>
            </a:solidFill>
            <a:prstDash val="solid"/>
            <a:miter lim="800000"/>
            <a:headEnd type="none" w="med" len="med"/>
            <a:tailEnd type="triangle" w="med" len="med"/>
          </a:ln>
        </p:spPr>
      </p:cxnSp>
      <p:sp>
        <p:nvSpPr>
          <p:cNvPr id="1337" name="Google Shape;1337;p170"/>
          <p:cNvSpPr txBox="1"/>
          <p:nvPr/>
        </p:nvSpPr>
        <p:spPr>
          <a:xfrm>
            <a:off x="3581400" y="3429000"/>
            <a:ext cx="1411288" cy="368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1F497D"/>
              </a:buClr>
              <a:buSzPts val="1400"/>
              <a:buFont typeface="Arial"/>
              <a:buNone/>
            </a:pPr>
            <a:r>
              <a:rPr lang="en-US" sz="1400" b="0" i="0" u="none" strike="noStrike" cap="none">
                <a:solidFill>
                  <a:srgbClr val="1F497D"/>
                </a:solidFill>
                <a:latin typeface="Arial"/>
                <a:ea typeface="Arial"/>
                <a:cs typeface="Arial"/>
                <a:sym typeface="Arial"/>
              </a:rPr>
              <a:t>transpose</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343"/>
        <p:cNvGrpSpPr/>
        <p:nvPr/>
      </p:nvGrpSpPr>
      <p:grpSpPr>
        <a:xfrm>
          <a:off x="0" y="0"/>
          <a:ext cx="0" cy="0"/>
          <a:chOff x="0" y="0"/>
          <a:chExt cx="0" cy="0"/>
        </a:xfrm>
      </p:grpSpPr>
      <p:sp>
        <p:nvSpPr>
          <p:cNvPr id="1344" name="Google Shape;1344;p171"/>
          <p:cNvSpPr txBox="1"/>
          <p:nvPr/>
        </p:nvSpPr>
        <p:spPr>
          <a:xfrm>
            <a:off x="457200" y="0"/>
            <a:ext cx="8153400" cy="66294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void transpose (term a[], term b[])</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 is set to the transpose of a */</a:t>
            </a:r>
            <a:endParaRPr/>
          </a:p>
          <a:p>
            <a:pPr marL="342900" marR="0" lvl="0" indent="-339725" algn="l" rtl="0">
              <a:lnSpc>
                <a:spcPct val="100000"/>
              </a:lnSpc>
              <a:spcBef>
                <a:spcPts val="80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int n, i, j, currentb;</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n = a[0].value;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b[0].row = a[0].col;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b[0].col = a[0].row;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b[0].value = n;</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if (n &gt; 0)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currentb = 1;</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for (i = 0; i &lt; a[0].col; i++)</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for( j = 1; j &lt;=  n; j++)</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if (a[j].col == i) {</a:t>
            </a:r>
            <a:endParaRPr/>
          </a:p>
          <a:p>
            <a:pPr marL="342900" marR="0" lvl="0" indent="-339725" algn="l" rtl="0">
              <a:lnSpc>
                <a:spcPct val="100000"/>
              </a:lnSpc>
              <a:spcBef>
                <a:spcPts val="80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b[currentb].row = a[j].col;</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b[currentb].col  = a[j].row;</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b[currentb].value = a[j].value;</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currentb++</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 </a:t>
            </a:r>
            <a:br>
              <a:rPr lang="en-US" sz="2400" b="0" i="0" u="none" strike="noStrike" cap="none">
                <a:solidFill>
                  <a:srgbClr val="000000"/>
                </a:solidFill>
                <a:latin typeface="Calibri"/>
                <a:ea typeface="Calibri"/>
                <a:cs typeface="Calibri"/>
                <a:sym typeface="Calibri"/>
              </a:rPr>
            </a:br>
            <a:endParaRPr sz="24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80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1351" name="Google Shape;1351;p172"/>
          <p:cNvSpPr txBox="1"/>
          <p:nvPr/>
        </p:nvSpPr>
        <p:spPr>
          <a:xfrm>
            <a:off x="0" y="609600"/>
            <a:ext cx="8991600" cy="5257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a:t>
            </a:r>
            <a:endParaRPr/>
          </a:p>
        </p:txBody>
      </p:sp>
      <p:cxnSp>
        <p:nvCxnSpPr>
          <p:cNvPr id="1352" name="Google Shape;1352;p172"/>
          <p:cNvCxnSpPr/>
          <p:nvPr/>
        </p:nvCxnSpPr>
        <p:spPr>
          <a:xfrm>
            <a:off x="1828800" y="3886200"/>
            <a:ext cx="1588" cy="1588"/>
          </a:xfrm>
          <a:prstGeom prst="straightConnector1">
            <a:avLst/>
          </a:prstGeom>
          <a:noFill/>
          <a:ln w="9525" cap="flat" cmpd="sng">
            <a:solidFill>
              <a:srgbClr val="000000"/>
            </a:solidFill>
            <a:prstDash val="solid"/>
            <a:miter lim="800000"/>
            <a:headEnd type="none" w="med" len="med"/>
            <a:tailEnd type="none" w="med" len="med"/>
          </a:ln>
        </p:spPr>
      </p:cxnSp>
      <p:sp>
        <p:nvSpPr>
          <p:cNvPr id="1353" name="Google Shape;1353;p172"/>
          <p:cNvSpPr txBox="1"/>
          <p:nvPr/>
        </p:nvSpPr>
        <p:spPr>
          <a:xfrm>
            <a:off x="0" y="838200"/>
            <a:ext cx="8305800" cy="1190625"/>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FF3300"/>
              </a:buClr>
              <a:buSzPts val="2400"/>
              <a:buFont typeface="Arial"/>
              <a:buNone/>
            </a:pPr>
            <a:r>
              <a:rPr lang="en-US" sz="2400" b="0" i="0" u="none" strike="noStrike" cap="none">
                <a:solidFill>
                  <a:srgbClr val="FF3300"/>
                </a:solidFill>
                <a:latin typeface="Arial"/>
                <a:ea typeface="Arial"/>
                <a:cs typeface="Arial"/>
                <a:sym typeface="Arial"/>
              </a:rPr>
              <a:t> Scan the array “columns” times. The array has “elements”    </a:t>
            </a:r>
            <a:endParaRPr/>
          </a:p>
          <a:p>
            <a:pPr marL="0" marR="0" lvl="0" indent="0" algn="l" rtl="0">
              <a:lnSpc>
                <a:spcPct val="100000"/>
              </a:lnSpc>
              <a:spcBef>
                <a:spcPts val="0"/>
              </a:spcBef>
              <a:spcAft>
                <a:spcPts val="0"/>
              </a:spcAft>
              <a:buClr>
                <a:srgbClr val="FF3300"/>
              </a:buClr>
              <a:buSzPts val="2400"/>
              <a:buFont typeface="Arial"/>
              <a:buNone/>
            </a:pPr>
            <a:r>
              <a:rPr lang="en-US" sz="2400" b="0" i="0" u="none" strike="noStrike" cap="none">
                <a:solidFill>
                  <a:srgbClr val="FF3300"/>
                </a:solidFill>
                <a:latin typeface="Arial"/>
                <a:ea typeface="Arial"/>
                <a:cs typeface="Arial"/>
                <a:sym typeface="Arial"/>
              </a:rPr>
              <a:t> elements.</a:t>
            </a:r>
            <a:endParaRPr/>
          </a:p>
        </p:txBody>
      </p:sp>
      <p:sp>
        <p:nvSpPr>
          <p:cNvPr id="1354" name="Google Shape;1354;p172"/>
          <p:cNvSpPr txBox="1"/>
          <p:nvPr/>
        </p:nvSpPr>
        <p:spPr>
          <a:xfrm>
            <a:off x="1752600" y="2819400"/>
            <a:ext cx="3146425" cy="110013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O(columns*elements)</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sp>
        <p:nvSpPr>
          <p:cNvPr id="1361" name="Google Shape;1361;p173"/>
          <p:cNvSpPr txBox="1"/>
          <p:nvPr/>
        </p:nvSpPr>
        <p:spPr>
          <a:xfrm>
            <a:off x="304800" y="609600"/>
            <a:ext cx="8275638" cy="5032375"/>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FF0000"/>
              </a:buClr>
              <a:buSzPts val="1400"/>
              <a:buFont typeface="Arial"/>
              <a:buNone/>
            </a:pPr>
            <a:r>
              <a:rPr lang="en-US" sz="1400" b="0" i="0" u="none" strike="noStrike" cap="none">
                <a:solidFill>
                  <a:srgbClr val="FF0000"/>
                </a:solidFill>
                <a:latin typeface="Arial"/>
                <a:ea typeface="Arial"/>
                <a:cs typeface="Arial"/>
                <a:sym typeface="Arial"/>
              </a:rPr>
              <a:t>Discussion</a:t>
            </a:r>
            <a:r>
              <a:rPr lang="en-US" sz="1400" b="0" i="0" u="none" strike="noStrike" cap="none">
                <a:solidFill>
                  <a:srgbClr val="006699"/>
                </a:solidFill>
                <a:latin typeface="Arial"/>
                <a:ea typeface="Arial"/>
                <a:cs typeface="Arial"/>
                <a:sym typeface="Arial"/>
              </a:rPr>
              <a:t>:  </a:t>
            </a:r>
            <a:r>
              <a:rPr lang="en-US" sz="1400" b="0" i="0" u="none" strike="noStrike" cap="none">
                <a:solidFill>
                  <a:srgbClr val="000000"/>
                </a:solidFill>
                <a:latin typeface="Arial"/>
                <a:ea typeface="Arial"/>
                <a:cs typeface="Arial"/>
                <a:sym typeface="Arial"/>
              </a:rPr>
              <a:t> compared with 2-D array representation</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O(columns*elements) vs. O(columns*rows)</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elements --&gt; columns * rows when non sparse =O(columns*columns*rows)</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6699"/>
              </a:buClr>
              <a:buSzPts val="1400"/>
              <a:buFont typeface="Arial"/>
              <a:buNone/>
            </a:pPr>
            <a:r>
              <a:rPr lang="en-US" sz="1400" b="0" i="0" u="none" strike="noStrike" cap="none">
                <a:solidFill>
                  <a:srgbClr val="006699"/>
                </a:solidFill>
                <a:latin typeface="Arial"/>
                <a:ea typeface="Arial"/>
                <a:cs typeface="Arial"/>
                <a:sym typeface="Arial"/>
              </a:rPr>
              <a:t>Problem:</a:t>
            </a:r>
            <a:r>
              <a:rPr lang="en-US" sz="1400" b="0" i="0" u="none" strike="noStrike" cap="none">
                <a:solidFill>
                  <a:srgbClr val="000000"/>
                </a:solidFill>
                <a:latin typeface="Arial"/>
                <a:ea typeface="Arial"/>
                <a:cs typeface="Arial"/>
                <a:sym typeface="Arial"/>
              </a:rPr>
              <a:t> Scan the array “columns” times.</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6699"/>
              </a:buClr>
              <a:buSzPts val="1400"/>
              <a:buFont typeface="Arial"/>
              <a:buNone/>
            </a:pPr>
            <a:r>
              <a:rPr lang="en-US" sz="1400" b="0" i="0" u="none" strike="noStrike" cap="none">
                <a:solidFill>
                  <a:srgbClr val="006699"/>
                </a:solidFill>
                <a:latin typeface="Arial"/>
                <a:ea typeface="Arial"/>
                <a:cs typeface="Arial"/>
                <a:sym typeface="Arial"/>
              </a:rPr>
              <a:t>Solution: TO REDUCE COMPLEXITY</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Determine </a:t>
            </a:r>
            <a:r>
              <a:rPr lang="en-US" sz="1400" b="0" i="0" u="none" strike="noStrike" cap="none">
                <a:solidFill>
                  <a:srgbClr val="FF0000"/>
                </a:solidFill>
                <a:latin typeface="Arial"/>
                <a:ea typeface="Arial"/>
                <a:cs typeface="Arial"/>
                <a:sym typeface="Arial"/>
              </a:rPr>
              <a:t>the number of elements </a:t>
            </a:r>
            <a:r>
              <a:rPr lang="en-US" sz="1400" b="0" i="0" u="none" strike="noStrike" cap="none">
                <a:solidFill>
                  <a:srgbClr val="000000"/>
                </a:solidFill>
                <a:latin typeface="Arial"/>
                <a:ea typeface="Arial"/>
                <a:cs typeface="Arial"/>
                <a:sym typeface="Arial"/>
              </a:rPr>
              <a:t>in each column of  the original matrix.  </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  Determine the </a:t>
            </a:r>
            <a:r>
              <a:rPr lang="en-US" sz="1400" b="0" i="0" u="none" strike="noStrike" cap="none">
                <a:solidFill>
                  <a:srgbClr val="FF0000"/>
                </a:solidFill>
                <a:latin typeface="Arial"/>
                <a:ea typeface="Arial"/>
                <a:cs typeface="Arial"/>
                <a:sym typeface="Arial"/>
              </a:rPr>
              <a:t>starting positions of each row </a:t>
            </a:r>
            <a:r>
              <a:rPr lang="en-US" sz="1400" b="0" i="0" u="none" strike="noStrike" cap="none">
                <a:solidFill>
                  <a:srgbClr val="000000"/>
                </a:solidFill>
                <a:latin typeface="Arial"/>
                <a:ea typeface="Arial"/>
                <a:cs typeface="Arial"/>
                <a:sym typeface="Arial"/>
              </a:rPr>
              <a:t>in the   transpose matrix.</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367"/>
        <p:cNvGrpSpPr/>
        <p:nvPr/>
      </p:nvGrpSpPr>
      <p:grpSpPr>
        <a:xfrm>
          <a:off x="0" y="0"/>
          <a:ext cx="0" cy="0"/>
          <a:chOff x="0" y="0"/>
          <a:chExt cx="0" cy="0"/>
        </a:xfrm>
      </p:grpSpPr>
      <p:sp>
        <p:nvSpPr>
          <p:cNvPr id="1368" name="Google Shape;1368;p174"/>
          <p:cNvSpPr txBox="1"/>
          <p:nvPr/>
        </p:nvSpPr>
        <p:spPr>
          <a:xfrm>
            <a:off x="609600" y="4084638"/>
            <a:ext cx="7467600" cy="20415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[0] [1] [2] [3] [4] [5]</a:t>
            </a:r>
            <a:br>
              <a:rPr lang="en-US" sz="3200" b="0" i="0" u="none" strike="noStrike" cap="none">
                <a:solidFill>
                  <a:srgbClr val="000000"/>
                </a:solidFill>
                <a:latin typeface="Calibri"/>
                <a:ea typeface="Calibri"/>
                <a:cs typeface="Calibri"/>
                <a:sym typeface="Calibri"/>
              </a:rPr>
            </a:br>
            <a:r>
              <a:rPr lang="en-US" sz="3200" b="0" i="0" u="none" strike="noStrike" cap="none">
                <a:solidFill>
                  <a:srgbClr val="000000"/>
                </a:solidFill>
                <a:latin typeface="Calibri"/>
                <a:ea typeface="Calibri"/>
                <a:cs typeface="Calibri"/>
                <a:sym typeface="Calibri"/>
              </a:rPr>
              <a:t>row_terms  =     2    1   2    2    0   1</a:t>
            </a:r>
            <a:br>
              <a:rPr lang="en-US" sz="3200" b="0" i="0" u="none" strike="noStrike" cap="none">
                <a:solidFill>
                  <a:srgbClr val="000000"/>
                </a:solidFill>
                <a:latin typeface="Calibri"/>
                <a:ea typeface="Calibri"/>
                <a:cs typeface="Calibri"/>
                <a:sym typeface="Calibri"/>
              </a:rPr>
            </a:br>
            <a:r>
              <a:rPr lang="en-US" sz="3200" b="0" i="0" u="none" strike="noStrike" cap="none">
                <a:solidFill>
                  <a:srgbClr val="000000"/>
                </a:solidFill>
                <a:latin typeface="Calibri"/>
                <a:ea typeface="Calibri"/>
                <a:cs typeface="Calibri"/>
                <a:sym typeface="Calibri"/>
              </a:rPr>
              <a:t>starting_pos =  1    3   4    6    8   8</a:t>
            </a:r>
            <a:endParaRPr/>
          </a:p>
        </p:txBody>
      </p:sp>
      <p:sp>
        <p:nvSpPr>
          <p:cNvPr id="1369" name="Google Shape;1369;p174"/>
          <p:cNvSpPr txBox="1"/>
          <p:nvPr/>
        </p:nvSpPr>
        <p:spPr>
          <a:xfrm>
            <a:off x="1600200" y="228600"/>
            <a:ext cx="4953000" cy="3386138"/>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a[0]		6	6	8</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a[1]		0	0	15</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a[2]		0	3	22</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a[3]		0	5	-15</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a[4]		1	1	11</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a[5]		1	2	3</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a[6]		2	3	-6</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a[7]		4	0	91</a:t>
            </a:r>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a[8]		5	2	28</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375"/>
        <p:cNvGrpSpPr/>
        <p:nvPr/>
      </p:nvGrpSpPr>
      <p:grpSpPr>
        <a:xfrm>
          <a:off x="0" y="0"/>
          <a:ext cx="0" cy="0"/>
          <a:chOff x="0" y="0"/>
          <a:chExt cx="0" cy="0"/>
        </a:xfrm>
      </p:grpSpPr>
      <p:sp>
        <p:nvSpPr>
          <p:cNvPr id="1376" name="Google Shape;1376;p175"/>
          <p:cNvSpPr txBox="1"/>
          <p:nvPr/>
        </p:nvSpPr>
        <p:spPr>
          <a:xfrm>
            <a:off x="457200" y="685800"/>
            <a:ext cx="8001000" cy="5943600"/>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void fast_transpose(term a[ ], term b[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 int row_terms[MAX_COL],       </a:t>
            </a:r>
            <a:endParaRPr/>
          </a:p>
          <a:p>
            <a:pPr marL="339725" marR="0" lvl="0" indent="-339725" algn="l" rtl="0">
              <a:lnSpc>
                <a:spcPct val="100000"/>
              </a:lnSpc>
              <a:spcBef>
                <a:spcPts val="80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starting_pos[MAX_COL];</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int i, j, num_cols = a[0].col,</a:t>
            </a:r>
            <a:endParaRPr/>
          </a:p>
          <a:p>
            <a:pPr marL="339725" marR="0" lvl="0" indent="-339725" algn="l" rtl="0">
              <a:lnSpc>
                <a:spcPct val="100000"/>
              </a:lnSpc>
              <a:spcBef>
                <a:spcPts val="80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num_terms = a[0].value;</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b[0].row = num_cols; b[0].col = a[0].row;</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b[0].value = num_terms;</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if (num_terms &gt; 0)</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a:t>
            </a:r>
            <a:r>
              <a:rPr lang="en-US" sz="2400" b="0" i="0" u="none" strike="noStrike" cap="none">
                <a:solidFill>
                  <a:srgbClr val="FF0000"/>
                </a:solidFill>
                <a:latin typeface="Calibri"/>
                <a:ea typeface="Calibri"/>
                <a:cs typeface="Calibri"/>
                <a:sym typeface="Calibri"/>
              </a:rPr>
              <a:t>for (i = 0; i &lt; num_cols; i++)</a:t>
            </a:r>
            <a:br>
              <a:rPr lang="en-US" sz="2400" b="0" i="0" u="none" strike="noStrike" cap="none">
                <a:solidFill>
                  <a:srgbClr val="FF0000"/>
                </a:solidFill>
                <a:latin typeface="Calibri"/>
                <a:ea typeface="Calibri"/>
                <a:cs typeface="Calibri"/>
                <a:sym typeface="Calibri"/>
              </a:rPr>
            </a:br>
            <a:r>
              <a:rPr lang="en-US" sz="2400" b="0" i="0" u="none" strike="noStrike" cap="none">
                <a:solidFill>
                  <a:srgbClr val="FF0000"/>
                </a:solidFill>
                <a:latin typeface="Calibri"/>
                <a:ea typeface="Calibri"/>
                <a:cs typeface="Calibri"/>
                <a:sym typeface="Calibri"/>
              </a:rPr>
              <a:t>             row_terms[i] = 0;</a:t>
            </a:r>
            <a:br>
              <a:rPr lang="en-US" sz="2400" b="0" i="0" u="none" strike="noStrike" cap="none">
                <a:solidFill>
                  <a:srgbClr val="FF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a:t>
            </a:r>
            <a:r>
              <a:rPr lang="en-US" sz="2400" b="0" i="0" u="none" strike="noStrike" cap="none">
                <a:solidFill>
                  <a:srgbClr val="0070C0"/>
                </a:solidFill>
                <a:latin typeface="Calibri"/>
                <a:ea typeface="Calibri"/>
                <a:cs typeface="Calibri"/>
                <a:sym typeface="Calibri"/>
              </a:rPr>
              <a:t>for (i = 1; i  &lt;= num_terms; i++)</a:t>
            </a:r>
            <a:br>
              <a:rPr lang="en-US" sz="2400" b="0" i="0" u="none" strike="noStrike" cap="none">
                <a:solidFill>
                  <a:srgbClr val="0070C0"/>
                </a:solidFill>
                <a:latin typeface="Calibri"/>
                <a:ea typeface="Calibri"/>
                <a:cs typeface="Calibri"/>
                <a:sym typeface="Calibri"/>
              </a:rPr>
            </a:br>
            <a:r>
              <a:rPr lang="en-US" sz="2400" b="0" i="0" u="none" strike="noStrike" cap="none">
                <a:solidFill>
                  <a:srgbClr val="0070C0"/>
                </a:solidFill>
                <a:latin typeface="Calibri"/>
                <a:ea typeface="Calibri"/>
                <a:cs typeface="Calibri"/>
                <a:sym typeface="Calibri"/>
              </a:rPr>
              <a:t>             row_term [a[i].col]++</a:t>
            </a:r>
            <a:br>
              <a:rPr lang="en-US" sz="2400" b="0" i="0" u="none" strike="noStrike" cap="none">
                <a:solidFill>
                  <a:srgbClr val="0070C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starting_pos[0] = 1;</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7030A0"/>
                </a:solidFill>
                <a:latin typeface="Calibri"/>
                <a:ea typeface="Calibri"/>
                <a:cs typeface="Calibri"/>
                <a:sym typeface="Calibri"/>
              </a:rPr>
              <a:t>       for (i =1; i &lt; num_cols; i++) </a:t>
            </a:r>
            <a:br>
              <a:rPr lang="en-US" sz="2400" b="0" i="0" u="none" strike="noStrike" cap="none">
                <a:solidFill>
                  <a:srgbClr val="7030A0"/>
                </a:solidFill>
                <a:latin typeface="Calibri"/>
                <a:ea typeface="Calibri"/>
                <a:cs typeface="Calibri"/>
                <a:sym typeface="Calibri"/>
              </a:rPr>
            </a:br>
            <a:r>
              <a:rPr lang="en-US" sz="2400" b="0" i="0" u="none" strike="noStrike" cap="none">
                <a:solidFill>
                  <a:srgbClr val="7030A0"/>
                </a:solidFill>
                <a:latin typeface="Calibri"/>
                <a:ea typeface="Calibri"/>
                <a:cs typeface="Calibri"/>
                <a:sym typeface="Calibri"/>
              </a:rPr>
              <a:t>     starting_pos[i]=starting_pos[i-1] +row_terms [i-1];</a:t>
            </a:r>
            <a:r>
              <a:rPr lang="en-US" sz="2400" b="0" i="0" u="none" strike="noStrike" cap="none">
                <a:solidFill>
                  <a:srgbClr val="000000"/>
                </a:solidFill>
                <a:latin typeface="Calibri"/>
                <a:ea typeface="Calibri"/>
                <a:cs typeface="Calibri"/>
                <a:sym typeface="Calibri"/>
              </a:rPr>
              <a:t>  </a:t>
            </a:r>
            <a:br>
              <a:rPr lang="en-US" sz="2400" b="0" i="0" u="none" strike="noStrike" cap="none">
                <a:solidFill>
                  <a:srgbClr val="000000"/>
                </a:solidFill>
                <a:latin typeface="Calibri"/>
                <a:ea typeface="Calibri"/>
                <a:cs typeface="Calibri"/>
                <a:sym typeface="Calibri"/>
              </a:rPr>
            </a:br>
            <a:endParaRPr sz="2400" b="0" i="0" u="none" strike="noStrike" cap="none">
              <a:solidFill>
                <a:srgbClr val="000000"/>
              </a:solidFill>
              <a:latin typeface="Calibri"/>
              <a:ea typeface="Calibri"/>
              <a:cs typeface="Calibri"/>
              <a:sym typeface="Calibri"/>
            </a:endParaRPr>
          </a:p>
        </p:txBody>
      </p:sp>
      <p:cxnSp>
        <p:nvCxnSpPr>
          <p:cNvPr id="1377" name="Google Shape;1377;p175"/>
          <p:cNvCxnSpPr/>
          <p:nvPr/>
        </p:nvCxnSpPr>
        <p:spPr>
          <a:xfrm>
            <a:off x="1981200" y="4495800"/>
            <a:ext cx="228600" cy="1588"/>
          </a:xfrm>
          <a:prstGeom prst="straightConnector1">
            <a:avLst/>
          </a:prstGeom>
          <a:noFill/>
          <a:ln w="9525" cap="flat" cmpd="sng">
            <a:solidFill>
              <a:srgbClr val="000000"/>
            </a:solidFill>
            <a:prstDash val="solid"/>
            <a:miter lim="800000"/>
            <a:headEnd type="none" w="med" len="med"/>
            <a:tailEnd type="none" w="med" len="med"/>
          </a:ln>
        </p:spPr>
      </p:cxn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383"/>
        <p:cNvGrpSpPr/>
        <p:nvPr/>
      </p:nvGrpSpPr>
      <p:grpSpPr>
        <a:xfrm>
          <a:off x="0" y="0"/>
          <a:ext cx="0" cy="0"/>
          <a:chOff x="0" y="0"/>
          <a:chExt cx="0" cy="0"/>
        </a:xfrm>
      </p:grpSpPr>
      <p:sp>
        <p:nvSpPr>
          <p:cNvPr id="1384" name="Google Shape;1384;p176"/>
          <p:cNvSpPr txBox="1"/>
          <p:nvPr/>
        </p:nvSpPr>
        <p:spPr>
          <a:xfrm>
            <a:off x="1219200" y="533400"/>
            <a:ext cx="6858000" cy="3962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for (i=1; i &lt;= num_terms, i++)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j = starting_pos[a[i].col]++;</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b[j].row = a[i].col;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b[j].col = a[i].row;</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b[j].value = a[i].value;</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    }</a:t>
            </a:r>
            <a:br>
              <a:rPr lang="en-US" sz="2400" b="0" i="0" u="none" strike="noStrike" cap="none">
                <a:solidFill>
                  <a:srgbClr val="000000"/>
                </a:solidFill>
                <a:latin typeface="Calibri"/>
                <a:ea typeface="Calibri"/>
                <a:cs typeface="Calibri"/>
                <a:sym typeface="Calibri"/>
              </a:rPr>
            </a:br>
            <a:r>
              <a:rPr lang="en-US" sz="2400" b="0" i="0" u="none" strike="noStrike" cap="none">
                <a:solidFill>
                  <a:srgbClr val="000000"/>
                </a:solidFill>
                <a:latin typeface="Calibri"/>
                <a:ea typeface="Calibri"/>
                <a:cs typeface="Calibri"/>
                <a:sym typeface="Calibri"/>
              </a:rPr>
              <a:t>}</a:t>
            </a:r>
            <a:br>
              <a:rPr lang="en-US" sz="2400" b="0" i="0" u="none" strike="noStrike" cap="none">
                <a:solidFill>
                  <a:srgbClr val="000000"/>
                </a:solidFill>
                <a:latin typeface="Calibri"/>
                <a:ea typeface="Calibri"/>
                <a:cs typeface="Calibri"/>
                <a:sym typeface="Calibri"/>
              </a:rPr>
            </a:br>
            <a:endParaRPr sz="2400" b="0" i="0" u="none" strike="noStrike" cap="none">
              <a:solidFill>
                <a:srgbClr val="000000"/>
              </a:solidFill>
              <a:latin typeface="Calibri"/>
              <a:ea typeface="Calibri"/>
              <a:cs typeface="Calibri"/>
              <a:sym typeface="Calibri"/>
            </a:endParaRPr>
          </a:p>
        </p:txBody>
      </p:sp>
      <p:cxnSp>
        <p:nvCxnSpPr>
          <p:cNvPr id="1385" name="Google Shape;1385;p176"/>
          <p:cNvCxnSpPr/>
          <p:nvPr/>
        </p:nvCxnSpPr>
        <p:spPr>
          <a:xfrm flipH="1">
            <a:off x="2511425" y="609600"/>
            <a:ext cx="142875" cy="1588"/>
          </a:xfrm>
          <a:prstGeom prst="straightConnector1">
            <a:avLst/>
          </a:prstGeom>
          <a:noFill/>
          <a:ln w="9525" cap="flat" cmpd="sng">
            <a:solidFill>
              <a:srgbClr val="000000"/>
            </a:solidFill>
            <a:prstDash val="solid"/>
            <a:miter lim="800000"/>
            <a:headEnd type="none" w="med" len="med"/>
            <a:tailEnd type="none" w="med" len="med"/>
          </a:ln>
        </p:spPr>
      </p:cxn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391"/>
        <p:cNvGrpSpPr/>
        <p:nvPr/>
      </p:nvGrpSpPr>
      <p:grpSpPr>
        <a:xfrm>
          <a:off x="0" y="0"/>
          <a:ext cx="0" cy="0"/>
          <a:chOff x="0" y="0"/>
          <a:chExt cx="0" cy="0"/>
        </a:xfrm>
      </p:grpSpPr>
      <p:sp>
        <p:nvSpPr>
          <p:cNvPr id="1392" name="Google Shape;1392;p177"/>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analysis</a:t>
            </a:r>
            <a:endParaRPr/>
          </a:p>
        </p:txBody>
      </p:sp>
      <p:sp>
        <p:nvSpPr>
          <p:cNvPr id="1393" name="Google Shape;1393;p177"/>
          <p:cNvSpPr txBox="1"/>
          <p:nvPr/>
        </p:nvSpPr>
        <p:spPr>
          <a:xfrm>
            <a:off x="457200" y="1600200"/>
            <a:ext cx="7467600" cy="3910013"/>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Compared with previous algorithm.</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O(columns+elements) vs. O(columns*element)</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000000"/>
              </a:solidFill>
              <a:latin typeface="Calibri"/>
              <a:ea typeface="Calibri"/>
              <a:cs typeface="Calibri"/>
              <a:sym typeface="Calibri"/>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Cost: Additional </a:t>
            </a:r>
            <a:r>
              <a:rPr lang="en-US" sz="3200" b="0" i="0" u="none" strike="noStrike" cap="none">
                <a:solidFill>
                  <a:srgbClr val="1F497D"/>
                </a:solidFill>
                <a:latin typeface="Calibri"/>
                <a:ea typeface="Calibri"/>
                <a:cs typeface="Calibri"/>
                <a:sym typeface="Calibri"/>
              </a:rPr>
              <a:t>row_terms</a:t>
            </a:r>
            <a:r>
              <a:rPr lang="en-US" sz="3200" b="0" i="0" u="none" strike="noStrike" cap="none">
                <a:solidFill>
                  <a:srgbClr val="000000"/>
                </a:solidFill>
                <a:latin typeface="Calibri"/>
                <a:ea typeface="Calibri"/>
                <a:cs typeface="Calibri"/>
                <a:sym typeface="Calibri"/>
              </a:rPr>
              <a:t> and </a:t>
            </a:r>
            <a:r>
              <a:rPr lang="en-US" sz="3200" b="0" i="0" u="none" strike="noStrike" cap="none">
                <a:solidFill>
                  <a:srgbClr val="1F497D"/>
                </a:solidFill>
                <a:latin typeface="Calibri"/>
                <a:ea typeface="Calibri"/>
                <a:cs typeface="Calibri"/>
                <a:sym typeface="Calibri"/>
              </a:rPr>
              <a:t>starting_pos</a:t>
            </a:r>
            <a:r>
              <a:rPr lang="en-US" sz="3200" b="0" i="0" u="none" strike="noStrike" cap="none">
                <a:solidFill>
                  <a:srgbClr val="000000"/>
                </a:solidFill>
                <a:latin typeface="Calibri"/>
                <a:ea typeface="Calibri"/>
                <a:cs typeface="Calibri"/>
                <a:sym typeface="Calibri"/>
              </a:rPr>
              <a:t> arrays are required.</a:t>
            </a:r>
            <a:endParaRPr/>
          </a:p>
          <a:p>
            <a:pPr marL="342900" marR="0" lvl="0" indent="-339725" algn="l" rtl="0">
              <a:lnSpc>
                <a:spcPct val="100000"/>
              </a:lnSpc>
              <a:spcBef>
                <a:spcPts val="80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399"/>
        <p:cNvGrpSpPr/>
        <p:nvPr/>
      </p:nvGrpSpPr>
      <p:grpSpPr>
        <a:xfrm>
          <a:off x="0" y="0"/>
          <a:ext cx="0" cy="0"/>
          <a:chOff x="0" y="0"/>
          <a:chExt cx="0" cy="0"/>
        </a:xfrm>
      </p:grpSpPr>
      <p:sp>
        <p:nvSpPr>
          <p:cNvPr id="1400" name="Google Shape;1400;p178"/>
          <p:cNvSpPr txBox="1"/>
          <p:nvPr/>
        </p:nvSpPr>
        <p:spPr>
          <a:xfrm>
            <a:off x="457200" y="2133600"/>
            <a:ext cx="7467600" cy="1524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Sparse matrix addition</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406"/>
        <p:cNvGrpSpPr/>
        <p:nvPr/>
      </p:nvGrpSpPr>
      <p:grpSpPr>
        <a:xfrm>
          <a:off x="0" y="0"/>
          <a:ext cx="0" cy="0"/>
          <a:chOff x="0" y="0"/>
          <a:chExt cx="0" cy="0"/>
        </a:xfrm>
      </p:grpSpPr>
      <p:sp>
        <p:nvSpPr>
          <p:cNvPr id="1407" name="Google Shape;1407;p179"/>
          <p:cNvSpPr txBox="1"/>
          <p:nvPr/>
        </p:nvSpPr>
        <p:spPr>
          <a:xfrm>
            <a:off x="457200" y="381000"/>
            <a:ext cx="8229600" cy="8015288"/>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libri"/>
                <a:ea typeface="Calibri"/>
                <a:cs typeface="Calibri"/>
                <a:sym typeface="Calibri"/>
              </a:rPr>
              <a:t>Algorithm add_sp_mat(sp1[][3],sp2[][3],sp3[][3])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{1. if( sp1[0][0] != sp2[0][0] || sp1[0][1] != sp2[0][1] )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1.1write("Invalid matrix size ");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1.2 exit(0);</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2. tot1 = sp1[0][2]; tot2 = sp2[0][2]; k1 = k2 = k3 = 1;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3.while ( k1 &lt;= tot1 &amp;&amp; k2 &lt;= tot2)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3.1 if ( sp1[k1][0] &lt; sp2[k2][0] )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 sp3[k3][0] = sp1[k1][0];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sp3[k3][1] = sp1[k1][1];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sp3[k3][2] = sp1[k1][2];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k3++;k1++;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3.1 else if ( sp1[k1][0] &gt; sp2[k2][0] )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 sp3[k3][0] = sp2[k2][0];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sp3[k3][1] = sp2[k2][1];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sp3[k3][2] = sp2[k2][2]; </a:t>
            </a:r>
            <a:endParaRPr/>
          </a:p>
          <a:p>
            <a:pPr marL="339725"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k3++;k2++; }</a:t>
            </a:r>
            <a:endParaRPr/>
          </a:p>
          <a:p>
            <a:pPr marL="339725" marR="0" lvl="0" indent="-339725" algn="l" rtl="0">
              <a:lnSpc>
                <a:spcPct val="100000"/>
              </a:lnSpc>
              <a:spcBef>
                <a:spcPts val="70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a:t>
            </a:r>
            <a:endParaRPr/>
          </a:p>
          <a:p>
            <a:pPr marL="339725" marR="0" lvl="0" indent="-339725" algn="l" rtl="0">
              <a:lnSpc>
                <a:spcPct val="100000"/>
              </a:lnSpc>
              <a:spcBef>
                <a:spcPts val="70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 </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sp>
        <p:nvSpPr>
          <p:cNvPr id="1414" name="Google Shape;1414;p180"/>
          <p:cNvSpPr txBox="1"/>
          <p:nvPr/>
        </p:nvSpPr>
        <p:spPr>
          <a:xfrm>
            <a:off x="457200" y="228600"/>
            <a:ext cx="8382000" cy="6477000"/>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3.1 else if ( sp1[k1][0] == sp2[k2][0]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3.1.1 if ( sp1[k1][1] &lt; sp2[k2][1] )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 sp3[k3][0] = sp1[k1][0];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sp3[k3][1] = sp1[k1][1];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sp3[k3][2] = sp1[k1][2];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k3++;k1++; }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3.1.1else if ( sp1[k1][1] &gt; sp2[k2][1] )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 sp3[k3][0] = sp2[k2][0];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sp3[k3][1] = sp2[k2][1];</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sp3[k3][2] = sp2[k2][2];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k3++;k2++;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3.1.1. else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 sp3[k3][0] = sp2[k2][0];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sp3[k3][1] = sp2[k2][1];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sp3[k3][2] = sp1[k1][2] + sp2[k2][2];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k3++;k2++;k1++;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420"/>
        <p:cNvGrpSpPr/>
        <p:nvPr/>
      </p:nvGrpSpPr>
      <p:grpSpPr>
        <a:xfrm>
          <a:off x="0" y="0"/>
          <a:ext cx="0" cy="0"/>
          <a:chOff x="0" y="0"/>
          <a:chExt cx="0" cy="0"/>
        </a:xfrm>
      </p:grpSpPr>
      <p:sp>
        <p:nvSpPr>
          <p:cNvPr id="1421" name="Google Shape;1421;p181"/>
          <p:cNvSpPr txBox="1"/>
          <p:nvPr/>
        </p:nvSpPr>
        <p:spPr>
          <a:xfrm>
            <a:off x="457200" y="609600"/>
            <a:ext cx="8153400" cy="5940425"/>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4.while ( k1 &lt;=tot1 )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  sp3[k3][0] = sp1[k1][0];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sp3[k3][1] = sp1[k1][1];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sp3[k3][2] = sp1[k1][2];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k3++;k1++;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5 while ( k2 &lt;=    tot2 )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 sp3[k3][0] = sp2[k2][0];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sp3[k3][1] = sp2[k2][1];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sp3[k3][2] = sp2[k2][2];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       k3++;k2++; }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6.sp3[0][0] = sp1[0][0];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7.sp3[0][1] = sp1[0][1]; </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8.sp3[0][2] = k3-1;</a:t>
            </a:r>
            <a:endParaRPr/>
          </a:p>
          <a:p>
            <a:pPr marL="342900" marR="0" lvl="0" indent="-339725" algn="l" rtl="0">
              <a:lnSpc>
                <a:spcPct val="100000"/>
              </a:lnSpc>
              <a:spcBef>
                <a:spcPts val="50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427"/>
        <p:cNvGrpSpPr/>
        <p:nvPr/>
      </p:nvGrpSpPr>
      <p:grpSpPr>
        <a:xfrm>
          <a:off x="0" y="0"/>
          <a:ext cx="0" cy="0"/>
          <a:chOff x="0" y="0"/>
          <a:chExt cx="0" cy="0"/>
        </a:xfrm>
      </p:grpSpPr>
      <p:sp>
        <p:nvSpPr>
          <p:cNvPr id="1428" name="Google Shape;1428;p182"/>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complexity</a:t>
            </a:r>
            <a:endParaRPr/>
          </a:p>
        </p:txBody>
      </p:sp>
      <p:sp>
        <p:nvSpPr>
          <p:cNvPr id="1429" name="Google Shape;1429;p182"/>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39725" marR="0" lvl="0" indent="-339725"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O(m+n) where m and n are the no. of non zero terms in sparse matrix 1 and sparse matrix 2.</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1436" name="Google Shape;1436;p183"/>
          <p:cNvSpPr txBox="1"/>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libri"/>
                <a:ea typeface="Calibri"/>
                <a:cs typeface="Calibri"/>
                <a:sym typeface="Calibri"/>
              </a:rPr>
              <a:t>Case study</a:t>
            </a:r>
            <a:endParaRPr/>
          </a:p>
        </p:txBody>
      </p:sp>
      <p:sp>
        <p:nvSpPr>
          <p:cNvPr id="1437" name="Google Shape;1437;p183"/>
          <p:cNvSpPr txBox="1"/>
          <p:nvPr/>
        </p:nvSpPr>
        <p:spPr>
          <a:xfrm>
            <a:off x="457200" y="1600200"/>
            <a:ext cx="8229600" cy="4884738"/>
          </a:xfrm>
          <a:prstGeom prst="rect">
            <a:avLst/>
          </a:prstGeom>
          <a:noFill/>
          <a:ln>
            <a:noFill/>
          </a:ln>
        </p:spPr>
        <p:txBody>
          <a:bodyPr spcFirstLastPara="1" wrap="square" lIns="91425" tIns="45700" rIns="91425" bIns="45700" anchor="t" anchorCtr="0">
            <a:noAutofit/>
          </a:bodyPr>
          <a:lstStyle/>
          <a:p>
            <a:pPr marL="342900" marR="0" lvl="0" indent="-339725"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Use of sparse matrix in social network and maps</a:t>
            </a:r>
            <a:endParaRPr/>
          </a:p>
          <a:p>
            <a:pPr marL="342900"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Connection between the people can be shown    with the help of sparse  matrix</a:t>
            </a:r>
            <a:endParaRPr/>
          </a:p>
          <a:p>
            <a:pPr marL="342900" marR="0" lvl="0" indent="-339725" algn="l" rtl="0">
              <a:lnSpc>
                <a:spcPct val="100000"/>
              </a:lnSpc>
              <a:spcBef>
                <a:spcPts val="80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 Direct Route between the cities can be represented as a sparse matrix.</a:t>
            </a:r>
            <a:endParaRPr/>
          </a:p>
          <a:p>
            <a:pPr marL="342900" marR="0" lvl="0" indent="-339725" algn="l" rtl="0">
              <a:lnSpc>
                <a:spcPct val="100000"/>
              </a:lnSpc>
              <a:spcBef>
                <a:spcPts val="800"/>
              </a:spcBef>
              <a:spcAft>
                <a:spcPts val="0"/>
              </a:spcAft>
              <a:buClr>
                <a:srgbClr val="FF0000"/>
              </a:buClr>
              <a:buSzPts val="3200"/>
              <a:buFont typeface="Arial"/>
              <a:buChar char="•"/>
            </a:pPr>
            <a:r>
              <a:rPr lang="en-US" sz="3200" b="0" i="0" u="none" strike="noStrike" cap="none">
                <a:solidFill>
                  <a:srgbClr val="FF0000"/>
                </a:solidFill>
                <a:latin typeface="Calibri"/>
                <a:ea typeface="Calibri"/>
                <a:cs typeface="Calibri"/>
                <a:sym typeface="Calibri"/>
              </a:rPr>
              <a:t>Represent it with examples!!!</a:t>
            </a:r>
            <a:endParaRPr/>
          </a:p>
          <a:p>
            <a:pPr marL="342900" marR="0" lvl="0" indent="-339725" algn="l" rtl="0">
              <a:lnSpc>
                <a:spcPct val="100000"/>
              </a:lnSpc>
              <a:spcBef>
                <a:spcPts val="800"/>
              </a:spcBef>
              <a:spcAft>
                <a:spcPts val="0"/>
              </a:spcAft>
              <a:buClr>
                <a:srgbClr val="000000"/>
              </a:buClr>
              <a:buSzPts val="3200"/>
              <a:buFont typeface="Arial"/>
              <a:buNone/>
            </a:pPr>
            <a:endParaRPr sz="3200" b="0" i="0" u="none" strike="noStrike" cap="none">
              <a:solidFill>
                <a:srgbClr val="FF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5952</Words>
  <Application>Microsoft Office PowerPoint</Application>
  <PresentationFormat>On-screen Show (4:3)</PresentationFormat>
  <Paragraphs>1475</Paragraphs>
  <Slides>109</Slides>
  <Notes>109</Notes>
  <HiddenSlides>13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109</vt:i4>
      </vt:variant>
    </vt:vector>
  </HeadingPairs>
  <TitlesOfParts>
    <vt:vector size="118" baseType="lpstr">
      <vt:lpstr>Century Schoolbook</vt:lpstr>
      <vt:lpstr>Calibri</vt:lpstr>
      <vt:lpstr>Times New Roman</vt:lpstr>
      <vt:lpstr>Noto Sans Symbols</vt:lpstr>
      <vt:lpstr>Courier New</vt:lpstr>
      <vt:lpstr>Libre Franklin</vt:lpstr>
      <vt:lpstr>Libre Baskerville</vt:lpstr>
      <vt:lpstr>Arial</vt:lpstr>
      <vt:lpstr>Equity</vt:lpstr>
      <vt:lpstr>   Pimpri Chinchwad Education Trust’s Pimpri Chinchwad College of Engineering and Research, Ravet, Pune Department of Computer Engineering   </vt:lpstr>
      <vt:lpstr>UNIT- 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Linear (or Ordered) Lists</vt:lpstr>
      <vt:lpstr>Linear Lists</vt:lpstr>
      <vt:lpstr>Linear List Examples/Instances</vt:lpstr>
      <vt:lpstr>Linear List Operations—size()</vt:lpstr>
      <vt:lpstr>Linear List Operations—get(theIndex)</vt:lpstr>
      <vt:lpstr>Linear List Operations—indexOf(the Element)</vt:lpstr>
      <vt:lpstr>Linear List Operations—remove(theIndex)</vt:lpstr>
      <vt:lpstr>Linear List Operations—remove(theIndex)</vt:lpstr>
      <vt:lpstr>Linear List Operations—add(theIndex, the Element)</vt:lpstr>
      <vt:lpstr>Linear List Operations—add(theIndex, theElement)</vt:lpstr>
      <vt:lpstr>Linear List Abstract Data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Pimpri Chinchwad Education Trust’s Pimpri Chinchwad College of Engineering and Research, Ravet, Pune Department of Computer Engineering   </dc:title>
  <dc:creator>Dell</dc:creator>
  <cp:lastModifiedBy>Admin</cp:lastModifiedBy>
  <cp:revision>2</cp:revision>
  <dcterms:created xsi:type="dcterms:W3CDTF">2016-06-10T09:11:37Z</dcterms:created>
  <dcterms:modified xsi:type="dcterms:W3CDTF">2025-08-11T10:11:46Z</dcterms:modified>
</cp:coreProperties>
</file>