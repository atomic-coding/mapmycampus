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MapMyCampus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Campus Navigation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campuses are large and complex</a:t>
            </a:r>
          </a:p>
          <a:p>
            <a:r>
              <a:t>Students, staff, and visitors face navigation issues</a:t>
            </a:r>
          </a:p>
          <a:p>
            <a:r>
              <a:t>Static maps and signboards are outdated</a:t>
            </a:r>
          </a:p>
          <a:p>
            <a:r>
              <a:t>Solution: A smart, interactive, and searchable digital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Difficulty in navigating large institutions</a:t>
            </a:r>
          </a:p>
          <a:p>
            <a:r>
              <a:t>Time wasted finding buildings and departments</a:t>
            </a:r>
          </a:p>
          <a:p>
            <a:r>
              <a:t>No real-time or interactive navigation tools</a:t>
            </a:r>
          </a:p>
          <a:p>
            <a:r>
              <a:t>Static maps do not offer dynamic or personalized assistance</a:t>
            </a:r>
          </a:p>
          <a:p>
            <a:r>
              <a:t>Visitors rely heavily on verbal directions or printed guides</a:t>
            </a:r>
          </a:p>
          <a:p>
            <a:r>
              <a:t>Lack of centralized map leads to inconsistent user experiences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Navigation support for newcomers</a:t>
            </a:r>
          </a:p>
          <a:p>
            <a:r>
              <a:t>Replaces outdated physical maps</a:t>
            </a:r>
          </a:p>
          <a:p>
            <a:r>
              <a:t>Reduces confusion and time loss</a:t>
            </a:r>
          </a:p>
          <a:p>
            <a:r>
              <a:t>Centralized building/facility information</a:t>
            </a:r>
          </a:p>
          <a:p>
            <a:r>
              <a:t>Supports smart campus goals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 interactive visual campus map</a:t>
            </a:r>
          </a:p>
          <a:p>
            <a:r>
              <a:t>Implement clickable buildings with info</a:t>
            </a:r>
          </a:p>
          <a:p>
            <a:r>
              <a:t>Add a search function for fast access</a:t>
            </a:r>
          </a:p>
          <a:p>
            <a:r>
              <a:t>Build a mobile-friendly, responsive interface</a:t>
            </a:r>
          </a:p>
          <a:p>
            <a:r>
              <a:t>Prepare the system for future scalability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Geospatial Technology / Location-Based Services (LBS)</a:t>
            </a:r>
          </a:p>
          <a:p>
            <a:r>
              <a:t>Web Development</a:t>
            </a:r>
          </a:p>
          <a:p>
            <a:r>
              <a:t>Smart Infrastructure</a:t>
            </a:r>
          </a:p>
          <a:p>
            <a:r>
              <a:t>Human-Computer Interaction (HCI)</a:t>
            </a:r>
          </a:p>
          <a:p>
            <a:r>
              <a:t>Information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Campus map with clickable locations</a:t>
            </a:r>
          </a:p>
          <a:p>
            <a:r>
              <a:t>Search bar to find buildings</a:t>
            </a:r>
          </a:p>
          <a:p>
            <a:r>
              <a:t>Pop-ups or panels with building info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/ CSS / JavaScript (or React)</a:t>
            </a:r>
          </a:p>
          <a:p>
            <a:r>
              <a:t>SVG or Image Map for interactivity</a:t>
            </a:r>
          </a:p>
          <a:p>
            <a:r>
              <a:t>JSON or static data for building info</a:t>
            </a:r>
          </a:p>
          <a:p>
            <a:r>
              <a:t>Deployment via GitHub Pages / Netlify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Time-saving and easy navigation</a:t>
            </a:r>
          </a:p>
          <a:p>
            <a:r>
              <a:t>User-friendly and scalable</a:t>
            </a:r>
          </a:p>
          <a:p>
            <a:r>
              <a:t>Accessible from any device</a:t>
            </a:r>
          </a:p>
          <a:p>
            <a:r>
              <a:t>Can be adapted to various institutions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real-time user location</a:t>
            </a:r>
          </a:p>
          <a:p>
            <a:r>
              <a:t>No indoor navigation</a:t>
            </a:r>
          </a:p>
          <a:p>
            <a:r>
              <a:t>No admin panel or database</a:t>
            </a:r>
          </a:p>
          <a:p>
            <a:r>
              <a:t>Hardcoded building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integration for live tracking</a:t>
            </a:r>
          </a:p>
          <a:p>
            <a:r>
              <a:t>Indoor navigation and floor maps</a:t>
            </a:r>
          </a:p>
          <a:p>
            <a:r>
              <a:t>Admin panel to manage map data</a:t>
            </a:r>
          </a:p>
          <a:p>
            <a:r>
              <a:t>Multilingual support and voice guidance</a:t>
            </a:r>
          </a:p>
          <a:p>
            <a:r>
              <a:t>Event and room availability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MapMyCampus is a smart, scalable solution that enhances the user experience across campuses and organizations. The MVP demonstrates the core idea, with strong potential for real-world impact and future growth.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